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990000"/>
    <a:srgbClr val="A602F8"/>
    <a:srgbClr val="1C0B4D"/>
    <a:srgbClr val="7A01B7"/>
    <a:srgbClr val="450167"/>
    <a:srgbClr val="69029C"/>
    <a:srgbClr val="8B02D0"/>
    <a:srgbClr val="5C0189"/>
    <a:srgbClr val="6401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86" autoAdjust="0"/>
    <p:restoredTop sz="94660"/>
  </p:normalViewPr>
  <p:slideViewPr>
    <p:cSldViewPr snapToGrid="0">
      <p:cViewPr>
        <p:scale>
          <a:sx n="83" d="100"/>
          <a:sy n="83" d="100"/>
        </p:scale>
        <p:origin x="112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0C3850-C5D9-450F-A983-7026452DC420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CD625-8007-4AB9-90A1-F7BC0BB4F5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944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65843-C02B-1B2A-FF5E-5A85FCE24A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A9B55-C99F-A76B-27DA-58D868294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99" indent="0" algn="ctr">
              <a:buNone/>
              <a:defRPr sz="1999"/>
            </a:lvl2pPr>
            <a:lvl3pPr marL="914399" indent="0" algn="ctr">
              <a:buNone/>
              <a:defRPr sz="1799"/>
            </a:lvl3pPr>
            <a:lvl4pPr marL="1371598" indent="0" algn="ctr">
              <a:buNone/>
              <a:defRPr sz="1601"/>
            </a:lvl4pPr>
            <a:lvl5pPr marL="1828796" indent="0" algn="ctr">
              <a:buNone/>
              <a:defRPr sz="1601"/>
            </a:lvl5pPr>
            <a:lvl6pPr marL="2285996" indent="0" algn="ctr">
              <a:buNone/>
              <a:defRPr sz="1601"/>
            </a:lvl6pPr>
            <a:lvl7pPr marL="2743195" indent="0" algn="ctr">
              <a:buNone/>
              <a:defRPr sz="1601"/>
            </a:lvl7pPr>
            <a:lvl8pPr marL="3200394" indent="0" algn="ctr">
              <a:buNone/>
              <a:defRPr sz="1601"/>
            </a:lvl8pPr>
            <a:lvl9pPr marL="3657594" indent="0" algn="ctr">
              <a:buNone/>
              <a:defRPr sz="1601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CE71E-098C-020A-6A81-E32AA99A3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70A4-1CB1-4D4C-8E5F-6D7C69A2124E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31A6E-1F82-64FA-F8E7-083740756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32E27-A740-5E81-655D-3210F5C56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3FF2-D7A0-4966-9D9F-AA0109072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735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A9A-23C8-DE56-E73B-D89684EDC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B5D96-34AE-1052-D1B4-435D28D21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FF7A1-BA4C-0E47-4BA3-D7A653A14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70A4-1CB1-4D4C-8E5F-6D7C69A2124E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ED38F-8D4A-E530-9CFA-307979F7D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755D2-6523-A43D-10C5-743832E75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3FF2-D7A0-4966-9D9F-AA0109072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070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9456-A79B-73E3-B69B-C6B86DDD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637F7-3906-57B9-25A9-338C65423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99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399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598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4pPr>
            <a:lvl5pPr marL="1828796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5pPr>
            <a:lvl6pPr marL="2285996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6pPr>
            <a:lvl7pPr marL="2743195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7pPr>
            <a:lvl8pPr marL="3200394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8pPr>
            <a:lvl9pPr marL="3657594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C319C-F554-96EF-39CD-5EE81E447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70A4-1CB1-4D4C-8E5F-6D7C69A2124E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9C8AC-0DB0-B685-2285-9B8E8E3E0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12D1F-1CAA-71EA-0D13-0DDBB448B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3FF2-D7A0-4966-9D9F-AA0109072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26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70527-E8DF-DB1F-37FB-29DEB481B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AAA8F-E1BF-E861-586A-9F9C9ED2CF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A4EC4-CD87-6FD4-1495-1D3EA56AA9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DC9F7-24F1-ED88-FE41-7E5F98540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70A4-1CB1-4D4C-8E5F-6D7C69A2124E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ACFC0-BB2E-1FCD-26DB-0B9B588F3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C72C5-3E26-8981-3393-180DC88C7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3FF2-D7A0-4966-9D9F-AA0109072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04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BB274-2305-6E82-BE1A-CAE201E81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37856-1959-9D07-91B9-EA2D3D31D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9" indent="0">
              <a:buNone/>
              <a:defRPr sz="1999" b="1"/>
            </a:lvl2pPr>
            <a:lvl3pPr marL="914399" indent="0">
              <a:buNone/>
              <a:defRPr sz="1799" b="1"/>
            </a:lvl3pPr>
            <a:lvl4pPr marL="1371598" indent="0">
              <a:buNone/>
              <a:defRPr sz="1601" b="1"/>
            </a:lvl4pPr>
            <a:lvl5pPr marL="1828796" indent="0">
              <a:buNone/>
              <a:defRPr sz="1601" b="1"/>
            </a:lvl5pPr>
            <a:lvl6pPr marL="2285996" indent="0">
              <a:buNone/>
              <a:defRPr sz="1601" b="1"/>
            </a:lvl6pPr>
            <a:lvl7pPr marL="2743195" indent="0">
              <a:buNone/>
              <a:defRPr sz="1601" b="1"/>
            </a:lvl7pPr>
            <a:lvl8pPr marL="3200394" indent="0">
              <a:buNone/>
              <a:defRPr sz="1601" b="1"/>
            </a:lvl8pPr>
            <a:lvl9pPr marL="3657594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DE3D9-C909-9640-269E-1C00093AB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00DF26-6DBF-F335-09C3-9812E4717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9" indent="0">
              <a:buNone/>
              <a:defRPr sz="1999" b="1"/>
            </a:lvl2pPr>
            <a:lvl3pPr marL="914399" indent="0">
              <a:buNone/>
              <a:defRPr sz="1799" b="1"/>
            </a:lvl3pPr>
            <a:lvl4pPr marL="1371598" indent="0">
              <a:buNone/>
              <a:defRPr sz="1601" b="1"/>
            </a:lvl4pPr>
            <a:lvl5pPr marL="1828796" indent="0">
              <a:buNone/>
              <a:defRPr sz="1601" b="1"/>
            </a:lvl5pPr>
            <a:lvl6pPr marL="2285996" indent="0">
              <a:buNone/>
              <a:defRPr sz="1601" b="1"/>
            </a:lvl6pPr>
            <a:lvl7pPr marL="2743195" indent="0">
              <a:buNone/>
              <a:defRPr sz="1601" b="1"/>
            </a:lvl7pPr>
            <a:lvl8pPr marL="3200394" indent="0">
              <a:buNone/>
              <a:defRPr sz="1601" b="1"/>
            </a:lvl8pPr>
            <a:lvl9pPr marL="3657594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8DBDDC-9C1A-ECD5-FF7D-BC808FC74A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EF1BE3-5DE0-6A89-E00E-8F7EF4E32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70A4-1CB1-4D4C-8E5F-6D7C69A2124E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A43BC3-03F4-315A-4ED6-2508AEB10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1AE1C7-B859-6B76-FAB2-AED4D80F6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3FF2-D7A0-4966-9D9F-AA0109072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366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70096-4A97-8907-0606-780D6DD84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6411C3-3907-929C-C557-274FDFC29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70A4-1CB1-4D4C-8E5F-6D7C69A2124E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4B858-0882-B1A1-A830-BD59CE0E1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FF3ABC-5F61-586A-3D4F-1C32E9217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3FF2-D7A0-4966-9D9F-AA0109072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863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F6E6C1-198C-E071-D108-5855C1422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70A4-1CB1-4D4C-8E5F-6D7C69A2124E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354760-5696-5BC6-941F-009B8B8C2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886B2-5699-EC24-CAE5-B3B8E2892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3FF2-D7A0-4966-9D9F-AA0109072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560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FB286-B1B0-69E1-2EEA-A0424C5F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20621-1F09-CDF3-7B4A-9C219F52D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34711-110A-FDAE-1AC9-F0E0594DEA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199" indent="0">
              <a:buNone/>
              <a:defRPr sz="1401"/>
            </a:lvl2pPr>
            <a:lvl3pPr marL="914399" indent="0">
              <a:buNone/>
              <a:defRPr sz="1200"/>
            </a:lvl3pPr>
            <a:lvl4pPr marL="1371598" indent="0">
              <a:buNone/>
              <a:defRPr sz="1000"/>
            </a:lvl4pPr>
            <a:lvl5pPr marL="1828796" indent="0">
              <a:buNone/>
              <a:defRPr sz="1000"/>
            </a:lvl5pPr>
            <a:lvl6pPr marL="2285996" indent="0">
              <a:buNone/>
              <a:defRPr sz="1000"/>
            </a:lvl6pPr>
            <a:lvl7pPr marL="2743195" indent="0">
              <a:buNone/>
              <a:defRPr sz="1000"/>
            </a:lvl7pPr>
            <a:lvl8pPr marL="3200394" indent="0">
              <a:buNone/>
              <a:defRPr sz="1000"/>
            </a:lvl8pPr>
            <a:lvl9pPr marL="365759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75761-6C1A-B516-D328-D6169D76A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70A4-1CB1-4D4C-8E5F-6D7C69A2124E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7078E-079B-A134-3AE3-4E4DA8FA2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19F034-410F-0F45-96E8-9776E8EF6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3FF2-D7A0-4966-9D9F-AA0109072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80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DC71D-A2D6-276F-EFF1-E3C02991A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B2FD38-DB46-9FFA-7D70-8AA1DD4591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99" indent="0">
              <a:buNone/>
              <a:defRPr sz="2800"/>
            </a:lvl2pPr>
            <a:lvl3pPr marL="914399" indent="0">
              <a:buNone/>
              <a:defRPr sz="2400"/>
            </a:lvl3pPr>
            <a:lvl4pPr marL="1371598" indent="0">
              <a:buNone/>
              <a:defRPr sz="1999"/>
            </a:lvl4pPr>
            <a:lvl5pPr marL="1828796" indent="0">
              <a:buNone/>
              <a:defRPr sz="1999"/>
            </a:lvl5pPr>
            <a:lvl6pPr marL="2285996" indent="0">
              <a:buNone/>
              <a:defRPr sz="1999"/>
            </a:lvl6pPr>
            <a:lvl7pPr marL="2743195" indent="0">
              <a:buNone/>
              <a:defRPr sz="1999"/>
            </a:lvl7pPr>
            <a:lvl8pPr marL="3200394" indent="0">
              <a:buNone/>
              <a:defRPr sz="1999"/>
            </a:lvl8pPr>
            <a:lvl9pPr marL="3657594" indent="0">
              <a:buNone/>
              <a:defRPr sz="1999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6AF658-5043-0A04-F3E4-05098F4A0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199" indent="0">
              <a:buNone/>
              <a:defRPr sz="1401"/>
            </a:lvl2pPr>
            <a:lvl3pPr marL="914399" indent="0">
              <a:buNone/>
              <a:defRPr sz="1200"/>
            </a:lvl3pPr>
            <a:lvl4pPr marL="1371598" indent="0">
              <a:buNone/>
              <a:defRPr sz="1000"/>
            </a:lvl4pPr>
            <a:lvl5pPr marL="1828796" indent="0">
              <a:buNone/>
              <a:defRPr sz="1000"/>
            </a:lvl5pPr>
            <a:lvl6pPr marL="2285996" indent="0">
              <a:buNone/>
              <a:defRPr sz="1000"/>
            </a:lvl6pPr>
            <a:lvl7pPr marL="2743195" indent="0">
              <a:buNone/>
              <a:defRPr sz="1000"/>
            </a:lvl7pPr>
            <a:lvl8pPr marL="3200394" indent="0">
              <a:buNone/>
              <a:defRPr sz="1000"/>
            </a:lvl8pPr>
            <a:lvl9pPr marL="365759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90FD7-3974-CF1F-6644-F18B37526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70A4-1CB1-4D4C-8E5F-6D7C69A2124E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9A054-8ADB-BC1E-A7E6-DF493922C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E4018-ADCD-F77E-8708-600F740BF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3FF2-D7A0-4966-9D9F-AA0109072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206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68549-9DD5-9B77-1FDF-B54FC19CE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B8C94-02D7-1C30-D855-B5CD82571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B78FC-3AB2-28FE-1B40-273051D7A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70A4-1CB1-4D4C-8E5F-6D7C69A2124E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096B4-D3F4-FB8C-AE5D-BAD329E33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9A0E6-CF84-0B2C-5384-F0B8048B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3FF2-D7A0-4966-9D9F-AA0109072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48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55E9C3-87C6-6BB8-CDB3-3885086DC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6D7430-D016-AE31-B22F-06D579A0A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4168C-1B9E-ED5E-0AEF-B3B9CE66B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70A4-1CB1-4D4C-8E5F-6D7C69A2124E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9601B-CDBE-E5ED-AD02-B9E45E0A2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F6E32-1B68-E262-B095-8174FA9D3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3FF2-D7A0-4966-9D9F-AA0109072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78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1AEB99-3364-B33C-DB59-D3FD61DCE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4857C-319D-D636-261E-FCA158F95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645DD-AEB7-341C-6C7C-71295C76D7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670A4-1CB1-4D4C-8E5F-6D7C69A2124E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3E790-F16B-FC4F-66C2-0B42BD9AF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2"/>
            <a:ext cx="411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37E0B-F5EB-171D-1CEF-25C96A9C5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53FF2-D7A0-4966-9D9F-AA0109072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41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9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9" indent="-228599" algn="l" defTabSz="91439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8" indent="-228599" algn="l" defTabSz="91439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8" indent="-228599" algn="l" defTabSz="91439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7" indent="-228599" algn="l" defTabSz="91439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7397" indent="-228599" algn="l" defTabSz="91439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596" indent="-228599" algn="l" defTabSz="91439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794" indent="-228599" algn="l" defTabSz="91439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993" indent="-228599" algn="l" defTabSz="91439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6193" indent="-228599" algn="l" defTabSz="91439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99" algn="l" defTabSz="91439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399" algn="l" defTabSz="91439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8" algn="l" defTabSz="91439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796" algn="l" defTabSz="91439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996" algn="l" defTabSz="91439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195" algn="l" defTabSz="91439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394" algn="l" defTabSz="91439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594" algn="l" defTabSz="91439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50857-9A81-EC33-53F1-327F6803BB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DFC04E-0314-F202-DD2A-7F421DC420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E12BE1-84C3-948A-27AB-9461151FE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"/>
            <a:ext cx="12192001" cy="6857999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3092E8E-5376-41B7-E793-D86A175E4E5D}"/>
              </a:ext>
            </a:extLst>
          </p:cNvPr>
          <p:cNvSpPr/>
          <p:nvPr/>
        </p:nvSpPr>
        <p:spPr>
          <a:xfrm>
            <a:off x="490181" y="577617"/>
            <a:ext cx="10961777" cy="4801228"/>
          </a:xfrm>
          <a:custGeom>
            <a:avLst/>
            <a:gdLst/>
            <a:ahLst/>
            <a:cxnLst/>
            <a:rect l="l" t="t" r="r" b="b"/>
            <a:pathLst>
              <a:path w="10961776" h="4801228">
                <a:moveTo>
                  <a:pt x="282959" y="4420321"/>
                </a:moveTo>
                <a:lnTo>
                  <a:pt x="282959" y="4657028"/>
                </a:lnTo>
                <a:lnTo>
                  <a:pt x="282415" y="4684235"/>
                </a:lnTo>
                <a:cubicBezTo>
                  <a:pt x="282415" y="4703825"/>
                  <a:pt x="287403" y="4718607"/>
                  <a:pt x="297379" y="4728584"/>
                </a:cubicBezTo>
                <a:cubicBezTo>
                  <a:pt x="307355" y="4738560"/>
                  <a:pt x="322138" y="4743548"/>
                  <a:pt x="341728" y="4743548"/>
                </a:cubicBezTo>
                <a:cubicBezTo>
                  <a:pt x="370749" y="4743548"/>
                  <a:pt x="397503" y="4737109"/>
                  <a:pt x="421990" y="4724230"/>
                </a:cubicBezTo>
                <a:cubicBezTo>
                  <a:pt x="446477" y="4711352"/>
                  <a:pt x="465250" y="4692670"/>
                  <a:pt x="478310" y="4668183"/>
                </a:cubicBezTo>
                <a:cubicBezTo>
                  <a:pt x="491370" y="4643696"/>
                  <a:pt x="497900" y="4616397"/>
                  <a:pt x="497900" y="4586288"/>
                </a:cubicBezTo>
                <a:cubicBezTo>
                  <a:pt x="497900" y="4551825"/>
                  <a:pt x="489918" y="4520899"/>
                  <a:pt x="473957" y="4493510"/>
                </a:cubicBezTo>
                <a:cubicBezTo>
                  <a:pt x="457995" y="4466121"/>
                  <a:pt x="436048" y="4446985"/>
                  <a:pt x="408114" y="4436101"/>
                </a:cubicBezTo>
                <a:cubicBezTo>
                  <a:pt x="380181" y="4425218"/>
                  <a:pt x="338463" y="4419958"/>
                  <a:pt x="282959" y="4420321"/>
                </a:cubicBezTo>
                <a:close/>
                <a:moveTo>
                  <a:pt x="6596401" y="4087844"/>
                </a:moveTo>
                <a:lnTo>
                  <a:pt x="6596401" y="4663557"/>
                </a:lnTo>
                <a:cubicBezTo>
                  <a:pt x="6596401" y="4694030"/>
                  <a:pt x="6597852" y="4712712"/>
                  <a:pt x="6600754" y="4719605"/>
                </a:cubicBezTo>
                <a:cubicBezTo>
                  <a:pt x="6603657" y="4726498"/>
                  <a:pt x="6608554" y="4731758"/>
                  <a:pt x="6615447" y="4735386"/>
                </a:cubicBezTo>
                <a:cubicBezTo>
                  <a:pt x="6625241" y="4740827"/>
                  <a:pt x="6639389" y="4743548"/>
                  <a:pt x="6657890" y="4743548"/>
                </a:cubicBezTo>
                <a:cubicBezTo>
                  <a:pt x="6718473" y="4743548"/>
                  <a:pt x="6764726" y="4722870"/>
                  <a:pt x="6796649" y="4681514"/>
                </a:cubicBezTo>
                <a:cubicBezTo>
                  <a:pt x="6840182" y="4625648"/>
                  <a:pt x="6861948" y="4538946"/>
                  <a:pt x="6861948" y="4421409"/>
                </a:cubicBezTo>
                <a:cubicBezTo>
                  <a:pt x="6861948" y="4326727"/>
                  <a:pt x="6847074" y="4251090"/>
                  <a:pt x="6817327" y="4194498"/>
                </a:cubicBezTo>
                <a:cubicBezTo>
                  <a:pt x="6793747" y="4150240"/>
                  <a:pt x="6763456" y="4120130"/>
                  <a:pt x="6726454" y="4104168"/>
                </a:cubicBezTo>
                <a:cubicBezTo>
                  <a:pt x="6700334" y="4092922"/>
                  <a:pt x="6656984" y="4087481"/>
                  <a:pt x="6596401" y="4087844"/>
                </a:cubicBezTo>
                <a:close/>
                <a:moveTo>
                  <a:pt x="282959" y="4087300"/>
                </a:moveTo>
                <a:lnTo>
                  <a:pt x="282959" y="4377877"/>
                </a:lnTo>
                <a:cubicBezTo>
                  <a:pt x="334472" y="4377877"/>
                  <a:pt x="372472" y="4372073"/>
                  <a:pt x="396959" y="4360464"/>
                </a:cubicBezTo>
                <a:cubicBezTo>
                  <a:pt x="421446" y="4348856"/>
                  <a:pt x="440219" y="4332531"/>
                  <a:pt x="453279" y="4311490"/>
                </a:cubicBezTo>
                <a:cubicBezTo>
                  <a:pt x="466339" y="4290450"/>
                  <a:pt x="472869" y="4263605"/>
                  <a:pt x="472869" y="4230956"/>
                </a:cubicBezTo>
                <a:cubicBezTo>
                  <a:pt x="472869" y="4198307"/>
                  <a:pt x="466429" y="4171553"/>
                  <a:pt x="453551" y="4150693"/>
                </a:cubicBezTo>
                <a:cubicBezTo>
                  <a:pt x="440673" y="4129834"/>
                  <a:pt x="422262" y="4113963"/>
                  <a:pt x="398319" y="4103080"/>
                </a:cubicBezTo>
                <a:cubicBezTo>
                  <a:pt x="374377" y="4092197"/>
                  <a:pt x="335923" y="4086937"/>
                  <a:pt x="282959" y="4087300"/>
                </a:cubicBezTo>
                <a:close/>
                <a:moveTo>
                  <a:pt x="1462427" y="4085667"/>
                </a:moveTo>
                <a:lnTo>
                  <a:pt x="1462427" y="4408894"/>
                </a:lnTo>
                <a:lnTo>
                  <a:pt x="1493443" y="4408894"/>
                </a:lnTo>
                <a:cubicBezTo>
                  <a:pt x="1543868" y="4408894"/>
                  <a:pt x="1581596" y="4404269"/>
                  <a:pt x="1606627" y="4395018"/>
                </a:cubicBezTo>
                <a:cubicBezTo>
                  <a:pt x="1631658" y="4385767"/>
                  <a:pt x="1651339" y="4369080"/>
                  <a:pt x="1665668" y="4344956"/>
                </a:cubicBezTo>
                <a:cubicBezTo>
                  <a:pt x="1679997" y="4320832"/>
                  <a:pt x="1687162" y="4289362"/>
                  <a:pt x="1687162" y="4250545"/>
                </a:cubicBezTo>
                <a:cubicBezTo>
                  <a:pt x="1687162" y="4194316"/>
                  <a:pt x="1674012" y="4152779"/>
                  <a:pt x="1647711" y="4125934"/>
                </a:cubicBezTo>
                <a:cubicBezTo>
                  <a:pt x="1621410" y="4099089"/>
                  <a:pt x="1579057" y="4085667"/>
                  <a:pt x="1520651" y="4085667"/>
                </a:cubicBezTo>
                <a:close/>
                <a:moveTo>
                  <a:pt x="9156686" y="4070431"/>
                </a:moveTo>
                <a:cubicBezTo>
                  <a:pt x="9089211" y="4070431"/>
                  <a:pt x="9037880" y="4104894"/>
                  <a:pt x="9002691" y="4173820"/>
                </a:cubicBezTo>
                <a:cubicBezTo>
                  <a:pt x="8974033" y="4230412"/>
                  <a:pt x="8959703" y="4311672"/>
                  <a:pt x="8959703" y="4417600"/>
                </a:cubicBezTo>
                <a:cubicBezTo>
                  <a:pt x="8959703" y="4543481"/>
                  <a:pt x="8981832" y="4636531"/>
                  <a:pt x="9026089" y="4696751"/>
                </a:cubicBezTo>
                <a:cubicBezTo>
                  <a:pt x="9056925" y="4738832"/>
                  <a:pt x="9100094" y="4759872"/>
                  <a:pt x="9155598" y="4759872"/>
                </a:cubicBezTo>
                <a:cubicBezTo>
                  <a:pt x="9192963" y="4759872"/>
                  <a:pt x="9224161" y="4750803"/>
                  <a:pt x="9249192" y="4732665"/>
                </a:cubicBezTo>
                <a:cubicBezTo>
                  <a:pt x="9281116" y="4709448"/>
                  <a:pt x="9305966" y="4672354"/>
                  <a:pt x="9323741" y="4621386"/>
                </a:cubicBezTo>
                <a:cubicBezTo>
                  <a:pt x="9341517" y="4570417"/>
                  <a:pt x="9350404" y="4503939"/>
                  <a:pt x="9350404" y="4421954"/>
                </a:cubicBezTo>
                <a:cubicBezTo>
                  <a:pt x="9350404" y="4324369"/>
                  <a:pt x="9341336" y="4251362"/>
                  <a:pt x="9323197" y="4202932"/>
                </a:cubicBezTo>
                <a:cubicBezTo>
                  <a:pt x="9305059" y="4154502"/>
                  <a:pt x="9281932" y="4120311"/>
                  <a:pt x="9253817" y="4100359"/>
                </a:cubicBezTo>
                <a:cubicBezTo>
                  <a:pt x="9225703" y="4080407"/>
                  <a:pt x="9193326" y="4070431"/>
                  <a:pt x="9156686" y="4070431"/>
                </a:cubicBezTo>
                <a:close/>
                <a:moveTo>
                  <a:pt x="5070462" y="4070431"/>
                </a:moveTo>
                <a:cubicBezTo>
                  <a:pt x="5002987" y="4070431"/>
                  <a:pt x="4951656" y="4104894"/>
                  <a:pt x="4916466" y="4173820"/>
                </a:cubicBezTo>
                <a:cubicBezTo>
                  <a:pt x="4887808" y="4230412"/>
                  <a:pt x="4873478" y="4311672"/>
                  <a:pt x="4873478" y="4417600"/>
                </a:cubicBezTo>
                <a:cubicBezTo>
                  <a:pt x="4873478" y="4543481"/>
                  <a:pt x="4895608" y="4636531"/>
                  <a:pt x="4939865" y="4696751"/>
                </a:cubicBezTo>
                <a:cubicBezTo>
                  <a:pt x="4970700" y="4738832"/>
                  <a:pt x="5013870" y="4759872"/>
                  <a:pt x="5069373" y="4759872"/>
                </a:cubicBezTo>
                <a:cubicBezTo>
                  <a:pt x="5106739" y="4759872"/>
                  <a:pt x="5137937" y="4750803"/>
                  <a:pt x="5162968" y="4732665"/>
                </a:cubicBezTo>
                <a:cubicBezTo>
                  <a:pt x="5194891" y="4709448"/>
                  <a:pt x="5219741" y="4672354"/>
                  <a:pt x="5237517" y="4621386"/>
                </a:cubicBezTo>
                <a:cubicBezTo>
                  <a:pt x="5255292" y="4570417"/>
                  <a:pt x="5264180" y="4503939"/>
                  <a:pt x="5264180" y="4421954"/>
                </a:cubicBezTo>
                <a:cubicBezTo>
                  <a:pt x="5264180" y="4324369"/>
                  <a:pt x="5255111" y="4251362"/>
                  <a:pt x="5236973" y="4202932"/>
                </a:cubicBezTo>
                <a:cubicBezTo>
                  <a:pt x="5218835" y="4154502"/>
                  <a:pt x="5195708" y="4120311"/>
                  <a:pt x="5167593" y="4100359"/>
                </a:cubicBezTo>
                <a:cubicBezTo>
                  <a:pt x="5139478" y="4080407"/>
                  <a:pt x="5107102" y="4070431"/>
                  <a:pt x="5070462" y="4070431"/>
                </a:cubicBezTo>
                <a:close/>
                <a:moveTo>
                  <a:pt x="9602288" y="4045944"/>
                </a:moveTo>
                <a:lnTo>
                  <a:pt x="9864025" y="4045944"/>
                </a:lnTo>
                <a:lnTo>
                  <a:pt x="10228063" y="4503576"/>
                </a:lnTo>
                <a:lnTo>
                  <a:pt x="10228063" y="4186335"/>
                </a:lnTo>
                <a:cubicBezTo>
                  <a:pt x="10228063" y="4142078"/>
                  <a:pt x="10221715" y="4112149"/>
                  <a:pt x="10209018" y="4096550"/>
                </a:cubicBezTo>
                <a:cubicBezTo>
                  <a:pt x="10191605" y="4075510"/>
                  <a:pt x="10162402" y="4065352"/>
                  <a:pt x="10121409" y="4066078"/>
                </a:cubicBezTo>
                <a:lnTo>
                  <a:pt x="10121409" y="4045944"/>
                </a:lnTo>
                <a:lnTo>
                  <a:pt x="10365189" y="4045944"/>
                </a:lnTo>
                <a:lnTo>
                  <a:pt x="10365189" y="4066078"/>
                </a:lnTo>
                <a:cubicBezTo>
                  <a:pt x="10333991" y="4070068"/>
                  <a:pt x="10313041" y="4075237"/>
                  <a:pt x="10302340" y="4081586"/>
                </a:cubicBezTo>
                <a:cubicBezTo>
                  <a:pt x="10291638" y="4087934"/>
                  <a:pt x="10283294" y="4098273"/>
                  <a:pt x="10277309" y="4112603"/>
                </a:cubicBezTo>
                <a:cubicBezTo>
                  <a:pt x="10271323" y="4126932"/>
                  <a:pt x="10268330" y="4151510"/>
                  <a:pt x="10268330" y="4186335"/>
                </a:cubicBezTo>
                <a:lnTo>
                  <a:pt x="10268330" y="4800684"/>
                </a:lnTo>
                <a:lnTo>
                  <a:pt x="10249829" y="4800684"/>
                </a:lnTo>
                <a:lnTo>
                  <a:pt x="9750841" y="4186335"/>
                </a:lnTo>
                <a:lnTo>
                  <a:pt x="9750841" y="4655395"/>
                </a:lnTo>
                <a:cubicBezTo>
                  <a:pt x="9750841" y="4697839"/>
                  <a:pt x="9760545" y="4726498"/>
                  <a:pt x="9779953" y="4741371"/>
                </a:cubicBezTo>
                <a:cubicBezTo>
                  <a:pt x="9799361" y="4756245"/>
                  <a:pt x="9821581" y="4763681"/>
                  <a:pt x="9846612" y="4763681"/>
                </a:cubicBezTo>
                <a:lnTo>
                  <a:pt x="9864025" y="4763681"/>
                </a:lnTo>
                <a:lnTo>
                  <a:pt x="9864025" y="4783815"/>
                </a:lnTo>
                <a:lnTo>
                  <a:pt x="9602288" y="4783815"/>
                </a:lnTo>
                <a:lnTo>
                  <a:pt x="9602288" y="4763681"/>
                </a:lnTo>
                <a:cubicBezTo>
                  <a:pt x="9642917" y="4763319"/>
                  <a:pt x="9671213" y="4754975"/>
                  <a:pt x="9687176" y="4738650"/>
                </a:cubicBezTo>
                <a:cubicBezTo>
                  <a:pt x="9703137" y="4722326"/>
                  <a:pt x="9711119" y="4694574"/>
                  <a:pt x="9711119" y="4655395"/>
                </a:cubicBezTo>
                <a:lnTo>
                  <a:pt x="9711119" y="4134641"/>
                </a:lnTo>
                <a:lnTo>
                  <a:pt x="9695338" y="4115051"/>
                </a:lnTo>
                <a:cubicBezTo>
                  <a:pt x="9679738" y="4095462"/>
                  <a:pt x="9665954" y="4082584"/>
                  <a:pt x="9653983" y="4076416"/>
                </a:cubicBezTo>
                <a:cubicBezTo>
                  <a:pt x="9642011" y="4070249"/>
                  <a:pt x="9624779" y="4066803"/>
                  <a:pt x="9602288" y="4066078"/>
                </a:cubicBezTo>
                <a:close/>
                <a:moveTo>
                  <a:pt x="8303892" y="4045944"/>
                </a:moveTo>
                <a:lnTo>
                  <a:pt x="8689696" y="4045944"/>
                </a:lnTo>
                <a:lnTo>
                  <a:pt x="8689696" y="4066078"/>
                </a:lnTo>
                <a:lnTo>
                  <a:pt x="8665210" y="4066078"/>
                </a:lnTo>
                <a:cubicBezTo>
                  <a:pt x="8643806" y="4066078"/>
                  <a:pt x="8626575" y="4069887"/>
                  <a:pt x="8613515" y="4077505"/>
                </a:cubicBezTo>
                <a:cubicBezTo>
                  <a:pt x="8604083" y="4082584"/>
                  <a:pt x="8596646" y="4091290"/>
                  <a:pt x="8591205" y="4103624"/>
                </a:cubicBezTo>
                <a:cubicBezTo>
                  <a:pt x="8587214" y="4112331"/>
                  <a:pt x="8585219" y="4135185"/>
                  <a:pt x="8585219" y="4172187"/>
                </a:cubicBezTo>
                <a:lnTo>
                  <a:pt x="8585219" y="4657572"/>
                </a:lnTo>
                <a:cubicBezTo>
                  <a:pt x="8585219" y="4695300"/>
                  <a:pt x="8587305" y="4718880"/>
                  <a:pt x="8591477" y="4728312"/>
                </a:cubicBezTo>
                <a:cubicBezTo>
                  <a:pt x="8595649" y="4737744"/>
                  <a:pt x="8603811" y="4745997"/>
                  <a:pt x="8615964" y="4753070"/>
                </a:cubicBezTo>
                <a:cubicBezTo>
                  <a:pt x="8628116" y="4760144"/>
                  <a:pt x="8644532" y="4763681"/>
                  <a:pt x="8665210" y="4763681"/>
                </a:cubicBezTo>
                <a:lnTo>
                  <a:pt x="8689696" y="4763681"/>
                </a:lnTo>
                <a:lnTo>
                  <a:pt x="8689696" y="4783815"/>
                </a:lnTo>
                <a:lnTo>
                  <a:pt x="8303892" y="4783815"/>
                </a:lnTo>
                <a:lnTo>
                  <a:pt x="8303892" y="4763681"/>
                </a:lnTo>
                <a:lnTo>
                  <a:pt x="8328379" y="4763681"/>
                </a:lnTo>
                <a:cubicBezTo>
                  <a:pt x="8349782" y="4763681"/>
                  <a:pt x="8367014" y="4759872"/>
                  <a:pt x="8380073" y="4752254"/>
                </a:cubicBezTo>
                <a:cubicBezTo>
                  <a:pt x="8389505" y="4747176"/>
                  <a:pt x="8396761" y="4738469"/>
                  <a:pt x="8401840" y="4726135"/>
                </a:cubicBezTo>
                <a:cubicBezTo>
                  <a:pt x="8405830" y="4717428"/>
                  <a:pt x="8407825" y="4694574"/>
                  <a:pt x="8407825" y="4657572"/>
                </a:cubicBezTo>
                <a:lnTo>
                  <a:pt x="8407825" y="4172187"/>
                </a:lnTo>
                <a:cubicBezTo>
                  <a:pt x="8407825" y="4134459"/>
                  <a:pt x="8405830" y="4110879"/>
                  <a:pt x="8401840" y="4101447"/>
                </a:cubicBezTo>
                <a:cubicBezTo>
                  <a:pt x="8397849" y="4092015"/>
                  <a:pt x="8389777" y="4083763"/>
                  <a:pt x="8377625" y="4076689"/>
                </a:cubicBezTo>
                <a:cubicBezTo>
                  <a:pt x="8365472" y="4069615"/>
                  <a:pt x="8349057" y="4066078"/>
                  <a:pt x="8328379" y="4066078"/>
                </a:cubicBezTo>
                <a:lnTo>
                  <a:pt x="8303892" y="4066078"/>
                </a:lnTo>
                <a:close/>
                <a:moveTo>
                  <a:pt x="7578899" y="4045944"/>
                </a:moveTo>
                <a:lnTo>
                  <a:pt x="8241677" y="4045944"/>
                </a:lnTo>
                <a:lnTo>
                  <a:pt x="8241677" y="4245648"/>
                </a:lnTo>
                <a:lnTo>
                  <a:pt x="8222087" y="4245648"/>
                </a:lnTo>
                <a:cubicBezTo>
                  <a:pt x="8210479" y="4199577"/>
                  <a:pt x="8197601" y="4166474"/>
                  <a:pt x="8183453" y="4146340"/>
                </a:cubicBezTo>
                <a:cubicBezTo>
                  <a:pt x="8169305" y="4126206"/>
                  <a:pt x="8149897" y="4110154"/>
                  <a:pt x="8125229" y="4098183"/>
                </a:cubicBezTo>
                <a:cubicBezTo>
                  <a:pt x="8111443" y="4091653"/>
                  <a:pt x="8087319" y="4088388"/>
                  <a:pt x="8052856" y="4088388"/>
                </a:cubicBezTo>
                <a:lnTo>
                  <a:pt x="7997897" y="4088388"/>
                </a:lnTo>
                <a:lnTo>
                  <a:pt x="7997897" y="4657572"/>
                </a:lnTo>
                <a:cubicBezTo>
                  <a:pt x="7997897" y="4695300"/>
                  <a:pt x="7999983" y="4718880"/>
                  <a:pt x="8004155" y="4728312"/>
                </a:cubicBezTo>
                <a:cubicBezTo>
                  <a:pt x="8008327" y="4737744"/>
                  <a:pt x="8016489" y="4745997"/>
                  <a:pt x="8028641" y="4753070"/>
                </a:cubicBezTo>
                <a:cubicBezTo>
                  <a:pt x="8040793" y="4760144"/>
                  <a:pt x="8057391" y="4763681"/>
                  <a:pt x="8078431" y="4763681"/>
                </a:cubicBezTo>
                <a:lnTo>
                  <a:pt x="8102919" y="4763681"/>
                </a:lnTo>
                <a:lnTo>
                  <a:pt x="8102919" y="4783815"/>
                </a:lnTo>
                <a:lnTo>
                  <a:pt x="7716570" y="4783815"/>
                </a:lnTo>
                <a:lnTo>
                  <a:pt x="7716570" y="4763681"/>
                </a:lnTo>
                <a:lnTo>
                  <a:pt x="7741057" y="4763681"/>
                </a:lnTo>
                <a:cubicBezTo>
                  <a:pt x="7762460" y="4763681"/>
                  <a:pt x="7779692" y="4759872"/>
                  <a:pt x="7792751" y="4752254"/>
                </a:cubicBezTo>
                <a:cubicBezTo>
                  <a:pt x="7802183" y="4747176"/>
                  <a:pt x="7809620" y="4738469"/>
                  <a:pt x="7815062" y="4726135"/>
                </a:cubicBezTo>
                <a:cubicBezTo>
                  <a:pt x="7819052" y="4717428"/>
                  <a:pt x="7821047" y="4694574"/>
                  <a:pt x="7821047" y="4657572"/>
                </a:cubicBezTo>
                <a:lnTo>
                  <a:pt x="7821047" y="4088388"/>
                </a:lnTo>
                <a:lnTo>
                  <a:pt x="7767720" y="4088388"/>
                </a:lnTo>
                <a:cubicBezTo>
                  <a:pt x="7718021" y="4088388"/>
                  <a:pt x="7681926" y="4098908"/>
                  <a:pt x="7659434" y="4119949"/>
                </a:cubicBezTo>
                <a:cubicBezTo>
                  <a:pt x="7627873" y="4149333"/>
                  <a:pt x="7607921" y="4191233"/>
                  <a:pt x="7599577" y="4245648"/>
                </a:cubicBezTo>
                <a:lnTo>
                  <a:pt x="7578899" y="4245648"/>
                </a:lnTo>
                <a:close/>
                <a:moveTo>
                  <a:pt x="7122792" y="4045944"/>
                </a:moveTo>
                <a:lnTo>
                  <a:pt x="7508597" y="4045944"/>
                </a:lnTo>
                <a:lnTo>
                  <a:pt x="7508597" y="4066078"/>
                </a:lnTo>
                <a:lnTo>
                  <a:pt x="7484110" y="4066078"/>
                </a:lnTo>
                <a:cubicBezTo>
                  <a:pt x="7462706" y="4066078"/>
                  <a:pt x="7445475" y="4069887"/>
                  <a:pt x="7432415" y="4077505"/>
                </a:cubicBezTo>
                <a:cubicBezTo>
                  <a:pt x="7422983" y="4082584"/>
                  <a:pt x="7415547" y="4091290"/>
                  <a:pt x="7410105" y="4103624"/>
                </a:cubicBezTo>
                <a:cubicBezTo>
                  <a:pt x="7406115" y="4112331"/>
                  <a:pt x="7404119" y="4135185"/>
                  <a:pt x="7404119" y="4172187"/>
                </a:cubicBezTo>
                <a:lnTo>
                  <a:pt x="7404119" y="4657572"/>
                </a:lnTo>
                <a:cubicBezTo>
                  <a:pt x="7404119" y="4695300"/>
                  <a:pt x="7406205" y="4718880"/>
                  <a:pt x="7410377" y="4728312"/>
                </a:cubicBezTo>
                <a:cubicBezTo>
                  <a:pt x="7414549" y="4737744"/>
                  <a:pt x="7422711" y="4745997"/>
                  <a:pt x="7434864" y="4753070"/>
                </a:cubicBezTo>
                <a:cubicBezTo>
                  <a:pt x="7447017" y="4760144"/>
                  <a:pt x="7463432" y="4763681"/>
                  <a:pt x="7484110" y="4763681"/>
                </a:cubicBezTo>
                <a:lnTo>
                  <a:pt x="7508597" y="4763681"/>
                </a:lnTo>
                <a:lnTo>
                  <a:pt x="7508597" y="4783815"/>
                </a:lnTo>
                <a:lnTo>
                  <a:pt x="7122792" y="4783815"/>
                </a:lnTo>
                <a:lnTo>
                  <a:pt x="7122792" y="4763681"/>
                </a:lnTo>
                <a:lnTo>
                  <a:pt x="7147279" y="4763681"/>
                </a:lnTo>
                <a:cubicBezTo>
                  <a:pt x="7168683" y="4763681"/>
                  <a:pt x="7185914" y="4759872"/>
                  <a:pt x="7198974" y="4752254"/>
                </a:cubicBezTo>
                <a:cubicBezTo>
                  <a:pt x="7208406" y="4747176"/>
                  <a:pt x="7215661" y="4738469"/>
                  <a:pt x="7220740" y="4726135"/>
                </a:cubicBezTo>
                <a:cubicBezTo>
                  <a:pt x="7224730" y="4717428"/>
                  <a:pt x="7226725" y="4694574"/>
                  <a:pt x="7226725" y="4657572"/>
                </a:cubicBezTo>
                <a:lnTo>
                  <a:pt x="7226725" y="4172187"/>
                </a:lnTo>
                <a:cubicBezTo>
                  <a:pt x="7226725" y="4134459"/>
                  <a:pt x="7224730" y="4110879"/>
                  <a:pt x="7220740" y="4101447"/>
                </a:cubicBezTo>
                <a:cubicBezTo>
                  <a:pt x="7216749" y="4092015"/>
                  <a:pt x="7208678" y="4083763"/>
                  <a:pt x="7196525" y="4076689"/>
                </a:cubicBezTo>
                <a:cubicBezTo>
                  <a:pt x="7184372" y="4069615"/>
                  <a:pt x="7167957" y="4066078"/>
                  <a:pt x="7147279" y="4066078"/>
                </a:cubicBezTo>
                <a:lnTo>
                  <a:pt x="7122792" y="4066078"/>
                </a:lnTo>
                <a:close/>
                <a:moveTo>
                  <a:pt x="6315074" y="4045944"/>
                </a:moveTo>
                <a:lnTo>
                  <a:pt x="6645375" y="4045944"/>
                </a:lnTo>
                <a:cubicBezTo>
                  <a:pt x="6733528" y="4045944"/>
                  <a:pt x="6804449" y="4057915"/>
                  <a:pt x="6858139" y="4081858"/>
                </a:cubicBezTo>
                <a:cubicBezTo>
                  <a:pt x="6923800" y="4111242"/>
                  <a:pt x="6973590" y="4155681"/>
                  <a:pt x="7007509" y="4215175"/>
                </a:cubicBezTo>
                <a:cubicBezTo>
                  <a:pt x="7041427" y="4274669"/>
                  <a:pt x="7058387" y="4341963"/>
                  <a:pt x="7058387" y="4417056"/>
                </a:cubicBezTo>
                <a:cubicBezTo>
                  <a:pt x="7058387" y="4468932"/>
                  <a:pt x="7050043" y="4516727"/>
                  <a:pt x="7033356" y="4560440"/>
                </a:cubicBezTo>
                <a:cubicBezTo>
                  <a:pt x="7016669" y="4604154"/>
                  <a:pt x="6995084" y="4640249"/>
                  <a:pt x="6968602" y="4668727"/>
                </a:cubicBezTo>
                <a:cubicBezTo>
                  <a:pt x="6942120" y="4697204"/>
                  <a:pt x="6911556" y="4720059"/>
                  <a:pt x="6876912" y="4737290"/>
                </a:cubicBezTo>
                <a:cubicBezTo>
                  <a:pt x="6842268" y="4754522"/>
                  <a:pt x="6799914" y="4767853"/>
                  <a:pt x="6749852" y="4777285"/>
                </a:cubicBezTo>
                <a:cubicBezTo>
                  <a:pt x="6727723" y="4781639"/>
                  <a:pt x="6692898" y="4783815"/>
                  <a:pt x="6645375" y="4783815"/>
                </a:cubicBezTo>
                <a:lnTo>
                  <a:pt x="6315074" y="4783815"/>
                </a:lnTo>
                <a:lnTo>
                  <a:pt x="6315074" y="4763681"/>
                </a:lnTo>
                <a:lnTo>
                  <a:pt x="6339561" y="4763681"/>
                </a:lnTo>
                <a:cubicBezTo>
                  <a:pt x="6360964" y="4763681"/>
                  <a:pt x="6377380" y="4760326"/>
                  <a:pt x="6388807" y="4753615"/>
                </a:cubicBezTo>
                <a:cubicBezTo>
                  <a:pt x="6400234" y="4746903"/>
                  <a:pt x="6408668" y="4737744"/>
                  <a:pt x="6414110" y="4726135"/>
                </a:cubicBezTo>
                <a:cubicBezTo>
                  <a:pt x="6417375" y="4718517"/>
                  <a:pt x="6419007" y="4695662"/>
                  <a:pt x="6419007" y="4657572"/>
                </a:cubicBezTo>
                <a:lnTo>
                  <a:pt x="6419007" y="4172187"/>
                </a:lnTo>
                <a:cubicBezTo>
                  <a:pt x="6419007" y="4134459"/>
                  <a:pt x="6417012" y="4110879"/>
                  <a:pt x="6413022" y="4101447"/>
                </a:cubicBezTo>
                <a:cubicBezTo>
                  <a:pt x="6409031" y="4092015"/>
                  <a:pt x="6400960" y="4083763"/>
                  <a:pt x="6388807" y="4076689"/>
                </a:cubicBezTo>
                <a:cubicBezTo>
                  <a:pt x="6376654" y="4069615"/>
                  <a:pt x="6360239" y="4066078"/>
                  <a:pt x="6339561" y="4066078"/>
                </a:cubicBezTo>
                <a:lnTo>
                  <a:pt x="6315074" y="4066078"/>
                </a:lnTo>
                <a:close/>
                <a:moveTo>
                  <a:pt x="5516062" y="4045944"/>
                </a:moveTo>
                <a:lnTo>
                  <a:pt x="5777800" y="4045944"/>
                </a:lnTo>
                <a:lnTo>
                  <a:pt x="6141838" y="4503576"/>
                </a:lnTo>
                <a:lnTo>
                  <a:pt x="6141838" y="4186335"/>
                </a:lnTo>
                <a:cubicBezTo>
                  <a:pt x="6141838" y="4142078"/>
                  <a:pt x="6135490" y="4112149"/>
                  <a:pt x="6122793" y="4096550"/>
                </a:cubicBezTo>
                <a:cubicBezTo>
                  <a:pt x="6105380" y="4075510"/>
                  <a:pt x="6076177" y="4065352"/>
                  <a:pt x="6035184" y="4066078"/>
                </a:cubicBezTo>
                <a:lnTo>
                  <a:pt x="6035184" y="4045944"/>
                </a:lnTo>
                <a:lnTo>
                  <a:pt x="6278965" y="4045944"/>
                </a:lnTo>
                <a:lnTo>
                  <a:pt x="6278965" y="4066078"/>
                </a:lnTo>
                <a:cubicBezTo>
                  <a:pt x="6247767" y="4070068"/>
                  <a:pt x="6226817" y="4075237"/>
                  <a:pt x="6216115" y="4081586"/>
                </a:cubicBezTo>
                <a:cubicBezTo>
                  <a:pt x="6205413" y="4087934"/>
                  <a:pt x="6197070" y="4098273"/>
                  <a:pt x="6191084" y="4112603"/>
                </a:cubicBezTo>
                <a:cubicBezTo>
                  <a:pt x="6185098" y="4126932"/>
                  <a:pt x="6182106" y="4151510"/>
                  <a:pt x="6182106" y="4186335"/>
                </a:cubicBezTo>
                <a:lnTo>
                  <a:pt x="6182106" y="4800684"/>
                </a:lnTo>
                <a:lnTo>
                  <a:pt x="6163604" y="4800684"/>
                </a:lnTo>
                <a:lnTo>
                  <a:pt x="5664616" y="4186335"/>
                </a:lnTo>
                <a:lnTo>
                  <a:pt x="5664616" y="4655395"/>
                </a:lnTo>
                <a:cubicBezTo>
                  <a:pt x="5664616" y="4697839"/>
                  <a:pt x="5674320" y="4726498"/>
                  <a:pt x="5693728" y="4741371"/>
                </a:cubicBezTo>
                <a:cubicBezTo>
                  <a:pt x="5713136" y="4756245"/>
                  <a:pt x="5735356" y="4763681"/>
                  <a:pt x="5760387" y="4763681"/>
                </a:cubicBezTo>
                <a:lnTo>
                  <a:pt x="5777800" y="4763681"/>
                </a:lnTo>
                <a:lnTo>
                  <a:pt x="5777800" y="4783815"/>
                </a:lnTo>
                <a:lnTo>
                  <a:pt x="5516062" y="4783815"/>
                </a:lnTo>
                <a:lnTo>
                  <a:pt x="5516062" y="4763681"/>
                </a:lnTo>
                <a:cubicBezTo>
                  <a:pt x="5556693" y="4763319"/>
                  <a:pt x="5584988" y="4754975"/>
                  <a:pt x="5600950" y="4738650"/>
                </a:cubicBezTo>
                <a:cubicBezTo>
                  <a:pt x="5616912" y="4722326"/>
                  <a:pt x="5624893" y="4694574"/>
                  <a:pt x="5624893" y="4655395"/>
                </a:cubicBezTo>
                <a:lnTo>
                  <a:pt x="5624893" y="4134641"/>
                </a:lnTo>
                <a:lnTo>
                  <a:pt x="5609113" y="4115051"/>
                </a:lnTo>
                <a:cubicBezTo>
                  <a:pt x="5593514" y="4095462"/>
                  <a:pt x="5579728" y="4082584"/>
                  <a:pt x="5567757" y="4076416"/>
                </a:cubicBezTo>
                <a:cubicBezTo>
                  <a:pt x="5555786" y="4070249"/>
                  <a:pt x="5538554" y="4066803"/>
                  <a:pt x="5516062" y="4066078"/>
                </a:cubicBezTo>
                <a:close/>
                <a:moveTo>
                  <a:pt x="2694757" y="4045944"/>
                </a:moveTo>
                <a:lnTo>
                  <a:pt x="3080561" y="4045944"/>
                </a:lnTo>
                <a:lnTo>
                  <a:pt x="3080561" y="4066078"/>
                </a:lnTo>
                <a:lnTo>
                  <a:pt x="3056074" y="4066078"/>
                </a:lnTo>
                <a:cubicBezTo>
                  <a:pt x="3034670" y="4066078"/>
                  <a:pt x="3017439" y="4069887"/>
                  <a:pt x="3004379" y="4077505"/>
                </a:cubicBezTo>
                <a:cubicBezTo>
                  <a:pt x="2994947" y="4082584"/>
                  <a:pt x="2987511" y="4091290"/>
                  <a:pt x="2982069" y="4103624"/>
                </a:cubicBezTo>
                <a:cubicBezTo>
                  <a:pt x="2978078" y="4112331"/>
                  <a:pt x="2976084" y="4135185"/>
                  <a:pt x="2976084" y="4172187"/>
                </a:cubicBezTo>
                <a:lnTo>
                  <a:pt x="2976084" y="4381142"/>
                </a:lnTo>
                <a:lnTo>
                  <a:pt x="3236733" y="4381142"/>
                </a:lnTo>
                <a:lnTo>
                  <a:pt x="3236733" y="4172187"/>
                </a:lnTo>
                <a:cubicBezTo>
                  <a:pt x="3236733" y="4134459"/>
                  <a:pt x="3234737" y="4110879"/>
                  <a:pt x="3230747" y="4101447"/>
                </a:cubicBezTo>
                <a:cubicBezTo>
                  <a:pt x="3226756" y="4092015"/>
                  <a:pt x="3218594" y="4083763"/>
                  <a:pt x="3206260" y="4076689"/>
                </a:cubicBezTo>
                <a:cubicBezTo>
                  <a:pt x="3193926" y="4069615"/>
                  <a:pt x="3177420" y="4066078"/>
                  <a:pt x="3156742" y="4066078"/>
                </a:cubicBezTo>
                <a:lnTo>
                  <a:pt x="3132799" y="4066078"/>
                </a:lnTo>
                <a:lnTo>
                  <a:pt x="3132799" y="4045944"/>
                </a:lnTo>
                <a:lnTo>
                  <a:pt x="3518059" y="4045944"/>
                </a:lnTo>
                <a:lnTo>
                  <a:pt x="3518059" y="4066078"/>
                </a:lnTo>
                <a:lnTo>
                  <a:pt x="3494117" y="4066078"/>
                </a:lnTo>
                <a:cubicBezTo>
                  <a:pt x="3472351" y="4066078"/>
                  <a:pt x="3455119" y="4069887"/>
                  <a:pt x="3442422" y="4077505"/>
                </a:cubicBezTo>
                <a:cubicBezTo>
                  <a:pt x="3432991" y="4082584"/>
                  <a:pt x="3425554" y="4091290"/>
                  <a:pt x="3420112" y="4103624"/>
                </a:cubicBezTo>
                <a:cubicBezTo>
                  <a:pt x="3416122" y="4112331"/>
                  <a:pt x="3414126" y="4135185"/>
                  <a:pt x="3414126" y="4172187"/>
                </a:cubicBezTo>
                <a:lnTo>
                  <a:pt x="3414126" y="4657572"/>
                </a:lnTo>
                <a:cubicBezTo>
                  <a:pt x="3414126" y="4695300"/>
                  <a:pt x="3416122" y="4718880"/>
                  <a:pt x="3420112" y="4728312"/>
                </a:cubicBezTo>
                <a:cubicBezTo>
                  <a:pt x="3424102" y="4737744"/>
                  <a:pt x="3432264" y="4745997"/>
                  <a:pt x="3444599" y="4753070"/>
                </a:cubicBezTo>
                <a:cubicBezTo>
                  <a:pt x="3456933" y="4760144"/>
                  <a:pt x="3473439" y="4763681"/>
                  <a:pt x="3494117" y="4763681"/>
                </a:cubicBezTo>
                <a:lnTo>
                  <a:pt x="3518059" y="4763681"/>
                </a:lnTo>
                <a:lnTo>
                  <a:pt x="3518059" y="4783815"/>
                </a:lnTo>
                <a:lnTo>
                  <a:pt x="3132799" y="4783815"/>
                </a:lnTo>
                <a:lnTo>
                  <a:pt x="3132799" y="4763681"/>
                </a:lnTo>
                <a:lnTo>
                  <a:pt x="3156742" y="4763681"/>
                </a:lnTo>
                <a:cubicBezTo>
                  <a:pt x="3178508" y="4763681"/>
                  <a:pt x="3195739" y="4759872"/>
                  <a:pt x="3208436" y="4752254"/>
                </a:cubicBezTo>
                <a:cubicBezTo>
                  <a:pt x="3217869" y="4747176"/>
                  <a:pt x="3225305" y="4738469"/>
                  <a:pt x="3230747" y="4726135"/>
                </a:cubicBezTo>
                <a:cubicBezTo>
                  <a:pt x="3234737" y="4717428"/>
                  <a:pt x="3236733" y="4694574"/>
                  <a:pt x="3236733" y="4657572"/>
                </a:cubicBezTo>
                <a:lnTo>
                  <a:pt x="3236733" y="4429027"/>
                </a:lnTo>
                <a:lnTo>
                  <a:pt x="2976084" y="4429027"/>
                </a:lnTo>
                <a:lnTo>
                  <a:pt x="2976084" y="4657572"/>
                </a:lnTo>
                <a:cubicBezTo>
                  <a:pt x="2976084" y="4695300"/>
                  <a:pt x="2978169" y="4718880"/>
                  <a:pt x="2982341" y="4728312"/>
                </a:cubicBezTo>
                <a:cubicBezTo>
                  <a:pt x="2986513" y="4737744"/>
                  <a:pt x="2994675" y="4745997"/>
                  <a:pt x="3006828" y="4753070"/>
                </a:cubicBezTo>
                <a:cubicBezTo>
                  <a:pt x="3018981" y="4760144"/>
                  <a:pt x="3035396" y="4763681"/>
                  <a:pt x="3056074" y="4763681"/>
                </a:cubicBezTo>
                <a:lnTo>
                  <a:pt x="3080561" y="4763681"/>
                </a:lnTo>
                <a:lnTo>
                  <a:pt x="3080561" y="4783815"/>
                </a:lnTo>
                <a:lnTo>
                  <a:pt x="2694757" y="4783815"/>
                </a:lnTo>
                <a:lnTo>
                  <a:pt x="2694757" y="4763681"/>
                </a:lnTo>
                <a:lnTo>
                  <a:pt x="2719243" y="4763681"/>
                </a:lnTo>
                <a:cubicBezTo>
                  <a:pt x="2740646" y="4763681"/>
                  <a:pt x="2757878" y="4759872"/>
                  <a:pt x="2770937" y="4752254"/>
                </a:cubicBezTo>
                <a:cubicBezTo>
                  <a:pt x="2780370" y="4747176"/>
                  <a:pt x="2787625" y="4738469"/>
                  <a:pt x="2792704" y="4726135"/>
                </a:cubicBezTo>
                <a:cubicBezTo>
                  <a:pt x="2796695" y="4717428"/>
                  <a:pt x="2798689" y="4694574"/>
                  <a:pt x="2798689" y="4657572"/>
                </a:cubicBezTo>
                <a:lnTo>
                  <a:pt x="2798689" y="4172187"/>
                </a:lnTo>
                <a:cubicBezTo>
                  <a:pt x="2798689" y="4134459"/>
                  <a:pt x="2796695" y="4110879"/>
                  <a:pt x="2792704" y="4101447"/>
                </a:cubicBezTo>
                <a:cubicBezTo>
                  <a:pt x="2788713" y="4092015"/>
                  <a:pt x="2780642" y="4083763"/>
                  <a:pt x="2768489" y="4076689"/>
                </a:cubicBezTo>
                <a:cubicBezTo>
                  <a:pt x="2756336" y="4069615"/>
                  <a:pt x="2739921" y="4066078"/>
                  <a:pt x="2719243" y="4066078"/>
                </a:cubicBezTo>
                <a:lnTo>
                  <a:pt x="2694757" y="4066078"/>
                </a:lnTo>
                <a:close/>
                <a:moveTo>
                  <a:pt x="1968675" y="4045944"/>
                </a:moveTo>
                <a:lnTo>
                  <a:pt x="2631453" y="4045944"/>
                </a:lnTo>
                <a:lnTo>
                  <a:pt x="2631453" y="4245648"/>
                </a:lnTo>
                <a:lnTo>
                  <a:pt x="2611864" y="4245648"/>
                </a:lnTo>
                <a:cubicBezTo>
                  <a:pt x="2600255" y="4199577"/>
                  <a:pt x="2587377" y="4166474"/>
                  <a:pt x="2573229" y="4146340"/>
                </a:cubicBezTo>
                <a:cubicBezTo>
                  <a:pt x="2559081" y="4126206"/>
                  <a:pt x="2539673" y="4110154"/>
                  <a:pt x="2515005" y="4098183"/>
                </a:cubicBezTo>
                <a:cubicBezTo>
                  <a:pt x="2501220" y="4091653"/>
                  <a:pt x="2477095" y="4088388"/>
                  <a:pt x="2442632" y="4088388"/>
                </a:cubicBezTo>
                <a:lnTo>
                  <a:pt x="2387673" y="4088388"/>
                </a:lnTo>
                <a:lnTo>
                  <a:pt x="2387673" y="4657572"/>
                </a:lnTo>
                <a:cubicBezTo>
                  <a:pt x="2387673" y="4695300"/>
                  <a:pt x="2389759" y="4718880"/>
                  <a:pt x="2393930" y="4728312"/>
                </a:cubicBezTo>
                <a:cubicBezTo>
                  <a:pt x="2398102" y="4737744"/>
                  <a:pt x="2406265" y="4745997"/>
                  <a:pt x="2418417" y="4753070"/>
                </a:cubicBezTo>
                <a:cubicBezTo>
                  <a:pt x="2430570" y="4760144"/>
                  <a:pt x="2447167" y="4763681"/>
                  <a:pt x="2468207" y="4763681"/>
                </a:cubicBezTo>
                <a:lnTo>
                  <a:pt x="2492694" y="4763681"/>
                </a:lnTo>
                <a:lnTo>
                  <a:pt x="2492694" y="4783815"/>
                </a:lnTo>
                <a:lnTo>
                  <a:pt x="2106346" y="4783815"/>
                </a:lnTo>
                <a:lnTo>
                  <a:pt x="2106346" y="4763681"/>
                </a:lnTo>
                <a:lnTo>
                  <a:pt x="2130832" y="4763681"/>
                </a:lnTo>
                <a:cubicBezTo>
                  <a:pt x="2152236" y="4763681"/>
                  <a:pt x="2169467" y="4759872"/>
                  <a:pt x="2182527" y="4752254"/>
                </a:cubicBezTo>
                <a:cubicBezTo>
                  <a:pt x="2191959" y="4747176"/>
                  <a:pt x="2199396" y="4738469"/>
                  <a:pt x="2204837" y="4726135"/>
                </a:cubicBezTo>
                <a:cubicBezTo>
                  <a:pt x="2208828" y="4717428"/>
                  <a:pt x="2210823" y="4694574"/>
                  <a:pt x="2210823" y="4657572"/>
                </a:cubicBezTo>
                <a:lnTo>
                  <a:pt x="2210823" y="4088388"/>
                </a:lnTo>
                <a:lnTo>
                  <a:pt x="2157496" y="4088388"/>
                </a:lnTo>
                <a:cubicBezTo>
                  <a:pt x="2107797" y="4088388"/>
                  <a:pt x="2071701" y="4098908"/>
                  <a:pt x="2049210" y="4119949"/>
                </a:cubicBezTo>
                <a:cubicBezTo>
                  <a:pt x="2017649" y="4149333"/>
                  <a:pt x="1997697" y="4191233"/>
                  <a:pt x="1989353" y="4245648"/>
                </a:cubicBezTo>
                <a:lnTo>
                  <a:pt x="1968675" y="4245648"/>
                </a:lnTo>
                <a:close/>
                <a:moveTo>
                  <a:pt x="1187085" y="4045944"/>
                </a:moveTo>
                <a:lnTo>
                  <a:pt x="1529902" y="4045944"/>
                </a:lnTo>
                <a:cubicBezTo>
                  <a:pt x="1619143" y="4045944"/>
                  <a:pt x="1684441" y="4052111"/>
                  <a:pt x="1725797" y="4064445"/>
                </a:cubicBezTo>
                <a:cubicBezTo>
                  <a:pt x="1767152" y="4076779"/>
                  <a:pt x="1800890" y="4099543"/>
                  <a:pt x="1827009" y="4132736"/>
                </a:cubicBezTo>
                <a:cubicBezTo>
                  <a:pt x="1853128" y="4165930"/>
                  <a:pt x="1866188" y="4204837"/>
                  <a:pt x="1866188" y="4249457"/>
                </a:cubicBezTo>
                <a:cubicBezTo>
                  <a:pt x="1866188" y="4303872"/>
                  <a:pt x="1846599" y="4348856"/>
                  <a:pt x="1807420" y="4384407"/>
                </a:cubicBezTo>
                <a:cubicBezTo>
                  <a:pt x="1782389" y="4406899"/>
                  <a:pt x="1747381" y="4423767"/>
                  <a:pt x="1702398" y="4435013"/>
                </a:cubicBezTo>
                <a:lnTo>
                  <a:pt x="1879792" y="4684779"/>
                </a:lnTo>
                <a:cubicBezTo>
                  <a:pt x="1903009" y="4717066"/>
                  <a:pt x="1919515" y="4737199"/>
                  <a:pt x="1929310" y="4745180"/>
                </a:cubicBezTo>
                <a:cubicBezTo>
                  <a:pt x="1944183" y="4756426"/>
                  <a:pt x="1961415" y="4762593"/>
                  <a:pt x="1981004" y="4763681"/>
                </a:cubicBezTo>
                <a:lnTo>
                  <a:pt x="1981004" y="4783815"/>
                </a:lnTo>
                <a:lnTo>
                  <a:pt x="1748651" y="4783815"/>
                </a:lnTo>
                <a:lnTo>
                  <a:pt x="1510856" y="4447529"/>
                </a:lnTo>
                <a:lnTo>
                  <a:pt x="1462427" y="4447529"/>
                </a:lnTo>
                <a:lnTo>
                  <a:pt x="1462427" y="4654307"/>
                </a:lnTo>
                <a:cubicBezTo>
                  <a:pt x="1462427" y="4694211"/>
                  <a:pt x="1464875" y="4719333"/>
                  <a:pt x="1469773" y="4729672"/>
                </a:cubicBezTo>
                <a:cubicBezTo>
                  <a:pt x="1474670" y="4740011"/>
                  <a:pt x="1483286" y="4748264"/>
                  <a:pt x="1495620" y="4754431"/>
                </a:cubicBezTo>
                <a:cubicBezTo>
                  <a:pt x="1507954" y="4760598"/>
                  <a:pt x="1530990" y="4763681"/>
                  <a:pt x="1564727" y="4763681"/>
                </a:cubicBezTo>
                <a:lnTo>
                  <a:pt x="1564727" y="4783815"/>
                </a:lnTo>
                <a:lnTo>
                  <a:pt x="1187085" y="4783815"/>
                </a:lnTo>
                <a:lnTo>
                  <a:pt x="1187085" y="4763681"/>
                </a:lnTo>
                <a:cubicBezTo>
                  <a:pt x="1221186" y="4763681"/>
                  <a:pt x="1244312" y="4760507"/>
                  <a:pt x="1256465" y="4754159"/>
                </a:cubicBezTo>
                <a:cubicBezTo>
                  <a:pt x="1268618" y="4747810"/>
                  <a:pt x="1277143" y="4739557"/>
                  <a:pt x="1282040" y="4729400"/>
                </a:cubicBezTo>
                <a:cubicBezTo>
                  <a:pt x="1286938" y="4719242"/>
                  <a:pt x="1289386" y="4694211"/>
                  <a:pt x="1289386" y="4654307"/>
                </a:cubicBezTo>
                <a:lnTo>
                  <a:pt x="1289386" y="4175452"/>
                </a:lnTo>
                <a:cubicBezTo>
                  <a:pt x="1289386" y="4135548"/>
                  <a:pt x="1286938" y="4110426"/>
                  <a:pt x="1282040" y="4100087"/>
                </a:cubicBezTo>
                <a:cubicBezTo>
                  <a:pt x="1277143" y="4089748"/>
                  <a:pt x="1268527" y="4081495"/>
                  <a:pt x="1256193" y="4075328"/>
                </a:cubicBezTo>
                <a:cubicBezTo>
                  <a:pt x="1243859" y="4069161"/>
                  <a:pt x="1220823" y="4066078"/>
                  <a:pt x="1187085" y="4066078"/>
                </a:cubicBezTo>
                <a:close/>
                <a:moveTo>
                  <a:pt x="750568" y="4045944"/>
                </a:moveTo>
                <a:lnTo>
                  <a:pt x="1136372" y="4045944"/>
                </a:lnTo>
                <a:lnTo>
                  <a:pt x="1136372" y="4066078"/>
                </a:lnTo>
                <a:lnTo>
                  <a:pt x="1111885" y="4066078"/>
                </a:lnTo>
                <a:cubicBezTo>
                  <a:pt x="1090482" y="4066078"/>
                  <a:pt x="1073250" y="4069887"/>
                  <a:pt x="1060191" y="4077505"/>
                </a:cubicBezTo>
                <a:cubicBezTo>
                  <a:pt x="1050759" y="4082584"/>
                  <a:pt x="1043322" y="4091290"/>
                  <a:pt x="1037880" y="4103624"/>
                </a:cubicBezTo>
                <a:cubicBezTo>
                  <a:pt x="1033890" y="4112331"/>
                  <a:pt x="1031895" y="4135185"/>
                  <a:pt x="1031895" y="4172187"/>
                </a:cubicBezTo>
                <a:lnTo>
                  <a:pt x="1031895" y="4657572"/>
                </a:lnTo>
                <a:cubicBezTo>
                  <a:pt x="1031895" y="4695300"/>
                  <a:pt x="1033981" y="4718880"/>
                  <a:pt x="1038153" y="4728312"/>
                </a:cubicBezTo>
                <a:cubicBezTo>
                  <a:pt x="1042324" y="4737744"/>
                  <a:pt x="1050487" y="4745997"/>
                  <a:pt x="1062639" y="4753070"/>
                </a:cubicBezTo>
                <a:cubicBezTo>
                  <a:pt x="1074792" y="4760144"/>
                  <a:pt x="1091207" y="4763681"/>
                  <a:pt x="1111885" y="4763681"/>
                </a:cubicBezTo>
                <a:lnTo>
                  <a:pt x="1136372" y="4763681"/>
                </a:lnTo>
                <a:lnTo>
                  <a:pt x="1136372" y="4783815"/>
                </a:lnTo>
                <a:lnTo>
                  <a:pt x="750568" y="4783815"/>
                </a:lnTo>
                <a:lnTo>
                  <a:pt x="750568" y="4763681"/>
                </a:lnTo>
                <a:lnTo>
                  <a:pt x="775055" y="4763681"/>
                </a:lnTo>
                <a:cubicBezTo>
                  <a:pt x="796458" y="4763681"/>
                  <a:pt x="813690" y="4759872"/>
                  <a:pt x="826749" y="4752254"/>
                </a:cubicBezTo>
                <a:cubicBezTo>
                  <a:pt x="836181" y="4747176"/>
                  <a:pt x="843437" y="4738469"/>
                  <a:pt x="848515" y="4726135"/>
                </a:cubicBezTo>
                <a:cubicBezTo>
                  <a:pt x="852506" y="4717428"/>
                  <a:pt x="854501" y="4694574"/>
                  <a:pt x="854501" y="4657572"/>
                </a:cubicBezTo>
                <a:lnTo>
                  <a:pt x="854501" y="4172187"/>
                </a:lnTo>
                <a:cubicBezTo>
                  <a:pt x="854501" y="4134459"/>
                  <a:pt x="852506" y="4110879"/>
                  <a:pt x="848515" y="4101447"/>
                </a:cubicBezTo>
                <a:cubicBezTo>
                  <a:pt x="844525" y="4092015"/>
                  <a:pt x="836453" y="4083763"/>
                  <a:pt x="824301" y="4076689"/>
                </a:cubicBezTo>
                <a:cubicBezTo>
                  <a:pt x="812148" y="4069615"/>
                  <a:pt x="795732" y="4066078"/>
                  <a:pt x="775055" y="4066078"/>
                </a:cubicBezTo>
                <a:lnTo>
                  <a:pt x="750568" y="4066078"/>
                </a:lnTo>
                <a:close/>
                <a:moveTo>
                  <a:pt x="8706" y="4045944"/>
                </a:moveTo>
                <a:lnTo>
                  <a:pt x="362405" y="4045944"/>
                </a:lnTo>
                <a:cubicBezTo>
                  <a:pt x="446931" y="4045944"/>
                  <a:pt x="506787" y="4053471"/>
                  <a:pt x="541976" y="4068526"/>
                </a:cubicBezTo>
                <a:cubicBezTo>
                  <a:pt x="577165" y="4083581"/>
                  <a:pt x="604916" y="4106073"/>
                  <a:pt x="625232" y="4136001"/>
                </a:cubicBezTo>
                <a:cubicBezTo>
                  <a:pt x="645546" y="4165930"/>
                  <a:pt x="655704" y="4197763"/>
                  <a:pt x="655704" y="4231500"/>
                </a:cubicBezTo>
                <a:cubicBezTo>
                  <a:pt x="655704" y="4267051"/>
                  <a:pt x="642826" y="4298703"/>
                  <a:pt x="617069" y="4326455"/>
                </a:cubicBezTo>
                <a:cubicBezTo>
                  <a:pt x="591312" y="4354206"/>
                  <a:pt x="545966" y="4376245"/>
                  <a:pt x="481031" y="4392569"/>
                </a:cubicBezTo>
                <a:cubicBezTo>
                  <a:pt x="551045" y="4408894"/>
                  <a:pt x="600200" y="4428665"/>
                  <a:pt x="628496" y="4451882"/>
                </a:cubicBezTo>
                <a:cubicBezTo>
                  <a:pt x="669126" y="4484894"/>
                  <a:pt x="689441" y="4527701"/>
                  <a:pt x="689441" y="4580302"/>
                </a:cubicBezTo>
                <a:cubicBezTo>
                  <a:pt x="689441" y="4635806"/>
                  <a:pt x="667131" y="4681696"/>
                  <a:pt x="622511" y="4717973"/>
                </a:cubicBezTo>
                <a:cubicBezTo>
                  <a:pt x="567733" y="4761868"/>
                  <a:pt x="488105" y="4783815"/>
                  <a:pt x="383627" y="4783815"/>
                </a:cubicBezTo>
                <a:lnTo>
                  <a:pt x="8706" y="4783815"/>
                </a:lnTo>
                <a:lnTo>
                  <a:pt x="8706" y="4763681"/>
                </a:lnTo>
                <a:cubicBezTo>
                  <a:pt x="42806" y="4763681"/>
                  <a:pt x="65933" y="4760507"/>
                  <a:pt x="78086" y="4754159"/>
                </a:cubicBezTo>
                <a:cubicBezTo>
                  <a:pt x="90238" y="4747810"/>
                  <a:pt x="98763" y="4739557"/>
                  <a:pt x="103661" y="4729400"/>
                </a:cubicBezTo>
                <a:cubicBezTo>
                  <a:pt x="108558" y="4719242"/>
                  <a:pt x="111007" y="4694211"/>
                  <a:pt x="111007" y="4654307"/>
                </a:cubicBezTo>
                <a:lnTo>
                  <a:pt x="111007" y="4175452"/>
                </a:lnTo>
                <a:cubicBezTo>
                  <a:pt x="111007" y="4135548"/>
                  <a:pt x="108558" y="4110426"/>
                  <a:pt x="103661" y="4100087"/>
                </a:cubicBezTo>
                <a:cubicBezTo>
                  <a:pt x="98763" y="4089748"/>
                  <a:pt x="90148" y="4081495"/>
                  <a:pt x="77814" y="4075328"/>
                </a:cubicBezTo>
                <a:cubicBezTo>
                  <a:pt x="65480" y="4069161"/>
                  <a:pt x="42443" y="4066078"/>
                  <a:pt x="8706" y="4066078"/>
                </a:cubicBezTo>
                <a:close/>
                <a:moveTo>
                  <a:pt x="9150156" y="4035605"/>
                </a:moveTo>
                <a:cubicBezTo>
                  <a:pt x="9267693" y="4031252"/>
                  <a:pt x="9363192" y="4065533"/>
                  <a:pt x="9436653" y="4138450"/>
                </a:cubicBezTo>
                <a:cubicBezTo>
                  <a:pt x="9510113" y="4211366"/>
                  <a:pt x="9546843" y="4302603"/>
                  <a:pt x="9546843" y="4412159"/>
                </a:cubicBezTo>
                <a:cubicBezTo>
                  <a:pt x="9546843" y="4505753"/>
                  <a:pt x="9519455" y="4588101"/>
                  <a:pt x="9464676" y="4659204"/>
                </a:cubicBezTo>
                <a:cubicBezTo>
                  <a:pt x="9392123" y="4753524"/>
                  <a:pt x="9289641" y="4800684"/>
                  <a:pt x="9157230" y="4800684"/>
                </a:cubicBezTo>
                <a:cubicBezTo>
                  <a:pt x="9024457" y="4800684"/>
                  <a:pt x="8921794" y="4755701"/>
                  <a:pt x="8849240" y="4665734"/>
                </a:cubicBezTo>
                <a:cubicBezTo>
                  <a:pt x="8791923" y="4594631"/>
                  <a:pt x="8763264" y="4510288"/>
                  <a:pt x="8763264" y="4412703"/>
                </a:cubicBezTo>
                <a:cubicBezTo>
                  <a:pt x="8763264" y="4303147"/>
                  <a:pt x="8800538" y="4211820"/>
                  <a:pt x="8875087" y="4138722"/>
                </a:cubicBezTo>
                <a:cubicBezTo>
                  <a:pt x="8949636" y="4065624"/>
                  <a:pt x="9041326" y="4031252"/>
                  <a:pt x="9150156" y="4035605"/>
                </a:cubicBezTo>
                <a:close/>
                <a:moveTo>
                  <a:pt x="5063932" y="4035605"/>
                </a:moveTo>
                <a:cubicBezTo>
                  <a:pt x="5181469" y="4031252"/>
                  <a:pt x="5276968" y="4065533"/>
                  <a:pt x="5350428" y="4138450"/>
                </a:cubicBezTo>
                <a:cubicBezTo>
                  <a:pt x="5423889" y="4211366"/>
                  <a:pt x="5460619" y="4302603"/>
                  <a:pt x="5460619" y="4412159"/>
                </a:cubicBezTo>
                <a:cubicBezTo>
                  <a:pt x="5460619" y="4505753"/>
                  <a:pt x="5433230" y="4588101"/>
                  <a:pt x="5378452" y="4659204"/>
                </a:cubicBezTo>
                <a:cubicBezTo>
                  <a:pt x="5305899" y="4753524"/>
                  <a:pt x="5203416" y="4800684"/>
                  <a:pt x="5071006" y="4800684"/>
                </a:cubicBezTo>
                <a:cubicBezTo>
                  <a:pt x="4938233" y="4800684"/>
                  <a:pt x="4835569" y="4755701"/>
                  <a:pt x="4763016" y="4665734"/>
                </a:cubicBezTo>
                <a:cubicBezTo>
                  <a:pt x="4705699" y="4594631"/>
                  <a:pt x="4677040" y="4510288"/>
                  <a:pt x="4677040" y="4412703"/>
                </a:cubicBezTo>
                <a:cubicBezTo>
                  <a:pt x="4677040" y="4303147"/>
                  <a:pt x="4714315" y="4211820"/>
                  <a:pt x="4788863" y="4138722"/>
                </a:cubicBezTo>
                <a:cubicBezTo>
                  <a:pt x="4863412" y="4065624"/>
                  <a:pt x="4955102" y="4031252"/>
                  <a:pt x="5063932" y="4035605"/>
                </a:cubicBezTo>
                <a:close/>
                <a:moveTo>
                  <a:pt x="10672831" y="4029075"/>
                </a:moveTo>
                <a:cubicBezTo>
                  <a:pt x="10696774" y="4029075"/>
                  <a:pt x="10719991" y="4031977"/>
                  <a:pt x="10742483" y="4037782"/>
                </a:cubicBezTo>
                <a:cubicBezTo>
                  <a:pt x="10759533" y="4042135"/>
                  <a:pt x="10780301" y="4050206"/>
                  <a:pt x="10804788" y="4061996"/>
                </a:cubicBezTo>
                <a:cubicBezTo>
                  <a:pt x="10829275" y="4073786"/>
                  <a:pt x="10846416" y="4079681"/>
                  <a:pt x="10856211" y="4079681"/>
                </a:cubicBezTo>
                <a:cubicBezTo>
                  <a:pt x="10865643" y="4079681"/>
                  <a:pt x="10873079" y="4076779"/>
                  <a:pt x="10878521" y="4070975"/>
                </a:cubicBezTo>
                <a:cubicBezTo>
                  <a:pt x="10883962" y="4065171"/>
                  <a:pt x="10889041" y="4051204"/>
                  <a:pt x="10893757" y="4029075"/>
                </a:cubicBezTo>
                <a:lnTo>
                  <a:pt x="10910082" y="4029075"/>
                </a:lnTo>
                <a:lnTo>
                  <a:pt x="10916067" y="4275032"/>
                </a:lnTo>
                <a:lnTo>
                  <a:pt x="10893757" y="4275032"/>
                </a:lnTo>
                <a:cubicBezTo>
                  <a:pt x="10883237" y="4213362"/>
                  <a:pt x="10857390" y="4163753"/>
                  <a:pt x="10816215" y="4126206"/>
                </a:cubicBezTo>
                <a:cubicBezTo>
                  <a:pt x="10775041" y="4088660"/>
                  <a:pt x="10730511" y="4069887"/>
                  <a:pt x="10682626" y="4069887"/>
                </a:cubicBezTo>
                <a:cubicBezTo>
                  <a:pt x="10645624" y="4069887"/>
                  <a:pt x="10616330" y="4079772"/>
                  <a:pt x="10594745" y="4099543"/>
                </a:cubicBezTo>
                <a:cubicBezTo>
                  <a:pt x="10573160" y="4119314"/>
                  <a:pt x="10562368" y="4142078"/>
                  <a:pt x="10562368" y="4167834"/>
                </a:cubicBezTo>
                <a:cubicBezTo>
                  <a:pt x="10562368" y="4184159"/>
                  <a:pt x="10566177" y="4198669"/>
                  <a:pt x="10573795" y="4211366"/>
                </a:cubicBezTo>
                <a:cubicBezTo>
                  <a:pt x="10584316" y="4228416"/>
                  <a:pt x="10601184" y="4245285"/>
                  <a:pt x="10624402" y="4261973"/>
                </a:cubicBezTo>
                <a:cubicBezTo>
                  <a:pt x="10641452" y="4273944"/>
                  <a:pt x="10680812" y="4295166"/>
                  <a:pt x="10742483" y="4325638"/>
                </a:cubicBezTo>
                <a:cubicBezTo>
                  <a:pt x="10828822" y="4368082"/>
                  <a:pt x="10887046" y="4408168"/>
                  <a:pt x="10917156" y="4445896"/>
                </a:cubicBezTo>
                <a:cubicBezTo>
                  <a:pt x="10946903" y="4483624"/>
                  <a:pt x="10961776" y="4526794"/>
                  <a:pt x="10961776" y="4575405"/>
                </a:cubicBezTo>
                <a:cubicBezTo>
                  <a:pt x="10961776" y="4637075"/>
                  <a:pt x="10937743" y="4690130"/>
                  <a:pt x="10889676" y="4734569"/>
                </a:cubicBezTo>
                <a:cubicBezTo>
                  <a:pt x="10841609" y="4779008"/>
                  <a:pt x="10780573" y="4801228"/>
                  <a:pt x="10706569" y="4801228"/>
                </a:cubicBezTo>
                <a:cubicBezTo>
                  <a:pt x="10683351" y="4801228"/>
                  <a:pt x="10661404" y="4798870"/>
                  <a:pt x="10640726" y="4794154"/>
                </a:cubicBezTo>
                <a:cubicBezTo>
                  <a:pt x="10620048" y="4789438"/>
                  <a:pt x="10594110" y="4780550"/>
                  <a:pt x="10562912" y="4767491"/>
                </a:cubicBezTo>
                <a:cubicBezTo>
                  <a:pt x="10545499" y="4760235"/>
                  <a:pt x="10531170" y="4756607"/>
                  <a:pt x="10519924" y="4756607"/>
                </a:cubicBezTo>
                <a:cubicBezTo>
                  <a:pt x="10510492" y="4756607"/>
                  <a:pt x="10500516" y="4760235"/>
                  <a:pt x="10489996" y="4767491"/>
                </a:cubicBezTo>
                <a:cubicBezTo>
                  <a:pt x="10479476" y="4774746"/>
                  <a:pt x="10470950" y="4785810"/>
                  <a:pt x="10464421" y="4800684"/>
                </a:cubicBezTo>
                <a:lnTo>
                  <a:pt x="10444287" y="4800684"/>
                </a:lnTo>
                <a:lnTo>
                  <a:pt x="10444287" y="4522078"/>
                </a:lnTo>
                <a:lnTo>
                  <a:pt x="10464421" y="4522078"/>
                </a:lnTo>
                <a:cubicBezTo>
                  <a:pt x="10480382" y="4600436"/>
                  <a:pt x="10511127" y="4660202"/>
                  <a:pt x="10556655" y="4701376"/>
                </a:cubicBezTo>
                <a:cubicBezTo>
                  <a:pt x="10602182" y="4742550"/>
                  <a:pt x="10651246" y="4763137"/>
                  <a:pt x="10703848" y="4763137"/>
                </a:cubicBezTo>
                <a:cubicBezTo>
                  <a:pt x="10744478" y="4763137"/>
                  <a:pt x="10776855" y="4752073"/>
                  <a:pt x="10800979" y="4729944"/>
                </a:cubicBezTo>
                <a:cubicBezTo>
                  <a:pt x="10825103" y="4707815"/>
                  <a:pt x="10837165" y="4682059"/>
                  <a:pt x="10837165" y="4652674"/>
                </a:cubicBezTo>
                <a:cubicBezTo>
                  <a:pt x="10837165" y="4635261"/>
                  <a:pt x="10832540" y="4618393"/>
                  <a:pt x="10823289" y="4602068"/>
                </a:cubicBezTo>
                <a:cubicBezTo>
                  <a:pt x="10814039" y="4585744"/>
                  <a:pt x="10799982" y="4570235"/>
                  <a:pt x="10781118" y="4555543"/>
                </a:cubicBezTo>
                <a:cubicBezTo>
                  <a:pt x="10762254" y="4540851"/>
                  <a:pt x="10728879" y="4521715"/>
                  <a:pt x="10680993" y="4498135"/>
                </a:cubicBezTo>
                <a:cubicBezTo>
                  <a:pt x="10613881" y="4465123"/>
                  <a:pt x="10565633" y="4437008"/>
                  <a:pt x="10536249" y="4413791"/>
                </a:cubicBezTo>
                <a:cubicBezTo>
                  <a:pt x="10506865" y="4390574"/>
                  <a:pt x="10484282" y="4364636"/>
                  <a:pt x="10468502" y="4335977"/>
                </a:cubicBezTo>
                <a:cubicBezTo>
                  <a:pt x="10452721" y="4307319"/>
                  <a:pt x="10444831" y="4275758"/>
                  <a:pt x="10444831" y="4241295"/>
                </a:cubicBezTo>
                <a:cubicBezTo>
                  <a:pt x="10444831" y="4182526"/>
                  <a:pt x="10466416" y="4132464"/>
                  <a:pt x="10509585" y="4091109"/>
                </a:cubicBezTo>
                <a:cubicBezTo>
                  <a:pt x="10552755" y="4049753"/>
                  <a:pt x="10607170" y="4029075"/>
                  <a:pt x="10672831" y="4029075"/>
                </a:cubicBezTo>
                <a:close/>
                <a:moveTo>
                  <a:pt x="4281245" y="4029075"/>
                </a:moveTo>
                <a:cubicBezTo>
                  <a:pt x="4333121" y="4029075"/>
                  <a:pt x="4387899" y="4040321"/>
                  <a:pt x="4445580" y="4062813"/>
                </a:cubicBezTo>
                <a:cubicBezTo>
                  <a:pt x="4478954" y="4075872"/>
                  <a:pt x="4500176" y="4082402"/>
                  <a:pt x="4509245" y="4082402"/>
                </a:cubicBezTo>
                <a:cubicBezTo>
                  <a:pt x="4520854" y="4082402"/>
                  <a:pt x="4530921" y="4078140"/>
                  <a:pt x="4539446" y="4069615"/>
                </a:cubicBezTo>
                <a:cubicBezTo>
                  <a:pt x="4547971" y="4061089"/>
                  <a:pt x="4553503" y="4047576"/>
                  <a:pt x="4556043" y="4029075"/>
                </a:cubicBezTo>
                <a:lnTo>
                  <a:pt x="4577265" y="4029075"/>
                </a:lnTo>
                <a:lnTo>
                  <a:pt x="4577265" y="4284827"/>
                </a:lnTo>
                <a:lnTo>
                  <a:pt x="4556043" y="4284827"/>
                </a:lnTo>
                <a:cubicBezTo>
                  <a:pt x="4540081" y="4218078"/>
                  <a:pt x="4510333" y="4166927"/>
                  <a:pt x="4466801" y="4131376"/>
                </a:cubicBezTo>
                <a:cubicBezTo>
                  <a:pt x="4423269" y="4095825"/>
                  <a:pt x="4373932" y="4078049"/>
                  <a:pt x="4318792" y="4078049"/>
                </a:cubicBezTo>
                <a:cubicBezTo>
                  <a:pt x="4272720" y="4078049"/>
                  <a:pt x="4230458" y="4091290"/>
                  <a:pt x="4192004" y="4117772"/>
                </a:cubicBezTo>
                <a:cubicBezTo>
                  <a:pt x="4153551" y="4144254"/>
                  <a:pt x="4125437" y="4178899"/>
                  <a:pt x="4107661" y="4221705"/>
                </a:cubicBezTo>
                <a:cubicBezTo>
                  <a:pt x="4084806" y="4276483"/>
                  <a:pt x="4073379" y="4337428"/>
                  <a:pt x="4073379" y="4404541"/>
                </a:cubicBezTo>
                <a:cubicBezTo>
                  <a:pt x="4073379" y="4470564"/>
                  <a:pt x="4081723" y="4530693"/>
                  <a:pt x="4098410" y="4584927"/>
                </a:cubicBezTo>
                <a:cubicBezTo>
                  <a:pt x="4115097" y="4639161"/>
                  <a:pt x="4141217" y="4680154"/>
                  <a:pt x="4176768" y="4707906"/>
                </a:cubicBezTo>
                <a:cubicBezTo>
                  <a:pt x="4212319" y="4735658"/>
                  <a:pt x="4258391" y="4749534"/>
                  <a:pt x="4314983" y="4749534"/>
                </a:cubicBezTo>
                <a:cubicBezTo>
                  <a:pt x="4361417" y="4749534"/>
                  <a:pt x="4403952" y="4739376"/>
                  <a:pt x="4442587" y="4719061"/>
                </a:cubicBezTo>
                <a:cubicBezTo>
                  <a:pt x="4481222" y="4698746"/>
                  <a:pt x="4521942" y="4663739"/>
                  <a:pt x="4564749" y="4614039"/>
                </a:cubicBezTo>
                <a:lnTo>
                  <a:pt x="4564749" y="4677705"/>
                </a:lnTo>
                <a:cubicBezTo>
                  <a:pt x="4523393" y="4720875"/>
                  <a:pt x="4480315" y="4752164"/>
                  <a:pt x="4435512" y="4771572"/>
                </a:cubicBezTo>
                <a:cubicBezTo>
                  <a:pt x="4390711" y="4790980"/>
                  <a:pt x="4338381" y="4800684"/>
                  <a:pt x="4278525" y="4800684"/>
                </a:cubicBezTo>
                <a:cubicBezTo>
                  <a:pt x="4199804" y="4800684"/>
                  <a:pt x="4129880" y="4784903"/>
                  <a:pt x="4068754" y="4753343"/>
                </a:cubicBezTo>
                <a:cubicBezTo>
                  <a:pt x="4007627" y="4721782"/>
                  <a:pt x="3960467" y="4676436"/>
                  <a:pt x="3927274" y="4617304"/>
                </a:cubicBezTo>
                <a:cubicBezTo>
                  <a:pt x="3894081" y="4558173"/>
                  <a:pt x="3877485" y="4495233"/>
                  <a:pt x="3877485" y="4428483"/>
                </a:cubicBezTo>
                <a:cubicBezTo>
                  <a:pt x="3877485" y="4358106"/>
                  <a:pt x="3895894" y="4291357"/>
                  <a:pt x="3932715" y="4228235"/>
                </a:cubicBezTo>
                <a:cubicBezTo>
                  <a:pt x="3969536" y="4165113"/>
                  <a:pt x="4019235" y="4116140"/>
                  <a:pt x="4081813" y="4081314"/>
                </a:cubicBezTo>
                <a:cubicBezTo>
                  <a:pt x="4144391" y="4046488"/>
                  <a:pt x="4210868" y="4029075"/>
                  <a:pt x="4281245" y="4029075"/>
                </a:cubicBezTo>
                <a:close/>
                <a:moveTo>
                  <a:pt x="6930855" y="2936360"/>
                </a:moveTo>
                <a:lnTo>
                  <a:pt x="6817671" y="3190480"/>
                </a:lnTo>
                <a:lnTo>
                  <a:pt x="7040774" y="3190480"/>
                </a:lnTo>
                <a:close/>
                <a:moveTo>
                  <a:pt x="8491876" y="2744819"/>
                </a:moveTo>
                <a:lnTo>
                  <a:pt x="8491876" y="3320532"/>
                </a:lnTo>
                <a:cubicBezTo>
                  <a:pt x="8491876" y="3351005"/>
                  <a:pt x="8493327" y="3369687"/>
                  <a:pt x="8496229" y="3376580"/>
                </a:cubicBezTo>
                <a:cubicBezTo>
                  <a:pt x="8499131" y="3383473"/>
                  <a:pt x="8504029" y="3388733"/>
                  <a:pt x="8510921" y="3392360"/>
                </a:cubicBezTo>
                <a:cubicBezTo>
                  <a:pt x="8520716" y="3397802"/>
                  <a:pt x="8534864" y="3400523"/>
                  <a:pt x="8553365" y="3400523"/>
                </a:cubicBezTo>
                <a:cubicBezTo>
                  <a:pt x="8613948" y="3400523"/>
                  <a:pt x="8660201" y="3379845"/>
                  <a:pt x="8692124" y="3338489"/>
                </a:cubicBezTo>
                <a:cubicBezTo>
                  <a:pt x="8735656" y="3282623"/>
                  <a:pt x="8757422" y="3195921"/>
                  <a:pt x="8757422" y="3078384"/>
                </a:cubicBezTo>
                <a:cubicBezTo>
                  <a:pt x="8757422" y="2983702"/>
                  <a:pt x="8742549" y="2908064"/>
                  <a:pt x="8712802" y="2851472"/>
                </a:cubicBezTo>
                <a:cubicBezTo>
                  <a:pt x="8689222" y="2807215"/>
                  <a:pt x="8658931" y="2777105"/>
                  <a:pt x="8621928" y="2761143"/>
                </a:cubicBezTo>
                <a:cubicBezTo>
                  <a:pt x="8595809" y="2749898"/>
                  <a:pt x="8552458" y="2744456"/>
                  <a:pt x="8491876" y="2744819"/>
                </a:cubicBezTo>
                <a:close/>
                <a:moveTo>
                  <a:pt x="3632187" y="2727406"/>
                </a:moveTo>
                <a:cubicBezTo>
                  <a:pt x="3564713" y="2727406"/>
                  <a:pt x="3513381" y="2761869"/>
                  <a:pt x="3478192" y="2830795"/>
                </a:cubicBezTo>
                <a:cubicBezTo>
                  <a:pt x="3449533" y="2887387"/>
                  <a:pt x="3435205" y="2968647"/>
                  <a:pt x="3435205" y="3074575"/>
                </a:cubicBezTo>
                <a:cubicBezTo>
                  <a:pt x="3435205" y="3200456"/>
                  <a:pt x="3457333" y="3293506"/>
                  <a:pt x="3501591" y="3353726"/>
                </a:cubicBezTo>
                <a:cubicBezTo>
                  <a:pt x="3532426" y="3395807"/>
                  <a:pt x="3575595" y="3416847"/>
                  <a:pt x="3631099" y="3416847"/>
                </a:cubicBezTo>
                <a:cubicBezTo>
                  <a:pt x="3668465" y="3416847"/>
                  <a:pt x="3699662" y="3407778"/>
                  <a:pt x="3724694" y="3389640"/>
                </a:cubicBezTo>
                <a:cubicBezTo>
                  <a:pt x="3756617" y="3366422"/>
                  <a:pt x="3781466" y="3329329"/>
                  <a:pt x="3799242" y="3278360"/>
                </a:cubicBezTo>
                <a:cubicBezTo>
                  <a:pt x="3817017" y="3227391"/>
                  <a:pt x="3825905" y="3160914"/>
                  <a:pt x="3825905" y="3078928"/>
                </a:cubicBezTo>
                <a:cubicBezTo>
                  <a:pt x="3825905" y="2981344"/>
                  <a:pt x="3816837" y="2908336"/>
                  <a:pt x="3798698" y="2859907"/>
                </a:cubicBezTo>
                <a:cubicBezTo>
                  <a:pt x="3780560" y="2811477"/>
                  <a:pt x="3757433" y="2777286"/>
                  <a:pt x="3729318" y="2757334"/>
                </a:cubicBezTo>
                <a:cubicBezTo>
                  <a:pt x="3701204" y="2737382"/>
                  <a:pt x="3668827" y="2727406"/>
                  <a:pt x="3632187" y="2727406"/>
                </a:cubicBezTo>
                <a:close/>
                <a:moveTo>
                  <a:pt x="1965313" y="2727406"/>
                </a:moveTo>
                <a:cubicBezTo>
                  <a:pt x="1897838" y="2727406"/>
                  <a:pt x="1846506" y="2761869"/>
                  <a:pt x="1811317" y="2830795"/>
                </a:cubicBezTo>
                <a:cubicBezTo>
                  <a:pt x="1782659" y="2887387"/>
                  <a:pt x="1768329" y="2968647"/>
                  <a:pt x="1768329" y="3074575"/>
                </a:cubicBezTo>
                <a:cubicBezTo>
                  <a:pt x="1768329" y="3200456"/>
                  <a:pt x="1790458" y="3293506"/>
                  <a:pt x="1834716" y="3353726"/>
                </a:cubicBezTo>
                <a:cubicBezTo>
                  <a:pt x="1865551" y="3395807"/>
                  <a:pt x="1908721" y="3416847"/>
                  <a:pt x="1964224" y="3416847"/>
                </a:cubicBezTo>
                <a:cubicBezTo>
                  <a:pt x="2001589" y="3416847"/>
                  <a:pt x="2032788" y="3407778"/>
                  <a:pt x="2057819" y="3389640"/>
                </a:cubicBezTo>
                <a:cubicBezTo>
                  <a:pt x="2089742" y="3366422"/>
                  <a:pt x="2114592" y="3329329"/>
                  <a:pt x="2132367" y="3278360"/>
                </a:cubicBezTo>
                <a:cubicBezTo>
                  <a:pt x="2150143" y="3227391"/>
                  <a:pt x="2159031" y="3160914"/>
                  <a:pt x="2159031" y="3078928"/>
                </a:cubicBezTo>
                <a:cubicBezTo>
                  <a:pt x="2159031" y="2981344"/>
                  <a:pt x="2149962" y="2908336"/>
                  <a:pt x="2131824" y="2859907"/>
                </a:cubicBezTo>
                <a:cubicBezTo>
                  <a:pt x="2113685" y="2811477"/>
                  <a:pt x="2090559" y="2777286"/>
                  <a:pt x="2062444" y="2757334"/>
                </a:cubicBezTo>
                <a:cubicBezTo>
                  <a:pt x="2034330" y="2737382"/>
                  <a:pt x="2001952" y="2727406"/>
                  <a:pt x="1965313" y="2727406"/>
                </a:cubicBezTo>
                <a:close/>
                <a:moveTo>
                  <a:pt x="8210549" y="2702919"/>
                </a:moveTo>
                <a:lnTo>
                  <a:pt x="8540850" y="2702919"/>
                </a:lnTo>
                <a:cubicBezTo>
                  <a:pt x="8629002" y="2702919"/>
                  <a:pt x="8699924" y="2714890"/>
                  <a:pt x="8753613" y="2738833"/>
                </a:cubicBezTo>
                <a:cubicBezTo>
                  <a:pt x="8819275" y="2768217"/>
                  <a:pt x="8869065" y="2812656"/>
                  <a:pt x="8902983" y="2872150"/>
                </a:cubicBezTo>
                <a:cubicBezTo>
                  <a:pt x="8936902" y="2931644"/>
                  <a:pt x="8953862" y="2998938"/>
                  <a:pt x="8953862" y="3074031"/>
                </a:cubicBezTo>
                <a:cubicBezTo>
                  <a:pt x="8953862" y="3125907"/>
                  <a:pt x="8945517" y="3173702"/>
                  <a:pt x="8928831" y="3217415"/>
                </a:cubicBezTo>
                <a:cubicBezTo>
                  <a:pt x="8912143" y="3261129"/>
                  <a:pt x="8890559" y="3297224"/>
                  <a:pt x="8864076" y="3325702"/>
                </a:cubicBezTo>
                <a:cubicBezTo>
                  <a:pt x="8837594" y="3354179"/>
                  <a:pt x="8807031" y="3377033"/>
                  <a:pt x="8772387" y="3394265"/>
                </a:cubicBezTo>
                <a:cubicBezTo>
                  <a:pt x="8737742" y="3411496"/>
                  <a:pt x="8695389" y="3424828"/>
                  <a:pt x="8645327" y="3434260"/>
                </a:cubicBezTo>
                <a:cubicBezTo>
                  <a:pt x="8623198" y="3438613"/>
                  <a:pt x="8588372" y="3440790"/>
                  <a:pt x="8540850" y="3440790"/>
                </a:cubicBezTo>
                <a:lnTo>
                  <a:pt x="8210549" y="3440790"/>
                </a:lnTo>
                <a:lnTo>
                  <a:pt x="8210549" y="3420656"/>
                </a:lnTo>
                <a:lnTo>
                  <a:pt x="8235036" y="3420656"/>
                </a:lnTo>
                <a:cubicBezTo>
                  <a:pt x="8256439" y="3420656"/>
                  <a:pt x="8272855" y="3417301"/>
                  <a:pt x="8284282" y="3410590"/>
                </a:cubicBezTo>
                <a:cubicBezTo>
                  <a:pt x="8295709" y="3403878"/>
                  <a:pt x="8304143" y="3394718"/>
                  <a:pt x="8309585" y="3383110"/>
                </a:cubicBezTo>
                <a:cubicBezTo>
                  <a:pt x="8312850" y="3375492"/>
                  <a:pt x="8314482" y="3352637"/>
                  <a:pt x="8314482" y="3314547"/>
                </a:cubicBezTo>
                <a:lnTo>
                  <a:pt x="8314482" y="2829162"/>
                </a:lnTo>
                <a:cubicBezTo>
                  <a:pt x="8314482" y="2791434"/>
                  <a:pt x="8312487" y="2767855"/>
                  <a:pt x="8308496" y="2758422"/>
                </a:cubicBezTo>
                <a:cubicBezTo>
                  <a:pt x="8304506" y="2748990"/>
                  <a:pt x="8296434" y="2740738"/>
                  <a:pt x="8284282" y="2733663"/>
                </a:cubicBezTo>
                <a:cubicBezTo>
                  <a:pt x="8272129" y="2726589"/>
                  <a:pt x="8255713" y="2723052"/>
                  <a:pt x="8235036" y="2723052"/>
                </a:cubicBezTo>
                <a:lnTo>
                  <a:pt x="8210549" y="2723052"/>
                </a:lnTo>
                <a:close/>
                <a:moveTo>
                  <a:pt x="7411537" y="2702919"/>
                </a:moveTo>
                <a:lnTo>
                  <a:pt x="7673275" y="2702919"/>
                </a:lnTo>
                <a:lnTo>
                  <a:pt x="8037313" y="3160551"/>
                </a:lnTo>
                <a:lnTo>
                  <a:pt x="8037313" y="2843310"/>
                </a:lnTo>
                <a:cubicBezTo>
                  <a:pt x="8037313" y="2799052"/>
                  <a:pt x="8030965" y="2769124"/>
                  <a:pt x="8018267" y="2753525"/>
                </a:cubicBezTo>
                <a:cubicBezTo>
                  <a:pt x="8000855" y="2732484"/>
                  <a:pt x="7971652" y="2722327"/>
                  <a:pt x="7930659" y="2723052"/>
                </a:cubicBezTo>
                <a:lnTo>
                  <a:pt x="7930659" y="2702919"/>
                </a:lnTo>
                <a:lnTo>
                  <a:pt x="8174439" y="2702919"/>
                </a:lnTo>
                <a:lnTo>
                  <a:pt x="8174439" y="2723052"/>
                </a:lnTo>
                <a:cubicBezTo>
                  <a:pt x="8143241" y="2727043"/>
                  <a:pt x="8122291" y="2732212"/>
                  <a:pt x="8111590" y="2738561"/>
                </a:cubicBezTo>
                <a:cubicBezTo>
                  <a:pt x="8100888" y="2744909"/>
                  <a:pt x="8092545" y="2755248"/>
                  <a:pt x="8086559" y="2769577"/>
                </a:cubicBezTo>
                <a:cubicBezTo>
                  <a:pt x="8080573" y="2783907"/>
                  <a:pt x="8077581" y="2808484"/>
                  <a:pt x="8077581" y="2843310"/>
                </a:cubicBezTo>
                <a:lnTo>
                  <a:pt x="8077581" y="3457659"/>
                </a:lnTo>
                <a:lnTo>
                  <a:pt x="8059079" y="3457659"/>
                </a:lnTo>
                <a:lnTo>
                  <a:pt x="7560091" y="2843310"/>
                </a:lnTo>
                <a:lnTo>
                  <a:pt x="7560091" y="3312370"/>
                </a:lnTo>
                <a:cubicBezTo>
                  <a:pt x="7560091" y="3354814"/>
                  <a:pt x="7569795" y="3383473"/>
                  <a:pt x="7589203" y="3398346"/>
                </a:cubicBezTo>
                <a:cubicBezTo>
                  <a:pt x="7608611" y="3413220"/>
                  <a:pt x="7630831" y="3420656"/>
                  <a:pt x="7655862" y="3420656"/>
                </a:cubicBezTo>
                <a:lnTo>
                  <a:pt x="7673275" y="3420656"/>
                </a:lnTo>
                <a:lnTo>
                  <a:pt x="7673275" y="3440790"/>
                </a:lnTo>
                <a:lnTo>
                  <a:pt x="7411537" y="3440790"/>
                </a:lnTo>
                <a:lnTo>
                  <a:pt x="7411537" y="3420656"/>
                </a:lnTo>
                <a:cubicBezTo>
                  <a:pt x="7452168" y="3420294"/>
                  <a:pt x="7480463" y="3411950"/>
                  <a:pt x="7496425" y="3395625"/>
                </a:cubicBezTo>
                <a:cubicBezTo>
                  <a:pt x="7512387" y="3379301"/>
                  <a:pt x="7520368" y="3351549"/>
                  <a:pt x="7520368" y="3312370"/>
                </a:cubicBezTo>
                <a:lnTo>
                  <a:pt x="7520368" y="2791616"/>
                </a:lnTo>
                <a:lnTo>
                  <a:pt x="7504588" y="2772026"/>
                </a:lnTo>
                <a:cubicBezTo>
                  <a:pt x="7488989" y="2752437"/>
                  <a:pt x="7475203" y="2739558"/>
                  <a:pt x="7463232" y="2733391"/>
                </a:cubicBezTo>
                <a:cubicBezTo>
                  <a:pt x="7451261" y="2727224"/>
                  <a:pt x="7434029" y="2723778"/>
                  <a:pt x="7411537" y="2723052"/>
                </a:cubicBezTo>
                <a:close/>
                <a:moveTo>
                  <a:pt x="5132067" y="2702919"/>
                </a:moveTo>
                <a:lnTo>
                  <a:pt x="5517872" y="2702919"/>
                </a:lnTo>
                <a:lnTo>
                  <a:pt x="5517872" y="2723052"/>
                </a:lnTo>
                <a:lnTo>
                  <a:pt x="5493385" y="2723052"/>
                </a:lnTo>
                <a:cubicBezTo>
                  <a:pt x="5471981" y="2723052"/>
                  <a:pt x="5454750" y="2726861"/>
                  <a:pt x="5441690" y="2734480"/>
                </a:cubicBezTo>
                <a:cubicBezTo>
                  <a:pt x="5432258" y="2739558"/>
                  <a:pt x="5424822" y="2748265"/>
                  <a:pt x="5419380" y="2760599"/>
                </a:cubicBezTo>
                <a:cubicBezTo>
                  <a:pt x="5415390" y="2769305"/>
                  <a:pt x="5413394" y="2792160"/>
                  <a:pt x="5413394" y="2829162"/>
                </a:cubicBezTo>
                <a:lnTo>
                  <a:pt x="5413394" y="3314547"/>
                </a:lnTo>
                <a:cubicBezTo>
                  <a:pt x="5413394" y="3352274"/>
                  <a:pt x="5415480" y="3375854"/>
                  <a:pt x="5419652" y="3385286"/>
                </a:cubicBezTo>
                <a:cubicBezTo>
                  <a:pt x="5423824" y="3394718"/>
                  <a:pt x="5431986" y="3402971"/>
                  <a:pt x="5444139" y="3410045"/>
                </a:cubicBezTo>
                <a:cubicBezTo>
                  <a:pt x="5456292" y="3417119"/>
                  <a:pt x="5472707" y="3420656"/>
                  <a:pt x="5493385" y="3420656"/>
                </a:cubicBezTo>
                <a:lnTo>
                  <a:pt x="5517872" y="3420656"/>
                </a:lnTo>
                <a:lnTo>
                  <a:pt x="5517872" y="3440790"/>
                </a:lnTo>
                <a:lnTo>
                  <a:pt x="5132067" y="3440790"/>
                </a:lnTo>
                <a:lnTo>
                  <a:pt x="5132067" y="3420656"/>
                </a:lnTo>
                <a:lnTo>
                  <a:pt x="5156555" y="3420656"/>
                </a:lnTo>
                <a:cubicBezTo>
                  <a:pt x="5177958" y="3420656"/>
                  <a:pt x="5195190" y="3416847"/>
                  <a:pt x="5208249" y="3409229"/>
                </a:cubicBezTo>
                <a:cubicBezTo>
                  <a:pt x="5217681" y="3404150"/>
                  <a:pt x="5224936" y="3395444"/>
                  <a:pt x="5230015" y="3383110"/>
                </a:cubicBezTo>
                <a:cubicBezTo>
                  <a:pt x="5234005" y="3374403"/>
                  <a:pt x="5236000" y="3351549"/>
                  <a:pt x="5236000" y="3314547"/>
                </a:cubicBezTo>
                <a:lnTo>
                  <a:pt x="5236000" y="2829162"/>
                </a:lnTo>
                <a:cubicBezTo>
                  <a:pt x="5236000" y="2791434"/>
                  <a:pt x="5234005" y="2767855"/>
                  <a:pt x="5230015" y="2758422"/>
                </a:cubicBezTo>
                <a:cubicBezTo>
                  <a:pt x="5226024" y="2748990"/>
                  <a:pt x="5217953" y="2740738"/>
                  <a:pt x="5205800" y="2733663"/>
                </a:cubicBezTo>
                <a:cubicBezTo>
                  <a:pt x="5193647" y="2726589"/>
                  <a:pt x="5177232" y="2723052"/>
                  <a:pt x="5156555" y="2723052"/>
                </a:cubicBezTo>
                <a:lnTo>
                  <a:pt x="5132067" y="2723052"/>
                </a:lnTo>
                <a:close/>
                <a:moveTo>
                  <a:pt x="4084318" y="2702919"/>
                </a:moveTo>
                <a:lnTo>
                  <a:pt x="4385778" y="2702919"/>
                </a:lnTo>
                <a:lnTo>
                  <a:pt x="4593100" y="3189391"/>
                </a:lnTo>
                <a:lnTo>
                  <a:pt x="4793348" y="2702919"/>
                </a:lnTo>
                <a:lnTo>
                  <a:pt x="5093721" y="2702919"/>
                </a:lnTo>
                <a:lnTo>
                  <a:pt x="5093721" y="2723052"/>
                </a:lnTo>
                <a:lnTo>
                  <a:pt x="5069778" y="2723052"/>
                </a:lnTo>
                <a:cubicBezTo>
                  <a:pt x="5048012" y="2723052"/>
                  <a:pt x="5030599" y="2726861"/>
                  <a:pt x="5017539" y="2734480"/>
                </a:cubicBezTo>
                <a:cubicBezTo>
                  <a:pt x="5008470" y="2739558"/>
                  <a:pt x="5001215" y="2748084"/>
                  <a:pt x="4995773" y="2760055"/>
                </a:cubicBezTo>
                <a:cubicBezTo>
                  <a:pt x="4991783" y="2768761"/>
                  <a:pt x="4989788" y="2791434"/>
                  <a:pt x="4989788" y="2828074"/>
                </a:cubicBezTo>
                <a:lnTo>
                  <a:pt x="4989788" y="3314547"/>
                </a:lnTo>
                <a:cubicBezTo>
                  <a:pt x="4989788" y="3352274"/>
                  <a:pt x="4991783" y="3375854"/>
                  <a:pt x="4995773" y="3385286"/>
                </a:cubicBezTo>
                <a:cubicBezTo>
                  <a:pt x="4999764" y="3394718"/>
                  <a:pt x="5007926" y="3402971"/>
                  <a:pt x="5020261" y="3410045"/>
                </a:cubicBezTo>
                <a:cubicBezTo>
                  <a:pt x="5032594" y="3417119"/>
                  <a:pt x="5049101" y="3420656"/>
                  <a:pt x="5069778" y="3420656"/>
                </a:cubicBezTo>
                <a:lnTo>
                  <a:pt x="5093721" y="3420656"/>
                </a:lnTo>
                <a:lnTo>
                  <a:pt x="5093721" y="3440790"/>
                </a:lnTo>
                <a:lnTo>
                  <a:pt x="4708461" y="3440790"/>
                </a:lnTo>
                <a:lnTo>
                  <a:pt x="4708461" y="3420656"/>
                </a:lnTo>
                <a:lnTo>
                  <a:pt x="4732404" y="3420656"/>
                </a:lnTo>
                <a:cubicBezTo>
                  <a:pt x="4754170" y="3420656"/>
                  <a:pt x="4771582" y="3416847"/>
                  <a:pt x="4784642" y="3409229"/>
                </a:cubicBezTo>
                <a:cubicBezTo>
                  <a:pt x="4793712" y="3404150"/>
                  <a:pt x="4800967" y="3395444"/>
                  <a:pt x="4806408" y="3383110"/>
                </a:cubicBezTo>
                <a:cubicBezTo>
                  <a:pt x="4810399" y="3374403"/>
                  <a:pt x="4812394" y="3351549"/>
                  <a:pt x="4812394" y="3314547"/>
                </a:cubicBezTo>
                <a:lnTo>
                  <a:pt x="4812394" y="2767673"/>
                </a:lnTo>
                <a:lnTo>
                  <a:pt x="4529435" y="3440790"/>
                </a:lnTo>
                <a:lnTo>
                  <a:pt x="4516375" y="3440790"/>
                </a:lnTo>
                <a:lnTo>
                  <a:pt x="4229062" y="2772570"/>
                </a:lnTo>
                <a:lnTo>
                  <a:pt x="4229062" y="3292236"/>
                </a:lnTo>
                <a:cubicBezTo>
                  <a:pt x="4229062" y="3328513"/>
                  <a:pt x="4229969" y="3350823"/>
                  <a:pt x="4231783" y="3359167"/>
                </a:cubicBezTo>
                <a:cubicBezTo>
                  <a:pt x="4236499" y="3377306"/>
                  <a:pt x="4246747" y="3392088"/>
                  <a:pt x="4262528" y="3403516"/>
                </a:cubicBezTo>
                <a:cubicBezTo>
                  <a:pt x="4278308" y="3414943"/>
                  <a:pt x="4303067" y="3420656"/>
                  <a:pt x="4336804" y="3420656"/>
                </a:cubicBezTo>
                <a:lnTo>
                  <a:pt x="4336804" y="3440790"/>
                </a:lnTo>
                <a:lnTo>
                  <a:pt x="4084318" y="3440790"/>
                </a:lnTo>
                <a:lnTo>
                  <a:pt x="4084318" y="3420656"/>
                </a:lnTo>
                <a:lnTo>
                  <a:pt x="4091936" y="3420656"/>
                </a:lnTo>
                <a:cubicBezTo>
                  <a:pt x="4108260" y="3421019"/>
                  <a:pt x="4123497" y="3418389"/>
                  <a:pt x="4137645" y="3412766"/>
                </a:cubicBezTo>
                <a:cubicBezTo>
                  <a:pt x="4151793" y="3407143"/>
                  <a:pt x="4162494" y="3399616"/>
                  <a:pt x="4169750" y="3390184"/>
                </a:cubicBezTo>
                <a:cubicBezTo>
                  <a:pt x="4177005" y="3380752"/>
                  <a:pt x="4182629" y="3367511"/>
                  <a:pt x="4186619" y="3350461"/>
                </a:cubicBezTo>
                <a:cubicBezTo>
                  <a:pt x="4187344" y="3346470"/>
                  <a:pt x="4187707" y="3327969"/>
                  <a:pt x="4187707" y="3294957"/>
                </a:cubicBezTo>
                <a:lnTo>
                  <a:pt x="4187707" y="2828074"/>
                </a:lnTo>
                <a:cubicBezTo>
                  <a:pt x="4187707" y="2790709"/>
                  <a:pt x="4185712" y="2767401"/>
                  <a:pt x="4181721" y="2758150"/>
                </a:cubicBezTo>
                <a:cubicBezTo>
                  <a:pt x="4177730" y="2748900"/>
                  <a:pt x="4169568" y="2740738"/>
                  <a:pt x="4157234" y="2733663"/>
                </a:cubicBezTo>
                <a:cubicBezTo>
                  <a:pt x="4144900" y="2726589"/>
                  <a:pt x="4128394" y="2723052"/>
                  <a:pt x="4107716" y="2723052"/>
                </a:cubicBezTo>
                <a:lnTo>
                  <a:pt x="4084318" y="2723052"/>
                </a:lnTo>
                <a:close/>
                <a:moveTo>
                  <a:pt x="2410913" y="2702919"/>
                </a:moveTo>
                <a:lnTo>
                  <a:pt x="2672651" y="2702919"/>
                </a:lnTo>
                <a:lnTo>
                  <a:pt x="3036689" y="3160551"/>
                </a:lnTo>
                <a:lnTo>
                  <a:pt x="3036689" y="2843310"/>
                </a:lnTo>
                <a:cubicBezTo>
                  <a:pt x="3036689" y="2799052"/>
                  <a:pt x="3030340" y="2769124"/>
                  <a:pt x="3017644" y="2753525"/>
                </a:cubicBezTo>
                <a:cubicBezTo>
                  <a:pt x="3000231" y="2732484"/>
                  <a:pt x="2971028" y="2722327"/>
                  <a:pt x="2930035" y="2723052"/>
                </a:cubicBezTo>
                <a:lnTo>
                  <a:pt x="2930035" y="2702919"/>
                </a:lnTo>
                <a:lnTo>
                  <a:pt x="3173816" y="2702919"/>
                </a:lnTo>
                <a:lnTo>
                  <a:pt x="3173816" y="2723052"/>
                </a:lnTo>
                <a:cubicBezTo>
                  <a:pt x="3142617" y="2727043"/>
                  <a:pt x="3121668" y="2732212"/>
                  <a:pt x="3110966" y="2738561"/>
                </a:cubicBezTo>
                <a:cubicBezTo>
                  <a:pt x="3100264" y="2744909"/>
                  <a:pt x="3091921" y="2755248"/>
                  <a:pt x="3085935" y="2769577"/>
                </a:cubicBezTo>
                <a:cubicBezTo>
                  <a:pt x="3079949" y="2783907"/>
                  <a:pt x="3076956" y="2808484"/>
                  <a:pt x="3076956" y="2843310"/>
                </a:cubicBezTo>
                <a:lnTo>
                  <a:pt x="3076956" y="3457659"/>
                </a:lnTo>
                <a:lnTo>
                  <a:pt x="3058455" y="3457659"/>
                </a:lnTo>
                <a:lnTo>
                  <a:pt x="2559467" y="2843310"/>
                </a:lnTo>
                <a:lnTo>
                  <a:pt x="2559467" y="3312370"/>
                </a:lnTo>
                <a:cubicBezTo>
                  <a:pt x="2559467" y="3354814"/>
                  <a:pt x="2569171" y="3383473"/>
                  <a:pt x="2588579" y="3398346"/>
                </a:cubicBezTo>
                <a:cubicBezTo>
                  <a:pt x="2607987" y="3413220"/>
                  <a:pt x="2630207" y="3420656"/>
                  <a:pt x="2655238" y="3420656"/>
                </a:cubicBezTo>
                <a:lnTo>
                  <a:pt x="2672651" y="3420656"/>
                </a:lnTo>
                <a:lnTo>
                  <a:pt x="2672651" y="3440790"/>
                </a:lnTo>
                <a:lnTo>
                  <a:pt x="2410913" y="3440790"/>
                </a:lnTo>
                <a:lnTo>
                  <a:pt x="2410913" y="3420656"/>
                </a:lnTo>
                <a:cubicBezTo>
                  <a:pt x="2451543" y="3420294"/>
                  <a:pt x="2479839" y="3411950"/>
                  <a:pt x="2495801" y="3395625"/>
                </a:cubicBezTo>
                <a:cubicBezTo>
                  <a:pt x="2511763" y="3379301"/>
                  <a:pt x="2519744" y="3351549"/>
                  <a:pt x="2519744" y="3312370"/>
                </a:cubicBezTo>
                <a:lnTo>
                  <a:pt x="2519744" y="2791616"/>
                </a:lnTo>
                <a:lnTo>
                  <a:pt x="2503963" y="2772026"/>
                </a:lnTo>
                <a:cubicBezTo>
                  <a:pt x="2488364" y="2752437"/>
                  <a:pt x="2474579" y="2739558"/>
                  <a:pt x="2462608" y="2733391"/>
                </a:cubicBezTo>
                <a:cubicBezTo>
                  <a:pt x="2450636" y="2727224"/>
                  <a:pt x="2433405" y="2723778"/>
                  <a:pt x="2410913" y="2723052"/>
                </a:cubicBezTo>
                <a:close/>
                <a:moveTo>
                  <a:pt x="7618" y="2702919"/>
                </a:moveTo>
                <a:lnTo>
                  <a:pt x="625231" y="2702919"/>
                </a:lnTo>
                <a:lnTo>
                  <a:pt x="625231" y="2921124"/>
                </a:lnTo>
                <a:lnTo>
                  <a:pt x="604553" y="2921124"/>
                </a:lnTo>
                <a:cubicBezTo>
                  <a:pt x="594033" y="2867797"/>
                  <a:pt x="579251" y="2829525"/>
                  <a:pt x="560205" y="2806308"/>
                </a:cubicBezTo>
                <a:cubicBezTo>
                  <a:pt x="541160" y="2783091"/>
                  <a:pt x="514224" y="2766041"/>
                  <a:pt x="479398" y="2755157"/>
                </a:cubicBezTo>
                <a:cubicBezTo>
                  <a:pt x="459083" y="2748628"/>
                  <a:pt x="420993" y="2745363"/>
                  <a:pt x="365126" y="2745363"/>
                </a:cubicBezTo>
                <a:lnTo>
                  <a:pt x="288945" y="2745363"/>
                </a:lnTo>
                <a:lnTo>
                  <a:pt x="288945" y="3045735"/>
                </a:lnTo>
                <a:lnTo>
                  <a:pt x="303637" y="3045735"/>
                </a:lnTo>
                <a:cubicBezTo>
                  <a:pt x="350434" y="3045735"/>
                  <a:pt x="384353" y="3031043"/>
                  <a:pt x="405394" y="3001659"/>
                </a:cubicBezTo>
                <a:cubicBezTo>
                  <a:pt x="426434" y="2972274"/>
                  <a:pt x="439857" y="2928924"/>
                  <a:pt x="445661" y="2871606"/>
                </a:cubicBezTo>
                <a:lnTo>
                  <a:pt x="466339" y="2871606"/>
                </a:lnTo>
                <a:lnTo>
                  <a:pt x="466339" y="3257955"/>
                </a:lnTo>
                <a:lnTo>
                  <a:pt x="445661" y="3257955"/>
                </a:lnTo>
                <a:cubicBezTo>
                  <a:pt x="441308" y="3215874"/>
                  <a:pt x="432148" y="3181410"/>
                  <a:pt x="418181" y="3154566"/>
                </a:cubicBezTo>
                <a:cubicBezTo>
                  <a:pt x="404215" y="3127721"/>
                  <a:pt x="387981" y="3109673"/>
                  <a:pt x="369480" y="3100422"/>
                </a:cubicBezTo>
                <a:cubicBezTo>
                  <a:pt x="350978" y="3091172"/>
                  <a:pt x="324133" y="3086547"/>
                  <a:pt x="288945" y="3086547"/>
                </a:cubicBezTo>
                <a:lnTo>
                  <a:pt x="288945" y="3294413"/>
                </a:lnTo>
                <a:cubicBezTo>
                  <a:pt x="288945" y="3335043"/>
                  <a:pt x="290668" y="3359893"/>
                  <a:pt x="294115" y="3368962"/>
                </a:cubicBezTo>
                <a:cubicBezTo>
                  <a:pt x="297561" y="3378031"/>
                  <a:pt x="304000" y="3385468"/>
                  <a:pt x="313432" y="3391272"/>
                </a:cubicBezTo>
                <a:cubicBezTo>
                  <a:pt x="322864" y="3397076"/>
                  <a:pt x="338100" y="3399979"/>
                  <a:pt x="359141" y="3399979"/>
                </a:cubicBezTo>
                <a:lnTo>
                  <a:pt x="403217" y="3399979"/>
                </a:lnTo>
                <a:cubicBezTo>
                  <a:pt x="472143" y="3399979"/>
                  <a:pt x="527375" y="3384017"/>
                  <a:pt x="568912" y="3352093"/>
                </a:cubicBezTo>
                <a:cubicBezTo>
                  <a:pt x="610449" y="3320169"/>
                  <a:pt x="640286" y="3271558"/>
                  <a:pt x="658425" y="3206260"/>
                </a:cubicBezTo>
                <a:lnTo>
                  <a:pt x="678558" y="3206260"/>
                </a:lnTo>
                <a:lnTo>
                  <a:pt x="645365" y="3440790"/>
                </a:lnTo>
                <a:lnTo>
                  <a:pt x="7618" y="3440790"/>
                </a:lnTo>
                <a:lnTo>
                  <a:pt x="7618" y="3420656"/>
                </a:lnTo>
                <a:lnTo>
                  <a:pt x="32105" y="3420656"/>
                </a:lnTo>
                <a:cubicBezTo>
                  <a:pt x="53508" y="3420656"/>
                  <a:pt x="70740" y="3416847"/>
                  <a:pt x="83799" y="3409229"/>
                </a:cubicBezTo>
                <a:cubicBezTo>
                  <a:pt x="93231" y="3404150"/>
                  <a:pt x="100487" y="3395444"/>
                  <a:pt x="105566" y="3383110"/>
                </a:cubicBezTo>
                <a:cubicBezTo>
                  <a:pt x="109556" y="3374403"/>
                  <a:pt x="111551" y="3351549"/>
                  <a:pt x="111551" y="3314547"/>
                </a:cubicBezTo>
                <a:lnTo>
                  <a:pt x="111551" y="2829162"/>
                </a:lnTo>
                <a:cubicBezTo>
                  <a:pt x="111551" y="2795788"/>
                  <a:pt x="110644" y="2775291"/>
                  <a:pt x="108830" y="2767673"/>
                </a:cubicBezTo>
                <a:cubicBezTo>
                  <a:pt x="105203" y="2754976"/>
                  <a:pt x="98491" y="2745181"/>
                  <a:pt x="88697" y="2738289"/>
                </a:cubicBezTo>
                <a:cubicBezTo>
                  <a:pt x="74911" y="2728131"/>
                  <a:pt x="56047" y="2723052"/>
                  <a:pt x="32105" y="2723052"/>
                </a:cubicBezTo>
                <a:lnTo>
                  <a:pt x="7618" y="2723052"/>
                </a:lnTo>
                <a:close/>
                <a:moveTo>
                  <a:pt x="3625658" y="2692580"/>
                </a:moveTo>
                <a:cubicBezTo>
                  <a:pt x="3743194" y="2688227"/>
                  <a:pt x="3838693" y="2722508"/>
                  <a:pt x="3912154" y="2795425"/>
                </a:cubicBezTo>
                <a:cubicBezTo>
                  <a:pt x="3985614" y="2868341"/>
                  <a:pt x="4022345" y="2959578"/>
                  <a:pt x="4022345" y="3069134"/>
                </a:cubicBezTo>
                <a:cubicBezTo>
                  <a:pt x="4022345" y="3162728"/>
                  <a:pt x="3994956" y="3245076"/>
                  <a:pt x="3940177" y="3316179"/>
                </a:cubicBezTo>
                <a:cubicBezTo>
                  <a:pt x="3867624" y="3410499"/>
                  <a:pt x="3765142" y="3457659"/>
                  <a:pt x="3632732" y="3457659"/>
                </a:cubicBezTo>
                <a:cubicBezTo>
                  <a:pt x="3499959" y="3457659"/>
                  <a:pt x="3397295" y="3412675"/>
                  <a:pt x="3324742" y="3322709"/>
                </a:cubicBezTo>
                <a:cubicBezTo>
                  <a:pt x="3267424" y="3251606"/>
                  <a:pt x="3238765" y="3167263"/>
                  <a:pt x="3238765" y="3069678"/>
                </a:cubicBezTo>
                <a:cubicBezTo>
                  <a:pt x="3238765" y="2960122"/>
                  <a:pt x="3276040" y="2868795"/>
                  <a:pt x="3350589" y="2795697"/>
                </a:cubicBezTo>
                <a:cubicBezTo>
                  <a:pt x="3425138" y="2722599"/>
                  <a:pt x="3516827" y="2688227"/>
                  <a:pt x="3625658" y="2692580"/>
                </a:cubicBezTo>
                <a:close/>
                <a:moveTo>
                  <a:pt x="1958783" y="2692580"/>
                </a:moveTo>
                <a:cubicBezTo>
                  <a:pt x="2076319" y="2688227"/>
                  <a:pt x="2171819" y="2722508"/>
                  <a:pt x="2245279" y="2795425"/>
                </a:cubicBezTo>
                <a:cubicBezTo>
                  <a:pt x="2318740" y="2868341"/>
                  <a:pt x="2355470" y="2959578"/>
                  <a:pt x="2355470" y="3069134"/>
                </a:cubicBezTo>
                <a:cubicBezTo>
                  <a:pt x="2355470" y="3162728"/>
                  <a:pt x="2328081" y="3245076"/>
                  <a:pt x="2273303" y="3316179"/>
                </a:cubicBezTo>
                <a:cubicBezTo>
                  <a:pt x="2200749" y="3410499"/>
                  <a:pt x="2098267" y="3457659"/>
                  <a:pt x="1965857" y="3457659"/>
                </a:cubicBezTo>
                <a:cubicBezTo>
                  <a:pt x="1833083" y="3457659"/>
                  <a:pt x="1730420" y="3412675"/>
                  <a:pt x="1657866" y="3322709"/>
                </a:cubicBezTo>
                <a:cubicBezTo>
                  <a:pt x="1600549" y="3251606"/>
                  <a:pt x="1571890" y="3167263"/>
                  <a:pt x="1571890" y="3069678"/>
                </a:cubicBezTo>
                <a:cubicBezTo>
                  <a:pt x="1571890" y="2960122"/>
                  <a:pt x="1609164" y="2868795"/>
                  <a:pt x="1683714" y="2795697"/>
                </a:cubicBezTo>
                <a:cubicBezTo>
                  <a:pt x="1758263" y="2722599"/>
                  <a:pt x="1849952" y="2688227"/>
                  <a:pt x="1958783" y="2692580"/>
                </a:cubicBezTo>
                <a:close/>
                <a:moveTo>
                  <a:pt x="6996698" y="2687683"/>
                </a:moveTo>
                <a:lnTo>
                  <a:pt x="7007037" y="2687683"/>
                </a:lnTo>
                <a:lnTo>
                  <a:pt x="7273127" y="3292780"/>
                </a:lnTo>
                <a:cubicBezTo>
                  <a:pt x="7298521" y="3350098"/>
                  <a:pt x="7319380" y="3386193"/>
                  <a:pt x="7335705" y="3401067"/>
                </a:cubicBezTo>
                <a:cubicBezTo>
                  <a:pt x="7348039" y="3412313"/>
                  <a:pt x="7365452" y="3418843"/>
                  <a:pt x="7387944" y="3420656"/>
                </a:cubicBezTo>
                <a:lnTo>
                  <a:pt x="7387944" y="3440790"/>
                </a:lnTo>
                <a:lnTo>
                  <a:pt x="7030979" y="3440790"/>
                </a:lnTo>
                <a:lnTo>
                  <a:pt x="7030979" y="3420656"/>
                </a:lnTo>
                <a:lnTo>
                  <a:pt x="7045671" y="3420656"/>
                </a:lnTo>
                <a:cubicBezTo>
                  <a:pt x="7074330" y="3420656"/>
                  <a:pt x="7094464" y="3416666"/>
                  <a:pt x="7106072" y="3408685"/>
                </a:cubicBezTo>
                <a:cubicBezTo>
                  <a:pt x="7114053" y="3402881"/>
                  <a:pt x="7118044" y="3394537"/>
                  <a:pt x="7118044" y="3383654"/>
                </a:cubicBezTo>
                <a:cubicBezTo>
                  <a:pt x="7118044" y="3377124"/>
                  <a:pt x="7116955" y="3370413"/>
                  <a:pt x="7114779" y="3363520"/>
                </a:cubicBezTo>
                <a:cubicBezTo>
                  <a:pt x="7114053" y="3360255"/>
                  <a:pt x="7108612" y="3346652"/>
                  <a:pt x="7098454" y="3322709"/>
                </a:cubicBezTo>
                <a:lnTo>
                  <a:pt x="7059275" y="3230747"/>
                </a:lnTo>
                <a:lnTo>
                  <a:pt x="6798626" y="3230747"/>
                </a:lnTo>
                <a:lnTo>
                  <a:pt x="6767609" y="3302575"/>
                </a:lnTo>
                <a:cubicBezTo>
                  <a:pt x="6757452" y="3326518"/>
                  <a:pt x="6752373" y="3346289"/>
                  <a:pt x="6752373" y="3361888"/>
                </a:cubicBezTo>
                <a:cubicBezTo>
                  <a:pt x="6752373" y="3382566"/>
                  <a:pt x="6760717" y="3397802"/>
                  <a:pt x="6777404" y="3407597"/>
                </a:cubicBezTo>
                <a:cubicBezTo>
                  <a:pt x="6787199" y="3413401"/>
                  <a:pt x="6811323" y="3417754"/>
                  <a:pt x="6849776" y="3420656"/>
                </a:cubicBezTo>
                <a:lnTo>
                  <a:pt x="6849776" y="3440790"/>
                </a:lnTo>
                <a:lnTo>
                  <a:pt x="6604363" y="3440790"/>
                </a:lnTo>
                <a:lnTo>
                  <a:pt x="6604363" y="3420656"/>
                </a:lnTo>
                <a:cubicBezTo>
                  <a:pt x="6630846" y="3416666"/>
                  <a:pt x="6652612" y="3405692"/>
                  <a:pt x="6669662" y="3387735"/>
                </a:cubicBezTo>
                <a:cubicBezTo>
                  <a:pt x="6686712" y="3369778"/>
                  <a:pt x="6707753" y="3332685"/>
                  <a:pt x="6732784" y="3276456"/>
                </a:cubicBezTo>
                <a:close/>
                <a:moveTo>
                  <a:pt x="5995745" y="2686050"/>
                </a:moveTo>
                <a:cubicBezTo>
                  <a:pt x="6047621" y="2686050"/>
                  <a:pt x="6102399" y="2697296"/>
                  <a:pt x="6160079" y="2719788"/>
                </a:cubicBezTo>
                <a:cubicBezTo>
                  <a:pt x="6193454" y="2732847"/>
                  <a:pt x="6214676" y="2739377"/>
                  <a:pt x="6223745" y="2739377"/>
                </a:cubicBezTo>
                <a:cubicBezTo>
                  <a:pt x="6235353" y="2739377"/>
                  <a:pt x="6245420" y="2735115"/>
                  <a:pt x="6253945" y="2726589"/>
                </a:cubicBezTo>
                <a:cubicBezTo>
                  <a:pt x="6262470" y="2718064"/>
                  <a:pt x="6268003" y="2704551"/>
                  <a:pt x="6270542" y="2686050"/>
                </a:cubicBezTo>
                <a:lnTo>
                  <a:pt x="6291764" y="2686050"/>
                </a:lnTo>
                <a:lnTo>
                  <a:pt x="6291764" y="2941802"/>
                </a:lnTo>
                <a:lnTo>
                  <a:pt x="6270542" y="2941802"/>
                </a:lnTo>
                <a:cubicBezTo>
                  <a:pt x="6254580" y="2875053"/>
                  <a:pt x="6224833" y="2823902"/>
                  <a:pt x="6181301" y="2788351"/>
                </a:cubicBezTo>
                <a:cubicBezTo>
                  <a:pt x="6137769" y="2752799"/>
                  <a:pt x="6088432" y="2735024"/>
                  <a:pt x="6033291" y="2735024"/>
                </a:cubicBezTo>
                <a:cubicBezTo>
                  <a:pt x="5987220" y="2735024"/>
                  <a:pt x="5944957" y="2748265"/>
                  <a:pt x="5906504" y="2774747"/>
                </a:cubicBezTo>
                <a:cubicBezTo>
                  <a:pt x="5868050" y="2801229"/>
                  <a:pt x="5839936" y="2835874"/>
                  <a:pt x="5822160" y="2878680"/>
                </a:cubicBezTo>
                <a:cubicBezTo>
                  <a:pt x="5799306" y="2933458"/>
                  <a:pt x="5787878" y="2994403"/>
                  <a:pt x="5787878" y="3061515"/>
                </a:cubicBezTo>
                <a:cubicBezTo>
                  <a:pt x="5787878" y="3127539"/>
                  <a:pt x="5796222" y="3187668"/>
                  <a:pt x="5812909" y="3241902"/>
                </a:cubicBezTo>
                <a:cubicBezTo>
                  <a:pt x="5829597" y="3296136"/>
                  <a:pt x="5855716" y="3337129"/>
                  <a:pt x="5891267" y="3364881"/>
                </a:cubicBezTo>
                <a:cubicBezTo>
                  <a:pt x="5926819" y="3392632"/>
                  <a:pt x="5972890" y="3406508"/>
                  <a:pt x="6029482" y="3406508"/>
                </a:cubicBezTo>
                <a:cubicBezTo>
                  <a:pt x="6075917" y="3406508"/>
                  <a:pt x="6118451" y="3396351"/>
                  <a:pt x="6157086" y="3376036"/>
                </a:cubicBezTo>
                <a:cubicBezTo>
                  <a:pt x="6195721" y="3355721"/>
                  <a:pt x="6236442" y="3320714"/>
                  <a:pt x="6279248" y="3271014"/>
                </a:cubicBezTo>
                <a:lnTo>
                  <a:pt x="6279248" y="3334680"/>
                </a:lnTo>
                <a:cubicBezTo>
                  <a:pt x="6237893" y="3377850"/>
                  <a:pt x="6194814" y="3409138"/>
                  <a:pt x="6150012" y="3428547"/>
                </a:cubicBezTo>
                <a:cubicBezTo>
                  <a:pt x="6105210" y="3447955"/>
                  <a:pt x="6052881" y="3457659"/>
                  <a:pt x="5993024" y="3457659"/>
                </a:cubicBezTo>
                <a:cubicBezTo>
                  <a:pt x="5914303" y="3457659"/>
                  <a:pt x="5844380" y="3441878"/>
                  <a:pt x="5783253" y="3410317"/>
                </a:cubicBezTo>
                <a:cubicBezTo>
                  <a:pt x="5722127" y="3378757"/>
                  <a:pt x="5674967" y="3333411"/>
                  <a:pt x="5641773" y="3274279"/>
                </a:cubicBezTo>
                <a:cubicBezTo>
                  <a:pt x="5608580" y="3215148"/>
                  <a:pt x="5591983" y="3152208"/>
                  <a:pt x="5591983" y="3085458"/>
                </a:cubicBezTo>
                <a:cubicBezTo>
                  <a:pt x="5591983" y="3015081"/>
                  <a:pt x="5610394" y="2948332"/>
                  <a:pt x="5647215" y="2885210"/>
                </a:cubicBezTo>
                <a:cubicBezTo>
                  <a:pt x="5684036" y="2822088"/>
                  <a:pt x="5733735" y="2773114"/>
                  <a:pt x="5796313" y="2738289"/>
                </a:cubicBezTo>
                <a:cubicBezTo>
                  <a:pt x="5858890" y="2703463"/>
                  <a:pt x="5925368" y="2686050"/>
                  <a:pt x="5995745" y="2686050"/>
                </a:cubicBezTo>
                <a:close/>
                <a:moveTo>
                  <a:pt x="1176095" y="2686050"/>
                </a:moveTo>
                <a:cubicBezTo>
                  <a:pt x="1227971" y="2686050"/>
                  <a:pt x="1282750" y="2697296"/>
                  <a:pt x="1340430" y="2719788"/>
                </a:cubicBezTo>
                <a:cubicBezTo>
                  <a:pt x="1373805" y="2732847"/>
                  <a:pt x="1395026" y="2739377"/>
                  <a:pt x="1404096" y="2739377"/>
                </a:cubicBezTo>
                <a:cubicBezTo>
                  <a:pt x="1415704" y="2739377"/>
                  <a:pt x="1425771" y="2735115"/>
                  <a:pt x="1434296" y="2726589"/>
                </a:cubicBezTo>
                <a:cubicBezTo>
                  <a:pt x="1442821" y="2718064"/>
                  <a:pt x="1448353" y="2704551"/>
                  <a:pt x="1450893" y="2686050"/>
                </a:cubicBezTo>
                <a:lnTo>
                  <a:pt x="1472115" y="2686050"/>
                </a:lnTo>
                <a:lnTo>
                  <a:pt x="1472115" y="2941802"/>
                </a:lnTo>
                <a:lnTo>
                  <a:pt x="1450893" y="2941802"/>
                </a:lnTo>
                <a:cubicBezTo>
                  <a:pt x="1434931" y="2875053"/>
                  <a:pt x="1405184" y="2823902"/>
                  <a:pt x="1361652" y="2788351"/>
                </a:cubicBezTo>
                <a:cubicBezTo>
                  <a:pt x="1318119" y="2752799"/>
                  <a:pt x="1268783" y="2735024"/>
                  <a:pt x="1213642" y="2735024"/>
                </a:cubicBezTo>
                <a:cubicBezTo>
                  <a:pt x="1167571" y="2735024"/>
                  <a:pt x="1125308" y="2748265"/>
                  <a:pt x="1086854" y="2774747"/>
                </a:cubicBezTo>
                <a:cubicBezTo>
                  <a:pt x="1048401" y="2801229"/>
                  <a:pt x="1020286" y="2835874"/>
                  <a:pt x="1002511" y="2878680"/>
                </a:cubicBezTo>
                <a:cubicBezTo>
                  <a:pt x="979656" y="2933458"/>
                  <a:pt x="968229" y="2994403"/>
                  <a:pt x="968229" y="3061515"/>
                </a:cubicBezTo>
                <a:cubicBezTo>
                  <a:pt x="968229" y="3127539"/>
                  <a:pt x="976573" y="3187668"/>
                  <a:pt x="993260" y="3241902"/>
                </a:cubicBezTo>
                <a:cubicBezTo>
                  <a:pt x="1009948" y="3296136"/>
                  <a:pt x="1036067" y="3337129"/>
                  <a:pt x="1071618" y="3364881"/>
                </a:cubicBezTo>
                <a:cubicBezTo>
                  <a:pt x="1107169" y="3392632"/>
                  <a:pt x="1153241" y="3406508"/>
                  <a:pt x="1209833" y="3406508"/>
                </a:cubicBezTo>
                <a:cubicBezTo>
                  <a:pt x="1256267" y="3406508"/>
                  <a:pt x="1298802" y="3396351"/>
                  <a:pt x="1337437" y="3376036"/>
                </a:cubicBezTo>
                <a:cubicBezTo>
                  <a:pt x="1376072" y="3355721"/>
                  <a:pt x="1416793" y="3320714"/>
                  <a:pt x="1459599" y="3271014"/>
                </a:cubicBezTo>
                <a:lnTo>
                  <a:pt x="1459599" y="3334680"/>
                </a:lnTo>
                <a:cubicBezTo>
                  <a:pt x="1418244" y="3377850"/>
                  <a:pt x="1375165" y="3409138"/>
                  <a:pt x="1330363" y="3428547"/>
                </a:cubicBezTo>
                <a:cubicBezTo>
                  <a:pt x="1285561" y="3447955"/>
                  <a:pt x="1233232" y="3457659"/>
                  <a:pt x="1173375" y="3457659"/>
                </a:cubicBezTo>
                <a:cubicBezTo>
                  <a:pt x="1094654" y="3457659"/>
                  <a:pt x="1024730" y="3441878"/>
                  <a:pt x="963604" y="3410317"/>
                </a:cubicBezTo>
                <a:cubicBezTo>
                  <a:pt x="902478" y="3378757"/>
                  <a:pt x="855317" y="3333411"/>
                  <a:pt x="822124" y="3274279"/>
                </a:cubicBezTo>
                <a:cubicBezTo>
                  <a:pt x="788931" y="3215148"/>
                  <a:pt x="772334" y="3152208"/>
                  <a:pt x="772334" y="3085458"/>
                </a:cubicBezTo>
                <a:cubicBezTo>
                  <a:pt x="772334" y="3015081"/>
                  <a:pt x="790745" y="2948332"/>
                  <a:pt x="827565" y="2885210"/>
                </a:cubicBezTo>
                <a:cubicBezTo>
                  <a:pt x="864387" y="2822088"/>
                  <a:pt x="914086" y="2773114"/>
                  <a:pt x="976663" y="2738289"/>
                </a:cubicBezTo>
                <a:cubicBezTo>
                  <a:pt x="1039241" y="2703463"/>
                  <a:pt x="1105718" y="2686050"/>
                  <a:pt x="1176095" y="2686050"/>
                </a:cubicBezTo>
                <a:close/>
                <a:moveTo>
                  <a:pt x="281327" y="1401794"/>
                </a:moveTo>
                <a:lnTo>
                  <a:pt x="281327" y="1977507"/>
                </a:lnTo>
                <a:cubicBezTo>
                  <a:pt x="281327" y="2007980"/>
                  <a:pt x="282778" y="2026663"/>
                  <a:pt x="285680" y="2033555"/>
                </a:cubicBezTo>
                <a:cubicBezTo>
                  <a:pt x="288582" y="2040448"/>
                  <a:pt x="293480" y="2045708"/>
                  <a:pt x="300372" y="2049336"/>
                </a:cubicBezTo>
                <a:cubicBezTo>
                  <a:pt x="310167" y="2054777"/>
                  <a:pt x="324315" y="2057498"/>
                  <a:pt x="342816" y="2057498"/>
                </a:cubicBezTo>
                <a:cubicBezTo>
                  <a:pt x="403398" y="2057498"/>
                  <a:pt x="449652" y="2036820"/>
                  <a:pt x="481575" y="1995464"/>
                </a:cubicBezTo>
                <a:cubicBezTo>
                  <a:pt x="525108" y="1939598"/>
                  <a:pt x="546873" y="1852897"/>
                  <a:pt x="546873" y="1735359"/>
                </a:cubicBezTo>
                <a:cubicBezTo>
                  <a:pt x="546873" y="1640677"/>
                  <a:pt x="532000" y="1565040"/>
                  <a:pt x="502253" y="1508448"/>
                </a:cubicBezTo>
                <a:cubicBezTo>
                  <a:pt x="478673" y="1464190"/>
                  <a:pt x="448382" y="1434080"/>
                  <a:pt x="411379" y="1418118"/>
                </a:cubicBezTo>
                <a:cubicBezTo>
                  <a:pt x="385260" y="1406873"/>
                  <a:pt x="341909" y="1401431"/>
                  <a:pt x="281327" y="1401794"/>
                </a:cubicBezTo>
                <a:close/>
                <a:moveTo>
                  <a:pt x="3615077" y="1399617"/>
                </a:moveTo>
                <a:lnTo>
                  <a:pt x="3615077" y="1722844"/>
                </a:lnTo>
                <a:lnTo>
                  <a:pt x="3646094" y="1722844"/>
                </a:lnTo>
                <a:cubicBezTo>
                  <a:pt x="3696519" y="1722844"/>
                  <a:pt x="3734246" y="1718219"/>
                  <a:pt x="3759277" y="1708968"/>
                </a:cubicBezTo>
                <a:cubicBezTo>
                  <a:pt x="3784309" y="1699718"/>
                  <a:pt x="3803988" y="1683030"/>
                  <a:pt x="3818317" y="1658906"/>
                </a:cubicBezTo>
                <a:cubicBezTo>
                  <a:pt x="3832648" y="1634782"/>
                  <a:pt x="3839811" y="1603312"/>
                  <a:pt x="3839811" y="1564496"/>
                </a:cubicBezTo>
                <a:cubicBezTo>
                  <a:pt x="3839811" y="1508266"/>
                  <a:pt x="3826661" y="1466729"/>
                  <a:pt x="3800360" y="1439885"/>
                </a:cubicBezTo>
                <a:cubicBezTo>
                  <a:pt x="3774060" y="1413040"/>
                  <a:pt x="3731706" y="1399617"/>
                  <a:pt x="3673301" y="1399617"/>
                </a:cubicBezTo>
                <a:close/>
                <a:moveTo>
                  <a:pt x="5702474" y="1359894"/>
                </a:moveTo>
                <a:lnTo>
                  <a:pt x="6365252" y="1359894"/>
                </a:lnTo>
                <a:lnTo>
                  <a:pt x="6365252" y="1559598"/>
                </a:lnTo>
                <a:lnTo>
                  <a:pt x="6345663" y="1559598"/>
                </a:lnTo>
                <a:cubicBezTo>
                  <a:pt x="6334054" y="1513526"/>
                  <a:pt x="6321176" y="1480424"/>
                  <a:pt x="6307028" y="1460290"/>
                </a:cubicBezTo>
                <a:cubicBezTo>
                  <a:pt x="6292880" y="1440156"/>
                  <a:pt x="6273472" y="1424104"/>
                  <a:pt x="6248804" y="1412133"/>
                </a:cubicBezTo>
                <a:cubicBezTo>
                  <a:pt x="6235019" y="1405603"/>
                  <a:pt x="6210894" y="1402338"/>
                  <a:pt x="6176431" y="1402338"/>
                </a:cubicBezTo>
                <a:lnTo>
                  <a:pt x="6121472" y="1402338"/>
                </a:lnTo>
                <a:lnTo>
                  <a:pt x="6121472" y="1971522"/>
                </a:lnTo>
                <a:cubicBezTo>
                  <a:pt x="6121472" y="2009250"/>
                  <a:pt x="6123558" y="2032830"/>
                  <a:pt x="6127730" y="2042262"/>
                </a:cubicBezTo>
                <a:cubicBezTo>
                  <a:pt x="6131902" y="2051694"/>
                  <a:pt x="6140064" y="2059947"/>
                  <a:pt x="6152217" y="2067021"/>
                </a:cubicBezTo>
                <a:cubicBezTo>
                  <a:pt x="6164369" y="2074095"/>
                  <a:pt x="6180966" y="2077631"/>
                  <a:pt x="6202007" y="2077631"/>
                </a:cubicBezTo>
                <a:lnTo>
                  <a:pt x="6226494" y="2077631"/>
                </a:lnTo>
                <a:lnTo>
                  <a:pt x="6226494" y="2097765"/>
                </a:lnTo>
                <a:lnTo>
                  <a:pt x="5840145" y="2097765"/>
                </a:lnTo>
                <a:lnTo>
                  <a:pt x="5840145" y="2077631"/>
                </a:lnTo>
                <a:lnTo>
                  <a:pt x="5864632" y="2077631"/>
                </a:lnTo>
                <a:cubicBezTo>
                  <a:pt x="5886035" y="2077631"/>
                  <a:pt x="5903267" y="2073822"/>
                  <a:pt x="5916326" y="2066204"/>
                </a:cubicBezTo>
                <a:cubicBezTo>
                  <a:pt x="5925758" y="2061126"/>
                  <a:pt x="5933195" y="2052419"/>
                  <a:pt x="5938637" y="2040085"/>
                </a:cubicBezTo>
                <a:cubicBezTo>
                  <a:pt x="5942627" y="2031379"/>
                  <a:pt x="5944622" y="2008524"/>
                  <a:pt x="5944622" y="1971522"/>
                </a:cubicBezTo>
                <a:lnTo>
                  <a:pt x="5944622" y="1402338"/>
                </a:lnTo>
                <a:lnTo>
                  <a:pt x="5891295" y="1402338"/>
                </a:lnTo>
                <a:cubicBezTo>
                  <a:pt x="5841596" y="1402338"/>
                  <a:pt x="5805501" y="1412858"/>
                  <a:pt x="5783009" y="1433899"/>
                </a:cubicBezTo>
                <a:cubicBezTo>
                  <a:pt x="5751448" y="1463283"/>
                  <a:pt x="5731496" y="1505183"/>
                  <a:pt x="5723152" y="1559598"/>
                </a:cubicBezTo>
                <a:lnTo>
                  <a:pt x="5702474" y="1559598"/>
                </a:lnTo>
                <a:close/>
                <a:moveTo>
                  <a:pt x="4877887" y="1359894"/>
                </a:moveTo>
                <a:lnTo>
                  <a:pt x="5139625" y="1359894"/>
                </a:lnTo>
                <a:lnTo>
                  <a:pt x="5503663" y="1817526"/>
                </a:lnTo>
                <a:lnTo>
                  <a:pt x="5503663" y="1500286"/>
                </a:lnTo>
                <a:cubicBezTo>
                  <a:pt x="5503663" y="1456028"/>
                  <a:pt x="5497315" y="1426099"/>
                  <a:pt x="5484618" y="1410500"/>
                </a:cubicBezTo>
                <a:cubicBezTo>
                  <a:pt x="5467205" y="1389460"/>
                  <a:pt x="5438002" y="1379302"/>
                  <a:pt x="5397010" y="1380028"/>
                </a:cubicBezTo>
                <a:lnTo>
                  <a:pt x="5397010" y="1359894"/>
                </a:lnTo>
                <a:lnTo>
                  <a:pt x="5640790" y="1359894"/>
                </a:lnTo>
                <a:lnTo>
                  <a:pt x="5640790" y="1380028"/>
                </a:lnTo>
                <a:cubicBezTo>
                  <a:pt x="5609592" y="1384018"/>
                  <a:pt x="5588642" y="1389188"/>
                  <a:pt x="5577941" y="1395536"/>
                </a:cubicBezTo>
                <a:cubicBezTo>
                  <a:pt x="5567238" y="1401885"/>
                  <a:pt x="5558895" y="1412223"/>
                  <a:pt x="5552910" y="1426553"/>
                </a:cubicBezTo>
                <a:cubicBezTo>
                  <a:pt x="5546923" y="1440882"/>
                  <a:pt x="5543931" y="1465460"/>
                  <a:pt x="5543931" y="1500286"/>
                </a:cubicBezTo>
                <a:lnTo>
                  <a:pt x="5543931" y="2114634"/>
                </a:lnTo>
                <a:lnTo>
                  <a:pt x="5525429" y="2114634"/>
                </a:lnTo>
                <a:lnTo>
                  <a:pt x="5026441" y="1500286"/>
                </a:lnTo>
                <a:lnTo>
                  <a:pt x="5026441" y="1969345"/>
                </a:lnTo>
                <a:cubicBezTo>
                  <a:pt x="5026441" y="2011789"/>
                  <a:pt x="5036145" y="2040448"/>
                  <a:pt x="5055553" y="2055321"/>
                </a:cubicBezTo>
                <a:cubicBezTo>
                  <a:pt x="5074961" y="2070195"/>
                  <a:pt x="5097182" y="2077631"/>
                  <a:pt x="5122213" y="2077631"/>
                </a:cubicBezTo>
                <a:lnTo>
                  <a:pt x="5139625" y="2077631"/>
                </a:lnTo>
                <a:lnTo>
                  <a:pt x="5139625" y="2097765"/>
                </a:lnTo>
                <a:lnTo>
                  <a:pt x="4877887" y="2097765"/>
                </a:lnTo>
                <a:lnTo>
                  <a:pt x="4877887" y="2077631"/>
                </a:lnTo>
                <a:cubicBezTo>
                  <a:pt x="4918518" y="2077269"/>
                  <a:pt x="4946814" y="2068925"/>
                  <a:pt x="4962775" y="2052600"/>
                </a:cubicBezTo>
                <a:cubicBezTo>
                  <a:pt x="4978737" y="2036276"/>
                  <a:pt x="4986718" y="2008524"/>
                  <a:pt x="4986718" y="1969345"/>
                </a:cubicBezTo>
                <a:lnTo>
                  <a:pt x="4986718" y="1448591"/>
                </a:lnTo>
                <a:lnTo>
                  <a:pt x="4970938" y="1429001"/>
                </a:lnTo>
                <a:cubicBezTo>
                  <a:pt x="4955339" y="1409412"/>
                  <a:pt x="4941553" y="1396534"/>
                  <a:pt x="4929582" y="1390367"/>
                </a:cubicBezTo>
                <a:cubicBezTo>
                  <a:pt x="4917611" y="1384200"/>
                  <a:pt x="4900379" y="1380753"/>
                  <a:pt x="4877887" y="1380028"/>
                </a:cubicBezTo>
                <a:close/>
                <a:moveTo>
                  <a:pt x="4141468" y="1359894"/>
                </a:moveTo>
                <a:lnTo>
                  <a:pt x="4759082" y="1359894"/>
                </a:lnTo>
                <a:lnTo>
                  <a:pt x="4759082" y="1578099"/>
                </a:lnTo>
                <a:lnTo>
                  <a:pt x="4738403" y="1578099"/>
                </a:lnTo>
                <a:cubicBezTo>
                  <a:pt x="4727883" y="1524772"/>
                  <a:pt x="4713100" y="1486500"/>
                  <a:pt x="4694055" y="1463283"/>
                </a:cubicBezTo>
                <a:cubicBezTo>
                  <a:pt x="4675009" y="1440066"/>
                  <a:pt x="4648074" y="1423016"/>
                  <a:pt x="4613248" y="1412133"/>
                </a:cubicBezTo>
                <a:cubicBezTo>
                  <a:pt x="4592933" y="1405603"/>
                  <a:pt x="4554843" y="1402338"/>
                  <a:pt x="4498976" y="1402338"/>
                </a:cubicBezTo>
                <a:lnTo>
                  <a:pt x="4422795" y="1402338"/>
                </a:lnTo>
                <a:lnTo>
                  <a:pt x="4422795" y="1702710"/>
                </a:lnTo>
                <a:lnTo>
                  <a:pt x="4437487" y="1702710"/>
                </a:lnTo>
                <a:cubicBezTo>
                  <a:pt x="4484284" y="1702710"/>
                  <a:pt x="4518203" y="1688018"/>
                  <a:pt x="4539243" y="1658634"/>
                </a:cubicBezTo>
                <a:cubicBezTo>
                  <a:pt x="4560284" y="1629250"/>
                  <a:pt x="4573707" y="1585899"/>
                  <a:pt x="4579511" y="1528581"/>
                </a:cubicBezTo>
                <a:lnTo>
                  <a:pt x="4600188" y="1528581"/>
                </a:lnTo>
                <a:lnTo>
                  <a:pt x="4600188" y="1914930"/>
                </a:lnTo>
                <a:lnTo>
                  <a:pt x="4579511" y="1914930"/>
                </a:lnTo>
                <a:cubicBezTo>
                  <a:pt x="4575157" y="1872849"/>
                  <a:pt x="4565997" y="1838386"/>
                  <a:pt x="4552031" y="1811541"/>
                </a:cubicBezTo>
                <a:cubicBezTo>
                  <a:pt x="4538064" y="1784696"/>
                  <a:pt x="4521830" y="1766648"/>
                  <a:pt x="4503329" y="1757398"/>
                </a:cubicBezTo>
                <a:cubicBezTo>
                  <a:pt x="4484828" y="1748147"/>
                  <a:pt x="4457983" y="1743522"/>
                  <a:pt x="4422795" y="1743522"/>
                </a:cubicBezTo>
                <a:lnTo>
                  <a:pt x="4422795" y="1951388"/>
                </a:lnTo>
                <a:cubicBezTo>
                  <a:pt x="4422795" y="1992018"/>
                  <a:pt x="4424518" y="2016868"/>
                  <a:pt x="4427964" y="2025937"/>
                </a:cubicBezTo>
                <a:cubicBezTo>
                  <a:pt x="4431410" y="2035006"/>
                  <a:pt x="4437849" y="2042443"/>
                  <a:pt x="4447281" y="2048247"/>
                </a:cubicBezTo>
                <a:cubicBezTo>
                  <a:pt x="4456714" y="2054052"/>
                  <a:pt x="4471950" y="2056954"/>
                  <a:pt x="4492990" y="2056954"/>
                </a:cubicBezTo>
                <a:lnTo>
                  <a:pt x="4537067" y="2056954"/>
                </a:lnTo>
                <a:cubicBezTo>
                  <a:pt x="4605993" y="2056954"/>
                  <a:pt x="4661224" y="2040992"/>
                  <a:pt x="4702761" y="2009068"/>
                </a:cubicBezTo>
                <a:cubicBezTo>
                  <a:pt x="4744298" y="1977145"/>
                  <a:pt x="4774136" y="1928534"/>
                  <a:pt x="4792274" y="1863235"/>
                </a:cubicBezTo>
                <a:lnTo>
                  <a:pt x="4812408" y="1863235"/>
                </a:lnTo>
                <a:lnTo>
                  <a:pt x="4779214" y="2097765"/>
                </a:lnTo>
                <a:lnTo>
                  <a:pt x="4141468" y="2097765"/>
                </a:lnTo>
                <a:lnTo>
                  <a:pt x="4141468" y="2077631"/>
                </a:lnTo>
                <a:lnTo>
                  <a:pt x="4165954" y="2077631"/>
                </a:lnTo>
                <a:cubicBezTo>
                  <a:pt x="4187358" y="2077631"/>
                  <a:pt x="4204589" y="2073822"/>
                  <a:pt x="4217649" y="2066204"/>
                </a:cubicBezTo>
                <a:cubicBezTo>
                  <a:pt x="4227081" y="2061126"/>
                  <a:pt x="4234336" y="2052419"/>
                  <a:pt x="4239415" y="2040085"/>
                </a:cubicBezTo>
                <a:cubicBezTo>
                  <a:pt x="4243406" y="2031379"/>
                  <a:pt x="4245401" y="2008524"/>
                  <a:pt x="4245401" y="1971522"/>
                </a:cubicBezTo>
                <a:lnTo>
                  <a:pt x="4245401" y="1486137"/>
                </a:lnTo>
                <a:cubicBezTo>
                  <a:pt x="4245401" y="1452763"/>
                  <a:pt x="4244494" y="1432266"/>
                  <a:pt x="4242680" y="1424648"/>
                </a:cubicBezTo>
                <a:cubicBezTo>
                  <a:pt x="4239052" y="1411951"/>
                  <a:pt x="4232341" y="1402157"/>
                  <a:pt x="4222546" y="1395264"/>
                </a:cubicBezTo>
                <a:cubicBezTo>
                  <a:pt x="4208761" y="1385107"/>
                  <a:pt x="4189898" y="1380028"/>
                  <a:pt x="4165954" y="1380028"/>
                </a:cubicBezTo>
                <a:lnTo>
                  <a:pt x="4141468" y="1380028"/>
                </a:lnTo>
                <a:close/>
                <a:moveTo>
                  <a:pt x="3339736" y="1359894"/>
                </a:moveTo>
                <a:lnTo>
                  <a:pt x="3682552" y="1359894"/>
                </a:lnTo>
                <a:cubicBezTo>
                  <a:pt x="3771792" y="1359894"/>
                  <a:pt x="3837091" y="1366061"/>
                  <a:pt x="3878446" y="1378395"/>
                </a:cubicBezTo>
                <a:cubicBezTo>
                  <a:pt x="3919802" y="1390730"/>
                  <a:pt x="3953539" y="1413493"/>
                  <a:pt x="3979659" y="1446686"/>
                </a:cubicBezTo>
                <a:cubicBezTo>
                  <a:pt x="4005778" y="1479880"/>
                  <a:pt x="4018838" y="1518787"/>
                  <a:pt x="4018838" y="1563407"/>
                </a:cubicBezTo>
                <a:cubicBezTo>
                  <a:pt x="4018838" y="1617822"/>
                  <a:pt x="3999248" y="1662806"/>
                  <a:pt x="3960069" y="1698357"/>
                </a:cubicBezTo>
                <a:cubicBezTo>
                  <a:pt x="3935038" y="1720849"/>
                  <a:pt x="3900031" y="1737717"/>
                  <a:pt x="3855048" y="1748963"/>
                </a:cubicBezTo>
                <a:lnTo>
                  <a:pt x="4032442" y="1998730"/>
                </a:lnTo>
                <a:cubicBezTo>
                  <a:pt x="4055658" y="2031016"/>
                  <a:pt x="4072165" y="2051150"/>
                  <a:pt x="4081960" y="2059131"/>
                </a:cubicBezTo>
                <a:cubicBezTo>
                  <a:pt x="4096833" y="2070376"/>
                  <a:pt x="4114065" y="2076543"/>
                  <a:pt x="4133654" y="2077631"/>
                </a:cubicBezTo>
                <a:lnTo>
                  <a:pt x="4133654" y="2097765"/>
                </a:lnTo>
                <a:lnTo>
                  <a:pt x="3901301" y="2097765"/>
                </a:lnTo>
                <a:lnTo>
                  <a:pt x="3663507" y="1761479"/>
                </a:lnTo>
                <a:lnTo>
                  <a:pt x="3615077" y="1761479"/>
                </a:lnTo>
                <a:lnTo>
                  <a:pt x="3615077" y="1968257"/>
                </a:lnTo>
                <a:cubicBezTo>
                  <a:pt x="3615077" y="2008161"/>
                  <a:pt x="3617526" y="2033283"/>
                  <a:pt x="3622423" y="2043622"/>
                </a:cubicBezTo>
                <a:cubicBezTo>
                  <a:pt x="3627320" y="2053961"/>
                  <a:pt x="3635936" y="2062214"/>
                  <a:pt x="3648270" y="2068381"/>
                </a:cubicBezTo>
                <a:cubicBezTo>
                  <a:pt x="3660604" y="2074548"/>
                  <a:pt x="3683640" y="2077631"/>
                  <a:pt x="3717377" y="2077631"/>
                </a:cubicBezTo>
                <a:lnTo>
                  <a:pt x="3717377" y="2097765"/>
                </a:lnTo>
                <a:lnTo>
                  <a:pt x="3339736" y="2097765"/>
                </a:lnTo>
                <a:lnTo>
                  <a:pt x="3339736" y="2077631"/>
                </a:lnTo>
                <a:cubicBezTo>
                  <a:pt x="3373836" y="2077631"/>
                  <a:pt x="3396962" y="2074457"/>
                  <a:pt x="3409115" y="2068109"/>
                </a:cubicBezTo>
                <a:cubicBezTo>
                  <a:pt x="3421268" y="2061761"/>
                  <a:pt x="3429793" y="2053507"/>
                  <a:pt x="3434691" y="2043350"/>
                </a:cubicBezTo>
                <a:cubicBezTo>
                  <a:pt x="3439588" y="2033193"/>
                  <a:pt x="3442036" y="2008161"/>
                  <a:pt x="3442036" y="1968257"/>
                </a:cubicBezTo>
                <a:lnTo>
                  <a:pt x="3442036" y="1489402"/>
                </a:lnTo>
                <a:cubicBezTo>
                  <a:pt x="3442036" y="1449498"/>
                  <a:pt x="3439588" y="1424376"/>
                  <a:pt x="3434691" y="1414037"/>
                </a:cubicBezTo>
                <a:cubicBezTo>
                  <a:pt x="3429793" y="1403698"/>
                  <a:pt x="3421177" y="1395445"/>
                  <a:pt x="3408843" y="1389278"/>
                </a:cubicBezTo>
                <a:cubicBezTo>
                  <a:pt x="3396509" y="1383111"/>
                  <a:pt x="3373473" y="1380028"/>
                  <a:pt x="3339736" y="1380028"/>
                </a:cubicBezTo>
                <a:close/>
                <a:moveTo>
                  <a:pt x="2598418" y="1359894"/>
                </a:moveTo>
                <a:lnTo>
                  <a:pt x="3216032" y="1359894"/>
                </a:lnTo>
                <a:lnTo>
                  <a:pt x="3216032" y="1578099"/>
                </a:lnTo>
                <a:lnTo>
                  <a:pt x="3195354" y="1578099"/>
                </a:lnTo>
                <a:cubicBezTo>
                  <a:pt x="3184834" y="1524772"/>
                  <a:pt x="3170050" y="1486500"/>
                  <a:pt x="3151005" y="1463283"/>
                </a:cubicBezTo>
                <a:cubicBezTo>
                  <a:pt x="3131960" y="1440066"/>
                  <a:pt x="3105025" y="1423016"/>
                  <a:pt x="3070199" y="1412133"/>
                </a:cubicBezTo>
                <a:cubicBezTo>
                  <a:pt x="3049883" y="1405603"/>
                  <a:pt x="3011793" y="1402338"/>
                  <a:pt x="2955927" y="1402338"/>
                </a:cubicBezTo>
                <a:lnTo>
                  <a:pt x="2879745" y="1402338"/>
                </a:lnTo>
                <a:lnTo>
                  <a:pt x="2879745" y="1702710"/>
                </a:lnTo>
                <a:lnTo>
                  <a:pt x="2894437" y="1702710"/>
                </a:lnTo>
                <a:cubicBezTo>
                  <a:pt x="2941234" y="1702710"/>
                  <a:pt x="2975153" y="1688018"/>
                  <a:pt x="2996194" y="1658634"/>
                </a:cubicBezTo>
                <a:cubicBezTo>
                  <a:pt x="3017234" y="1629250"/>
                  <a:pt x="3030657" y="1585899"/>
                  <a:pt x="3036461" y="1528581"/>
                </a:cubicBezTo>
                <a:lnTo>
                  <a:pt x="3057139" y="1528581"/>
                </a:lnTo>
                <a:lnTo>
                  <a:pt x="3057139" y="1914930"/>
                </a:lnTo>
                <a:lnTo>
                  <a:pt x="3036461" y="1914930"/>
                </a:lnTo>
                <a:cubicBezTo>
                  <a:pt x="3032108" y="1872849"/>
                  <a:pt x="3022948" y="1838386"/>
                  <a:pt x="3008982" y="1811541"/>
                </a:cubicBezTo>
                <a:cubicBezTo>
                  <a:pt x="2995015" y="1784696"/>
                  <a:pt x="2978781" y="1766648"/>
                  <a:pt x="2960280" y="1757398"/>
                </a:cubicBezTo>
                <a:cubicBezTo>
                  <a:pt x="2941779" y="1748147"/>
                  <a:pt x="2914934" y="1743522"/>
                  <a:pt x="2879745" y="1743522"/>
                </a:cubicBezTo>
                <a:lnTo>
                  <a:pt x="2879745" y="1951388"/>
                </a:lnTo>
                <a:cubicBezTo>
                  <a:pt x="2879745" y="1992018"/>
                  <a:pt x="2881468" y="2016868"/>
                  <a:pt x="2884915" y="2025937"/>
                </a:cubicBezTo>
                <a:cubicBezTo>
                  <a:pt x="2888361" y="2035006"/>
                  <a:pt x="2894800" y="2042443"/>
                  <a:pt x="2904232" y="2048247"/>
                </a:cubicBezTo>
                <a:cubicBezTo>
                  <a:pt x="2913664" y="2054052"/>
                  <a:pt x="2928901" y="2056954"/>
                  <a:pt x="2949941" y="2056954"/>
                </a:cubicBezTo>
                <a:lnTo>
                  <a:pt x="2994017" y="2056954"/>
                </a:lnTo>
                <a:cubicBezTo>
                  <a:pt x="3062943" y="2056954"/>
                  <a:pt x="3118175" y="2040992"/>
                  <a:pt x="3159712" y="2009068"/>
                </a:cubicBezTo>
                <a:cubicBezTo>
                  <a:pt x="3201249" y="1977145"/>
                  <a:pt x="3231086" y="1928534"/>
                  <a:pt x="3249225" y="1863235"/>
                </a:cubicBezTo>
                <a:lnTo>
                  <a:pt x="3269359" y="1863235"/>
                </a:lnTo>
                <a:lnTo>
                  <a:pt x="3236165" y="2097765"/>
                </a:lnTo>
                <a:lnTo>
                  <a:pt x="2598418" y="2097765"/>
                </a:lnTo>
                <a:lnTo>
                  <a:pt x="2598418" y="2077631"/>
                </a:lnTo>
                <a:lnTo>
                  <a:pt x="2622905" y="2077631"/>
                </a:lnTo>
                <a:cubicBezTo>
                  <a:pt x="2644309" y="2077631"/>
                  <a:pt x="2661540" y="2073822"/>
                  <a:pt x="2674600" y="2066204"/>
                </a:cubicBezTo>
                <a:cubicBezTo>
                  <a:pt x="2684032" y="2061126"/>
                  <a:pt x="2691287" y="2052419"/>
                  <a:pt x="2696366" y="2040085"/>
                </a:cubicBezTo>
                <a:cubicBezTo>
                  <a:pt x="2700356" y="2031379"/>
                  <a:pt x="2702351" y="2008524"/>
                  <a:pt x="2702351" y="1971522"/>
                </a:cubicBezTo>
                <a:lnTo>
                  <a:pt x="2702351" y="1486137"/>
                </a:lnTo>
                <a:cubicBezTo>
                  <a:pt x="2702351" y="1452763"/>
                  <a:pt x="2701444" y="1432266"/>
                  <a:pt x="2699631" y="1424648"/>
                </a:cubicBezTo>
                <a:cubicBezTo>
                  <a:pt x="2696003" y="1411951"/>
                  <a:pt x="2689291" y="1402157"/>
                  <a:pt x="2679497" y="1395264"/>
                </a:cubicBezTo>
                <a:cubicBezTo>
                  <a:pt x="2665712" y="1385107"/>
                  <a:pt x="2646847" y="1380028"/>
                  <a:pt x="2622905" y="1380028"/>
                </a:cubicBezTo>
                <a:lnTo>
                  <a:pt x="2598418" y="1380028"/>
                </a:lnTo>
                <a:close/>
                <a:moveTo>
                  <a:pt x="1924864" y="1359894"/>
                </a:moveTo>
                <a:lnTo>
                  <a:pt x="2547375" y="1359894"/>
                </a:lnTo>
                <a:lnTo>
                  <a:pt x="2547375" y="1571569"/>
                </a:lnTo>
                <a:lnTo>
                  <a:pt x="2525065" y="1571569"/>
                </a:lnTo>
                <a:cubicBezTo>
                  <a:pt x="2519986" y="1521870"/>
                  <a:pt x="2507017" y="1485049"/>
                  <a:pt x="2486158" y="1461107"/>
                </a:cubicBezTo>
                <a:cubicBezTo>
                  <a:pt x="2465298" y="1437164"/>
                  <a:pt x="2435098" y="1420295"/>
                  <a:pt x="2395556" y="1410500"/>
                </a:cubicBezTo>
                <a:cubicBezTo>
                  <a:pt x="2373790" y="1405059"/>
                  <a:pt x="2333523" y="1402338"/>
                  <a:pt x="2274754" y="1402338"/>
                </a:cubicBezTo>
                <a:lnTo>
                  <a:pt x="2206191" y="1402338"/>
                </a:lnTo>
                <a:lnTo>
                  <a:pt x="2206191" y="1705431"/>
                </a:lnTo>
                <a:lnTo>
                  <a:pt x="2227413" y="1705431"/>
                </a:lnTo>
                <a:cubicBezTo>
                  <a:pt x="2260063" y="1705431"/>
                  <a:pt x="2286726" y="1700534"/>
                  <a:pt x="2307404" y="1690739"/>
                </a:cubicBezTo>
                <a:cubicBezTo>
                  <a:pt x="2328081" y="1680944"/>
                  <a:pt x="2345585" y="1664438"/>
                  <a:pt x="2359914" y="1641221"/>
                </a:cubicBezTo>
                <a:cubicBezTo>
                  <a:pt x="2374244" y="1618004"/>
                  <a:pt x="2383585" y="1586624"/>
                  <a:pt x="2387938" y="1547083"/>
                </a:cubicBezTo>
                <a:lnTo>
                  <a:pt x="2406983" y="1547083"/>
                </a:lnTo>
                <a:lnTo>
                  <a:pt x="2406983" y="1917651"/>
                </a:lnTo>
                <a:lnTo>
                  <a:pt x="2387938" y="1917651"/>
                </a:lnTo>
                <a:cubicBezTo>
                  <a:pt x="2381046" y="1847636"/>
                  <a:pt x="2362272" y="1801474"/>
                  <a:pt x="2331619" y="1779164"/>
                </a:cubicBezTo>
                <a:cubicBezTo>
                  <a:pt x="2300964" y="1756853"/>
                  <a:pt x="2266229" y="1745698"/>
                  <a:pt x="2227413" y="1745698"/>
                </a:cubicBezTo>
                <a:lnTo>
                  <a:pt x="2206191" y="1745698"/>
                </a:lnTo>
                <a:lnTo>
                  <a:pt x="2206191" y="1971522"/>
                </a:lnTo>
                <a:cubicBezTo>
                  <a:pt x="2206191" y="2009250"/>
                  <a:pt x="2208277" y="2032830"/>
                  <a:pt x="2212449" y="2042262"/>
                </a:cubicBezTo>
                <a:cubicBezTo>
                  <a:pt x="2216621" y="2051694"/>
                  <a:pt x="2224783" y="2059947"/>
                  <a:pt x="2236936" y="2067021"/>
                </a:cubicBezTo>
                <a:cubicBezTo>
                  <a:pt x="2249089" y="2074095"/>
                  <a:pt x="2265504" y="2077631"/>
                  <a:pt x="2286182" y="2077631"/>
                </a:cubicBezTo>
                <a:lnTo>
                  <a:pt x="2310668" y="2077631"/>
                </a:lnTo>
                <a:lnTo>
                  <a:pt x="2310668" y="2097765"/>
                </a:lnTo>
                <a:lnTo>
                  <a:pt x="1924864" y="2097765"/>
                </a:lnTo>
                <a:lnTo>
                  <a:pt x="1924864" y="2077631"/>
                </a:lnTo>
                <a:lnTo>
                  <a:pt x="1949351" y="2077631"/>
                </a:lnTo>
                <a:cubicBezTo>
                  <a:pt x="1970754" y="2077631"/>
                  <a:pt x="1987986" y="2073822"/>
                  <a:pt x="2001046" y="2066204"/>
                </a:cubicBezTo>
                <a:cubicBezTo>
                  <a:pt x="2010477" y="2061126"/>
                  <a:pt x="2017733" y="2052419"/>
                  <a:pt x="2022812" y="2040085"/>
                </a:cubicBezTo>
                <a:cubicBezTo>
                  <a:pt x="2026802" y="2031379"/>
                  <a:pt x="2028797" y="2008524"/>
                  <a:pt x="2028797" y="1971522"/>
                </a:cubicBezTo>
                <a:lnTo>
                  <a:pt x="2028797" y="1486137"/>
                </a:lnTo>
                <a:cubicBezTo>
                  <a:pt x="2028797" y="1448410"/>
                  <a:pt x="2026802" y="1424830"/>
                  <a:pt x="2022812" y="1415398"/>
                </a:cubicBezTo>
                <a:cubicBezTo>
                  <a:pt x="2018821" y="1405966"/>
                  <a:pt x="2010750" y="1397713"/>
                  <a:pt x="1998597" y="1390639"/>
                </a:cubicBezTo>
                <a:cubicBezTo>
                  <a:pt x="1986444" y="1383565"/>
                  <a:pt x="1970029" y="1380028"/>
                  <a:pt x="1949351" y="1380028"/>
                </a:cubicBezTo>
                <a:lnTo>
                  <a:pt x="1924864" y="1380028"/>
                </a:lnTo>
                <a:close/>
                <a:moveTo>
                  <a:pt x="1248589" y="1359894"/>
                </a:moveTo>
                <a:lnTo>
                  <a:pt x="1871100" y="1359894"/>
                </a:lnTo>
                <a:lnTo>
                  <a:pt x="1871100" y="1571569"/>
                </a:lnTo>
                <a:lnTo>
                  <a:pt x="1848790" y="1571569"/>
                </a:lnTo>
                <a:cubicBezTo>
                  <a:pt x="1843711" y="1521870"/>
                  <a:pt x="1830742" y="1485049"/>
                  <a:pt x="1809883" y="1461107"/>
                </a:cubicBezTo>
                <a:cubicBezTo>
                  <a:pt x="1789024" y="1437164"/>
                  <a:pt x="1758823" y="1420295"/>
                  <a:pt x="1719281" y="1410500"/>
                </a:cubicBezTo>
                <a:cubicBezTo>
                  <a:pt x="1697516" y="1405059"/>
                  <a:pt x="1657248" y="1402338"/>
                  <a:pt x="1598479" y="1402338"/>
                </a:cubicBezTo>
                <a:lnTo>
                  <a:pt x="1529916" y="1402338"/>
                </a:lnTo>
                <a:lnTo>
                  <a:pt x="1529916" y="1705431"/>
                </a:lnTo>
                <a:lnTo>
                  <a:pt x="1551138" y="1705431"/>
                </a:lnTo>
                <a:cubicBezTo>
                  <a:pt x="1583787" y="1705431"/>
                  <a:pt x="1610451" y="1700534"/>
                  <a:pt x="1631129" y="1690739"/>
                </a:cubicBezTo>
                <a:cubicBezTo>
                  <a:pt x="1651806" y="1680944"/>
                  <a:pt x="1669310" y="1664438"/>
                  <a:pt x="1683639" y="1641221"/>
                </a:cubicBezTo>
                <a:cubicBezTo>
                  <a:pt x="1697969" y="1618004"/>
                  <a:pt x="1707310" y="1586624"/>
                  <a:pt x="1711663" y="1547083"/>
                </a:cubicBezTo>
                <a:lnTo>
                  <a:pt x="1730708" y="1547083"/>
                </a:lnTo>
                <a:lnTo>
                  <a:pt x="1730708" y="1917651"/>
                </a:lnTo>
                <a:lnTo>
                  <a:pt x="1711663" y="1917651"/>
                </a:lnTo>
                <a:cubicBezTo>
                  <a:pt x="1704770" y="1847636"/>
                  <a:pt x="1685997" y="1801474"/>
                  <a:pt x="1655344" y="1779164"/>
                </a:cubicBezTo>
                <a:cubicBezTo>
                  <a:pt x="1624689" y="1756853"/>
                  <a:pt x="1589954" y="1745698"/>
                  <a:pt x="1551138" y="1745698"/>
                </a:cubicBezTo>
                <a:lnTo>
                  <a:pt x="1529916" y="1745698"/>
                </a:lnTo>
                <a:lnTo>
                  <a:pt x="1529916" y="1971522"/>
                </a:lnTo>
                <a:cubicBezTo>
                  <a:pt x="1529916" y="2009250"/>
                  <a:pt x="1532002" y="2032830"/>
                  <a:pt x="1536174" y="2042262"/>
                </a:cubicBezTo>
                <a:cubicBezTo>
                  <a:pt x="1540345" y="2051694"/>
                  <a:pt x="1548508" y="2059947"/>
                  <a:pt x="1560661" y="2067021"/>
                </a:cubicBezTo>
                <a:cubicBezTo>
                  <a:pt x="1572813" y="2074095"/>
                  <a:pt x="1589228" y="2077631"/>
                  <a:pt x="1609907" y="2077631"/>
                </a:cubicBezTo>
                <a:lnTo>
                  <a:pt x="1634393" y="2077631"/>
                </a:lnTo>
                <a:lnTo>
                  <a:pt x="1634393" y="2097765"/>
                </a:lnTo>
                <a:lnTo>
                  <a:pt x="1248589" y="2097765"/>
                </a:lnTo>
                <a:lnTo>
                  <a:pt x="1248589" y="2077631"/>
                </a:lnTo>
                <a:lnTo>
                  <a:pt x="1273076" y="2077631"/>
                </a:lnTo>
                <a:cubicBezTo>
                  <a:pt x="1294479" y="2077631"/>
                  <a:pt x="1311711" y="2073822"/>
                  <a:pt x="1324770" y="2066204"/>
                </a:cubicBezTo>
                <a:cubicBezTo>
                  <a:pt x="1334202" y="2061126"/>
                  <a:pt x="1341458" y="2052419"/>
                  <a:pt x="1346536" y="2040085"/>
                </a:cubicBezTo>
                <a:cubicBezTo>
                  <a:pt x="1350527" y="2031379"/>
                  <a:pt x="1352522" y="2008524"/>
                  <a:pt x="1352522" y="1971522"/>
                </a:cubicBezTo>
                <a:lnTo>
                  <a:pt x="1352522" y="1486137"/>
                </a:lnTo>
                <a:cubicBezTo>
                  <a:pt x="1352522" y="1448410"/>
                  <a:pt x="1350527" y="1424830"/>
                  <a:pt x="1346536" y="1415398"/>
                </a:cubicBezTo>
                <a:cubicBezTo>
                  <a:pt x="1342546" y="1405966"/>
                  <a:pt x="1334475" y="1397713"/>
                  <a:pt x="1322321" y="1390639"/>
                </a:cubicBezTo>
                <a:cubicBezTo>
                  <a:pt x="1310169" y="1383565"/>
                  <a:pt x="1293754" y="1380028"/>
                  <a:pt x="1273076" y="1380028"/>
                </a:cubicBezTo>
                <a:lnTo>
                  <a:pt x="1248589" y="1380028"/>
                </a:lnTo>
                <a:close/>
                <a:moveTo>
                  <a:pt x="807718" y="1359894"/>
                </a:moveTo>
                <a:lnTo>
                  <a:pt x="1193522" y="1359894"/>
                </a:lnTo>
                <a:lnTo>
                  <a:pt x="1193522" y="1380028"/>
                </a:lnTo>
                <a:lnTo>
                  <a:pt x="1169036" y="1380028"/>
                </a:lnTo>
                <a:cubicBezTo>
                  <a:pt x="1147632" y="1380028"/>
                  <a:pt x="1130401" y="1383837"/>
                  <a:pt x="1117341" y="1391455"/>
                </a:cubicBezTo>
                <a:cubicBezTo>
                  <a:pt x="1107909" y="1396534"/>
                  <a:pt x="1100472" y="1405240"/>
                  <a:pt x="1095031" y="1417574"/>
                </a:cubicBezTo>
                <a:cubicBezTo>
                  <a:pt x="1091040" y="1426281"/>
                  <a:pt x="1089045" y="1449135"/>
                  <a:pt x="1089045" y="1486137"/>
                </a:cubicBezTo>
                <a:lnTo>
                  <a:pt x="1089045" y="1971522"/>
                </a:lnTo>
                <a:cubicBezTo>
                  <a:pt x="1089045" y="2009250"/>
                  <a:pt x="1091131" y="2032830"/>
                  <a:pt x="1095303" y="2042262"/>
                </a:cubicBezTo>
                <a:cubicBezTo>
                  <a:pt x="1099475" y="2051694"/>
                  <a:pt x="1107637" y="2059947"/>
                  <a:pt x="1119790" y="2067021"/>
                </a:cubicBezTo>
                <a:cubicBezTo>
                  <a:pt x="1131942" y="2074095"/>
                  <a:pt x="1148358" y="2077631"/>
                  <a:pt x="1169036" y="2077631"/>
                </a:cubicBezTo>
                <a:lnTo>
                  <a:pt x="1193522" y="2077631"/>
                </a:lnTo>
                <a:lnTo>
                  <a:pt x="1193522" y="2097765"/>
                </a:lnTo>
                <a:lnTo>
                  <a:pt x="807718" y="2097765"/>
                </a:lnTo>
                <a:lnTo>
                  <a:pt x="807718" y="2077631"/>
                </a:lnTo>
                <a:lnTo>
                  <a:pt x="832205" y="2077631"/>
                </a:lnTo>
                <a:cubicBezTo>
                  <a:pt x="853608" y="2077631"/>
                  <a:pt x="870840" y="2073822"/>
                  <a:pt x="883899" y="2066204"/>
                </a:cubicBezTo>
                <a:cubicBezTo>
                  <a:pt x="893331" y="2061126"/>
                  <a:pt x="900587" y="2052419"/>
                  <a:pt x="905666" y="2040085"/>
                </a:cubicBezTo>
                <a:cubicBezTo>
                  <a:pt x="909656" y="2031379"/>
                  <a:pt x="911651" y="2008524"/>
                  <a:pt x="911651" y="1971522"/>
                </a:cubicBezTo>
                <a:lnTo>
                  <a:pt x="911651" y="1486137"/>
                </a:lnTo>
                <a:cubicBezTo>
                  <a:pt x="911651" y="1448410"/>
                  <a:pt x="909656" y="1424830"/>
                  <a:pt x="905666" y="1415398"/>
                </a:cubicBezTo>
                <a:cubicBezTo>
                  <a:pt x="901675" y="1405966"/>
                  <a:pt x="893604" y="1397713"/>
                  <a:pt x="881451" y="1390639"/>
                </a:cubicBezTo>
                <a:cubicBezTo>
                  <a:pt x="869298" y="1383565"/>
                  <a:pt x="852883" y="1380028"/>
                  <a:pt x="832205" y="1380028"/>
                </a:cubicBezTo>
                <a:lnTo>
                  <a:pt x="807718" y="1380028"/>
                </a:lnTo>
                <a:close/>
                <a:moveTo>
                  <a:pt x="0" y="1359894"/>
                </a:moveTo>
                <a:lnTo>
                  <a:pt x="330301" y="1359894"/>
                </a:lnTo>
                <a:cubicBezTo>
                  <a:pt x="418453" y="1359894"/>
                  <a:pt x="489375" y="1371866"/>
                  <a:pt x="543064" y="1395808"/>
                </a:cubicBezTo>
                <a:cubicBezTo>
                  <a:pt x="608725" y="1425192"/>
                  <a:pt x="658515" y="1469632"/>
                  <a:pt x="692435" y="1529126"/>
                </a:cubicBezTo>
                <a:cubicBezTo>
                  <a:pt x="726353" y="1588620"/>
                  <a:pt x="743313" y="1655913"/>
                  <a:pt x="743313" y="1731006"/>
                </a:cubicBezTo>
                <a:cubicBezTo>
                  <a:pt x="743313" y="1782882"/>
                  <a:pt x="734969" y="1830677"/>
                  <a:pt x="718282" y="1874390"/>
                </a:cubicBezTo>
                <a:cubicBezTo>
                  <a:pt x="701594" y="1918104"/>
                  <a:pt x="680010" y="1954199"/>
                  <a:pt x="653527" y="1982677"/>
                </a:cubicBezTo>
                <a:cubicBezTo>
                  <a:pt x="627045" y="2011154"/>
                  <a:pt x="596482" y="2034009"/>
                  <a:pt x="561838" y="2051240"/>
                </a:cubicBezTo>
                <a:cubicBezTo>
                  <a:pt x="527193" y="2068472"/>
                  <a:pt x="484840" y="2081803"/>
                  <a:pt x="434778" y="2091235"/>
                </a:cubicBezTo>
                <a:cubicBezTo>
                  <a:pt x="412649" y="2095588"/>
                  <a:pt x="377823" y="2097765"/>
                  <a:pt x="330301" y="2097765"/>
                </a:cubicBezTo>
                <a:lnTo>
                  <a:pt x="0" y="2097765"/>
                </a:lnTo>
                <a:lnTo>
                  <a:pt x="0" y="2077631"/>
                </a:lnTo>
                <a:lnTo>
                  <a:pt x="24487" y="2077631"/>
                </a:lnTo>
                <a:cubicBezTo>
                  <a:pt x="45890" y="2077631"/>
                  <a:pt x="62305" y="2074276"/>
                  <a:pt x="73732" y="2067565"/>
                </a:cubicBezTo>
                <a:cubicBezTo>
                  <a:pt x="85160" y="2060853"/>
                  <a:pt x="93594" y="2051694"/>
                  <a:pt x="99036" y="2040085"/>
                </a:cubicBezTo>
                <a:cubicBezTo>
                  <a:pt x="102301" y="2032467"/>
                  <a:pt x="103933" y="2009612"/>
                  <a:pt x="103933" y="1971522"/>
                </a:cubicBezTo>
                <a:lnTo>
                  <a:pt x="103933" y="1486137"/>
                </a:lnTo>
                <a:cubicBezTo>
                  <a:pt x="103933" y="1448410"/>
                  <a:pt x="101938" y="1424830"/>
                  <a:pt x="97947" y="1415398"/>
                </a:cubicBezTo>
                <a:cubicBezTo>
                  <a:pt x="93957" y="1405966"/>
                  <a:pt x="85885" y="1397713"/>
                  <a:pt x="73732" y="1390639"/>
                </a:cubicBezTo>
                <a:cubicBezTo>
                  <a:pt x="61580" y="1383565"/>
                  <a:pt x="45165" y="1380028"/>
                  <a:pt x="24487" y="1380028"/>
                </a:cubicBezTo>
                <a:lnTo>
                  <a:pt x="0" y="1380028"/>
                </a:lnTo>
                <a:close/>
                <a:moveTo>
                  <a:pt x="4291352" y="56592"/>
                </a:moveTo>
                <a:lnTo>
                  <a:pt x="4291352" y="379819"/>
                </a:lnTo>
                <a:lnTo>
                  <a:pt x="4322369" y="379819"/>
                </a:lnTo>
                <a:cubicBezTo>
                  <a:pt x="4372793" y="379819"/>
                  <a:pt x="4410521" y="375194"/>
                  <a:pt x="4435552" y="365943"/>
                </a:cubicBezTo>
                <a:cubicBezTo>
                  <a:pt x="4460583" y="356693"/>
                  <a:pt x="4480263" y="340005"/>
                  <a:pt x="4494592" y="315881"/>
                </a:cubicBezTo>
                <a:cubicBezTo>
                  <a:pt x="4508922" y="291757"/>
                  <a:pt x="4516087" y="260287"/>
                  <a:pt x="4516087" y="221470"/>
                </a:cubicBezTo>
                <a:cubicBezTo>
                  <a:pt x="4516087" y="165241"/>
                  <a:pt x="4502937" y="123704"/>
                  <a:pt x="4476635" y="96860"/>
                </a:cubicBezTo>
                <a:cubicBezTo>
                  <a:pt x="4450335" y="70015"/>
                  <a:pt x="4407982" y="56592"/>
                  <a:pt x="4349576" y="56592"/>
                </a:cubicBezTo>
                <a:close/>
                <a:moveTo>
                  <a:pt x="1222363" y="41356"/>
                </a:moveTo>
                <a:cubicBezTo>
                  <a:pt x="1154888" y="41356"/>
                  <a:pt x="1103556" y="75819"/>
                  <a:pt x="1068367" y="144745"/>
                </a:cubicBezTo>
                <a:cubicBezTo>
                  <a:pt x="1039708" y="201337"/>
                  <a:pt x="1025379" y="282597"/>
                  <a:pt x="1025379" y="388525"/>
                </a:cubicBezTo>
                <a:cubicBezTo>
                  <a:pt x="1025379" y="514406"/>
                  <a:pt x="1047508" y="607456"/>
                  <a:pt x="1091766" y="667676"/>
                </a:cubicBezTo>
                <a:cubicBezTo>
                  <a:pt x="1122601" y="709757"/>
                  <a:pt x="1165771" y="730798"/>
                  <a:pt x="1221274" y="730798"/>
                </a:cubicBezTo>
                <a:cubicBezTo>
                  <a:pt x="1258639" y="730798"/>
                  <a:pt x="1289838" y="721728"/>
                  <a:pt x="1314869" y="703590"/>
                </a:cubicBezTo>
                <a:cubicBezTo>
                  <a:pt x="1346792" y="680373"/>
                  <a:pt x="1371642" y="643280"/>
                  <a:pt x="1389418" y="592311"/>
                </a:cubicBezTo>
                <a:cubicBezTo>
                  <a:pt x="1407193" y="541342"/>
                  <a:pt x="1416081" y="474864"/>
                  <a:pt x="1416081" y="392879"/>
                </a:cubicBezTo>
                <a:cubicBezTo>
                  <a:pt x="1416081" y="295294"/>
                  <a:pt x="1407012" y="222287"/>
                  <a:pt x="1388874" y="173857"/>
                </a:cubicBezTo>
                <a:cubicBezTo>
                  <a:pt x="1370735" y="125428"/>
                  <a:pt x="1347608" y="91237"/>
                  <a:pt x="1319494" y="71284"/>
                </a:cubicBezTo>
                <a:cubicBezTo>
                  <a:pt x="1291379" y="51332"/>
                  <a:pt x="1259002" y="41356"/>
                  <a:pt x="1222363" y="41356"/>
                </a:cubicBezTo>
                <a:close/>
                <a:moveTo>
                  <a:pt x="9209856" y="16869"/>
                </a:moveTo>
                <a:lnTo>
                  <a:pt x="9595660" y="16869"/>
                </a:lnTo>
                <a:lnTo>
                  <a:pt x="9595660" y="37003"/>
                </a:lnTo>
                <a:lnTo>
                  <a:pt x="9571173" y="37003"/>
                </a:lnTo>
                <a:cubicBezTo>
                  <a:pt x="9549769" y="37003"/>
                  <a:pt x="9532539" y="40812"/>
                  <a:pt x="9519479" y="48430"/>
                </a:cubicBezTo>
                <a:cubicBezTo>
                  <a:pt x="9510046" y="53509"/>
                  <a:pt x="9502610" y="62215"/>
                  <a:pt x="9497169" y="74549"/>
                </a:cubicBezTo>
                <a:cubicBezTo>
                  <a:pt x="9493178" y="83256"/>
                  <a:pt x="9491183" y="106110"/>
                  <a:pt x="9491183" y="143112"/>
                </a:cubicBezTo>
                <a:lnTo>
                  <a:pt x="9491183" y="352067"/>
                </a:lnTo>
                <a:lnTo>
                  <a:pt x="9751832" y="352067"/>
                </a:lnTo>
                <a:lnTo>
                  <a:pt x="9751832" y="143112"/>
                </a:lnTo>
                <a:cubicBezTo>
                  <a:pt x="9751832" y="105385"/>
                  <a:pt x="9749836" y="81805"/>
                  <a:pt x="9745846" y="72373"/>
                </a:cubicBezTo>
                <a:cubicBezTo>
                  <a:pt x="9741855" y="62941"/>
                  <a:pt x="9733693" y="54688"/>
                  <a:pt x="9721360" y="47614"/>
                </a:cubicBezTo>
                <a:cubicBezTo>
                  <a:pt x="9709025" y="40540"/>
                  <a:pt x="9692520" y="37003"/>
                  <a:pt x="9671842" y="37003"/>
                </a:cubicBezTo>
                <a:lnTo>
                  <a:pt x="9647900" y="37003"/>
                </a:lnTo>
                <a:lnTo>
                  <a:pt x="9647900" y="16869"/>
                </a:lnTo>
                <a:lnTo>
                  <a:pt x="10033159" y="16869"/>
                </a:lnTo>
                <a:lnTo>
                  <a:pt x="10033159" y="37003"/>
                </a:lnTo>
                <a:lnTo>
                  <a:pt x="10009216" y="37003"/>
                </a:lnTo>
                <a:cubicBezTo>
                  <a:pt x="9987450" y="37003"/>
                  <a:pt x="9970218" y="40812"/>
                  <a:pt x="9957521" y="48430"/>
                </a:cubicBezTo>
                <a:cubicBezTo>
                  <a:pt x="9948089" y="53509"/>
                  <a:pt x="9940653" y="62215"/>
                  <a:pt x="9935211" y="74549"/>
                </a:cubicBezTo>
                <a:cubicBezTo>
                  <a:pt x="9931221" y="83256"/>
                  <a:pt x="9929225" y="106110"/>
                  <a:pt x="9929225" y="143112"/>
                </a:cubicBezTo>
                <a:lnTo>
                  <a:pt x="9929225" y="628497"/>
                </a:lnTo>
                <a:cubicBezTo>
                  <a:pt x="9929225" y="666225"/>
                  <a:pt x="9931221" y="689805"/>
                  <a:pt x="9935211" y="699237"/>
                </a:cubicBezTo>
                <a:cubicBezTo>
                  <a:pt x="9939202" y="708669"/>
                  <a:pt x="9947364" y="716922"/>
                  <a:pt x="9959698" y="723996"/>
                </a:cubicBezTo>
                <a:cubicBezTo>
                  <a:pt x="9972032" y="731070"/>
                  <a:pt x="9988538" y="734607"/>
                  <a:pt x="10009216" y="734607"/>
                </a:cubicBezTo>
                <a:lnTo>
                  <a:pt x="10033159" y="734607"/>
                </a:lnTo>
                <a:lnTo>
                  <a:pt x="10033159" y="754740"/>
                </a:lnTo>
                <a:lnTo>
                  <a:pt x="9647900" y="754740"/>
                </a:lnTo>
                <a:lnTo>
                  <a:pt x="9647900" y="734607"/>
                </a:lnTo>
                <a:lnTo>
                  <a:pt x="9671842" y="734607"/>
                </a:lnTo>
                <a:cubicBezTo>
                  <a:pt x="9693608" y="734607"/>
                  <a:pt x="9710839" y="730798"/>
                  <a:pt x="9723537" y="723179"/>
                </a:cubicBezTo>
                <a:cubicBezTo>
                  <a:pt x="9732968" y="718101"/>
                  <a:pt x="9740404" y="709394"/>
                  <a:pt x="9745846" y="697060"/>
                </a:cubicBezTo>
                <a:cubicBezTo>
                  <a:pt x="9749836" y="688354"/>
                  <a:pt x="9751832" y="665499"/>
                  <a:pt x="9751832" y="628497"/>
                </a:cubicBezTo>
                <a:lnTo>
                  <a:pt x="9751832" y="399953"/>
                </a:lnTo>
                <a:lnTo>
                  <a:pt x="9491183" y="399953"/>
                </a:lnTo>
                <a:lnTo>
                  <a:pt x="9491183" y="628497"/>
                </a:lnTo>
                <a:cubicBezTo>
                  <a:pt x="9491183" y="666225"/>
                  <a:pt x="9493268" y="689805"/>
                  <a:pt x="9497441" y="699237"/>
                </a:cubicBezTo>
                <a:cubicBezTo>
                  <a:pt x="9501612" y="708669"/>
                  <a:pt x="9509774" y="716922"/>
                  <a:pt x="9521928" y="723996"/>
                </a:cubicBezTo>
                <a:cubicBezTo>
                  <a:pt x="9534079" y="731070"/>
                  <a:pt x="9550496" y="734607"/>
                  <a:pt x="9571173" y="734607"/>
                </a:cubicBezTo>
                <a:lnTo>
                  <a:pt x="9595660" y="734607"/>
                </a:lnTo>
                <a:lnTo>
                  <a:pt x="9595660" y="754740"/>
                </a:lnTo>
                <a:lnTo>
                  <a:pt x="9209856" y="754740"/>
                </a:lnTo>
                <a:lnTo>
                  <a:pt x="9209856" y="734607"/>
                </a:lnTo>
                <a:lnTo>
                  <a:pt x="9234343" y="734607"/>
                </a:lnTo>
                <a:cubicBezTo>
                  <a:pt x="9255745" y="734607"/>
                  <a:pt x="9272978" y="730798"/>
                  <a:pt x="9286037" y="723179"/>
                </a:cubicBezTo>
                <a:cubicBezTo>
                  <a:pt x="9295468" y="718101"/>
                  <a:pt x="9302724" y="709394"/>
                  <a:pt x="9307803" y="697060"/>
                </a:cubicBezTo>
                <a:cubicBezTo>
                  <a:pt x="9311793" y="688354"/>
                  <a:pt x="9313789" y="665499"/>
                  <a:pt x="9313789" y="628497"/>
                </a:cubicBezTo>
                <a:lnTo>
                  <a:pt x="9313789" y="143112"/>
                </a:lnTo>
                <a:cubicBezTo>
                  <a:pt x="9313789" y="105385"/>
                  <a:pt x="9311793" y="81805"/>
                  <a:pt x="9307803" y="72373"/>
                </a:cubicBezTo>
                <a:cubicBezTo>
                  <a:pt x="9303812" y="62941"/>
                  <a:pt x="9295740" y="54688"/>
                  <a:pt x="9283589" y="47614"/>
                </a:cubicBezTo>
                <a:cubicBezTo>
                  <a:pt x="9271435" y="40540"/>
                  <a:pt x="9255021" y="37003"/>
                  <a:pt x="9234343" y="37003"/>
                </a:cubicBezTo>
                <a:lnTo>
                  <a:pt x="9209856" y="37003"/>
                </a:lnTo>
                <a:close/>
                <a:moveTo>
                  <a:pt x="8483774" y="16869"/>
                </a:moveTo>
                <a:lnTo>
                  <a:pt x="9146552" y="16869"/>
                </a:lnTo>
                <a:lnTo>
                  <a:pt x="9146552" y="216573"/>
                </a:lnTo>
                <a:lnTo>
                  <a:pt x="9126963" y="216573"/>
                </a:lnTo>
                <a:cubicBezTo>
                  <a:pt x="9115354" y="170502"/>
                  <a:pt x="9102476" y="137399"/>
                  <a:pt x="9088328" y="117265"/>
                </a:cubicBezTo>
                <a:cubicBezTo>
                  <a:pt x="9074180" y="97132"/>
                  <a:pt x="9054772" y="81079"/>
                  <a:pt x="9030104" y="69108"/>
                </a:cubicBezTo>
                <a:cubicBezTo>
                  <a:pt x="9016318" y="62578"/>
                  <a:pt x="8992195" y="59313"/>
                  <a:pt x="8957731" y="59313"/>
                </a:cubicBezTo>
                <a:lnTo>
                  <a:pt x="8902772" y="59313"/>
                </a:lnTo>
                <a:lnTo>
                  <a:pt x="8902772" y="628497"/>
                </a:lnTo>
                <a:cubicBezTo>
                  <a:pt x="8902772" y="666225"/>
                  <a:pt x="8904858" y="689805"/>
                  <a:pt x="8909030" y="699237"/>
                </a:cubicBezTo>
                <a:cubicBezTo>
                  <a:pt x="8913201" y="708669"/>
                  <a:pt x="8921363" y="716922"/>
                  <a:pt x="8933516" y="723996"/>
                </a:cubicBezTo>
                <a:cubicBezTo>
                  <a:pt x="8945670" y="731070"/>
                  <a:pt x="8962266" y="734607"/>
                  <a:pt x="8983306" y="734607"/>
                </a:cubicBezTo>
                <a:lnTo>
                  <a:pt x="9007793" y="734607"/>
                </a:lnTo>
                <a:lnTo>
                  <a:pt x="9007793" y="754740"/>
                </a:lnTo>
                <a:lnTo>
                  <a:pt x="8621445" y="754740"/>
                </a:lnTo>
                <a:lnTo>
                  <a:pt x="8621445" y="734607"/>
                </a:lnTo>
                <a:lnTo>
                  <a:pt x="8645932" y="734607"/>
                </a:lnTo>
                <a:cubicBezTo>
                  <a:pt x="8667335" y="734607"/>
                  <a:pt x="8684566" y="730798"/>
                  <a:pt x="8697626" y="723179"/>
                </a:cubicBezTo>
                <a:cubicBezTo>
                  <a:pt x="8707058" y="718101"/>
                  <a:pt x="8714495" y="709394"/>
                  <a:pt x="8719936" y="697060"/>
                </a:cubicBezTo>
                <a:cubicBezTo>
                  <a:pt x="8723927" y="688354"/>
                  <a:pt x="8725922" y="665499"/>
                  <a:pt x="8725922" y="628497"/>
                </a:cubicBezTo>
                <a:lnTo>
                  <a:pt x="8725922" y="59313"/>
                </a:lnTo>
                <a:lnTo>
                  <a:pt x="8672595" y="59313"/>
                </a:lnTo>
                <a:cubicBezTo>
                  <a:pt x="8622896" y="59313"/>
                  <a:pt x="8586800" y="69833"/>
                  <a:pt x="8564309" y="90874"/>
                </a:cubicBezTo>
                <a:cubicBezTo>
                  <a:pt x="8532748" y="120258"/>
                  <a:pt x="8512796" y="162158"/>
                  <a:pt x="8504452" y="216573"/>
                </a:cubicBezTo>
                <a:lnTo>
                  <a:pt x="8483774" y="216573"/>
                </a:lnTo>
                <a:close/>
                <a:moveTo>
                  <a:pt x="8027667" y="16869"/>
                </a:moveTo>
                <a:lnTo>
                  <a:pt x="8413471" y="16869"/>
                </a:lnTo>
                <a:lnTo>
                  <a:pt x="8413471" y="37003"/>
                </a:lnTo>
                <a:lnTo>
                  <a:pt x="8388985" y="37003"/>
                </a:lnTo>
                <a:cubicBezTo>
                  <a:pt x="8367581" y="37003"/>
                  <a:pt x="8350350" y="40812"/>
                  <a:pt x="8337290" y="48430"/>
                </a:cubicBezTo>
                <a:cubicBezTo>
                  <a:pt x="8327858" y="53509"/>
                  <a:pt x="8320421" y="62215"/>
                  <a:pt x="8314980" y="74549"/>
                </a:cubicBezTo>
                <a:cubicBezTo>
                  <a:pt x="8310989" y="83256"/>
                  <a:pt x="8308994" y="106110"/>
                  <a:pt x="8308994" y="143112"/>
                </a:cubicBezTo>
                <a:lnTo>
                  <a:pt x="8308994" y="628497"/>
                </a:lnTo>
                <a:cubicBezTo>
                  <a:pt x="8308994" y="666225"/>
                  <a:pt x="8311080" y="689805"/>
                  <a:pt x="8315252" y="699237"/>
                </a:cubicBezTo>
                <a:cubicBezTo>
                  <a:pt x="8319424" y="708669"/>
                  <a:pt x="8327586" y="716922"/>
                  <a:pt x="8339739" y="723996"/>
                </a:cubicBezTo>
                <a:cubicBezTo>
                  <a:pt x="8351891" y="731070"/>
                  <a:pt x="8368307" y="734607"/>
                  <a:pt x="8388985" y="734607"/>
                </a:cubicBezTo>
                <a:lnTo>
                  <a:pt x="8413471" y="734607"/>
                </a:lnTo>
                <a:lnTo>
                  <a:pt x="8413471" y="754740"/>
                </a:lnTo>
                <a:lnTo>
                  <a:pt x="8027667" y="754740"/>
                </a:lnTo>
                <a:lnTo>
                  <a:pt x="8027667" y="734607"/>
                </a:lnTo>
                <a:lnTo>
                  <a:pt x="8052154" y="734607"/>
                </a:lnTo>
                <a:cubicBezTo>
                  <a:pt x="8073557" y="734607"/>
                  <a:pt x="8090789" y="730798"/>
                  <a:pt x="8103849" y="723179"/>
                </a:cubicBezTo>
                <a:cubicBezTo>
                  <a:pt x="8113281" y="718101"/>
                  <a:pt x="8120536" y="709394"/>
                  <a:pt x="8125615" y="697060"/>
                </a:cubicBezTo>
                <a:cubicBezTo>
                  <a:pt x="8129605" y="688354"/>
                  <a:pt x="8131600" y="665499"/>
                  <a:pt x="8131600" y="628497"/>
                </a:cubicBezTo>
                <a:lnTo>
                  <a:pt x="8131600" y="143112"/>
                </a:lnTo>
                <a:cubicBezTo>
                  <a:pt x="8131600" y="105385"/>
                  <a:pt x="8129605" y="81805"/>
                  <a:pt x="8125615" y="72373"/>
                </a:cubicBezTo>
                <a:cubicBezTo>
                  <a:pt x="8121624" y="62941"/>
                  <a:pt x="8113553" y="54688"/>
                  <a:pt x="8101399" y="47614"/>
                </a:cubicBezTo>
                <a:cubicBezTo>
                  <a:pt x="8089247" y="40540"/>
                  <a:pt x="8072831" y="37003"/>
                  <a:pt x="8052154" y="37003"/>
                </a:cubicBezTo>
                <a:lnTo>
                  <a:pt x="8027667" y="37003"/>
                </a:lnTo>
                <a:close/>
                <a:moveTo>
                  <a:pt x="6900727" y="16869"/>
                </a:moveTo>
                <a:lnTo>
                  <a:pt x="7220689" y="16869"/>
                </a:lnTo>
                <a:lnTo>
                  <a:pt x="7220689" y="37003"/>
                </a:lnTo>
                <a:cubicBezTo>
                  <a:pt x="7194932" y="37728"/>
                  <a:pt x="7177791" y="41628"/>
                  <a:pt x="7169266" y="48702"/>
                </a:cubicBezTo>
                <a:cubicBezTo>
                  <a:pt x="7160741" y="55776"/>
                  <a:pt x="7156479" y="64573"/>
                  <a:pt x="7156479" y="75093"/>
                </a:cubicBezTo>
                <a:cubicBezTo>
                  <a:pt x="7156479" y="88879"/>
                  <a:pt x="7165366" y="118081"/>
                  <a:pt x="7183142" y="162702"/>
                </a:cubicBezTo>
                <a:lnTo>
                  <a:pt x="7327887" y="520755"/>
                </a:lnTo>
                <a:lnTo>
                  <a:pt x="7443791" y="241060"/>
                </a:lnTo>
                <a:lnTo>
                  <a:pt x="7413319" y="162702"/>
                </a:lnTo>
                <a:cubicBezTo>
                  <a:pt x="7396631" y="119895"/>
                  <a:pt x="7383753" y="91327"/>
                  <a:pt x="7374684" y="76998"/>
                </a:cubicBezTo>
                <a:cubicBezTo>
                  <a:pt x="7365615" y="62669"/>
                  <a:pt x="7355185" y="52420"/>
                  <a:pt x="7343395" y="46253"/>
                </a:cubicBezTo>
                <a:cubicBezTo>
                  <a:pt x="7331605" y="40086"/>
                  <a:pt x="7314283" y="37003"/>
                  <a:pt x="7291429" y="37003"/>
                </a:cubicBezTo>
                <a:lnTo>
                  <a:pt x="7291429" y="16869"/>
                </a:lnTo>
                <a:lnTo>
                  <a:pt x="7648937" y="16869"/>
                </a:lnTo>
                <a:lnTo>
                  <a:pt x="7648937" y="37003"/>
                </a:lnTo>
                <a:cubicBezTo>
                  <a:pt x="7623906" y="37366"/>
                  <a:pt x="7605949" y="39361"/>
                  <a:pt x="7595066" y="42988"/>
                </a:cubicBezTo>
                <a:cubicBezTo>
                  <a:pt x="7587448" y="45528"/>
                  <a:pt x="7581462" y="49790"/>
                  <a:pt x="7577109" y="55776"/>
                </a:cubicBezTo>
                <a:cubicBezTo>
                  <a:pt x="7572756" y="61762"/>
                  <a:pt x="7570579" y="68564"/>
                  <a:pt x="7570579" y="76182"/>
                </a:cubicBezTo>
                <a:cubicBezTo>
                  <a:pt x="7570579" y="84525"/>
                  <a:pt x="7578741" y="110101"/>
                  <a:pt x="7595066" y="152907"/>
                </a:cubicBezTo>
                <a:lnTo>
                  <a:pt x="7729472" y="502253"/>
                </a:lnTo>
                <a:lnTo>
                  <a:pt x="7849729" y="186101"/>
                </a:lnTo>
                <a:cubicBezTo>
                  <a:pt x="7862426" y="153451"/>
                  <a:pt x="7870226" y="131141"/>
                  <a:pt x="7873128" y="119170"/>
                </a:cubicBezTo>
                <a:cubicBezTo>
                  <a:pt x="7876030" y="107198"/>
                  <a:pt x="7877481" y="96134"/>
                  <a:pt x="7877481" y="85976"/>
                </a:cubicBezTo>
                <a:cubicBezTo>
                  <a:pt x="7877481" y="71103"/>
                  <a:pt x="7872402" y="59404"/>
                  <a:pt x="7862245" y="50879"/>
                </a:cubicBezTo>
                <a:cubicBezTo>
                  <a:pt x="7852087" y="42354"/>
                  <a:pt x="7832679" y="37728"/>
                  <a:pt x="7804020" y="37003"/>
                </a:cubicBezTo>
                <a:lnTo>
                  <a:pt x="7804020" y="16869"/>
                </a:lnTo>
                <a:lnTo>
                  <a:pt x="7995562" y="16869"/>
                </a:lnTo>
                <a:lnTo>
                  <a:pt x="7995562" y="37003"/>
                </a:lnTo>
                <a:cubicBezTo>
                  <a:pt x="7981777" y="38091"/>
                  <a:pt x="7970168" y="41900"/>
                  <a:pt x="7960736" y="48430"/>
                </a:cubicBezTo>
                <a:cubicBezTo>
                  <a:pt x="7951305" y="54960"/>
                  <a:pt x="7942961" y="64936"/>
                  <a:pt x="7935705" y="78358"/>
                </a:cubicBezTo>
                <a:cubicBezTo>
                  <a:pt x="7933529" y="82712"/>
                  <a:pt x="7922101" y="110826"/>
                  <a:pt x="7901423" y="162702"/>
                </a:cubicBezTo>
                <a:lnTo>
                  <a:pt x="7670159" y="771609"/>
                </a:lnTo>
                <a:lnTo>
                  <a:pt x="7648937" y="771609"/>
                </a:lnTo>
                <a:lnTo>
                  <a:pt x="7466102" y="296019"/>
                </a:lnTo>
                <a:lnTo>
                  <a:pt x="7264765" y="771609"/>
                </a:lnTo>
                <a:lnTo>
                  <a:pt x="7244631" y="771609"/>
                </a:lnTo>
                <a:lnTo>
                  <a:pt x="7001939" y="169232"/>
                </a:lnTo>
                <a:cubicBezTo>
                  <a:pt x="6977271" y="108649"/>
                  <a:pt x="6960039" y="72010"/>
                  <a:pt x="6950245" y="59313"/>
                </a:cubicBezTo>
                <a:cubicBezTo>
                  <a:pt x="6940450" y="46616"/>
                  <a:pt x="6923944" y="39179"/>
                  <a:pt x="6900727" y="37003"/>
                </a:cubicBezTo>
                <a:close/>
                <a:moveTo>
                  <a:pt x="5255892" y="16869"/>
                </a:moveTo>
                <a:lnTo>
                  <a:pt x="5873506" y="16869"/>
                </a:lnTo>
                <a:lnTo>
                  <a:pt x="5873506" y="235074"/>
                </a:lnTo>
                <a:lnTo>
                  <a:pt x="5852828" y="235074"/>
                </a:lnTo>
                <a:cubicBezTo>
                  <a:pt x="5842308" y="181747"/>
                  <a:pt x="5827525" y="143475"/>
                  <a:pt x="5808479" y="120258"/>
                </a:cubicBezTo>
                <a:cubicBezTo>
                  <a:pt x="5789434" y="97041"/>
                  <a:pt x="5762499" y="79991"/>
                  <a:pt x="5727673" y="69108"/>
                </a:cubicBezTo>
                <a:cubicBezTo>
                  <a:pt x="5707358" y="62578"/>
                  <a:pt x="5669267" y="59313"/>
                  <a:pt x="5613401" y="59313"/>
                </a:cubicBezTo>
                <a:lnTo>
                  <a:pt x="5537220" y="59313"/>
                </a:lnTo>
                <a:lnTo>
                  <a:pt x="5537220" y="359685"/>
                </a:lnTo>
                <a:lnTo>
                  <a:pt x="5551911" y="359685"/>
                </a:lnTo>
                <a:cubicBezTo>
                  <a:pt x="5598709" y="359685"/>
                  <a:pt x="5632627" y="344993"/>
                  <a:pt x="5653668" y="315609"/>
                </a:cubicBezTo>
                <a:cubicBezTo>
                  <a:pt x="5674709" y="286225"/>
                  <a:pt x="5688131" y="242874"/>
                  <a:pt x="5693935" y="185556"/>
                </a:cubicBezTo>
                <a:lnTo>
                  <a:pt x="5714613" y="185556"/>
                </a:lnTo>
                <a:lnTo>
                  <a:pt x="5714613" y="571905"/>
                </a:lnTo>
                <a:lnTo>
                  <a:pt x="5693935" y="571905"/>
                </a:lnTo>
                <a:cubicBezTo>
                  <a:pt x="5689582" y="529824"/>
                  <a:pt x="5680422" y="495361"/>
                  <a:pt x="5666456" y="468516"/>
                </a:cubicBezTo>
                <a:cubicBezTo>
                  <a:pt x="5652488" y="441671"/>
                  <a:pt x="5636255" y="423623"/>
                  <a:pt x="5617754" y="414373"/>
                </a:cubicBezTo>
                <a:cubicBezTo>
                  <a:pt x="5599253" y="405122"/>
                  <a:pt x="5572408" y="400497"/>
                  <a:pt x="5537220" y="400497"/>
                </a:cubicBezTo>
                <a:lnTo>
                  <a:pt x="5537220" y="608363"/>
                </a:lnTo>
                <a:cubicBezTo>
                  <a:pt x="5537220" y="648993"/>
                  <a:pt x="5538943" y="673843"/>
                  <a:pt x="5542389" y="682912"/>
                </a:cubicBezTo>
                <a:cubicBezTo>
                  <a:pt x="5545834" y="691981"/>
                  <a:pt x="5552274" y="699418"/>
                  <a:pt x="5561706" y="705223"/>
                </a:cubicBezTo>
                <a:cubicBezTo>
                  <a:pt x="5571138" y="711027"/>
                  <a:pt x="5586374" y="713929"/>
                  <a:pt x="5607415" y="713929"/>
                </a:cubicBezTo>
                <a:lnTo>
                  <a:pt x="5651491" y="713929"/>
                </a:lnTo>
                <a:cubicBezTo>
                  <a:pt x="5720417" y="713929"/>
                  <a:pt x="5775649" y="697967"/>
                  <a:pt x="5817186" y="666043"/>
                </a:cubicBezTo>
                <a:cubicBezTo>
                  <a:pt x="5858722" y="634120"/>
                  <a:pt x="5888561" y="585509"/>
                  <a:pt x="5906699" y="520211"/>
                </a:cubicBezTo>
                <a:lnTo>
                  <a:pt x="5926833" y="520211"/>
                </a:lnTo>
                <a:lnTo>
                  <a:pt x="5893639" y="754740"/>
                </a:lnTo>
                <a:lnTo>
                  <a:pt x="5255892" y="754740"/>
                </a:lnTo>
                <a:lnTo>
                  <a:pt x="5255892" y="734607"/>
                </a:lnTo>
                <a:lnTo>
                  <a:pt x="5280379" y="734607"/>
                </a:lnTo>
                <a:cubicBezTo>
                  <a:pt x="5301782" y="734607"/>
                  <a:pt x="5319014" y="730798"/>
                  <a:pt x="5332074" y="723179"/>
                </a:cubicBezTo>
                <a:cubicBezTo>
                  <a:pt x="5341505" y="718101"/>
                  <a:pt x="5348761" y="709394"/>
                  <a:pt x="5353840" y="697060"/>
                </a:cubicBezTo>
                <a:cubicBezTo>
                  <a:pt x="5357830" y="688354"/>
                  <a:pt x="5359825" y="665499"/>
                  <a:pt x="5359825" y="628497"/>
                </a:cubicBezTo>
                <a:lnTo>
                  <a:pt x="5359825" y="143112"/>
                </a:lnTo>
                <a:cubicBezTo>
                  <a:pt x="5359825" y="109738"/>
                  <a:pt x="5358919" y="89241"/>
                  <a:pt x="5357105" y="81623"/>
                </a:cubicBezTo>
                <a:cubicBezTo>
                  <a:pt x="5353476" y="68926"/>
                  <a:pt x="5346766" y="59132"/>
                  <a:pt x="5336971" y="52239"/>
                </a:cubicBezTo>
                <a:cubicBezTo>
                  <a:pt x="5323186" y="42081"/>
                  <a:pt x="5304322" y="37003"/>
                  <a:pt x="5280379" y="37003"/>
                </a:cubicBezTo>
                <a:lnTo>
                  <a:pt x="5255892" y="37003"/>
                </a:lnTo>
                <a:close/>
                <a:moveTo>
                  <a:pt x="4817742" y="16869"/>
                </a:moveTo>
                <a:lnTo>
                  <a:pt x="5203547" y="16869"/>
                </a:lnTo>
                <a:lnTo>
                  <a:pt x="5203547" y="37003"/>
                </a:lnTo>
                <a:lnTo>
                  <a:pt x="5179060" y="37003"/>
                </a:lnTo>
                <a:cubicBezTo>
                  <a:pt x="5157656" y="37003"/>
                  <a:pt x="5140425" y="40812"/>
                  <a:pt x="5127365" y="48430"/>
                </a:cubicBezTo>
                <a:cubicBezTo>
                  <a:pt x="5117934" y="53509"/>
                  <a:pt x="5110497" y="62215"/>
                  <a:pt x="5105055" y="74549"/>
                </a:cubicBezTo>
                <a:cubicBezTo>
                  <a:pt x="5101065" y="83256"/>
                  <a:pt x="5099069" y="106110"/>
                  <a:pt x="5099069" y="143112"/>
                </a:cubicBezTo>
                <a:lnTo>
                  <a:pt x="5099069" y="628497"/>
                </a:lnTo>
                <a:cubicBezTo>
                  <a:pt x="5099069" y="666225"/>
                  <a:pt x="5101155" y="689805"/>
                  <a:pt x="5105327" y="699237"/>
                </a:cubicBezTo>
                <a:cubicBezTo>
                  <a:pt x="5109499" y="708669"/>
                  <a:pt x="5117661" y="716922"/>
                  <a:pt x="5129814" y="723996"/>
                </a:cubicBezTo>
                <a:cubicBezTo>
                  <a:pt x="5141967" y="731070"/>
                  <a:pt x="5158382" y="734607"/>
                  <a:pt x="5179060" y="734607"/>
                </a:cubicBezTo>
                <a:lnTo>
                  <a:pt x="5203547" y="734607"/>
                </a:lnTo>
                <a:lnTo>
                  <a:pt x="5203547" y="754740"/>
                </a:lnTo>
                <a:lnTo>
                  <a:pt x="4817742" y="754740"/>
                </a:lnTo>
                <a:lnTo>
                  <a:pt x="4817742" y="734607"/>
                </a:lnTo>
                <a:lnTo>
                  <a:pt x="4842230" y="734607"/>
                </a:lnTo>
                <a:cubicBezTo>
                  <a:pt x="4863633" y="734607"/>
                  <a:pt x="4880864" y="730798"/>
                  <a:pt x="4893924" y="723179"/>
                </a:cubicBezTo>
                <a:cubicBezTo>
                  <a:pt x="4903356" y="718101"/>
                  <a:pt x="4910612" y="709394"/>
                  <a:pt x="4915690" y="697060"/>
                </a:cubicBezTo>
                <a:cubicBezTo>
                  <a:pt x="4919680" y="688354"/>
                  <a:pt x="4921676" y="665499"/>
                  <a:pt x="4921676" y="628497"/>
                </a:cubicBezTo>
                <a:lnTo>
                  <a:pt x="4921676" y="143112"/>
                </a:lnTo>
                <a:cubicBezTo>
                  <a:pt x="4921676" y="105385"/>
                  <a:pt x="4919680" y="81805"/>
                  <a:pt x="4915690" y="72373"/>
                </a:cubicBezTo>
                <a:cubicBezTo>
                  <a:pt x="4911699" y="62941"/>
                  <a:pt x="4903628" y="54688"/>
                  <a:pt x="4891475" y="47614"/>
                </a:cubicBezTo>
                <a:cubicBezTo>
                  <a:pt x="4879322" y="40540"/>
                  <a:pt x="4862907" y="37003"/>
                  <a:pt x="4842230" y="37003"/>
                </a:cubicBezTo>
                <a:lnTo>
                  <a:pt x="4817742" y="37003"/>
                </a:lnTo>
                <a:close/>
                <a:moveTo>
                  <a:pt x="4016010" y="16869"/>
                </a:moveTo>
                <a:lnTo>
                  <a:pt x="4358827" y="16869"/>
                </a:lnTo>
                <a:cubicBezTo>
                  <a:pt x="4448067" y="16869"/>
                  <a:pt x="4513366" y="23036"/>
                  <a:pt x="4554721" y="35370"/>
                </a:cubicBezTo>
                <a:cubicBezTo>
                  <a:pt x="4596077" y="47704"/>
                  <a:pt x="4629815" y="70468"/>
                  <a:pt x="4655934" y="103661"/>
                </a:cubicBezTo>
                <a:cubicBezTo>
                  <a:pt x="4682054" y="136855"/>
                  <a:pt x="4695113" y="175762"/>
                  <a:pt x="4695113" y="220382"/>
                </a:cubicBezTo>
                <a:cubicBezTo>
                  <a:pt x="4695113" y="274798"/>
                  <a:pt x="4675523" y="319781"/>
                  <a:pt x="4636344" y="355332"/>
                </a:cubicBezTo>
                <a:cubicBezTo>
                  <a:pt x="4611313" y="377824"/>
                  <a:pt x="4576307" y="394693"/>
                  <a:pt x="4531323" y="405938"/>
                </a:cubicBezTo>
                <a:lnTo>
                  <a:pt x="4708717" y="655705"/>
                </a:lnTo>
                <a:cubicBezTo>
                  <a:pt x="4731934" y="687991"/>
                  <a:pt x="4748440" y="708124"/>
                  <a:pt x="4758234" y="716105"/>
                </a:cubicBezTo>
                <a:cubicBezTo>
                  <a:pt x="4773108" y="727351"/>
                  <a:pt x="4790339" y="733518"/>
                  <a:pt x="4809929" y="734607"/>
                </a:cubicBezTo>
                <a:lnTo>
                  <a:pt x="4809929" y="754740"/>
                </a:lnTo>
                <a:lnTo>
                  <a:pt x="4577576" y="754740"/>
                </a:lnTo>
                <a:lnTo>
                  <a:pt x="4339782" y="418454"/>
                </a:lnTo>
                <a:lnTo>
                  <a:pt x="4291352" y="418454"/>
                </a:lnTo>
                <a:lnTo>
                  <a:pt x="4291352" y="625232"/>
                </a:lnTo>
                <a:cubicBezTo>
                  <a:pt x="4291352" y="665137"/>
                  <a:pt x="4293800" y="690258"/>
                  <a:pt x="4298698" y="700597"/>
                </a:cubicBezTo>
                <a:cubicBezTo>
                  <a:pt x="4303596" y="710936"/>
                  <a:pt x="4312211" y="719189"/>
                  <a:pt x="4324545" y="725356"/>
                </a:cubicBezTo>
                <a:cubicBezTo>
                  <a:pt x="4336879" y="731523"/>
                  <a:pt x="4359915" y="734607"/>
                  <a:pt x="4393653" y="734607"/>
                </a:cubicBezTo>
                <a:lnTo>
                  <a:pt x="4393653" y="754740"/>
                </a:lnTo>
                <a:lnTo>
                  <a:pt x="4016010" y="754740"/>
                </a:lnTo>
                <a:lnTo>
                  <a:pt x="4016010" y="734607"/>
                </a:lnTo>
                <a:cubicBezTo>
                  <a:pt x="4050111" y="734607"/>
                  <a:pt x="4073237" y="731432"/>
                  <a:pt x="4085389" y="725084"/>
                </a:cubicBezTo>
                <a:cubicBezTo>
                  <a:pt x="4097542" y="718736"/>
                  <a:pt x="4106067" y="710483"/>
                  <a:pt x="4110965" y="700325"/>
                </a:cubicBezTo>
                <a:cubicBezTo>
                  <a:pt x="4115862" y="690167"/>
                  <a:pt x="4118311" y="665137"/>
                  <a:pt x="4118311" y="625232"/>
                </a:cubicBezTo>
                <a:lnTo>
                  <a:pt x="4118311" y="146377"/>
                </a:lnTo>
                <a:cubicBezTo>
                  <a:pt x="4118311" y="106473"/>
                  <a:pt x="4115862" y="81351"/>
                  <a:pt x="4110965" y="71012"/>
                </a:cubicBezTo>
                <a:cubicBezTo>
                  <a:pt x="4106067" y="60673"/>
                  <a:pt x="4097452" y="52420"/>
                  <a:pt x="4085117" y="46253"/>
                </a:cubicBezTo>
                <a:cubicBezTo>
                  <a:pt x="4072783" y="40086"/>
                  <a:pt x="4049747" y="37003"/>
                  <a:pt x="4016010" y="37003"/>
                </a:cubicBezTo>
                <a:close/>
                <a:moveTo>
                  <a:pt x="3292650" y="16869"/>
                </a:moveTo>
                <a:lnTo>
                  <a:pt x="3955428" y="16869"/>
                </a:lnTo>
                <a:lnTo>
                  <a:pt x="3955428" y="216573"/>
                </a:lnTo>
                <a:lnTo>
                  <a:pt x="3935839" y="216573"/>
                </a:lnTo>
                <a:cubicBezTo>
                  <a:pt x="3924230" y="170502"/>
                  <a:pt x="3911351" y="137399"/>
                  <a:pt x="3897204" y="117265"/>
                </a:cubicBezTo>
                <a:cubicBezTo>
                  <a:pt x="3883055" y="97132"/>
                  <a:pt x="3863647" y="81079"/>
                  <a:pt x="3838979" y="69108"/>
                </a:cubicBezTo>
                <a:cubicBezTo>
                  <a:pt x="3825194" y="62578"/>
                  <a:pt x="3801070" y="59313"/>
                  <a:pt x="3766607" y="59313"/>
                </a:cubicBezTo>
                <a:lnTo>
                  <a:pt x="3711647" y="59313"/>
                </a:lnTo>
                <a:lnTo>
                  <a:pt x="3711647" y="628497"/>
                </a:lnTo>
                <a:cubicBezTo>
                  <a:pt x="3711647" y="666225"/>
                  <a:pt x="3713733" y="689805"/>
                  <a:pt x="3717905" y="699237"/>
                </a:cubicBezTo>
                <a:cubicBezTo>
                  <a:pt x="3722077" y="708669"/>
                  <a:pt x="3730240" y="716922"/>
                  <a:pt x="3742392" y="723996"/>
                </a:cubicBezTo>
                <a:cubicBezTo>
                  <a:pt x="3754545" y="731070"/>
                  <a:pt x="3771142" y="734607"/>
                  <a:pt x="3792182" y="734607"/>
                </a:cubicBezTo>
                <a:lnTo>
                  <a:pt x="3816669" y="734607"/>
                </a:lnTo>
                <a:lnTo>
                  <a:pt x="3816669" y="754740"/>
                </a:lnTo>
                <a:lnTo>
                  <a:pt x="3430321" y="754740"/>
                </a:lnTo>
                <a:lnTo>
                  <a:pt x="3430321" y="734607"/>
                </a:lnTo>
                <a:lnTo>
                  <a:pt x="3454808" y="734607"/>
                </a:lnTo>
                <a:cubicBezTo>
                  <a:pt x="3476211" y="734607"/>
                  <a:pt x="3493443" y="730798"/>
                  <a:pt x="3506502" y="723179"/>
                </a:cubicBezTo>
                <a:cubicBezTo>
                  <a:pt x="3515934" y="718101"/>
                  <a:pt x="3523371" y="709394"/>
                  <a:pt x="3528813" y="697060"/>
                </a:cubicBezTo>
                <a:cubicBezTo>
                  <a:pt x="3532803" y="688354"/>
                  <a:pt x="3534799" y="665499"/>
                  <a:pt x="3534799" y="628497"/>
                </a:cubicBezTo>
                <a:lnTo>
                  <a:pt x="3534799" y="59313"/>
                </a:lnTo>
                <a:lnTo>
                  <a:pt x="3481471" y="59313"/>
                </a:lnTo>
                <a:cubicBezTo>
                  <a:pt x="3431772" y="59313"/>
                  <a:pt x="3395677" y="69833"/>
                  <a:pt x="3373185" y="90874"/>
                </a:cubicBezTo>
                <a:cubicBezTo>
                  <a:pt x="3341624" y="120258"/>
                  <a:pt x="3321671" y="162158"/>
                  <a:pt x="3313328" y="216573"/>
                </a:cubicBezTo>
                <a:lnTo>
                  <a:pt x="3292650" y="216573"/>
                </a:lnTo>
                <a:close/>
                <a:moveTo>
                  <a:pt x="2468064" y="16869"/>
                </a:moveTo>
                <a:lnTo>
                  <a:pt x="2729801" y="16869"/>
                </a:lnTo>
                <a:lnTo>
                  <a:pt x="3093839" y="474502"/>
                </a:lnTo>
                <a:lnTo>
                  <a:pt x="3093839" y="157260"/>
                </a:lnTo>
                <a:cubicBezTo>
                  <a:pt x="3093839" y="113003"/>
                  <a:pt x="3087491" y="83074"/>
                  <a:pt x="3074794" y="67475"/>
                </a:cubicBezTo>
                <a:cubicBezTo>
                  <a:pt x="3057381" y="46435"/>
                  <a:pt x="3028178" y="36277"/>
                  <a:pt x="2987185" y="37003"/>
                </a:cubicBezTo>
                <a:lnTo>
                  <a:pt x="2987185" y="16869"/>
                </a:lnTo>
                <a:lnTo>
                  <a:pt x="3230966" y="16869"/>
                </a:lnTo>
                <a:lnTo>
                  <a:pt x="3230966" y="37003"/>
                </a:lnTo>
                <a:cubicBezTo>
                  <a:pt x="3199768" y="40993"/>
                  <a:pt x="3178818" y="46163"/>
                  <a:pt x="3168116" y="52511"/>
                </a:cubicBezTo>
                <a:cubicBezTo>
                  <a:pt x="3157415" y="58860"/>
                  <a:pt x="3149071" y="69198"/>
                  <a:pt x="3143085" y="83528"/>
                </a:cubicBezTo>
                <a:cubicBezTo>
                  <a:pt x="3137100" y="97857"/>
                  <a:pt x="3134107" y="122435"/>
                  <a:pt x="3134107" y="157260"/>
                </a:cubicBezTo>
                <a:lnTo>
                  <a:pt x="3134107" y="771609"/>
                </a:lnTo>
                <a:lnTo>
                  <a:pt x="3115606" y="771609"/>
                </a:lnTo>
                <a:lnTo>
                  <a:pt x="2616617" y="157260"/>
                </a:lnTo>
                <a:lnTo>
                  <a:pt x="2616617" y="626320"/>
                </a:lnTo>
                <a:cubicBezTo>
                  <a:pt x="2616617" y="668764"/>
                  <a:pt x="2626321" y="697423"/>
                  <a:pt x="2645729" y="712296"/>
                </a:cubicBezTo>
                <a:cubicBezTo>
                  <a:pt x="2665138" y="727170"/>
                  <a:pt x="2687357" y="734607"/>
                  <a:pt x="2712389" y="734607"/>
                </a:cubicBezTo>
                <a:lnTo>
                  <a:pt x="2729801" y="734607"/>
                </a:lnTo>
                <a:lnTo>
                  <a:pt x="2729801" y="754740"/>
                </a:lnTo>
                <a:lnTo>
                  <a:pt x="2468064" y="754740"/>
                </a:lnTo>
                <a:lnTo>
                  <a:pt x="2468064" y="734607"/>
                </a:lnTo>
                <a:cubicBezTo>
                  <a:pt x="2508693" y="734244"/>
                  <a:pt x="2536990" y="725900"/>
                  <a:pt x="2552951" y="709576"/>
                </a:cubicBezTo>
                <a:cubicBezTo>
                  <a:pt x="2568913" y="693251"/>
                  <a:pt x="2576894" y="665499"/>
                  <a:pt x="2576894" y="626320"/>
                </a:cubicBezTo>
                <a:lnTo>
                  <a:pt x="2576894" y="105566"/>
                </a:lnTo>
                <a:lnTo>
                  <a:pt x="2561114" y="85976"/>
                </a:lnTo>
                <a:cubicBezTo>
                  <a:pt x="2545515" y="66387"/>
                  <a:pt x="2531729" y="53509"/>
                  <a:pt x="2519758" y="47342"/>
                </a:cubicBezTo>
                <a:cubicBezTo>
                  <a:pt x="2507787" y="41174"/>
                  <a:pt x="2490556" y="37728"/>
                  <a:pt x="2468064" y="37003"/>
                </a:cubicBezTo>
                <a:close/>
                <a:moveTo>
                  <a:pt x="1678302" y="16869"/>
                </a:moveTo>
                <a:lnTo>
                  <a:pt x="2059209" y="16869"/>
                </a:lnTo>
                <a:lnTo>
                  <a:pt x="2059209" y="37003"/>
                </a:lnTo>
                <a:lnTo>
                  <a:pt x="2040164" y="37003"/>
                </a:lnTo>
                <a:cubicBezTo>
                  <a:pt x="2011505" y="37003"/>
                  <a:pt x="1991825" y="39996"/>
                  <a:pt x="1981123" y="45981"/>
                </a:cubicBezTo>
                <a:cubicBezTo>
                  <a:pt x="1970422" y="51967"/>
                  <a:pt x="1962804" y="60220"/>
                  <a:pt x="1958269" y="70740"/>
                </a:cubicBezTo>
                <a:cubicBezTo>
                  <a:pt x="1953734" y="81260"/>
                  <a:pt x="1951467" y="107561"/>
                  <a:pt x="1951467" y="149642"/>
                </a:cubicBezTo>
                <a:lnTo>
                  <a:pt x="1951467" y="510960"/>
                </a:lnTo>
                <a:cubicBezTo>
                  <a:pt x="1951467" y="576984"/>
                  <a:pt x="1956455" y="620697"/>
                  <a:pt x="1966431" y="642101"/>
                </a:cubicBezTo>
                <a:cubicBezTo>
                  <a:pt x="1976407" y="663504"/>
                  <a:pt x="1992823" y="681280"/>
                  <a:pt x="2015677" y="695428"/>
                </a:cubicBezTo>
                <a:cubicBezTo>
                  <a:pt x="2038532" y="709576"/>
                  <a:pt x="2067372" y="716650"/>
                  <a:pt x="2102197" y="716650"/>
                </a:cubicBezTo>
                <a:cubicBezTo>
                  <a:pt x="2142102" y="716650"/>
                  <a:pt x="2176112" y="707671"/>
                  <a:pt x="2204226" y="689714"/>
                </a:cubicBezTo>
                <a:cubicBezTo>
                  <a:pt x="2232341" y="671757"/>
                  <a:pt x="2253381" y="646998"/>
                  <a:pt x="2267348" y="615437"/>
                </a:cubicBezTo>
                <a:cubicBezTo>
                  <a:pt x="2281315" y="583876"/>
                  <a:pt x="2288298" y="528917"/>
                  <a:pt x="2288298" y="450559"/>
                </a:cubicBezTo>
                <a:lnTo>
                  <a:pt x="2288298" y="149642"/>
                </a:lnTo>
                <a:cubicBezTo>
                  <a:pt x="2288298" y="116631"/>
                  <a:pt x="2284852" y="93050"/>
                  <a:pt x="2277959" y="78902"/>
                </a:cubicBezTo>
                <a:cubicBezTo>
                  <a:pt x="2271066" y="64754"/>
                  <a:pt x="2262360" y="54960"/>
                  <a:pt x="2251840" y="49518"/>
                </a:cubicBezTo>
                <a:cubicBezTo>
                  <a:pt x="2235515" y="41174"/>
                  <a:pt x="2212479" y="37003"/>
                  <a:pt x="2182732" y="37003"/>
                </a:cubicBezTo>
                <a:lnTo>
                  <a:pt x="2182732" y="16869"/>
                </a:lnTo>
                <a:lnTo>
                  <a:pt x="2437940" y="16869"/>
                </a:lnTo>
                <a:lnTo>
                  <a:pt x="2437940" y="37003"/>
                </a:lnTo>
                <a:lnTo>
                  <a:pt x="2422704" y="37003"/>
                </a:lnTo>
                <a:cubicBezTo>
                  <a:pt x="2402026" y="37003"/>
                  <a:pt x="2384794" y="41174"/>
                  <a:pt x="2371009" y="49518"/>
                </a:cubicBezTo>
                <a:cubicBezTo>
                  <a:pt x="2357224" y="57862"/>
                  <a:pt x="2347247" y="70377"/>
                  <a:pt x="2341081" y="87065"/>
                </a:cubicBezTo>
                <a:cubicBezTo>
                  <a:pt x="2336364" y="98673"/>
                  <a:pt x="2334007" y="119532"/>
                  <a:pt x="2334007" y="149642"/>
                </a:cubicBezTo>
                <a:lnTo>
                  <a:pt x="2334007" y="429881"/>
                </a:lnTo>
                <a:cubicBezTo>
                  <a:pt x="2334007" y="516583"/>
                  <a:pt x="2328293" y="579160"/>
                  <a:pt x="2316866" y="617614"/>
                </a:cubicBezTo>
                <a:cubicBezTo>
                  <a:pt x="2305439" y="656067"/>
                  <a:pt x="2277596" y="691437"/>
                  <a:pt x="2233339" y="723724"/>
                </a:cubicBezTo>
                <a:cubicBezTo>
                  <a:pt x="2189081" y="756010"/>
                  <a:pt x="2128680" y="772153"/>
                  <a:pt x="2052136" y="772153"/>
                </a:cubicBezTo>
                <a:cubicBezTo>
                  <a:pt x="1988288" y="772153"/>
                  <a:pt x="1938952" y="763628"/>
                  <a:pt x="1904126" y="746578"/>
                </a:cubicBezTo>
                <a:cubicBezTo>
                  <a:pt x="1856603" y="723361"/>
                  <a:pt x="1823047" y="693614"/>
                  <a:pt x="1803457" y="657337"/>
                </a:cubicBezTo>
                <a:cubicBezTo>
                  <a:pt x="1783868" y="621060"/>
                  <a:pt x="1774073" y="572268"/>
                  <a:pt x="1774073" y="510960"/>
                </a:cubicBezTo>
                <a:lnTo>
                  <a:pt x="1774073" y="149642"/>
                </a:lnTo>
                <a:cubicBezTo>
                  <a:pt x="1774073" y="107198"/>
                  <a:pt x="1771716" y="80807"/>
                  <a:pt x="1766999" y="70468"/>
                </a:cubicBezTo>
                <a:cubicBezTo>
                  <a:pt x="1762284" y="60129"/>
                  <a:pt x="1754121" y="51876"/>
                  <a:pt x="1742512" y="45709"/>
                </a:cubicBezTo>
                <a:cubicBezTo>
                  <a:pt x="1730904" y="39542"/>
                  <a:pt x="1709500" y="36640"/>
                  <a:pt x="1678302" y="37003"/>
                </a:cubicBezTo>
                <a:close/>
                <a:moveTo>
                  <a:pt x="1215833" y="6530"/>
                </a:moveTo>
                <a:cubicBezTo>
                  <a:pt x="1333370" y="2177"/>
                  <a:pt x="1428869" y="36459"/>
                  <a:pt x="1502329" y="109375"/>
                </a:cubicBezTo>
                <a:cubicBezTo>
                  <a:pt x="1575790" y="182292"/>
                  <a:pt x="1612521" y="273528"/>
                  <a:pt x="1612521" y="383084"/>
                </a:cubicBezTo>
                <a:cubicBezTo>
                  <a:pt x="1612521" y="476678"/>
                  <a:pt x="1585131" y="559027"/>
                  <a:pt x="1530353" y="630129"/>
                </a:cubicBezTo>
                <a:cubicBezTo>
                  <a:pt x="1457799" y="724449"/>
                  <a:pt x="1355317" y="771609"/>
                  <a:pt x="1222907" y="771609"/>
                </a:cubicBezTo>
                <a:cubicBezTo>
                  <a:pt x="1090134" y="771609"/>
                  <a:pt x="987470" y="726626"/>
                  <a:pt x="914916" y="636659"/>
                </a:cubicBezTo>
                <a:cubicBezTo>
                  <a:pt x="857599" y="565557"/>
                  <a:pt x="828940" y="481213"/>
                  <a:pt x="828940" y="383628"/>
                </a:cubicBezTo>
                <a:cubicBezTo>
                  <a:pt x="828940" y="274072"/>
                  <a:pt x="866215" y="182745"/>
                  <a:pt x="940764" y="109647"/>
                </a:cubicBezTo>
                <a:cubicBezTo>
                  <a:pt x="1015313" y="36549"/>
                  <a:pt x="1107002" y="2177"/>
                  <a:pt x="1215833" y="6530"/>
                </a:cubicBezTo>
                <a:close/>
                <a:moveTo>
                  <a:pt x="6262756" y="0"/>
                </a:moveTo>
                <a:cubicBezTo>
                  <a:pt x="6286699" y="0"/>
                  <a:pt x="6309916" y="2902"/>
                  <a:pt x="6332408" y="8707"/>
                </a:cubicBezTo>
                <a:cubicBezTo>
                  <a:pt x="6349458" y="13060"/>
                  <a:pt x="6370227" y="21132"/>
                  <a:pt x="6394713" y="32922"/>
                </a:cubicBezTo>
                <a:cubicBezTo>
                  <a:pt x="6419200" y="44712"/>
                  <a:pt x="6436341" y="50607"/>
                  <a:pt x="6446136" y="50607"/>
                </a:cubicBezTo>
                <a:cubicBezTo>
                  <a:pt x="6455568" y="50607"/>
                  <a:pt x="6463005" y="47704"/>
                  <a:pt x="6468446" y="41900"/>
                </a:cubicBezTo>
                <a:cubicBezTo>
                  <a:pt x="6473888" y="36096"/>
                  <a:pt x="6478966" y="22129"/>
                  <a:pt x="6483682" y="0"/>
                </a:cubicBezTo>
                <a:lnTo>
                  <a:pt x="6500007" y="0"/>
                </a:lnTo>
                <a:lnTo>
                  <a:pt x="6505993" y="245957"/>
                </a:lnTo>
                <a:lnTo>
                  <a:pt x="6483682" y="245957"/>
                </a:lnTo>
                <a:cubicBezTo>
                  <a:pt x="6473162" y="184287"/>
                  <a:pt x="6447315" y="134678"/>
                  <a:pt x="6406141" y="97132"/>
                </a:cubicBezTo>
                <a:cubicBezTo>
                  <a:pt x="6364966" y="59585"/>
                  <a:pt x="6320437" y="40812"/>
                  <a:pt x="6272551" y="40812"/>
                </a:cubicBezTo>
                <a:cubicBezTo>
                  <a:pt x="6235549" y="40812"/>
                  <a:pt x="6206255" y="50697"/>
                  <a:pt x="6184670" y="70468"/>
                </a:cubicBezTo>
                <a:cubicBezTo>
                  <a:pt x="6163086" y="90239"/>
                  <a:pt x="6152293" y="113003"/>
                  <a:pt x="6152293" y="138759"/>
                </a:cubicBezTo>
                <a:cubicBezTo>
                  <a:pt x="6152293" y="155084"/>
                  <a:pt x="6156102" y="169595"/>
                  <a:pt x="6163721" y="182292"/>
                </a:cubicBezTo>
                <a:cubicBezTo>
                  <a:pt x="6174241" y="199341"/>
                  <a:pt x="6191110" y="216210"/>
                  <a:pt x="6214327" y="232898"/>
                </a:cubicBezTo>
                <a:cubicBezTo>
                  <a:pt x="6231377" y="244869"/>
                  <a:pt x="6270737" y="266091"/>
                  <a:pt x="6332408" y="296564"/>
                </a:cubicBezTo>
                <a:cubicBezTo>
                  <a:pt x="6418747" y="339008"/>
                  <a:pt x="6476971" y="379093"/>
                  <a:pt x="6507081" y="416822"/>
                </a:cubicBezTo>
                <a:cubicBezTo>
                  <a:pt x="6536828" y="454549"/>
                  <a:pt x="6551702" y="497719"/>
                  <a:pt x="6551702" y="546330"/>
                </a:cubicBezTo>
                <a:cubicBezTo>
                  <a:pt x="6551702" y="608000"/>
                  <a:pt x="6527668" y="661055"/>
                  <a:pt x="6479601" y="705494"/>
                </a:cubicBezTo>
                <a:cubicBezTo>
                  <a:pt x="6431534" y="749934"/>
                  <a:pt x="6370499" y="772153"/>
                  <a:pt x="6296494" y="772153"/>
                </a:cubicBezTo>
                <a:cubicBezTo>
                  <a:pt x="6273277" y="772153"/>
                  <a:pt x="6251329" y="769795"/>
                  <a:pt x="6230651" y="765079"/>
                </a:cubicBezTo>
                <a:cubicBezTo>
                  <a:pt x="6209974" y="760363"/>
                  <a:pt x="6184036" y="751475"/>
                  <a:pt x="6152838" y="738416"/>
                </a:cubicBezTo>
                <a:cubicBezTo>
                  <a:pt x="6135425" y="731160"/>
                  <a:pt x="6121095" y="727533"/>
                  <a:pt x="6109849" y="727533"/>
                </a:cubicBezTo>
                <a:cubicBezTo>
                  <a:pt x="6100417" y="727533"/>
                  <a:pt x="6090441" y="731160"/>
                  <a:pt x="6079921" y="738416"/>
                </a:cubicBezTo>
                <a:cubicBezTo>
                  <a:pt x="6069401" y="745671"/>
                  <a:pt x="6060876" y="756736"/>
                  <a:pt x="6054346" y="771609"/>
                </a:cubicBezTo>
                <a:lnTo>
                  <a:pt x="6034212" y="771609"/>
                </a:lnTo>
                <a:lnTo>
                  <a:pt x="6034212" y="493003"/>
                </a:lnTo>
                <a:lnTo>
                  <a:pt x="6054346" y="493003"/>
                </a:lnTo>
                <a:cubicBezTo>
                  <a:pt x="6070308" y="571361"/>
                  <a:pt x="6101052" y="631127"/>
                  <a:pt x="6146580" y="672301"/>
                </a:cubicBezTo>
                <a:cubicBezTo>
                  <a:pt x="6192107" y="713475"/>
                  <a:pt x="6241172" y="734063"/>
                  <a:pt x="6293773" y="734063"/>
                </a:cubicBezTo>
                <a:cubicBezTo>
                  <a:pt x="6334403" y="734063"/>
                  <a:pt x="6366780" y="722998"/>
                  <a:pt x="6390904" y="700869"/>
                </a:cubicBezTo>
                <a:cubicBezTo>
                  <a:pt x="6415029" y="678740"/>
                  <a:pt x="6427091" y="652984"/>
                  <a:pt x="6427091" y="623599"/>
                </a:cubicBezTo>
                <a:cubicBezTo>
                  <a:pt x="6427091" y="606187"/>
                  <a:pt x="6422465" y="589318"/>
                  <a:pt x="6413215" y="572993"/>
                </a:cubicBezTo>
                <a:cubicBezTo>
                  <a:pt x="6403964" y="556669"/>
                  <a:pt x="6389907" y="541160"/>
                  <a:pt x="6371043" y="526468"/>
                </a:cubicBezTo>
                <a:cubicBezTo>
                  <a:pt x="6352179" y="511776"/>
                  <a:pt x="6318804" y="492640"/>
                  <a:pt x="6270919" y="469060"/>
                </a:cubicBezTo>
                <a:cubicBezTo>
                  <a:pt x="6203807" y="436048"/>
                  <a:pt x="6155558" y="407934"/>
                  <a:pt x="6126174" y="384716"/>
                </a:cubicBezTo>
                <a:cubicBezTo>
                  <a:pt x="6096790" y="361499"/>
                  <a:pt x="6074207" y="335561"/>
                  <a:pt x="6058427" y="306903"/>
                </a:cubicBezTo>
                <a:cubicBezTo>
                  <a:pt x="6042647" y="278244"/>
                  <a:pt x="6034756" y="246683"/>
                  <a:pt x="6034756" y="212220"/>
                </a:cubicBezTo>
                <a:cubicBezTo>
                  <a:pt x="6034756" y="153451"/>
                  <a:pt x="6056341" y="103389"/>
                  <a:pt x="6099511" y="62034"/>
                </a:cubicBezTo>
                <a:cubicBezTo>
                  <a:pt x="6142680" y="20678"/>
                  <a:pt x="6197095" y="0"/>
                  <a:pt x="6262756" y="0"/>
                </a:cubicBezTo>
                <a:close/>
                <a:moveTo>
                  <a:pt x="433145" y="0"/>
                </a:moveTo>
                <a:cubicBezTo>
                  <a:pt x="485021" y="0"/>
                  <a:pt x="539800" y="11246"/>
                  <a:pt x="597480" y="33738"/>
                </a:cubicBezTo>
                <a:cubicBezTo>
                  <a:pt x="630855" y="46797"/>
                  <a:pt x="652077" y="53327"/>
                  <a:pt x="661146" y="53327"/>
                </a:cubicBezTo>
                <a:cubicBezTo>
                  <a:pt x="672754" y="53327"/>
                  <a:pt x="682821" y="49065"/>
                  <a:pt x="691346" y="40540"/>
                </a:cubicBezTo>
                <a:cubicBezTo>
                  <a:pt x="699871" y="32015"/>
                  <a:pt x="705403" y="18502"/>
                  <a:pt x="707943" y="0"/>
                </a:cubicBezTo>
                <a:lnTo>
                  <a:pt x="729165" y="0"/>
                </a:lnTo>
                <a:lnTo>
                  <a:pt x="729165" y="255752"/>
                </a:lnTo>
                <a:lnTo>
                  <a:pt x="707943" y="255752"/>
                </a:lnTo>
                <a:cubicBezTo>
                  <a:pt x="691981" y="189003"/>
                  <a:pt x="662234" y="137852"/>
                  <a:pt x="618702" y="102301"/>
                </a:cubicBezTo>
                <a:cubicBezTo>
                  <a:pt x="575170" y="66750"/>
                  <a:pt x="525833" y="48974"/>
                  <a:pt x="470692" y="48974"/>
                </a:cubicBezTo>
                <a:cubicBezTo>
                  <a:pt x="424621" y="48974"/>
                  <a:pt x="382358" y="62215"/>
                  <a:pt x="343904" y="88697"/>
                </a:cubicBezTo>
                <a:cubicBezTo>
                  <a:pt x="305451" y="115179"/>
                  <a:pt x="277336" y="149824"/>
                  <a:pt x="259561" y="192630"/>
                </a:cubicBezTo>
                <a:cubicBezTo>
                  <a:pt x="236706" y="247408"/>
                  <a:pt x="225279" y="308354"/>
                  <a:pt x="225279" y="375466"/>
                </a:cubicBezTo>
                <a:cubicBezTo>
                  <a:pt x="225279" y="441490"/>
                  <a:pt x="233623" y="501618"/>
                  <a:pt x="250310" y="555853"/>
                </a:cubicBezTo>
                <a:cubicBezTo>
                  <a:pt x="266998" y="610086"/>
                  <a:pt x="293117" y="651079"/>
                  <a:pt x="328668" y="678831"/>
                </a:cubicBezTo>
                <a:cubicBezTo>
                  <a:pt x="364219" y="706583"/>
                  <a:pt x="410291" y="720459"/>
                  <a:pt x="466883" y="720459"/>
                </a:cubicBezTo>
                <a:cubicBezTo>
                  <a:pt x="513317" y="720459"/>
                  <a:pt x="555852" y="710301"/>
                  <a:pt x="594487" y="689986"/>
                </a:cubicBezTo>
                <a:cubicBezTo>
                  <a:pt x="633122" y="669671"/>
                  <a:pt x="673842" y="634664"/>
                  <a:pt x="716649" y="584965"/>
                </a:cubicBezTo>
                <a:lnTo>
                  <a:pt x="716649" y="648631"/>
                </a:lnTo>
                <a:cubicBezTo>
                  <a:pt x="675294" y="691800"/>
                  <a:pt x="632215" y="723089"/>
                  <a:pt x="587413" y="742497"/>
                </a:cubicBezTo>
                <a:cubicBezTo>
                  <a:pt x="542611" y="761905"/>
                  <a:pt x="490282" y="771609"/>
                  <a:pt x="430425" y="771609"/>
                </a:cubicBezTo>
                <a:cubicBezTo>
                  <a:pt x="351704" y="771609"/>
                  <a:pt x="281780" y="755829"/>
                  <a:pt x="220654" y="724268"/>
                </a:cubicBezTo>
                <a:cubicBezTo>
                  <a:pt x="159527" y="692707"/>
                  <a:pt x="112367" y="647361"/>
                  <a:pt x="79174" y="588229"/>
                </a:cubicBezTo>
                <a:cubicBezTo>
                  <a:pt x="45981" y="529098"/>
                  <a:pt x="29384" y="466158"/>
                  <a:pt x="29384" y="399408"/>
                </a:cubicBezTo>
                <a:cubicBezTo>
                  <a:pt x="29384" y="329031"/>
                  <a:pt x="47795" y="262282"/>
                  <a:pt x="84616" y="199160"/>
                </a:cubicBezTo>
                <a:cubicBezTo>
                  <a:pt x="121437" y="136039"/>
                  <a:pt x="171136" y="87065"/>
                  <a:pt x="233714" y="52239"/>
                </a:cubicBezTo>
                <a:cubicBezTo>
                  <a:pt x="296291" y="17413"/>
                  <a:pt x="362769" y="0"/>
                  <a:pt x="433145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799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ED31B3-6C74-8E56-4FBA-A66D399C602D}"/>
              </a:ext>
            </a:extLst>
          </p:cNvPr>
          <p:cNvSpPr txBox="1"/>
          <p:nvPr/>
        </p:nvSpPr>
        <p:spPr>
          <a:xfrm>
            <a:off x="8470392" y="6141309"/>
            <a:ext cx="3721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by: JEEVAN PREM</a:t>
            </a:r>
            <a:endParaRPr lang="en-IN" sz="2000" dirty="0">
              <a:solidFill>
                <a:schemeClr val="accent4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24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07C3C-C001-08FE-C46C-A5AC4E3CB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702C3-CA72-FF02-2BC0-1E803D487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59B0B1C-1A25-5114-5026-58F58F13FE2F}"/>
              </a:ext>
            </a:extLst>
          </p:cNvPr>
          <p:cNvSpPr txBox="1">
            <a:spLocks/>
          </p:cNvSpPr>
          <p:nvPr/>
        </p:nvSpPr>
        <p:spPr>
          <a:xfrm>
            <a:off x="838200" y="237109"/>
            <a:ext cx="10515600" cy="1325563"/>
          </a:xfrm>
          <a:prstGeom prst="rect">
            <a:avLst/>
          </a:prstGeom>
        </p:spPr>
        <p:txBody>
          <a:bodyPr vert="horz" lIns="91439" tIns="45720" rIns="91439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BC6BE95-930E-5A54-70AA-763694119A71}"/>
              </a:ext>
            </a:extLst>
          </p:cNvPr>
          <p:cNvGrpSpPr/>
          <p:nvPr/>
        </p:nvGrpSpPr>
        <p:grpSpPr>
          <a:xfrm>
            <a:off x="0" y="-18288"/>
            <a:ext cx="12201144" cy="6876289"/>
            <a:chOff x="-9144" y="-18288"/>
            <a:chExt cx="12201144" cy="687628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BB8E995-C2C1-52DE-8DB5-89B47DB512C4}"/>
                </a:ext>
              </a:extLst>
            </p:cNvPr>
            <p:cNvGrpSpPr/>
            <p:nvPr/>
          </p:nvGrpSpPr>
          <p:grpSpPr>
            <a:xfrm>
              <a:off x="-9144" y="0"/>
              <a:ext cx="2450592" cy="6858000"/>
              <a:chOff x="-9144" y="0"/>
              <a:chExt cx="2450592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FC8EB1F-4CD9-AA08-47CB-8D2BC08930DA}"/>
                  </a:ext>
                </a:extLst>
              </p:cNvPr>
              <p:cNvSpPr/>
              <p:nvPr/>
            </p:nvSpPr>
            <p:spPr>
              <a:xfrm>
                <a:off x="-9144" y="0"/>
                <a:ext cx="2450592" cy="68580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799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C9BDDE-EAEA-BB07-4FD5-F571E7BFA52B}"/>
                  </a:ext>
                </a:extLst>
              </p:cNvPr>
              <p:cNvSpPr txBox="1"/>
              <p:nvPr/>
            </p:nvSpPr>
            <p:spPr>
              <a:xfrm>
                <a:off x="530352" y="365125"/>
                <a:ext cx="1082040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800" dirty="0">
                    <a:solidFill>
                      <a:schemeClr val="bg1"/>
                    </a:solidFill>
                    <a:latin typeface="Algerian" panose="04020705040A02060702" pitchFamily="82" charset="0"/>
                    <a:cs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297D5D-BEE3-8D23-9FE6-788DF1DACDD3}"/>
                  </a:ext>
                </a:extLst>
              </p:cNvPr>
              <p:cNvSpPr txBox="1"/>
              <p:nvPr/>
            </p:nvSpPr>
            <p:spPr>
              <a:xfrm>
                <a:off x="128016" y="2093976"/>
                <a:ext cx="2194560" cy="585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Overview of the Dataset</a:t>
                </a:r>
              </a:p>
              <a:p>
                <a:endParaRPr lang="en-IN" sz="1601" dirty="0">
                  <a:solidFill>
                    <a:schemeClr val="bg1">
                      <a:lumMod val="9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0BBA2C-3DC3-B03C-266D-EFD5063AFA48}"/>
                  </a:ext>
                </a:extLst>
              </p:cNvPr>
              <p:cNvSpPr txBox="1"/>
              <p:nvPr/>
            </p:nvSpPr>
            <p:spPr>
              <a:xfrm>
                <a:off x="192024" y="3072384"/>
                <a:ext cx="1938528" cy="3541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49" indent="-285749">
                  <a:buFont typeface="Wingdings" panose="05000000000000000000" pitchFamily="2" charset="2"/>
                  <a:buChar char="v"/>
                </a:pPr>
                <a:r>
                  <a:rPr lang="en-US" sz="1601" dirty="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dataset allows for comparisons and analyses of how different countries perform in different areas.</a:t>
                </a:r>
              </a:p>
              <a:p>
                <a:pPr marL="285749" indent="-285749">
                  <a:buFont typeface="Wingdings" panose="05000000000000000000" pitchFamily="2" charset="2"/>
                  <a:buChar char="v"/>
                </a:pPr>
                <a:endParaRPr lang="en-US" sz="1601" dirty="0">
                  <a:solidFill>
                    <a:schemeClr val="bg1">
                      <a:lumMod val="9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49" indent="-285749">
                  <a:buFont typeface="Wingdings" panose="05000000000000000000" pitchFamily="2" charset="2"/>
                  <a:buChar char="v"/>
                </a:pPr>
                <a:r>
                  <a:rPr lang="en-US" sz="1601" dirty="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Showing us into their health systems, economic conditions, and  development.</a:t>
                </a:r>
                <a:endParaRPr lang="en-IN" sz="1601" dirty="0">
                  <a:solidFill>
                    <a:schemeClr val="bg1">
                      <a:lumMod val="9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F1B8E73-0855-6EC5-5A3E-93BA9794EA20}"/>
                </a:ext>
              </a:extLst>
            </p:cNvPr>
            <p:cNvGrpSpPr/>
            <p:nvPr/>
          </p:nvGrpSpPr>
          <p:grpSpPr>
            <a:xfrm>
              <a:off x="2450592" y="0"/>
              <a:ext cx="2450592" cy="6858000"/>
              <a:chOff x="2450592" y="0"/>
              <a:chExt cx="2450592" cy="68580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2939613-D407-A028-688C-6D82A1C25A6D}"/>
                  </a:ext>
                </a:extLst>
              </p:cNvPr>
              <p:cNvSpPr/>
              <p:nvPr/>
            </p:nvSpPr>
            <p:spPr>
              <a:xfrm>
                <a:off x="2450592" y="0"/>
                <a:ext cx="2450592" cy="68580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799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759B31-E293-496E-0A73-7B3E8F4A8902}"/>
                  </a:ext>
                </a:extLst>
              </p:cNvPr>
              <p:cNvSpPr txBox="1"/>
              <p:nvPr/>
            </p:nvSpPr>
            <p:spPr>
              <a:xfrm>
                <a:off x="3145536" y="365125"/>
                <a:ext cx="917448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800" dirty="0">
                    <a:solidFill>
                      <a:srgbClr val="00B0F0"/>
                    </a:solidFill>
                    <a:latin typeface="Algerian" panose="04020705040A02060702" pitchFamily="82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0366B4D-54F8-ECCA-813C-2C19F231B49A}"/>
                  </a:ext>
                </a:extLst>
              </p:cNvPr>
              <p:cNvSpPr txBox="1"/>
              <p:nvPr/>
            </p:nvSpPr>
            <p:spPr>
              <a:xfrm>
                <a:off x="2551176" y="2093976"/>
                <a:ext cx="2139697" cy="676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799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IN" sz="1999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Modules</a:t>
                </a:r>
              </a:p>
              <a:p>
                <a:endParaRPr lang="en-IN" sz="1799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7760B68-9FB0-CA9F-2A66-2EE7AF31422E}"/>
                  </a:ext>
                </a:extLst>
              </p:cNvPr>
              <p:cNvSpPr txBox="1"/>
              <p:nvPr/>
            </p:nvSpPr>
            <p:spPr>
              <a:xfrm>
                <a:off x="2767584" y="3072384"/>
                <a:ext cx="1847088" cy="2861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1999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Country</a:t>
                </a:r>
              </a:p>
              <a:p>
                <a:endParaRPr lang="en-US" sz="1999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1999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Child Mortality</a:t>
                </a:r>
              </a:p>
              <a:p>
                <a:pPr marL="342900" indent="-342900">
                  <a:buFont typeface="Wingdings" panose="05000000000000000000" pitchFamily="2" charset="2"/>
                  <a:buChar char="q"/>
                </a:pPr>
                <a:endParaRPr lang="en-US" sz="1999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1999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Exports</a:t>
                </a:r>
              </a:p>
              <a:p>
                <a:pPr marL="342900" indent="-342900">
                  <a:buFont typeface="Wingdings" panose="05000000000000000000" pitchFamily="2" charset="2"/>
                  <a:buChar char="q"/>
                </a:pPr>
                <a:endParaRPr lang="en-US" sz="1999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1999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Health Systems</a:t>
                </a:r>
                <a:endParaRPr lang="en-IN" sz="1999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A16ADEF-542F-213A-DB0A-79A4FDE77888}"/>
                </a:ext>
              </a:extLst>
            </p:cNvPr>
            <p:cNvGrpSpPr/>
            <p:nvPr/>
          </p:nvGrpSpPr>
          <p:grpSpPr>
            <a:xfrm>
              <a:off x="4907280" y="-18288"/>
              <a:ext cx="2450592" cy="6858000"/>
              <a:chOff x="4907280" y="-18288"/>
              <a:chExt cx="2450592" cy="6858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8006A15-988F-C8FD-7480-65A0041815B4}"/>
                  </a:ext>
                </a:extLst>
              </p:cNvPr>
              <p:cNvSpPr/>
              <p:nvPr/>
            </p:nvSpPr>
            <p:spPr>
              <a:xfrm>
                <a:off x="4907280" y="-18288"/>
                <a:ext cx="2450592" cy="6858000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799"/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9B432D6-F963-6066-4062-DDE0A916962F}"/>
                  </a:ext>
                </a:extLst>
              </p:cNvPr>
              <p:cNvGrpSpPr/>
              <p:nvPr/>
            </p:nvGrpSpPr>
            <p:grpSpPr>
              <a:xfrm>
                <a:off x="5065776" y="365125"/>
                <a:ext cx="2167128" cy="5543868"/>
                <a:chOff x="5065776" y="365125"/>
                <a:chExt cx="2167128" cy="5543868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78CDDB9-079D-56D2-D3CB-DBE5BB102132}"/>
                    </a:ext>
                  </a:extLst>
                </p:cNvPr>
                <p:cNvSpPr txBox="1"/>
                <p:nvPr/>
              </p:nvSpPr>
              <p:spPr>
                <a:xfrm>
                  <a:off x="5739384" y="365125"/>
                  <a:ext cx="707135" cy="14465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8800" dirty="0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atin typeface="Algerian" panose="04020705040A02060702" pitchFamily="82" charset="0"/>
                      <a:cs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19FE974-7545-8E2C-09DF-73F01F6BD965}"/>
                    </a:ext>
                  </a:extLst>
                </p:cNvPr>
                <p:cNvSpPr txBox="1"/>
                <p:nvPr/>
              </p:nvSpPr>
              <p:spPr>
                <a:xfrm>
                  <a:off x="5102352" y="2157984"/>
                  <a:ext cx="2039111" cy="3692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799" dirty="0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Country and EC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27D2430-9297-F4EB-D261-EADF261FFF52}"/>
                    </a:ext>
                  </a:extLst>
                </p:cNvPr>
                <p:cNvSpPr txBox="1"/>
                <p:nvPr/>
              </p:nvSpPr>
              <p:spPr>
                <a:xfrm>
                  <a:off x="5065776" y="2771084"/>
                  <a:ext cx="2167128" cy="31379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49" indent="-285749">
                    <a:buFont typeface="Wingdings" panose="05000000000000000000" pitchFamily="2" charset="2"/>
                    <a:buChar char="§"/>
                  </a:pPr>
                  <a:r>
                    <a:rPr lang="en-US" sz="1799" dirty="0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The Country module in the dataset lists various countries along with their economic conditions.</a:t>
                  </a:r>
                </a:p>
                <a:p>
                  <a:pPr marL="285749" indent="-285749">
                    <a:buFont typeface="Wingdings" panose="05000000000000000000" pitchFamily="2" charset="2"/>
                    <a:buChar char="§"/>
                  </a:pPr>
                  <a:endParaRPr lang="en-US" sz="1799" dirty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285749" indent="-285749">
                    <a:buFont typeface="Wingdings" panose="05000000000000000000" pitchFamily="2" charset="2"/>
                    <a:buChar char="§"/>
                  </a:pPr>
                  <a:r>
                    <a:rPr lang="en-US" sz="1799" dirty="0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Discuss exports, imports, income levels, and GDP</a:t>
                  </a:r>
                  <a:endParaRPr lang="en-IN" sz="1799" dirty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486774B-DA10-FA45-360C-E3DB4AE160E7}"/>
                </a:ext>
              </a:extLst>
            </p:cNvPr>
            <p:cNvGrpSpPr/>
            <p:nvPr/>
          </p:nvGrpSpPr>
          <p:grpSpPr>
            <a:xfrm>
              <a:off x="7351776" y="0"/>
              <a:ext cx="2450592" cy="6858000"/>
              <a:chOff x="7351776" y="0"/>
              <a:chExt cx="2450592" cy="685800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783A8D2-4FDA-B03D-CD18-C4D68CA89894}"/>
                  </a:ext>
                </a:extLst>
              </p:cNvPr>
              <p:cNvSpPr/>
              <p:nvPr/>
            </p:nvSpPr>
            <p:spPr>
              <a:xfrm>
                <a:off x="7351776" y="0"/>
                <a:ext cx="2450592" cy="6858000"/>
              </a:xfrm>
              <a:prstGeom prst="rect">
                <a:avLst/>
              </a:prstGeom>
              <a:solidFill>
                <a:srgbClr val="9DFFF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799"/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A333B388-B32C-159C-94DB-185845359877}"/>
                  </a:ext>
                </a:extLst>
              </p:cNvPr>
              <p:cNvGrpSpPr/>
              <p:nvPr/>
            </p:nvGrpSpPr>
            <p:grpSpPr>
              <a:xfrm>
                <a:off x="7516368" y="365127"/>
                <a:ext cx="2069592" cy="4713254"/>
                <a:chOff x="7516368" y="365127"/>
                <a:chExt cx="2069592" cy="4713254"/>
              </a:xfrm>
            </p:grpSpPr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647DC11-C49E-406A-27FE-55CC7348B12E}"/>
                    </a:ext>
                  </a:extLst>
                </p:cNvPr>
                <p:cNvSpPr txBox="1"/>
                <p:nvPr/>
              </p:nvSpPr>
              <p:spPr>
                <a:xfrm>
                  <a:off x="8189976" y="365127"/>
                  <a:ext cx="707135" cy="13235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8001" dirty="0">
                      <a:solidFill>
                        <a:schemeClr val="accent6">
                          <a:lumMod val="50000"/>
                        </a:schemeClr>
                      </a:solidFill>
                      <a:latin typeface="Algerian" panose="04020705040A02060702" pitchFamily="82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867A7C4-DB68-CBCC-FC83-327B34663936}"/>
                    </a:ext>
                  </a:extLst>
                </p:cNvPr>
                <p:cNvSpPr txBox="1"/>
                <p:nvPr/>
              </p:nvSpPr>
              <p:spPr>
                <a:xfrm>
                  <a:off x="7516368" y="2093976"/>
                  <a:ext cx="2069592" cy="3692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799" dirty="0">
                      <a:solidFill>
                        <a:schemeClr val="accent6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Child Mortality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B4FB991-C376-D4F5-4F6C-70BC3F430E49}"/>
                    </a:ext>
                  </a:extLst>
                </p:cNvPr>
                <p:cNvSpPr txBox="1"/>
                <p:nvPr/>
              </p:nvSpPr>
              <p:spPr>
                <a:xfrm>
                  <a:off x="7516368" y="2771083"/>
                  <a:ext cx="2069592" cy="23072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49" indent="-285749">
                    <a:buFont typeface="Wingdings" panose="05000000000000000000" pitchFamily="2" charset="2"/>
                    <a:buChar char="ü"/>
                  </a:pPr>
                  <a:r>
                    <a:rPr lang="en-US" sz="1799" dirty="0">
                      <a:solidFill>
                        <a:schemeClr val="accent6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Insights on child mortality rates across countries.</a:t>
                  </a:r>
                </a:p>
                <a:p>
                  <a:pPr marL="285749" indent="-285749">
                    <a:buFont typeface="Wingdings" panose="05000000000000000000" pitchFamily="2" charset="2"/>
                    <a:buChar char="ü"/>
                  </a:pPr>
                  <a:endParaRPr lang="en-US" sz="1799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285749" indent="-285749">
                    <a:buFont typeface="Wingdings" panose="05000000000000000000" pitchFamily="2" charset="2"/>
                    <a:buChar char="ü"/>
                  </a:pPr>
                  <a:r>
                    <a:rPr lang="en-US" sz="1799" dirty="0">
                      <a:solidFill>
                        <a:schemeClr val="accent6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Highlight countries with high and low rates.</a:t>
                  </a:r>
                </a:p>
              </p:txBody>
            </p:sp>
          </p:grp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907FD87-BD0C-501D-63B4-08B656317802}"/>
                </a:ext>
              </a:extLst>
            </p:cNvPr>
            <p:cNvGrpSpPr/>
            <p:nvPr/>
          </p:nvGrpSpPr>
          <p:grpSpPr>
            <a:xfrm>
              <a:off x="9802368" y="0"/>
              <a:ext cx="2389632" cy="6858000"/>
              <a:chOff x="9802368" y="0"/>
              <a:chExt cx="2389632" cy="6858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8474A5F-130D-93DE-909A-AE26100B98C0}"/>
                  </a:ext>
                </a:extLst>
              </p:cNvPr>
              <p:cNvSpPr/>
              <p:nvPr/>
            </p:nvSpPr>
            <p:spPr>
              <a:xfrm>
                <a:off x="9802368" y="0"/>
                <a:ext cx="2389632" cy="6858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799" dirty="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A3F5DA8E-1285-5E25-FA11-BFD9797E69EA}"/>
                  </a:ext>
                </a:extLst>
              </p:cNvPr>
              <p:cNvGrpSpPr/>
              <p:nvPr/>
            </p:nvGrpSpPr>
            <p:grpSpPr>
              <a:xfrm>
                <a:off x="9921240" y="438913"/>
                <a:ext cx="2002536" cy="6096523"/>
                <a:chOff x="9921240" y="438913"/>
                <a:chExt cx="2002536" cy="6096523"/>
              </a:xfrm>
            </p:grpSpPr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A81C01B-7AAE-C966-E902-C77B02992B1C}"/>
                    </a:ext>
                  </a:extLst>
                </p:cNvPr>
                <p:cNvSpPr txBox="1"/>
                <p:nvPr/>
              </p:nvSpPr>
              <p:spPr>
                <a:xfrm>
                  <a:off x="10424160" y="438913"/>
                  <a:ext cx="795528" cy="13235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8001" dirty="0">
                      <a:latin typeface="Algerian" panose="04020705040A02060702" pitchFamily="82" charset="0"/>
                    </a:rPr>
                    <a:t>E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696F58A-C694-B6FA-8482-7DCE9C597AB3}"/>
                    </a:ext>
                  </a:extLst>
                </p:cNvPr>
                <p:cNvSpPr txBox="1"/>
                <p:nvPr/>
              </p:nvSpPr>
              <p:spPr>
                <a:xfrm>
                  <a:off x="9921240" y="2093975"/>
                  <a:ext cx="2002536" cy="3692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799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Health Systems</a:t>
                  </a:r>
                  <a:endParaRPr lang="en-IN" sz="1799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7AF55A5-FD00-FF1F-4126-C4B7DDD00EBD}"/>
                    </a:ext>
                  </a:extLst>
                </p:cNvPr>
                <p:cNvSpPr txBox="1"/>
                <p:nvPr/>
              </p:nvSpPr>
              <p:spPr>
                <a:xfrm>
                  <a:off x="10012679" y="2843785"/>
                  <a:ext cx="1847088" cy="36916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49" indent="-285749">
                    <a:buFont typeface="Wingdings" panose="05000000000000000000" pitchFamily="2" charset="2"/>
                    <a:buChar char="Ø"/>
                  </a:pPr>
                  <a:r>
                    <a:rPr lang="en-US" sz="1799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Analysis of health Systems as of per-capita and its impact on life expectancy.</a:t>
                  </a:r>
                </a:p>
                <a:p>
                  <a:pPr marL="285749" indent="-285749">
                    <a:buFont typeface="Wingdings" panose="05000000000000000000" pitchFamily="2" charset="2"/>
                    <a:buChar char="Ø"/>
                  </a:pPr>
                  <a:endParaRPr lang="en-US" sz="1799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285749" indent="-285749">
                    <a:buFont typeface="Wingdings" panose="05000000000000000000" pitchFamily="2" charset="2"/>
                    <a:buChar char="Ø"/>
                  </a:pPr>
                  <a:r>
                    <a:rPr lang="en-US" sz="1799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Metrics to understand HealthCare and Impact on Healthcare outcomes.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832871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053A6-9480-034F-E6FA-5B6720817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37161"/>
            <a:ext cx="12192001" cy="649223"/>
          </a:xfrm>
          <a:solidFill>
            <a:schemeClr val="accent6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endParaRPr lang="en-IN" sz="4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46" name="Content Placeholder 545">
            <a:extLst>
              <a:ext uri="{FF2B5EF4-FFF2-40B4-BE49-F238E27FC236}">
                <a16:creationId xmlns:a16="http://schemas.microsoft.com/office/drawing/2014/main" id="{8CC0FD58-34AF-7897-B5F3-6A1FDC16DE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"/>
          <a:stretch>
            <a:fillRect/>
          </a:stretch>
        </p:blipFill>
        <p:spPr>
          <a:xfrm>
            <a:off x="-1" y="2"/>
            <a:ext cx="12192001" cy="6857999"/>
          </a:xfrm>
          <a:custGeom>
            <a:avLst/>
            <a:gdLst>
              <a:gd name="connsiteX0" fmla="*/ 897178 w 12192000"/>
              <a:gd name="connsiteY0" fmla="*/ 5487162 h 6858000"/>
              <a:gd name="connsiteX1" fmla="*/ 948673 w 12192000"/>
              <a:gd name="connsiteY1" fmla="*/ 5490585 h 6858000"/>
              <a:gd name="connsiteX2" fmla="*/ 979331 w 12192000"/>
              <a:gd name="connsiteY2" fmla="*/ 5494455 h 6858000"/>
              <a:gd name="connsiteX3" fmla="*/ 986921 w 12192000"/>
              <a:gd name="connsiteY3" fmla="*/ 5505468 h 6858000"/>
              <a:gd name="connsiteX4" fmla="*/ 974197 w 12192000"/>
              <a:gd name="connsiteY4" fmla="*/ 5525634 h 6858000"/>
              <a:gd name="connsiteX5" fmla="*/ 934683 w 12192000"/>
              <a:gd name="connsiteY5" fmla="*/ 5535085 h 6858000"/>
              <a:gd name="connsiteX6" fmla="*/ 891671 w 12192000"/>
              <a:gd name="connsiteY6" fmla="*/ 5525857 h 6858000"/>
              <a:gd name="connsiteX7" fmla="*/ 883039 w 12192000"/>
              <a:gd name="connsiteY7" fmla="*/ 5513356 h 6858000"/>
              <a:gd name="connsiteX8" fmla="*/ 886611 w 12192000"/>
              <a:gd name="connsiteY8" fmla="*/ 5501301 h 6858000"/>
              <a:gd name="connsiteX9" fmla="*/ 897178 w 12192000"/>
              <a:gd name="connsiteY9" fmla="*/ 5487162 h 6858000"/>
              <a:gd name="connsiteX10" fmla="*/ 5043679 w 12192000"/>
              <a:gd name="connsiteY10" fmla="*/ 5458289 h 6858000"/>
              <a:gd name="connsiteX11" fmla="*/ 5031995 w 12192000"/>
              <a:gd name="connsiteY11" fmla="*/ 5463052 h 6858000"/>
              <a:gd name="connsiteX12" fmla="*/ 5027158 w 12192000"/>
              <a:gd name="connsiteY12" fmla="*/ 5474809 h 6858000"/>
              <a:gd name="connsiteX13" fmla="*/ 5031995 w 12192000"/>
              <a:gd name="connsiteY13" fmla="*/ 5486492 h 6858000"/>
              <a:gd name="connsiteX14" fmla="*/ 5043679 w 12192000"/>
              <a:gd name="connsiteY14" fmla="*/ 5491329 h 6858000"/>
              <a:gd name="connsiteX15" fmla="*/ 5055362 w 12192000"/>
              <a:gd name="connsiteY15" fmla="*/ 5486492 h 6858000"/>
              <a:gd name="connsiteX16" fmla="*/ 5060198 w 12192000"/>
              <a:gd name="connsiteY16" fmla="*/ 5474809 h 6858000"/>
              <a:gd name="connsiteX17" fmla="*/ 5055436 w 12192000"/>
              <a:gd name="connsiteY17" fmla="*/ 5463126 h 6858000"/>
              <a:gd name="connsiteX18" fmla="*/ 5043679 w 12192000"/>
              <a:gd name="connsiteY18" fmla="*/ 5458289 h 6858000"/>
              <a:gd name="connsiteX19" fmla="*/ 2596796 w 12192000"/>
              <a:gd name="connsiteY19" fmla="*/ 5405902 h 6858000"/>
              <a:gd name="connsiteX20" fmla="*/ 2596796 w 12192000"/>
              <a:gd name="connsiteY20" fmla="*/ 5457843 h 6858000"/>
              <a:gd name="connsiteX21" fmla="*/ 2567030 w 12192000"/>
              <a:gd name="connsiteY21" fmla="*/ 5472726 h 6858000"/>
              <a:gd name="connsiteX22" fmla="*/ 2552296 w 12192000"/>
              <a:gd name="connsiteY22" fmla="*/ 5465656 h 6858000"/>
              <a:gd name="connsiteX23" fmla="*/ 2545896 w 12192000"/>
              <a:gd name="connsiteY23" fmla="*/ 5447871 h 6858000"/>
              <a:gd name="connsiteX24" fmla="*/ 2550956 w 12192000"/>
              <a:gd name="connsiteY24" fmla="*/ 5432244 h 6858000"/>
              <a:gd name="connsiteX25" fmla="*/ 2567774 w 12192000"/>
              <a:gd name="connsiteY25" fmla="*/ 5418552 h 6858000"/>
              <a:gd name="connsiteX26" fmla="*/ 2596796 w 12192000"/>
              <a:gd name="connsiteY26" fmla="*/ 5405902 h 6858000"/>
              <a:gd name="connsiteX27" fmla="*/ 2053870 w 12192000"/>
              <a:gd name="connsiteY27" fmla="*/ 5405902 h 6858000"/>
              <a:gd name="connsiteX28" fmla="*/ 2053870 w 12192000"/>
              <a:gd name="connsiteY28" fmla="*/ 5457843 h 6858000"/>
              <a:gd name="connsiteX29" fmla="*/ 2024105 w 12192000"/>
              <a:gd name="connsiteY29" fmla="*/ 5472726 h 6858000"/>
              <a:gd name="connsiteX30" fmla="*/ 2009371 w 12192000"/>
              <a:gd name="connsiteY30" fmla="*/ 5465656 h 6858000"/>
              <a:gd name="connsiteX31" fmla="*/ 2002971 w 12192000"/>
              <a:gd name="connsiteY31" fmla="*/ 5447871 h 6858000"/>
              <a:gd name="connsiteX32" fmla="*/ 2008031 w 12192000"/>
              <a:gd name="connsiteY32" fmla="*/ 5432244 h 6858000"/>
              <a:gd name="connsiteX33" fmla="*/ 2024849 w 12192000"/>
              <a:gd name="connsiteY33" fmla="*/ 5418552 h 6858000"/>
              <a:gd name="connsiteX34" fmla="*/ 2053870 w 12192000"/>
              <a:gd name="connsiteY34" fmla="*/ 5405902 h 6858000"/>
              <a:gd name="connsiteX35" fmla="*/ 1472845 w 12192000"/>
              <a:gd name="connsiteY35" fmla="*/ 5405902 h 6858000"/>
              <a:gd name="connsiteX36" fmla="*/ 1472845 w 12192000"/>
              <a:gd name="connsiteY36" fmla="*/ 5457843 h 6858000"/>
              <a:gd name="connsiteX37" fmla="*/ 1443080 w 12192000"/>
              <a:gd name="connsiteY37" fmla="*/ 5472726 h 6858000"/>
              <a:gd name="connsiteX38" fmla="*/ 1428346 w 12192000"/>
              <a:gd name="connsiteY38" fmla="*/ 5465656 h 6858000"/>
              <a:gd name="connsiteX39" fmla="*/ 1421946 w 12192000"/>
              <a:gd name="connsiteY39" fmla="*/ 5447871 h 6858000"/>
              <a:gd name="connsiteX40" fmla="*/ 1427006 w 12192000"/>
              <a:gd name="connsiteY40" fmla="*/ 5432244 h 6858000"/>
              <a:gd name="connsiteX41" fmla="*/ 1443824 w 12192000"/>
              <a:gd name="connsiteY41" fmla="*/ 5418552 h 6858000"/>
              <a:gd name="connsiteX42" fmla="*/ 1472845 w 12192000"/>
              <a:gd name="connsiteY42" fmla="*/ 5405902 h 6858000"/>
              <a:gd name="connsiteX43" fmla="*/ 1311516 w 12192000"/>
              <a:gd name="connsiteY43" fmla="*/ 5367951 h 6858000"/>
              <a:gd name="connsiteX44" fmla="*/ 1338082 w 12192000"/>
              <a:gd name="connsiteY44" fmla="*/ 5382015 h 6858000"/>
              <a:gd name="connsiteX45" fmla="*/ 1349764 w 12192000"/>
              <a:gd name="connsiteY45" fmla="*/ 5422273 h 6858000"/>
              <a:gd name="connsiteX46" fmla="*/ 1338082 w 12192000"/>
              <a:gd name="connsiteY46" fmla="*/ 5465582 h 6858000"/>
              <a:gd name="connsiteX47" fmla="*/ 1312855 w 12192000"/>
              <a:gd name="connsiteY47" fmla="*/ 5480465 h 6858000"/>
              <a:gd name="connsiteX48" fmla="*/ 1296261 w 12192000"/>
              <a:gd name="connsiteY48" fmla="*/ 5476670 h 6858000"/>
              <a:gd name="connsiteX49" fmla="*/ 1280559 w 12192000"/>
              <a:gd name="connsiteY49" fmla="*/ 5465433 h 6858000"/>
              <a:gd name="connsiteX50" fmla="*/ 1280559 w 12192000"/>
              <a:gd name="connsiteY50" fmla="*/ 5383875 h 6858000"/>
              <a:gd name="connsiteX51" fmla="*/ 1295740 w 12192000"/>
              <a:gd name="connsiteY51" fmla="*/ 5371969 h 6858000"/>
              <a:gd name="connsiteX52" fmla="*/ 1311516 w 12192000"/>
              <a:gd name="connsiteY52" fmla="*/ 5367951 h 6858000"/>
              <a:gd name="connsiteX53" fmla="*/ 4538109 w 12192000"/>
              <a:gd name="connsiteY53" fmla="*/ 5357235 h 6858000"/>
              <a:gd name="connsiteX54" fmla="*/ 4553514 w 12192000"/>
              <a:gd name="connsiteY54" fmla="*/ 5361998 h 6858000"/>
              <a:gd name="connsiteX55" fmla="*/ 4564600 w 12192000"/>
              <a:gd name="connsiteY55" fmla="*/ 5375094 h 6858000"/>
              <a:gd name="connsiteX56" fmla="*/ 4567726 w 12192000"/>
              <a:gd name="connsiteY56" fmla="*/ 5393549 h 6858000"/>
              <a:gd name="connsiteX57" fmla="*/ 4504623 w 12192000"/>
              <a:gd name="connsiteY57" fmla="*/ 5393549 h 6858000"/>
              <a:gd name="connsiteX58" fmla="*/ 4516009 w 12192000"/>
              <a:gd name="connsiteY58" fmla="*/ 5366834 h 6858000"/>
              <a:gd name="connsiteX59" fmla="*/ 4538109 w 12192000"/>
              <a:gd name="connsiteY59" fmla="*/ 5357235 h 6858000"/>
              <a:gd name="connsiteX60" fmla="*/ 3090310 w 12192000"/>
              <a:gd name="connsiteY60" fmla="*/ 5357235 h 6858000"/>
              <a:gd name="connsiteX61" fmla="*/ 3105713 w 12192000"/>
              <a:gd name="connsiteY61" fmla="*/ 5361998 h 6858000"/>
              <a:gd name="connsiteX62" fmla="*/ 3116801 w 12192000"/>
              <a:gd name="connsiteY62" fmla="*/ 5375094 h 6858000"/>
              <a:gd name="connsiteX63" fmla="*/ 3119926 w 12192000"/>
              <a:gd name="connsiteY63" fmla="*/ 5393549 h 6858000"/>
              <a:gd name="connsiteX64" fmla="*/ 3056823 w 12192000"/>
              <a:gd name="connsiteY64" fmla="*/ 5393549 h 6858000"/>
              <a:gd name="connsiteX65" fmla="*/ 3068208 w 12192000"/>
              <a:gd name="connsiteY65" fmla="*/ 5366834 h 6858000"/>
              <a:gd name="connsiteX66" fmla="*/ 3090310 w 12192000"/>
              <a:gd name="connsiteY66" fmla="*/ 5357235 h 6858000"/>
              <a:gd name="connsiteX67" fmla="*/ 1899684 w 12192000"/>
              <a:gd name="connsiteY67" fmla="*/ 5357235 h 6858000"/>
              <a:gd name="connsiteX68" fmla="*/ 1915088 w 12192000"/>
              <a:gd name="connsiteY68" fmla="*/ 5361998 h 6858000"/>
              <a:gd name="connsiteX69" fmla="*/ 1926176 w 12192000"/>
              <a:gd name="connsiteY69" fmla="*/ 5375094 h 6858000"/>
              <a:gd name="connsiteX70" fmla="*/ 1929301 w 12192000"/>
              <a:gd name="connsiteY70" fmla="*/ 5393549 h 6858000"/>
              <a:gd name="connsiteX71" fmla="*/ 1866198 w 12192000"/>
              <a:gd name="connsiteY71" fmla="*/ 5393549 h 6858000"/>
              <a:gd name="connsiteX72" fmla="*/ 1877583 w 12192000"/>
              <a:gd name="connsiteY72" fmla="*/ 5366834 h 6858000"/>
              <a:gd name="connsiteX73" fmla="*/ 1899684 w 12192000"/>
              <a:gd name="connsiteY73" fmla="*/ 5357235 h 6858000"/>
              <a:gd name="connsiteX74" fmla="*/ 3657940 w 12192000"/>
              <a:gd name="connsiteY74" fmla="*/ 5356491 h 6858000"/>
              <a:gd name="connsiteX75" fmla="*/ 3684878 w 12192000"/>
              <a:gd name="connsiteY75" fmla="*/ 5370778 h 6858000"/>
              <a:gd name="connsiteX76" fmla="*/ 3700505 w 12192000"/>
              <a:gd name="connsiteY76" fmla="*/ 5427928 h 6858000"/>
              <a:gd name="connsiteX77" fmla="*/ 3691129 w 12192000"/>
              <a:gd name="connsiteY77" fmla="*/ 5468856 h 6858000"/>
              <a:gd name="connsiteX78" fmla="*/ 3667316 w 12192000"/>
              <a:gd name="connsiteY78" fmla="*/ 5480762 h 6858000"/>
              <a:gd name="connsiteX79" fmla="*/ 3636137 w 12192000"/>
              <a:gd name="connsiteY79" fmla="*/ 5459182 h 6858000"/>
              <a:gd name="connsiteX80" fmla="*/ 3624305 w 12192000"/>
              <a:gd name="connsiteY80" fmla="*/ 5407837 h 6858000"/>
              <a:gd name="connsiteX81" fmla="*/ 3629216 w 12192000"/>
              <a:gd name="connsiteY81" fmla="*/ 5377625 h 6858000"/>
              <a:gd name="connsiteX82" fmla="*/ 3642090 w 12192000"/>
              <a:gd name="connsiteY82" fmla="*/ 5361179 h 6858000"/>
              <a:gd name="connsiteX83" fmla="*/ 3657940 w 12192000"/>
              <a:gd name="connsiteY83" fmla="*/ 5356491 h 6858000"/>
              <a:gd name="connsiteX84" fmla="*/ 3362665 w 12192000"/>
              <a:gd name="connsiteY84" fmla="*/ 5356491 h 6858000"/>
              <a:gd name="connsiteX85" fmla="*/ 3389603 w 12192000"/>
              <a:gd name="connsiteY85" fmla="*/ 5370778 h 6858000"/>
              <a:gd name="connsiteX86" fmla="*/ 3405230 w 12192000"/>
              <a:gd name="connsiteY86" fmla="*/ 5427928 h 6858000"/>
              <a:gd name="connsiteX87" fmla="*/ 3395853 w 12192000"/>
              <a:gd name="connsiteY87" fmla="*/ 5468856 h 6858000"/>
              <a:gd name="connsiteX88" fmla="*/ 3372041 w 12192000"/>
              <a:gd name="connsiteY88" fmla="*/ 5480762 h 6858000"/>
              <a:gd name="connsiteX89" fmla="*/ 3340862 w 12192000"/>
              <a:gd name="connsiteY89" fmla="*/ 5459182 h 6858000"/>
              <a:gd name="connsiteX90" fmla="*/ 3329030 w 12192000"/>
              <a:gd name="connsiteY90" fmla="*/ 5407837 h 6858000"/>
              <a:gd name="connsiteX91" fmla="*/ 3333941 w 12192000"/>
              <a:gd name="connsiteY91" fmla="*/ 5377625 h 6858000"/>
              <a:gd name="connsiteX92" fmla="*/ 3346815 w 12192000"/>
              <a:gd name="connsiteY92" fmla="*/ 5361179 h 6858000"/>
              <a:gd name="connsiteX93" fmla="*/ 3362665 w 12192000"/>
              <a:gd name="connsiteY93" fmla="*/ 5356491 h 6858000"/>
              <a:gd name="connsiteX94" fmla="*/ 1152865 w 12192000"/>
              <a:gd name="connsiteY94" fmla="*/ 5356491 h 6858000"/>
              <a:gd name="connsiteX95" fmla="*/ 1179803 w 12192000"/>
              <a:gd name="connsiteY95" fmla="*/ 5370778 h 6858000"/>
              <a:gd name="connsiteX96" fmla="*/ 1195430 w 12192000"/>
              <a:gd name="connsiteY96" fmla="*/ 5427928 h 6858000"/>
              <a:gd name="connsiteX97" fmla="*/ 1186054 w 12192000"/>
              <a:gd name="connsiteY97" fmla="*/ 5468856 h 6858000"/>
              <a:gd name="connsiteX98" fmla="*/ 1162241 w 12192000"/>
              <a:gd name="connsiteY98" fmla="*/ 5480762 h 6858000"/>
              <a:gd name="connsiteX99" fmla="*/ 1131061 w 12192000"/>
              <a:gd name="connsiteY99" fmla="*/ 5459182 h 6858000"/>
              <a:gd name="connsiteX100" fmla="*/ 1119230 w 12192000"/>
              <a:gd name="connsiteY100" fmla="*/ 5407837 h 6858000"/>
              <a:gd name="connsiteX101" fmla="*/ 1124141 w 12192000"/>
              <a:gd name="connsiteY101" fmla="*/ 5377625 h 6858000"/>
              <a:gd name="connsiteX102" fmla="*/ 1137015 w 12192000"/>
              <a:gd name="connsiteY102" fmla="*/ 5361179 h 6858000"/>
              <a:gd name="connsiteX103" fmla="*/ 1152865 w 12192000"/>
              <a:gd name="connsiteY103" fmla="*/ 5356491 h 6858000"/>
              <a:gd name="connsiteX104" fmla="*/ 4822669 w 12192000"/>
              <a:gd name="connsiteY104" fmla="*/ 5355896 h 6858000"/>
              <a:gd name="connsiteX105" fmla="*/ 4837031 w 12192000"/>
              <a:gd name="connsiteY105" fmla="*/ 5360137 h 6858000"/>
              <a:gd name="connsiteX106" fmla="*/ 4848863 w 12192000"/>
              <a:gd name="connsiteY106" fmla="*/ 5372713 h 6858000"/>
              <a:gd name="connsiteX107" fmla="*/ 4854220 w 12192000"/>
              <a:gd name="connsiteY107" fmla="*/ 5391168 h 6858000"/>
              <a:gd name="connsiteX108" fmla="*/ 4854220 w 12192000"/>
              <a:gd name="connsiteY108" fmla="*/ 5461415 h 6858000"/>
              <a:gd name="connsiteX109" fmla="*/ 4828027 w 12192000"/>
              <a:gd name="connsiteY109" fmla="*/ 5474958 h 6858000"/>
              <a:gd name="connsiteX110" fmla="*/ 4798856 w 12192000"/>
              <a:gd name="connsiteY110" fmla="*/ 5458959 h 6858000"/>
              <a:gd name="connsiteX111" fmla="*/ 4785759 w 12192000"/>
              <a:gd name="connsiteY111" fmla="*/ 5412897 h 6858000"/>
              <a:gd name="connsiteX112" fmla="*/ 4799303 w 12192000"/>
              <a:gd name="connsiteY112" fmla="*/ 5367653 h 6858000"/>
              <a:gd name="connsiteX113" fmla="*/ 4822669 w 12192000"/>
              <a:gd name="connsiteY113" fmla="*/ 5355896 h 6858000"/>
              <a:gd name="connsiteX114" fmla="*/ 2860519 w 12192000"/>
              <a:gd name="connsiteY114" fmla="*/ 5355896 h 6858000"/>
              <a:gd name="connsiteX115" fmla="*/ 2874881 w 12192000"/>
              <a:gd name="connsiteY115" fmla="*/ 5360137 h 6858000"/>
              <a:gd name="connsiteX116" fmla="*/ 2886712 w 12192000"/>
              <a:gd name="connsiteY116" fmla="*/ 5372713 h 6858000"/>
              <a:gd name="connsiteX117" fmla="*/ 2892070 w 12192000"/>
              <a:gd name="connsiteY117" fmla="*/ 5391168 h 6858000"/>
              <a:gd name="connsiteX118" fmla="*/ 2892070 w 12192000"/>
              <a:gd name="connsiteY118" fmla="*/ 5461415 h 6858000"/>
              <a:gd name="connsiteX119" fmla="*/ 2865877 w 12192000"/>
              <a:gd name="connsiteY119" fmla="*/ 5474958 h 6858000"/>
              <a:gd name="connsiteX120" fmla="*/ 2836706 w 12192000"/>
              <a:gd name="connsiteY120" fmla="*/ 5458959 h 6858000"/>
              <a:gd name="connsiteX121" fmla="*/ 2823610 w 12192000"/>
              <a:gd name="connsiteY121" fmla="*/ 5412897 h 6858000"/>
              <a:gd name="connsiteX122" fmla="*/ 2837153 w 12192000"/>
              <a:gd name="connsiteY122" fmla="*/ 5367653 h 6858000"/>
              <a:gd name="connsiteX123" fmla="*/ 2860519 w 12192000"/>
              <a:gd name="connsiteY123" fmla="*/ 5355896 h 6858000"/>
              <a:gd name="connsiteX124" fmla="*/ 924562 w 12192000"/>
              <a:gd name="connsiteY124" fmla="*/ 5353961 h 6858000"/>
              <a:gd name="connsiteX125" fmla="*/ 944059 w 12192000"/>
              <a:gd name="connsiteY125" fmla="*/ 5363783 h 6858000"/>
              <a:gd name="connsiteX126" fmla="*/ 954328 w 12192000"/>
              <a:gd name="connsiteY126" fmla="*/ 5400842 h 6858000"/>
              <a:gd name="connsiteX127" fmla="*/ 947035 w 12192000"/>
              <a:gd name="connsiteY127" fmla="*/ 5427482 h 6858000"/>
              <a:gd name="connsiteX128" fmla="*/ 928432 w 12192000"/>
              <a:gd name="connsiteY128" fmla="*/ 5435965 h 6858000"/>
              <a:gd name="connsiteX129" fmla="*/ 908787 w 12192000"/>
              <a:gd name="connsiteY129" fmla="*/ 5426142 h 6858000"/>
              <a:gd name="connsiteX130" fmla="*/ 898666 w 12192000"/>
              <a:gd name="connsiteY130" fmla="*/ 5389680 h 6858000"/>
              <a:gd name="connsiteX131" fmla="*/ 906108 w 12192000"/>
              <a:gd name="connsiteY131" fmla="*/ 5362742 h 6858000"/>
              <a:gd name="connsiteX132" fmla="*/ 924562 w 12192000"/>
              <a:gd name="connsiteY132" fmla="*/ 5353961 h 6858000"/>
              <a:gd name="connsiteX133" fmla="*/ 4957060 w 12192000"/>
              <a:gd name="connsiteY133" fmla="*/ 5346817 h 6858000"/>
              <a:gd name="connsiteX134" fmla="*/ 4927221 w 12192000"/>
              <a:gd name="connsiteY134" fmla="*/ 5358128 h 6858000"/>
              <a:gd name="connsiteX135" fmla="*/ 4915687 w 12192000"/>
              <a:gd name="connsiteY135" fmla="*/ 5386257 h 6858000"/>
              <a:gd name="connsiteX136" fmla="*/ 4922383 w 12192000"/>
              <a:gd name="connsiteY136" fmla="*/ 5407688 h 6858000"/>
              <a:gd name="connsiteX137" fmla="*/ 4950661 w 12192000"/>
              <a:gd name="connsiteY137" fmla="*/ 5427035 h 6858000"/>
              <a:gd name="connsiteX138" fmla="*/ 4979459 w 12192000"/>
              <a:gd name="connsiteY138" fmla="*/ 5444746 h 6858000"/>
              <a:gd name="connsiteX139" fmla="*/ 4986677 w 12192000"/>
              <a:gd name="connsiteY139" fmla="*/ 5462010 h 6858000"/>
              <a:gd name="connsiteX140" fmla="*/ 4980203 w 12192000"/>
              <a:gd name="connsiteY140" fmla="*/ 5476521 h 6858000"/>
              <a:gd name="connsiteX141" fmla="*/ 4963460 w 12192000"/>
              <a:gd name="connsiteY141" fmla="*/ 5482548 h 6858000"/>
              <a:gd name="connsiteX142" fmla="*/ 4937117 w 12192000"/>
              <a:gd name="connsiteY142" fmla="*/ 5471982 h 6858000"/>
              <a:gd name="connsiteX143" fmla="*/ 4921193 w 12192000"/>
              <a:gd name="connsiteY143" fmla="*/ 5440579 h 6858000"/>
              <a:gd name="connsiteX144" fmla="*/ 4916281 w 12192000"/>
              <a:gd name="connsiteY144" fmla="*/ 5440579 h 6858000"/>
              <a:gd name="connsiteX145" fmla="*/ 4916281 w 12192000"/>
              <a:gd name="connsiteY145" fmla="*/ 5489246 h 6858000"/>
              <a:gd name="connsiteX146" fmla="*/ 4921193 w 12192000"/>
              <a:gd name="connsiteY146" fmla="*/ 5489246 h 6858000"/>
              <a:gd name="connsiteX147" fmla="*/ 4926551 w 12192000"/>
              <a:gd name="connsiteY147" fmla="*/ 5485376 h 6858000"/>
              <a:gd name="connsiteX148" fmla="*/ 4934587 w 12192000"/>
              <a:gd name="connsiteY148" fmla="*/ 5486864 h 6858000"/>
              <a:gd name="connsiteX149" fmla="*/ 4963163 w 12192000"/>
              <a:gd name="connsiteY149" fmla="*/ 5491329 h 6858000"/>
              <a:gd name="connsiteX150" fmla="*/ 4994639 w 12192000"/>
              <a:gd name="connsiteY150" fmla="*/ 5479944 h 6858000"/>
              <a:gd name="connsiteX151" fmla="*/ 5008704 w 12192000"/>
              <a:gd name="connsiteY151" fmla="*/ 5449955 h 6858000"/>
              <a:gd name="connsiteX152" fmla="*/ 4978492 w 12192000"/>
              <a:gd name="connsiteY152" fmla="*/ 5411111 h 6858000"/>
              <a:gd name="connsiteX153" fmla="*/ 4956763 w 12192000"/>
              <a:gd name="connsiteY153" fmla="*/ 5400544 h 6858000"/>
              <a:gd name="connsiteX154" fmla="*/ 4938010 w 12192000"/>
              <a:gd name="connsiteY154" fmla="*/ 5387596 h 6858000"/>
              <a:gd name="connsiteX155" fmla="*/ 4933248 w 12192000"/>
              <a:gd name="connsiteY155" fmla="*/ 5373308 h 6858000"/>
              <a:gd name="connsiteX156" fmla="*/ 4939647 w 12192000"/>
              <a:gd name="connsiteY156" fmla="*/ 5361105 h 6858000"/>
              <a:gd name="connsiteX157" fmla="*/ 4956465 w 12192000"/>
              <a:gd name="connsiteY157" fmla="*/ 5355598 h 6858000"/>
              <a:gd name="connsiteX158" fmla="*/ 4979012 w 12192000"/>
              <a:gd name="connsiteY158" fmla="*/ 5363486 h 6858000"/>
              <a:gd name="connsiteX159" fmla="*/ 4993524 w 12192000"/>
              <a:gd name="connsiteY159" fmla="*/ 5393251 h 6858000"/>
              <a:gd name="connsiteX160" fmla="*/ 4998435 w 12192000"/>
              <a:gd name="connsiteY160" fmla="*/ 5393251 h 6858000"/>
              <a:gd name="connsiteX161" fmla="*/ 4998435 w 12192000"/>
              <a:gd name="connsiteY161" fmla="*/ 5346817 h 6858000"/>
              <a:gd name="connsiteX162" fmla="*/ 4993524 w 12192000"/>
              <a:gd name="connsiteY162" fmla="*/ 5346817 h 6858000"/>
              <a:gd name="connsiteX163" fmla="*/ 4990398 w 12192000"/>
              <a:gd name="connsiteY163" fmla="*/ 5351431 h 6858000"/>
              <a:gd name="connsiteX164" fmla="*/ 4986677 w 12192000"/>
              <a:gd name="connsiteY164" fmla="*/ 5352473 h 6858000"/>
              <a:gd name="connsiteX165" fmla="*/ 4976557 w 12192000"/>
              <a:gd name="connsiteY165" fmla="*/ 5350240 h 6858000"/>
              <a:gd name="connsiteX166" fmla="*/ 4957060 w 12192000"/>
              <a:gd name="connsiteY166" fmla="*/ 5346817 h 6858000"/>
              <a:gd name="connsiteX167" fmla="*/ 4648391 w 12192000"/>
              <a:gd name="connsiteY167" fmla="*/ 5346817 h 6858000"/>
              <a:gd name="connsiteX168" fmla="*/ 4607314 w 12192000"/>
              <a:gd name="connsiteY168" fmla="*/ 5363486 h 6858000"/>
              <a:gd name="connsiteX169" fmla="*/ 4609547 w 12192000"/>
              <a:gd name="connsiteY169" fmla="*/ 5368844 h 6858000"/>
              <a:gd name="connsiteX170" fmla="*/ 4619518 w 12192000"/>
              <a:gd name="connsiteY170" fmla="*/ 5366611 h 6858000"/>
              <a:gd name="connsiteX171" fmla="*/ 4625694 w 12192000"/>
              <a:gd name="connsiteY171" fmla="*/ 5368546 h 6858000"/>
              <a:gd name="connsiteX172" fmla="*/ 4629118 w 12192000"/>
              <a:gd name="connsiteY172" fmla="*/ 5375839 h 6858000"/>
              <a:gd name="connsiteX173" fmla="*/ 4630234 w 12192000"/>
              <a:gd name="connsiteY173" fmla="*/ 5405753 h 6858000"/>
              <a:gd name="connsiteX174" fmla="*/ 4630234 w 12192000"/>
              <a:gd name="connsiteY174" fmla="*/ 5456355 h 6858000"/>
              <a:gd name="connsiteX175" fmla="*/ 4626589 w 12192000"/>
              <a:gd name="connsiteY175" fmla="*/ 5476521 h 6858000"/>
              <a:gd name="connsiteX176" fmla="*/ 4612524 w 12192000"/>
              <a:gd name="connsiteY176" fmla="*/ 5481804 h 6858000"/>
              <a:gd name="connsiteX177" fmla="*/ 4609547 w 12192000"/>
              <a:gd name="connsiteY177" fmla="*/ 5481804 h 6858000"/>
              <a:gd name="connsiteX178" fmla="*/ 4609547 w 12192000"/>
              <a:gd name="connsiteY178" fmla="*/ 5487162 h 6858000"/>
              <a:gd name="connsiteX179" fmla="*/ 4676966 w 12192000"/>
              <a:gd name="connsiteY179" fmla="*/ 5487162 h 6858000"/>
              <a:gd name="connsiteX180" fmla="*/ 4676966 w 12192000"/>
              <a:gd name="connsiteY180" fmla="*/ 5481804 h 6858000"/>
              <a:gd name="connsiteX181" fmla="*/ 4662157 w 12192000"/>
              <a:gd name="connsiteY181" fmla="*/ 5479795 h 6858000"/>
              <a:gd name="connsiteX182" fmla="*/ 4656427 w 12192000"/>
              <a:gd name="connsiteY182" fmla="*/ 5473470 h 6858000"/>
              <a:gd name="connsiteX183" fmla="*/ 4654790 w 12192000"/>
              <a:gd name="connsiteY183" fmla="*/ 5456355 h 6858000"/>
              <a:gd name="connsiteX184" fmla="*/ 4654790 w 12192000"/>
              <a:gd name="connsiteY184" fmla="*/ 5384471 h 6858000"/>
              <a:gd name="connsiteX185" fmla="*/ 4690063 w 12192000"/>
              <a:gd name="connsiteY185" fmla="*/ 5365123 h 6858000"/>
              <a:gd name="connsiteX186" fmla="*/ 4706359 w 12192000"/>
              <a:gd name="connsiteY186" fmla="*/ 5373532 h 6858000"/>
              <a:gd name="connsiteX187" fmla="*/ 4711196 w 12192000"/>
              <a:gd name="connsiteY187" fmla="*/ 5400544 h 6858000"/>
              <a:gd name="connsiteX188" fmla="*/ 4711196 w 12192000"/>
              <a:gd name="connsiteY188" fmla="*/ 5456355 h 6858000"/>
              <a:gd name="connsiteX189" fmla="*/ 4710601 w 12192000"/>
              <a:gd name="connsiteY189" fmla="*/ 5470344 h 6858000"/>
              <a:gd name="connsiteX190" fmla="*/ 4705318 w 12192000"/>
              <a:gd name="connsiteY190" fmla="*/ 5478902 h 6858000"/>
              <a:gd name="connsiteX191" fmla="*/ 4691997 w 12192000"/>
              <a:gd name="connsiteY191" fmla="*/ 5481804 h 6858000"/>
              <a:gd name="connsiteX192" fmla="*/ 4689170 w 12192000"/>
              <a:gd name="connsiteY192" fmla="*/ 5481804 h 6858000"/>
              <a:gd name="connsiteX193" fmla="*/ 4689170 w 12192000"/>
              <a:gd name="connsiteY193" fmla="*/ 5487162 h 6858000"/>
              <a:gd name="connsiteX194" fmla="*/ 4756589 w 12192000"/>
              <a:gd name="connsiteY194" fmla="*/ 5487162 h 6858000"/>
              <a:gd name="connsiteX195" fmla="*/ 4756589 w 12192000"/>
              <a:gd name="connsiteY195" fmla="*/ 5481804 h 6858000"/>
              <a:gd name="connsiteX196" fmla="*/ 4743120 w 12192000"/>
              <a:gd name="connsiteY196" fmla="*/ 5479721 h 6858000"/>
              <a:gd name="connsiteX197" fmla="*/ 4737837 w 12192000"/>
              <a:gd name="connsiteY197" fmla="*/ 5473916 h 6858000"/>
              <a:gd name="connsiteX198" fmla="*/ 4735753 w 12192000"/>
              <a:gd name="connsiteY198" fmla="*/ 5456355 h 6858000"/>
              <a:gd name="connsiteX199" fmla="*/ 4735753 w 12192000"/>
              <a:gd name="connsiteY199" fmla="*/ 5398163 h 6858000"/>
              <a:gd name="connsiteX200" fmla="*/ 4732479 w 12192000"/>
              <a:gd name="connsiteY200" fmla="*/ 5370778 h 6858000"/>
              <a:gd name="connsiteX201" fmla="*/ 4719679 w 12192000"/>
              <a:gd name="connsiteY201" fmla="*/ 5352398 h 6858000"/>
              <a:gd name="connsiteX202" fmla="*/ 4700482 w 12192000"/>
              <a:gd name="connsiteY202" fmla="*/ 5346817 h 6858000"/>
              <a:gd name="connsiteX203" fmla="*/ 4654790 w 12192000"/>
              <a:gd name="connsiteY203" fmla="*/ 5375690 h 6858000"/>
              <a:gd name="connsiteX204" fmla="*/ 4654790 w 12192000"/>
              <a:gd name="connsiteY204" fmla="*/ 5346817 h 6858000"/>
              <a:gd name="connsiteX205" fmla="*/ 4410564 w 12192000"/>
              <a:gd name="connsiteY205" fmla="*/ 5346817 h 6858000"/>
              <a:gd name="connsiteX206" fmla="*/ 4369339 w 12192000"/>
              <a:gd name="connsiteY206" fmla="*/ 5363486 h 6858000"/>
              <a:gd name="connsiteX207" fmla="*/ 4370826 w 12192000"/>
              <a:gd name="connsiteY207" fmla="*/ 5368844 h 6858000"/>
              <a:gd name="connsiteX208" fmla="*/ 4381244 w 12192000"/>
              <a:gd name="connsiteY208" fmla="*/ 5366611 h 6858000"/>
              <a:gd name="connsiteX209" fmla="*/ 4387718 w 12192000"/>
              <a:gd name="connsiteY209" fmla="*/ 5368695 h 6858000"/>
              <a:gd name="connsiteX210" fmla="*/ 4391290 w 12192000"/>
              <a:gd name="connsiteY210" fmla="*/ 5375318 h 6858000"/>
              <a:gd name="connsiteX211" fmla="*/ 4392258 w 12192000"/>
              <a:gd name="connsiteY211" fmla="*/ 5403669 h 6858000"/>
              <a:gd name="connsiteX212" fmla="*/ 4392258 w 12192000"/>
              <a:gd name="connsiteY212" fmla="*/ 5456503 h 6858000"/>
              <a:gd name="connsiteX213" fmla="*/ 4391513 w 12192000"/>
              <a:gd name="connsiteY213" fmla="*/ 5470940 h 6858000"/>
              <a:gd name="connsiteX214" fmla="*/ 4386304 w 12192000"/>
              <a:gd name="connsiteY214" fmla="*/ 5478530 h 6858000"/>
              <a:gd name="connsiteX215" fmla="*/ 4370826 w 12192000"/>
              <a:gd name="connsiteY215" fmla="*/ 5481804 h 6858000"/>
              <a:gd name="connsiteX216" fmla="*/ 4370826 w 12192000"/>
              <a:gd name="connsiteY216" fmla="*/ 5487162 h 6858000"/>
              <a:gd name="connsiteX217" fmla="*/ 4440627 w 12192000"/>
              <a:gd name="connsiteY217" fmla="*/ 5487162 h 6858000"/>
              <a:gd name="connsiteX218" fmla="*/ 4440627 w 12192000"/>
              <a:gd name="connsiteY218" fmla="*/ 5481804 h 6858000"/>
              <a:gd name="connsiteX219" fmla="*/ 4426488 w 12192000"/>
              <a:gd name="connsiteY219" fmla="*/ 5479125 h 6858000"/>
              <a:gd name="connsiteX220" fmla="*/ 4419642 w 12192000"/>
              <a:gd name="connsiteY220" fmla="*/ 5472428 h 6858000"/>
              <a:gd name="connsiteX221" fmla="*/ 4416814 w 12192000"/>
              <a:gd name="connsiteY221" fmla="*/ 5455313 h 6858000"/>
              <a:gd name="connsiteX222" fmla="*/ 4416814 w 12192000"/>
              <a:gd name="connsiteY222" fmla="*/ 5389977 h 6858000"/>
              <a:gd name="connsiteX223" fmla="*/ 4430655 w 12192000"/>
              <a:gd name="connsiteY223" fmla="*/ 5369885 h 6858000"/>
              <a:gd name="connsiteX224" fmla="*/ 4436460 w 12192000"/>
              <a:gd name="connsiteY224" fmla="*/ 5366909 h 6858000"/>
              <a:gd name="connsiteX225" fmla="*/ 4446059 w 12192000"/>
              <a:gd name="connsiteY225" fmla="*/ 5372043 h 6858000"/>
              <a:gd name="connsiteX226" fmla="*/ 4457743 w 12192000"/>
              <a:gd name="connsiteY226" fmla="*/ 5377178 h 6858000"/>
              <a:gd name="connsiteX227" fmla="*/ 4466969 w 12192000"/>
              <a:gd name="connsiteY227" fmla="*/ 5373160 h 6858000"/>
              <a:gd name="connsiteX228" fmla="*/ 4470839 w 12192000"/>
              <a:gd name="connsiteY228" fmla="*/ 5363337 h 6858000"/>
              <a:gd name="connsiteX229" fmla="*/ 4465481 w 12192000"/>
              <a:gd name="connsiteY229" fmla="*/ 5351803 h 6858000"/>
              <a:gd name="connsiteX230" fmla="*/ 4451938 w 12192000"/>
              <a:gd name="connsiteY230" fmla="*/ 5346817 h 6858000"/>
              <a:gd name="connsiteX231" fmla="*/ 4416814 w 12192000"/>
              <a:gd name="connsiteY231" fmla="*/ 5377476 h 6858000"/>
              <a:gd name="connsiteX232" fmla="*/ 4416814 w 12192000"/>
              <a:gd name="connsiteY232" fmla="*/ 5346817 h 6858000"/>
              <a:gd name="connsiteX233" fmla="*/ 4119010 w 12192000"/>
              <a:gd name="connsiteY233" fmla="*/ 5346817 h 6858000"/>
              <a:gd name="connsiteX234" fmla="*/ 4073096 w 12192000"/>
              <a:gd name="connsiteY234" fmla="*/ 5366909 h 6858000"/>
              <a:gd name="connsiteX235" fmla="*/ 4053972 w 12192000"/>
              <a:gd name="connsiteY235" fmla="*/ 5419148 h 6858000"/>
              <a:gd name="connsiteX236" fmla="*/ 4071236 w 12192000"/>
              <a:gd name="connsiteY236" fmla="*/ 5471833 h 6858000"/>
              <a:gd name="connsiteX237" fmla="*/ 4111717 w 12192000"/>
              <a:gd name="connsiteY237" fmla="*/ 5491329 h 6858000"/>
              <a:gd name="connsiteX238" fmla="*/ 4147287 w 12192000"/>
              <a:gd name="connsiteY238" fmla="*/ 5476818 h 6858000"/>
              <a:gd name="connsiteX239" fmla="*/ 4168867 w 12192000"/>
              <a:gd name="connsiteY239" fmla="*/ 5435370 h 6858000"/>
              <a:gd name="connsiteX240" fmla="*/ 4164551 w 12192000"/>
              <a:gd name="connsiteY240" fmla="*/ 5433286 h 6858000"/>
              <a:gd name="connsiteX241" fmla="*/ 4148626 w 12192000"/>
              <a:gd name="connsiteY241" fmla="*/ 5458141 h 6858000"/>
              <a:gd name="connsiteX242" fmla="*/ 4122432 w 12192000"/>
              <a:gd name="connsiteY242" fmla="*/ 5468112 h 6858000"/>
              <a:gd name="connsiteX243" fmla="*/ 4090062 w 12192000"/>
              <a:gd name="connsiteY243" fmla="*/ 5449434 h 6858000"/>
              <a:gd name="connsiteX244" fmla="*/ 4078082 w 12192000"/>
              <a:gd name="connsiteY244" fmla="*/ 5406348 h 6858000"/>
              <a:gd name="connsiteX245" fmla="*/ 4090137 w 12192000"/>
              <a:gd name="connsiteY245" fmla="*/ 5367802 h 6858000"/>
              <a:gd name="connsiteX246" fmla="*/ 4114098 w 12192000"/>
              <a:gd name="connsiteY246" fmla="*/ 5356789 h 6858000"/>
              <a:gd name="connsiteX247" fmla="*/ 4128535 w 12192000"/>
              <a:gd name="connsiteY247" fmla="*/ 5361253 h 6858000"/>
              <a:gd name="connsiteX248" fmla="*/ 4134562 w 12192000"/>
              <a:gd name="connsiteY248" fmla="*/ 5374648 h 6858000"/>
              <a:gd name="connsiteX249" fmla="*/ 4137911 w 12192000"/>
              <a:gd name="connsiteY249" fmla="*/ 5386554 h 6858000"/>
              <a:gd name="connsiteX250" fmla="*/ 4151156 w 12192000"/>
              <a:gd name="connsiteY250" fmla="*/ 5392210 h 6858000"/>
              <a:gd name="connsiteX251" fmla="*/ 4161351 w 12192000"/>
              <a:gd name="connsiteY251" fmla="*/ 5388712 h 6858000"/>
              <a:gd name="connsiteX252" fmla="*/ 4164997 w 12192000"/>
              <a:gd name="connsiteY252" fmla="*/ 5379559 h 6858000"/>
              <a:gd name="connsiteX253" fmla="*/ 4152049 w 12192000"/>
              <a:gd name="connsiteY253" fmla="*/ 5357458 h 6858000"/>
              <a:gd name="connsiteX254" fmla="*/ 4119010 w 12192000"/>
              <a:gd name="connsiteY254" fmla="*/ 5346817 h 6858000"/>
              <a:gd name="connsiteX255" fmla="*/ 3782360 w 12192000"/>
              <a:gd name="connsiteY255" fmla="*/ 5346817 h 6858000"/>
              <a:gd name="connsiteX256" fmla="*/ 3741284 w 12192000"/>
              <a:gd name="connsiteY256" fmla="*/ 5363486 h 6858000"/>
              <a:gd name="connsiteX257" fmla="*/ 3743516 w 12192000"/>
              <a:gd name="connsiteY257" fmla="*/ 5368844 h 6858000"/>
              <a:gd name="connsiteX258" fmla="*/ 3753487 w 12192000"/>
              <a:gd name="connsiteY258" fmla="*/ 5366611 h 6858000"/>
              <a:gd name="connsiteX259" fmla="*/ 3759589 w 12192000"/>
              <a:gd name="connsiteY259" fmla="*/ 5368472 h 6858000"/>
              <a:gd name="connsiteX260" fmla="*/ 3762864 w 12192000"/>
              <a:gd name="connsiteY260" fmla="*/ 5375243 h 6858000"/>
              <a:gd name="connsiteX261" fmla="*/ 3764203 w 12192000"/>
              <a:gd name="connsiteY261" fmla="*/ 5404265 h 6858000"/>
              <a:gd name="connsiteX262" fmla="*/ 3764203 w 12192000"/>
              <a:gd name="connsiteY262" fmla="*/ 5456355 h 6858000"/>
              <a:gd name="connsiteX263" fmla="*/ 3762268 w 12192000"/>
              <a:gd name="connsiteY263" fmla="*/ 5473395 h 6858000"/>
              <a:gd name="connsiteX264" fmla="*/ 3756613 w 12192000"/>
              <a:gd name="connsiteY264" fmla="*/ 5479795 h 6858000"/>
              <a:gd name="connsiteX265" fmla="*/ 3743516 w 12192000"/>
              <a:gd name="connsiteY265" fmla="*/ 5481804 h 6858000"/>
              <a:gd name="connsiteX266" fmla="*/ 3743516 w 12192000"/>
              <a:gd name="connsiteY266" fmla="*/ 5487162 h 6858000"/>
              <a:gd name="connsiteX267" fmla="*/ 3810935 w 12192000"/>
              <a:gd name="connsiteY267" fmla="*/ 5487162 h 6858000"/>
              <a:gd name="connsiteX268" fmla="*/ 3810935 w 12192000"/>
              <a:gd name="connsiteY268" fmla="*/ 5481804 h 6858000"/>
              <a:gd name="connsiteX269" fmla="*/ 3796127 w 12192000"/>
              <a:gd name="connsiteY269" fmla="*/ 5479795 h 6858000"/>
              <a:gd name="connsiteX270" fmla="*/ 3790620 w 12192000"/>
              <a:gd name="connsiteY270" fmla="*/ 5473767 h 6858000"/>
              <a:gd name="connsiteX271" fmla="*/ 3788760 w 12192000"/>
              <a:gd name="connsiteY271" fmla="*/ 5456355 h 6858000"/>
              <a:gd name="connsiteX272" fmla="*/ 3788760 w 12192000"/>
              <a:gd name="connsiteY272" fmla="*/ 5383280 h 6858000"/>
              <a:gd name="connsiteX273" fmla="*/ 3807810 w 12192000"/>
              <a:gd name="connsiteY273" fmla="*/ 5368546 h 6858000"/>
              <a:gd name="connsiteX274" fmla="*/ 3823735 w 12192000"/>
              <a:gd name="connsiteY274" fmla="*/ 5364230 h 6858000"/>
              <a:gd name="connsiteX275" fmla="*/ 3842040 w 12192000"/>
              <a:gd name="connsiteY275" fmla="*/ 5373755 h 6858000"/>
              <a:gd name="connsiteX276" fmla="*/ 3846951 w 12192000"/>
              <a:gd name="connsiteY276" fmla="*/ 5397716 h 6858000"/>
              <a:gd name="connsiteX277" fmla="*/ 3846951 w 12192000"/>
              <a:gd name="connsiteY277" fmla="*/ 5456355 h 6858000"/>
              <a:gd name="connsiteX278" fmla="*/ 3846208 w 12192000"/>
              <a:gd name="connsiteY278" fmla="*/ 5471089 h 6858000"/>
              <a:gd name="connsiteX279" fmla="*/ 3840329 w 12192000"/>
              <a:gd name="connsiteY279" fmla="*/ 5479125 h 6858000"/>
              <a:gd name="connsiteX280" fmla="*/ 3824776 w 12192000"/>
              <a:gd name="connsiteY280" fmla="*/ 5481804 h 6858000"/>
              <a:gd name="connsiteX281" fmla="*/ 3824776 w 12192000"/>
              <a:gd name="connsiteY281" fmla="*/ 5487162 h 6858000"/>
              <a:gd name="connsiteX282" fmla="*/ 3893684 w 12192000"/>
              <a:gd name="connsiteY282" fmla="*/ 5487162 h 6858000"/>
              <a:gd name="connsiteX283" fmla="*/ 3893684 w 12192000"/>
              <a:gd name="connsiteY283" fmla="*/ 5481804 h 6858000"/>
              <a:gd name="connsiteX284" fmla="*/ 3878950 w 12192000"/>
              <a:gd name="connsiteY284" fmla="*/ 5479497 h 6858000"/>
              <a:gd name="connsiteX285" fmla="*/ 3873071 w 12192000"/>
              <a:gd name="connsiteY285" fmla="*/ 5473767 h 6858000"/>
              <a:gd name="connsiteX286" fmla="*/ 3871508 w 12192000"/>
              <a:gd name="connsiteY286" fmla="*/ 5456355 h 6858000"/>
              <a:gd name="connsiteX287" fmla="*/ 3871508 w 12192000"/>
              <a:gd name="connsiteY287" fmla="*/ 5391317 h 6858000"/>
              <a:gd name="connsiteX288" fmla="*/ 3871211 w 12192000"/>
              <a:gd name="connsiteY288" fmla="*/ 5384917 h 6858000"/>
              <a:gd name="connsiteX289" fmla="*/ 3871508 w 12192000"/>
              <a:gd name="connsiteY289" fmla="*/ 5383280 h 6858000"/>
              <a:gd name="connsiteX290" fmla="*/ 3890781 w 12192000"/>
              <a:gd name="connsiteY290" fmla="*/ 5368620 h 6858000"/>
              <a:gd name="connsiteX291" fmla="*/ 3906632 w 12192000"/>
              <a:gd name="connsiteY291" fmla="*/ 5364676 h 6858000"/>
              <a:gd name="connsiteX292" fmla="*/ 3925235 w 12192000"/>
              <a:gd name="connsiteY292" fmla="*/ 5374201 h 6858000"/>
              <a:gd name="connsiteX293" fmla="*/ 3929254 w 12192000"/>
              <a:gd name="connsiteY293" fmla="*/ 5397716 h 6858000"/>
              <a:gd name="connsiteX294" fmla="*/ 3929254 w 12192000"/>
              <a:gd name="connsiteY294" fmla="*/ 5456355 h 6858000"/>
              <a:gd name="connsiteX295" fmla="*/ 3928658 w 12192000"/>
              <a:gd name="connsiteY295" fmla="*/ 5470791 h 6858000"/>
              <a:gd name="connsiteX296" fmla="*/ 3923747 w 12192000"/>
              <a:gd name="connsiteY296" fmla="*/ 5478381 h 6858000"/>
              <a:gd name="connsiteX297" fmla="*/ 3910055 w 12192000"/>
              <a:gd name="connsiteY297" fmla="*/ 5481804 h 6858000"/>
              <a:gd name="connsiteX298" fmla="*/ 3907227 w 12192000"/>
              <a:gd name="connsiteY298" fmla="*/ 5481804 h 6858000"/>
              <a:gd name="connsiteX299" fmla="*/ 3907227 w 12192000"/>
              <a:gd name="connsiteY299" fmla="*/ 5487162 h 6858000"/>
              <a:gd name="connsiteX300" fmla="*/ 3968842 w 12192000"/>
              <a:gd name="connsiteY300" fmla="*/ 5487162 h 6858000"/>
              <a:gd name="connsiteX301" fmla="*/ 3974497 w 12192000"/>
              <a:gd name="connsiteY301" fmla="*/ 5487162 h 6858000"/>
              <a:gd name="connsiteX302" fmla="*/ 4035070 w 12192000"/>
              <a:gd name="connsiteY302" fmla="*/ 5487162 h 6858000"/>
              <a:gd name="connsiteX303" fmla="*/ 4035070 w 12192000"/>
              <a:gd name="connsiteY303" fmla="*/ 5481804 h 6858000"/>
              <a:gd name="connsiteX304" fmla="*/ 4021750 w 12192000"/>
              <a:gd name="connsiteY304" fmla="*/ 5479721 h 6858000"/>
              <a:gd name="connsiteX305" fmla="*/ 4016243 w 12192000"/>
              <a:gd name="connsiteY305" fmla="*/ 5473395 h 6858000"/>
              <a:gd name="connsiteX306" fmla="*/ 4014383 w 12192000"/>
              <a:gd name="connsiteY306" fmla="*/ 5456355 h 6858000"/>
              <a:gd name="connsiteX307" fmla="*/ 4014383 w 12192000"/>
              <a:gd name="connsiteY307" fmla="*/ 5346817 h 6858000"/>
              <a:gd name="connsiteX308" fmla="*/ 4007835 w 12192000"/>
              <a:gd name="connsiteY308" fmla="*/ 5346817 h 6858000"/>
              <a:gd name="connsiteX309" fmla="*/ 3966758 w 12192000"/>
              <a:gd name="connsiteY309" fmla="*/ 5363486 h 6858000"/>
              <a:gd name="connsiteX310" fmla="*/ 3968842 w 12192000"/>
              <a:gd name="connsiteY310" fmla="*/ 5368844 h 6858000"/>
              <a:gd name="connsiteX311" fmla="*/ 3978962 w 12192000"/>
              <a:gd name="connsiteY311" fmla="*/ 5366611 h 6858000"/>
              <a:gd name="connsiteX312" fmla="*/ 3985064 w 12192000"/>
              <a:gd name="connsiteY312" fmla="*/ 5368472 h 6858000"/>
              <a:gd name="connsiteX313" fmla="*/ 3988338 w 12192000"/>
              <a:gd name="connsiteY313" fmla="*/ 5375094 h 6858000"/>
              <a:gd name="connsiteX314" fmla="*/ 3989678 w 12192000"/>
              <a:gd name="connsiteY314" fmla="*/ 5403818 h 6858000"/>
              <a:gd name="connsiteX315" fmla="*/ 3989678 w 12192000"/>
              <a:gd name="connsiteY315" fmla="*/ 5456355 h 6858000"/>
              <a:gd name="connsiteX316" fmla="*/ 3987668 w 12192000"/>
              <a:gd name="connsiteY316" fmla="*/ 5473470 h 6858000"/>
              <a:gd name="connsiteX317" fmla="*/ 3982236 w 12192000"/>
              <a:gd name="connsiteY317" fmla="*/ 5479869 h 6858000"/>
              <a:gd name="connsiteX318" fmla="*/ 3971949 w 12192000"/>
              <a:gd name="connsiteY318" fmla="*/ 5481355 h 6858000"/>
              <a:gd name="connsiteX319" fmla="*/ 3961401 w 12192000"/>
              <a:gd name="connsiteY319" fmla="*/ 5479497 h 6858000"/>
              <a:gd name="connsiteX320" fmla="*/ 3955894 w 12192000"/>
              <a:gd name="connsiteY320" fmla="*/ 5473916 h 6858000"/>
              <a:gd name="connsiteX321" fmla="*/ 3953959 w 12192000"/>
              <a:gd name="connsiteY321" fmla="*/ 5456355 h 6858000"/>
              <a:gd name="connsiteX322" fmla="*/ 3953959 w 12192000"/>
              <a:gd name="connsiteY322" fmla="*/ 5397716 h 6858000"/>
              <a:gd name="connsiteX323" fmla="*/ 3950685 w 12192000"/>
              <a:gd name="connsiteY323" fmla="*/ 5370630 h 6858000"/>
              <a:gd name="connsiteX324" fmla="*/ 3937365 w 12192000"/>
              <a:gd name="connsiteY324" fmla="*/ 5352398 h 6858000"/>
              <a:gd name="connsiteX325" fmla="*/ 3918091 w 12192000"/>
              <a:gd name="connsiteY325" fmla="*/ 5346817 h 6858000"/>
              <a:gd name="connsiteX326" fmla="*/ 3896362 w 12192000"/>
              <a:gd name="connsiteY326" fmla="*/ 5352398 h 6858000"/>
              <a:gd name="connsiteX327" fmla="*/ 3870466 w 12192000"/>
              <a:gd name="connsiteY327" fmla="*/ 5375839 h 6858000"/>
              <a:gd name="connsiteX328" fmla="*/ 3858114 w 12192000"/>
              <a:gd name="connsiteY328" fmla="*/ 5354258 h 6858000"/>
              <a:gd name="connsiteX329" fmla="*/ 3836087 w 12192000"/>
              <a:gd name="connsiteY329" fmla="*/ 5346817 h 6858000"/>
              <a:gd name="connsiteX330" fmla="*/ 3820758 w 12192000"/>
              <a:gd name="connsiteY330" fmla="*/ 5349942 h 6858000"/>
              <a:gd name="connsiteX331" fmla="*/ 3806322 w 12192000"/>
              <a:gd name="connsiteY331" fmla="*/ 5358723 h 6858000"/>
              <a:gd name="connsiteX332" fmla="*/ 3788760 w 12192000"/>
              <a:gd name="connsiteY332" fmla="*/ 5375839 h 6858000"/>
              <a:gd name="connsiteX333" fmla="*/ 3788760 w 12192000"/>
              <a:gd name="connsiteY333" fmla="*/ 5346817 h 6858000"/>
              <a:gd name="connsiteX334" fmla="*/ 3662554 w 12192000"/>
              <a:gd name="connsiteY334" fmla="*/ 5346817 h 6858000"/>
              <a:gd name="connsiteX335" fmla="*/ 3630407 w 12192000"/>
              <a:gd name="connsiteY335" fmla="*/ 5355672 h 6858000"/>
              <a:gd name="connsiteX336" fmla="*/ 3605925 w 12192000"/>
              <a:gd name="connsiteY336" fmla="*/ 5383057 h 6858000"/>
              <a:gd name="connsiteX337" fmla="*/ 3596623 w 12192000"/>
              <a:gd name="connsiteY337" fmla="*/ 5420338 h 6858000"/>
              <a:gd name="connsiteX338" fmla="*/ 3611952 w 12192000"/>
              <a:gd name="connsiteY338" fmla="*/ 5466773 h 6858000"/>
              <a:gd name="connsiteX339" fmla="*/ 3660916 w 12192000"/>
              <a:gd name="connsiteY339" fmla="*/ 5491329 h 6858000"/>
              <a:gd name="connsiteX340" fmla="*/ 3695221 w 12192000"/>
              <a:gd name="connsiteY340" fmla="*/ 5481804 h 6858000"/>
              <a:gd name="connsiteX341" fmla="*/ 3719406 w 12192000"/>
              <a:gd name="connsiteY341" fmla="*/ 5453527 h 6858000"/>
              <a:gd name="connsiteX342" fmla="*/ 3728187 w 12192000"/>
              <a:gd name="connsiteY342" fmla="*/ 5416469 h 6858000"/>
              <a:gd name="connsiteX343" fmla="*/ 3712262 w 12192000"/>
              <a:gd name="connsiteY343" fmla="*/ 5370332 h 6858000"/>
              <a:gd name="connsiteX344" fmla="*/ 3662554 w 12192000"/>
              <a:gd name="connsiteY344" fmla="*/ 5346817 h 6858000"/>
              <a:gd name="connsiteX345" fmla="*/ 3486341 w 12192000"/>
              <a:gd name="connsiteY345" fmla="*/ 5346817 h 6858000"/>
              <a:gd name="connsiteX346" fmla="*/ 3445264 w 12192000"/>
              <a:gd name="connsiteY346" fmla="*/ 5363486 h 6858000"/>
              <a:gd name="connsiteX347" fmla="*/ 3447497 w 12192000"/>
              <a:gd name="connsiteY347" fmla="*/ 5368844 h 6858000"/>
              <a:gd name="connsiteX348" fmla="*/ 3457469 w 12192000"/>
              <a:gd name="connsiteY348" fmla="*/ 5366611 h 6858000"/>
              <a:gd name="connsiteX349" fmla="*/ 3463645 w 12192000"/>
              <a:gd name="connsiteY349" fmla="*/ 5368546 h 6858000"/>
              <a:gd name="connsiteX350" fmla="*/ 3467068 w 12192000"/>
              <a:gd name="connsiteY350" fmla="*/ 5375839 h 6858000"/>
              <a:gd name="connsiteX351" fmla="*/ 3468184 w 12192000"/>
              <a:gd name="connsiteY351" fmla="*/ 5405753 h 6858000"/>
              <a:gd name="connsiteX352" fmla="*/ 3468184 w 12192000"/>
              <a:gd name="connsiteY352" fmla="*/ 5456355 h 6858000"/>
              <a:gd name="connsiteX353" fmla="*/ 3464538 w 12192000"/>
              <a:gd name="connsiteY353" fmla="*/ 5476521 h 6858000"/>
              <a:gd name="connsiteX354" fmla="*/ 3450474 w 12192000"/>
              <a:gd name="connsiteY354" fmla="*/ 5481804 h 6858000"/>
              <a:gd name="connsiteX355" fmla="*/ 3447497 w 12192000"/>
              <a:gd name="connsiteY355" fmla="*/ 5481804 h 6858000"/>
              <a:gd name="connsiteX356" fmla="*/ 3447497 w 12192000"/>
              <a:gd name="connsiteY356" fmla="*/ 5487162 h 6858000"/>
              <a:gd name="connsiteX357" fmla="*/ 3514916 w 12192000"/>
              <a:gd name="connsiteY357" fmla="*/ 5487162 h 6858000"/>
              <a:gd name="connsiteX358" fmla="*/ 3514916 w 12192000"/>
              <a:gd name="connsiteY358" fmla="*/ 5481804 h 6858000"/>
              <a:gd name="connsiteX359" fmla="*/ 3500108 w 12192000"/>
              <a:gd name="connsiteY359" fmla="*/ 5479795 h 6858000"/>
              <a:gd name="connsiteX360" fmla="*/ 3494378 w 12192000"/>
              <a:gd name="connsiteY360" fmla="*/ 5473470 h 6858000"/>
              <a:gd name="connsiteX361" fmla="*/ 3492741 w 12192000"/>
              <a:gd name="connsiteY361" fmla="*/ 5456355 h 6858000"/>
              <a:gd name="connsiteX362" fmla="*/ 3492741 w 12192000"/>
              <a:gd name="connsiteY362" fmla="*/ 5384471 h 6858000"/>
              <a:gd name="connsiteX363" fmla="*/ 3528013 w 12192000"/>
              <a:gd name="connsiteY363" fmla="*/ 5365123 h 6858000"/>
              <a:gd name="connsiteX364" fmla="*/ 3544310 w 12192000"/>
              <a:gd name="connsiteY364" fmla="*/ 5373532 h 6858000"/>
              <a:gd name="connsiteX365" fmla="*/ 3549147 w 12192000"/>
              <a:gd name="connsiteY365" fmla="*/ 5400544 h 6858000"/>
              <a:gd name="connsiteX366" fmla="*/ 3549147 w 12192000"/>
              <a:gd name="connsiteY366" fmla="*/ 5456355 h 6858000"/>
              <a:gd name="connsiteX367" fmla="*/ 3548551 w 12192000"/>
              <a:gd name="connsiteY367" fmla="*/ 5470344 h 6858000"/>
              <a:gd name="connsiteX368" fmla="*/ 3543268 w 12192000"/>
              <a:gd name="connsiteY368" fmla="*/ 5478902 h 6858000"/>
              <a:gd name="connsiteX369" fmla="*/ 3529948 w 12192000"/>
              <a:gd name="connsiteY369" fmla="*/ 5481804 h 6858000"/>
              <a:gd name="connsiteX370" fmla="*/ 3527120 w 12192000"/>
              <a:gd name="connsiteY370" fmla="*/ 5481804 h 6858000"/>
              <a:gd name="connsiteX371" fmla="*/ 3527120 w 12192000"/>
              <a:gd name="connsiteY371" fmla="*/ 5487162 h 6858000"/>
              <a:gd name="connsiteX372" fmla="*/ 3594539 w 12192000"/>
              <a:gd name="connsiteY372" fmla="*/ 5487162 h 6858000"/>
              <a:gd name="connsiteX373" fmla="*/ 3594539 w 12192000"/>
              <a:gd name="connsiteY373" fmla="*/ 5481804 h 6858000"/>
              <a:gd name="connsiteX374" fmla="*/ 3581070 w 12192000"/>
              <a:gd name="connsiteY374" fmla="*/ 5479721 h 6858000"/>
              <a:gd name="connsiteX375" fmla="*/ 3575787 w 12192000"/>
              <a:gd name="connsiteY375" fmla="*/ 5473916 h 6858000"/>
              <a:gd name="connsiteX376" fmla="*/ 3573703 w 12192000"/>
              <a:gd name="connsiteY376" fmla="*/ 5456355 h 6858000"/>
              <a:gd name="connsiteX377" fmla="*/ 3573703 w 12192000"/>
              <a:gd name="connsiteY377" fmla="*/ 5398163 h 6858000"/>
              <a:gd name="connsiteX378" fmla="*/ 3570429 w 12192000"/>
              <a:gd name="connsiteY378" fmla="*/ 5370778 h 6858000"/>
              <a:gd name="connsiteX379" fmla="*/ 3557630 w 12192000"/>
              <a:gd name="connsiteY379" fmla="*/ 5352398 h 6858000"/>
              <a:gd name="connsiteX380" fmla="*/ 3538431 w 12192000"/>
              <a:gd name="connsiteY380" fmla="*/ 5346817 h 6858000"/>
              <a:gd name="connsiteX381" fmla="*/ 3492741 w 12192000"/>
              <a:gd name="connsiteY381" fmla="*/ 5375690 h 6858000"/>
              <a:gd name="connsiteX382" fmla="*/ 3492741 w 12192000"/>
              <a:gd name="connsiteY382" fmla="*/ 5346817 h 6858000"/>
              <a:gd name="connsiteX383" fmla="*/ 3367279 w 12192000"/>
              <a:gd name="connsiteY383" fmla="*/ 5346817 h 6858000"/>
              <a:gd name="connsiteX384" fmla="*/ 3335132 w 12192000"/>
              <a:gd name="connsiteY384" fmla="*/ 5355672 h 6858000"/>
              <a:gd name="connsiteX385" fmla="*/ 3310650 w 12192000"/>
              <a:gd name="connsiteY385" fmla="*/ 5383057 h 6858000"/>
              <a:gd name="connsiteX386" fmla="*/ 3301348 w 12192000"/>
              <a:gd name="connsiteY386" fmla="*/ 5420338 h 6858000"/>
              <a:gd name="connsiteX387" fmla="*/ 3316677 w 12192000"/>
              <a:gd name="connsiteY387" fmla="*/ 5466773 h 6858000"/>
              <a:gd name="connsiteX388" fmla="*/ 3365641 w 12192000"/>
              <a:gd name="connsiteY388" fmla="*/ 5491329 h 6858000"/>
              <a:gd name="connsiteX389" fmla="*/ 3399946 w 12192000"/>
              <a:gd name="connsiteY389" fmla="*/ 5481804 h 6858000"/>
              <a:gd name="connsiteX390" fmla="*/ 3424131 w 12192000"/>
              <a:gd name="connsiteY390" fmla="*/ 5453527 h 6858000"/>
              <a:gd name="connsiteX391" fmla="*/ 3432912 w 12192000"/>
              <a:gd name="connsiteY391" fmla="*/ 5416469 h 6858000"/>
              <a:gd name="connsiteX392" fmla="*/ 3416987 w 12192000"/>
              <a:gd name="connsiteY392" fmla="*/ 5370332 h 6858000"/>
              <a:gd name="connsiteX393" fmla="*/ 3367279 w 12192000"/>
              <a:gd name="connsiteY393" fmla="*/ 5346817 h 6858000"/>
              <a:gd name="connsiteX394" fmla="*/ 3233185 w 12192000"/>
              <a:gd name="connsiteY394" fmla="*/ 5346817 h 6858000"/>
              <a:gd name="connsiteX395" fmla="*/ 3187271 w 12192000"/>
              <a:gd name="connsiteY395" fmla="*/ 5366909 h 6858000"/>
              <a:gd name="connsiteX396" fmla="*/ 3168147 w 12192000"/>
              <a:gd name="connsiteY396" fmla="*/ 5419148 h 6858000"/>
              <a:gd name="connsiteX397" fmla="*/ 3185410 w 12192000"/>
              <a:gd name="connsiteY397" fmla="*/ 5471833 h 6858000"/>
              <a:gd name="connsiteX398" fmla="*/ 3225892 w 12192000"/>
              <a:gd name="connsiteY398" fmla="*/ 5491329 h 6858000"/>
              <a:gd name="connsiteX399" fmla="*/ 3261462 w 12192000"/>
              <a:gd name="connsiteY399" fmla="*/ 5476818 h 6858000"/>
              <a:gd name="connsiteX400" fmla="*/ 3283042 w 12192000"/>
              <a:gd name="connsiteY400" fmla="*/ 5435370 h 6858000"/>
              <a:gd name="connsiteX401" fmla="*/ 3278726 w 12192000"/>
              <a:gd name="connsiteY401" fmla="*/ 5433286 h 6858000"/>
              <a:gd name="connsiteX402" fmla="*/ 3262801 w 12192000"/>
              <a:gd name="connsiteY402" fmla="*/ 5458141 h 6858000"/>
              <a:gd name="connsiteX403" fmla="*/ 3236608 w 12192000"/>
              <a:gd name="connsiteY403" fmla="*/ 5468112 h 6858000"/>
              <a:gd name="connsiteX404" fmla="*/ 3204237 w 12192000"/>
              <a:gd name="connsiteY404" fmla="*/ 5449434 h 6858000"/>
              <a:gd name="connsiteX405" fmla="*/ 3192257 w 12192000"/>
              <a:gd name="connsiteY405" fmla="*/ 5406348 h 6858000"/>
              <a:gd name="connsiteX406" fmla="*/ 3204312 w 12192000"/>
              <a:gd name="connsiteY406" fmla="*/ 5367802 h 6858000"/>
              <a:gd name="connsiteX407" fmla="*/ 3228273 w 12192000"/>
              <a:gd name="connsiteY407" fmla="*/ 5356789 h 6858000"/>
              <a:gd name="connsiteX408" fmla="*/ 3242709 w 12192000"/>
              <a:gd name="connsiteY408" fmla="*/ 5361253 h 6858000"/>
              <a:gd name="connsiteX409" fmla="*/ 3248737 w 12192000"/>
              <a:gd name="connsiteY409" fmla="*/ 5374648 h 6858000"/>
              <a:gd name="connsiteX410" fmla="*/ 3252085 w 12192000"/>
              <a:gd name="connsiteY410" fmla="*/ 5386554 h 6858000"/>
              <a:gd name="connsiteX411" fmla="*/ 3265331 w 12192000"/>
              <a:gd name="connsiteY411" fmla="*/ 5392210 h 6858000"/>
              <a:gd name="connsiteX412" fmla="*/ 3275526 w 12192000"/>
              <a:gd name="connsiteY412" fmla="*/ 5388712 h 6858000"/>
              <a:gd name="connsiteX413" fmla="*/ 3279172 w 12192000"/>
              <a:gd name="connsiteY413" fmla="*/ 5379559 h 6858000"/>
              <a:gd name="connsiteX414" fmla="*/ 3266224 w 12192000"/>
              <a:gd name="connsiteY414" fmla="*/ 5357458 h 6858000"/>
              <a:gd name="connsiteX415" fmla="*/ 3233185 w 12192000"/>
              <a:gd name="connsiteY415" fmla="*/ 5346817 h 6858000"/>
              <a:gd name="connsiteX416" fmla="*/ 2686241 w 12192000"/>
              <a:gd name="connsiteY416" fmla="*/ 5346817 h 6858000"/>
              <a:gd name="connsiteX417" fmla="*/ 2645164 w 12192000"/>
              <a:gd name="connsiteY417" fmla="*/ 5363486 h 6858000"/>
              <a:gd name="connsiteX418" fmla="*/ 2647397 w 12192000"/>
              <a:gd name="connsiteY418" fmla="*/ 5368844 h 6858000"/>
              <a:gd name="connsiteX419" fmla="*/ 2657369 w 12192000"/>
              <a:gd name="connsiteY419" fmla="*/ 5366611 h 6858000"/>
              <a:gd name="connsiteX420" fmla="*/ 2663545 w 12192000"/>
              <a:gd name="connsiteY420" fmla="*/ 5368546 h 6858000"/>
              <a:gd name="connsiteX421" fmla="*/ 2666968 w 12192000"/>
              <a:gd name="connsiteY421" fmla="*/ 5375839 h 6858000"/>
              <a:gd name="connsiteX422" fmla="*/ 2668084 w 12192000"/>
              <a:gd name="connsiteY422" fmla="*/ 5405753 h 6858000"/>
              <a:gd name="connsiteX423" fmla="*/ 2668084 w 12192000"/>
              <a:gd name="connsiteY423" fmla="*/ 5456355 h 6858000"/>
              <a:gd name="connsiteX424" fmla="*/ 2664438 w 12192000"/>
              <a:gd name="connsiteY424" fmla="*/ 5476521 h 6858000"/>
              <a:gd name="connsiteX425" fmla="*/ 2650374 w 12192000"/>
              <a:gd name="connsiteY425" fmla="*/ 5481804 h 6858000"/>
              <a:gd name="connsiteX426" fmla="*/ 2647397 w 12192000"/>
              <a:gd name="connsiteY426" fmla="*/ 5481804 h 6858000"/>
              <a:gd name="connsiteX427" fmla="*/ 2647397 w 12192000"/>
              <a:gd name="connsiteY427" fmla="*/ 5487162 h 6858000"/>
              <a:gd name="connsiteX428" fmla="*/ 2714816 w 12192000"/>
              <a:gd name="connsiteY428" fmla="*/ 5487162 h 6858000"/>
              <a:gd name="connsiteX429" fmla="*/ 2714816 w 12192000"/>
              <a:gd name="connsiteY429" fmla="*/ 5481804 h 6858000"/>
              <a:gd name="connsiteX430" fmla="*/ 2700008 w 12192000"/>
              <a:gd name="connsiteY430" fmla="*/ 5479795 h 6858000"/>
              <a:gd name="connsiteX431" fmla="*/ 2694278 w 12192000"/>
              <a:gd name="connsiteY431" fmla="*/ 5473470 h 6858000"/>
              <a:gd name="connsiteX432" fmla="*/ 2692641 w 12192000"/>
              <a:gd name="connsiteY432" fmla="*/ 5456355 h 6858000"/>
              <a:gd name="connsiteX433" fmla="*/ 2692641 w 12192000"/>
              <a:gd name="connsiteY433" fmla="*/ 5384471 h 6858000"/>
              <a:gd name="connsiteX434" fmla="*/ 2727913 w 12192000"/>
              <a:gd name="connsiteY434" fmla="*/ 5365123 h 6858000"/>
              <a:gd name="connsiteX435" fmla="*/ 2744210 w 12192000"/>
              <a:gd name="connsiteY435" fmla="*/ 5373532 h 6858000"/>
              <a:gd name="connsiteX436" fmla="*/ 2749047 w 12192000"/>
              <a:gd name="connsiteY436" fmla="*/ 5400544 h 6858000"/>
              <a:gd name="connsiteX437" fmla="*/ 2749047 w 12192000"/>
              <a:gd name="connsiteY437" fmla="*/ 5456355 h 6858000"/>
              <a:gd name="connsiteX438" fmla="*/ 2748451 w 12192000"/>
              <a:gd name="connsiteY438" fmla="*/ 5470344 h 6858000"/>
              <a:gd name="connsiteX439" fmla="*/ 2743167 w 12192000"/>
              <a:gd name="connsiteY439" fmla="*/ 5478902 h 6858000"/>
              <a:gd name="connsiteX440" fmla="*/ 2729848 w 12192000"/>
              <a:gd name="connsiteY440" fmla="*/ 5481804 h 6858000"/>
              <a:gd name="connsiteX441" fmla="*/ 2727020 w 12192000"/>
              <a:gd name="connsiteY441" fmla="*/ 5481804 h 6858000"/>
              <a:gd name="connsiteX442" fmla="*/ 2727020 w 12192000"/>
              <a:gd name="connsiteY442" fmla="*/ 5487162 h 6858000"/>
              <a:gd name="connsiteX443" fmla="*/ 2794439 w 12192000"/>
              <a:gd name="connsiteY443" fmla="*/ 5487162 h 6858000"/>
              <a:gd name="connsiteX444" fmla="*/ 2794439 w 12192000"/>
              <a:gd name="connsiteY444" fmla="*/ 5481804 h 6858000"/>
              <a:gd name="connsiteX445" fmla="*/ 2780970 w 12192000"/>
              <a:gd name="connsiteY445" fmla="*/ 5479721 h 6858000"/>
              <a:gd name="connsiteX446" fmla="*/ 2775687 w 12192000"/>
              <a:gd name="connsiteY446" fmla="*/ 5473916 h 6858000"/>
              <a:gd name="connsiteX447" fmla="*/ 2773603 w 12192000"/>
              <a:gd name="connsiteY447" fmla="*/ 5456355 h 6858000"/>
              <a:gd name="connsiteX448" fmla="*/ 2773603 w 12192000"/>
              <a:gd name="connsiteY448" fmla="*/ 5398163 h 6858000"/>
              <a:gd name="connsiteX449" fmla="*/ 2770329 w 12192000"/>
              <a:gd name="connsiteY449" fmla="*/ 5370778 h 6858000"/>
              <a:gd name="connsiteX450" fmla="*/ 2757530 w 12192000"/>
              <a:gd name="connsiteY450" fmla="*/ 5352398 h 6858000"/>
              <a:gd name="connsiteX451" fmla="*/ 2738331 w 12192000"/>
              <a:gd name="connsiteY451" fmla="*/ 5346817 h 6858000"/>
              <a:gd name="connsiteX452" fmla="*/ 2692641 w 12192000"/>
              <a:gd name="connsiteY452" fmla="*/ 5375690 h 6858000"/>
              <a:gd name="connsiteX453" fmla="*/ 2692641 w 12192000"/>
              <a:gd name="connsiteY453" fmla="*/ 5346817 h 6858000"/>
              <a:gd name="connsiteX454" fmla="*/ 2575959 w 12192000"/>
              <a:gd name="connsiteY454" fmla="*/ 5346817 h 6858000"/>
              <a:gd name="connsiteX455" fmla="*/ 2539199 w 12192000"/>
              <a:gd name="connsiteY455" fmla="*/ 5357533 h 6858000"/>
              <a:gd name="connsiteX456" fmla="*/ 2526102 w 12192000"/>
              <a:gd name="connsiteY456" fmla="*/ 5381048 h 6858000"/>
              <a:gd name="connsiteX457" fmla="*/ 2529599 w 12192000"/>
              <a:gd name="connsiteY457" fmla="*/ 5391614 h 6858000"/>
              <a:gd name="connsiteX458" fmla="*/ 2538603 w 12192000"/>
              <a:gd name="connsiteY458" fmla="*/ 5395484 h 6858000"/>
              <a:gd name="connsiteX459" fmla="*/ 2547756 w 12192000"/>
              <a:gd name="connsiteY459" fmla="*/ 5391763 h 6858000"/>
              <a:gd name="connsiteX460" fmla="*/ 2551254 w 12192000"/>
              <a:gd name="connsiteY460" fmla="*/ 5381196 h 6858000"/>
              <a:gd name="connsiteX461" fmla="*/ 2550956 w 12192000"/>
              <a:gd name="connsiteY461" fmla="*/ 5372564 h 6858000"/>
              <a:gd name="connsiteX462" fmla="*/ 2556612 w 12192000"/>
              <a:gd name="connsiteY462" fmla="*/ 5360956 h 6858000"/>
              <a:gd name="connsiteX463" fmla="*/ 2571494 w 12192000"/>
              <a:gd name="connsiteY463" fmla="*/ 5355896 h 6858000"/>
              <a:gd name="connsiteX464" fmla="*/ 2590321 w 12192000"/>
              <a:gd name="connsiteY464" fmla="*/ 5363486 h 6858000"/>
              <a:gd name="connsiteX465" fmla="*/ 2596796 w 12192000"/>
              <a:gd name="connsiteY465" fmla="*/ 5391466 h 6858000"/>
              <a:gd name="connsiteX466" fmla="*/ 2596796 w 12192000"/>
              <a:gd name="connsiteY466" fmla="*/ 5396823 h 6858000"/>
              <a:gd name="connsiteX467" fmla="*/ 2546566 w 12192000"/>
              <a:gd name="connsiteY467" fmla="*/ 5418552 h 6858000"/>
              <a:gd name="connsiteX468" fmla="*/ 2525358 w 12192000"/>
              <a:gd name="connsiteY468" fmla="*/ 5437602 h 6858000"/>
              <a:gd name="connsiteX469" fmla="*/ 2520893 w 12192000"/>
              <a:gd name="connsiteY469" fmla="*/ 5454866 h 6858000"/>
              <a:gd name="connsiteX470" fmla="*/ 2530046 w 12192000"/>
              <a:gd name="connsiteY470" fmla="*/ 5480316 h 6858000"/>
              <a:gd name="connsiteX471" fmla="*/ 2553338 w 12192000"/>
              <a:gd name="connsiteY471" fmla="*/ 5489990 h 6858000"/>
              <a:gd name="connsiteX472" fmla="*/ 2570453 w 12192000"/>
              <a:gd name="connsiteY472" fmla="*/ 5486269 h 6858000"/>
              <a:gd name="connsiteX473" fmla="*/ 2596796 w 12192000"/>
              <a:gd name="connsiteY473" fmla="*/ 5467517 h 6858000"/>
              <a:gd name="connsiteX474" fmla="*/ 2601260 w 12192000"/>
              <a:gd name="connsiteY474" fmla="*/ 5484781 h 6858000"/>
              <a:gd name="connsiteX475" fmla="*/ 2612869 w 12192000"/>
              <a:gd name="connsiteY475" fmla="*/ 5489841 h 6858000"/>
              <a:gd name="connsiteX476" fmla="*/ 2644718 w 12192000"/>
              <a:gd name="connsiteY476" fmla="*/ 5467517 h 6858000"/>
              <a:gd name="connsiteX477" fmla="*/ 2644718 w 12192000"/>
              <a:gd name="connsiteY477" fmla="*/ 5459182 h 6858000"/>
              <a:gd name="connsiteX478" fmla="*/ 2632663 w 12192000"/>
              <a:gd name="connsiteY478" fmla="*/ 5470047 h 6858000"/>
              <a:gd name="connsiteX479" fmla="*/ 2628496 w 12192000"/>
              <a:gd name="connsiteY479" fmla="*/ 5471089 h 6858000"/>
              <a:gd name="connsiteX480" fmla="*/ 2624552 w 12192000"/>
              <a:gd name="connsiteY480" fmla="*/ 5469600 h 6858000"/>
              <a:gd name="connsiteX481" fmla="*/ 2622096 w 12192000"/>
              <a:gd name="connsiteY481" fmla="*/ 5463722 h 6858000"/>
              <a:gd name="connsiteX482" fmla="*/ 2621352 w 12192000"/>
              <a:gd name="connsiteY482" fmla="*/ 5439835 h 6858000"/>
              <a:gd name="connsiteX483" fmla="*/ 2621352 w 12192000"/>
              <a:gd name="connsiteY483" fmla="*/ 5393549 h 6858000"/>
              <a:gd name="connsiteX484" fmla="*/ 2618673 w 12192000"/>
              <a:gd name="connsiteY484" fmla="*/ 5367355 h 6858000"/>
              <a:gd name="connsiteX485" fmla="*/ 2605725 w 12192000"/>
              <a:gd name="connsiteY485" fmla="*/ 5352919 h 6858000"/>
              <a:gd name="connsiteX486" fmla="*/ 2575959 w 12192000"/>
              <a:gd name="connsiteY486" fmla="*/ 5346817 h 6858000"/>
              <a:gd name="connsiteX487" fmla="*/ 2033034 w 12192000"/>
              <a:gd name="connsiteY487" fmla="*/ 5346817 h 6858000"/>
              <a:gd name="connsiteX488" fmla="*/ 1996274 w 12192000"/>
              <a:gd name="connsiteY488" fmla="*/ 5357533 h 6858000"/>
              <a:gd name="connsiteX489" fmla="*/ 1983177 w 12192000"/>
              <a:gd name="connsiteY489" fmla="*/ 5381048 h 6858000"/>
              <a:gd name="connsiteX490" fmla="*/ 1986674 w 12192000"/>
              <a:gd name="connsiteY490" fmla="*/ 5391614 h 6858000"/>
              <a:gd name="connsiteX491" fmla="*/ 1995679 w 12192000"/>
              <a:gd name="connsiteY491" fmla="*/ 5395484 h 6858000"/>
              <a:gd name="connsiteX492" fmla="*/ 2004831 w 12192000"/>
              <a:gd name="connsiteY492" fmla="*/ 5391763 h 6858000"/>
              <a:gd name="connsiteX493" fmla="*/ 2008329 w 12192000"/>
              <a:gd name="connsiteY493" fmla="*/ 5381196 h 6858000"/>
              <a:gd name="connsiteX494" fmla="*/ 2008031 w 12192000"/>
              <a:gd name="connsiteY494" fmla="*/ 5372564 h 6858000"/>
              <a:gd name="connsiteX495" fmla="*/ 2013687 w 12192000"/>
              <a:gd name="connsiteY495" fmla="*/ 5360956 h 6858000"/>
              <a:gd name="connsiteX496" fmla="*/ 2028570 w 12192000"/>
              <a:gd name="connsiteY496" fmla="*/ 5355896 h 6858000"/>
              <a:gd name="connsiteX497" fmla="*/ 2047396 w 12192000"/>
              <a:gd name="connsiteY497" fmla="*/ 5363486 h 6858000"/>
              <a:gd name="connsiteX498" fmla="*/ 2053870 w 12192000"/>
              <a:gd name="connsiteY498" fmla="*/ 5391466 h 6858000"/>
              <a:gd name="connsiteX499" fmla="*/ 2053870 w 12192000"/>
              <a:gd name="connsiteY499" fmla="*/ 5396823 h 6858000"/>
              <a:gd name="connsiteX500" fmla="*/ 2003641 w 12192000"/>
              <a:gd name="connsiteY500" fmla="*/ 5418552 h 6858000"/>
              <a:gd name="connsiteX501" fmla="*/ 1982433 w 12192000"/>
              <a:gd name="connsiteY501" fmla="*/ 5437602 h 6858000"/>
              <a:gd name="connsiteX502" fmla="*/ 1977968 w 12192000"/>
              <a:gd name="connsiteY502" fmla="*/ 5454866 h 6858000"/>
              <a:gd name="connsiteX503" fmla="*/ 1987121 w 12192000"/>
              <a:gd name="connsiteY503" fmla="*/ 5480316 h 6858000"/>
              <a:gd name="connsiteX504" fmla="*/ 2010412 w 12192000"/>
              <a:gd name="connsiteY504" fmla="*/ 5489990 h 6858000"/>
              <a:gd name="connsiteX505" fmla="*/ 2027528 w 12192000"/>
              <a:gd name="connsiteY505" fmla="*/ 5486269 h 6858000"/>
              <a:gd name="connsiteX506" fmla="*/ 2053870 w 12192000"/>
              <a:gd name="connsiteY506" fmla="*/ 5467517 h 6858000"/>
              <a:gd name="connsiteX507" fmla="*/ 2058335 w 12192000"/>
              <a:gd name="connsiteY507" fmla="*/ 5484781 h 6858000"/>
              <a:gd name="connsiteX508" fmla="*/ 2069944 w 12192000"/>
              <a:gd name="connsiteY508" fmla="*/ 5489841 h 6858000"/>
              <a:gd name="connsiteX509" fmla="*/ 2101793 w 12192000"/>
              <a:gd name="connsiteY509" fmla="*/ 5467517 h 6858000"/>
              <a:gd name="connsiteX510" fmla="*/ 2101793 w 12192000"/>
              <a:gd name="connsiteY510" fmla="*/ 5459182 h 6858000"/>
              <a:gd name="connsiteX511" fmla="*/ 2089738 w 12192000"/>
              <a:gd name="connsiteY511" fmla="*/ 5470047 h 6858000"/>
              <a:gd name="connsiteX512" fmla="*/ 2085571 w 12192000"/>
              <a:gd name="connsiteY512" fmla="*/ 5471089 h 6858000"/>
              <a:gd name="connsiteX513" fmla="*/ 2081627 w 12192000"/>
              <a:gd name="connsiteY513" fmla="*/ 5469600 h 6858000"/>
              <a:gd name="connsiteX514" fmla="*/ 2079171 w 12192000"/>
              <a:gd name="connsiteY514" fmla="*/ 5463722 h 6858000"/>
              <a:gd name="connsiteX515" fmla="*/ 2078427 w 12192000"/>
              <a:gd name="connsiteY515" fmla="*/ 5439835 h 6858000"/>
              <a:gd name="connsiteX516" fmla="*/ 2078427 w 12192000"/>
              <a:gd name="connsiteY516" fmla="*/ 5393549 h 6858000"/>
              <a:gd name="connsiteX517" fmla="*/ 2075748 w 12192000"/>
              <a:gd name="connsiteY517" fmla="*/ 5367355 h 6858000"/>
              <a:gd name="connsiteX518" fmla="*/ 2062800 w 12192000"/>
              <a:gd name="connsiteY518" fmla="*/ 5352919 h 6858000"/>
              <a:gd name="connsiteX519" fmla="*/ 2033034 w 12192000"/>
              <a:gd name="connsiteY519" fmla="*/ 5346817 h 6858000"/>
              <a:gd name="connsiteX520" fmla="*/ 1452009 w 12192000"/>
              <a:gd name="connsiteY520" fmla="*/ 5346817 h 6858000"/>
              <a:gd name="connsiteX521" fmla="*/ 1415249 w 12192000"/>
              <a:gd name="connsiteY521" fmla="*/ 5357533 h 6858000"/>
              <a:gd name="connsiteX522" fmla="*/ 1402152 w 12192000"/>
              <a:gd name="connsiteY522" fmla="*/ 5381048 h 6858000"/>
              <a:gd name="connsiteX523" fmla="*/ 1405649 w 12192000"/>
              <a:gd name="connsiteY523" fmla="*/ 5391614 h 6858000"/>
              <a:gd name="connsiteX524" fmla="*/ 1414653 w 12192000"/>
              <a:gd name="connsiteY524" fmla="*/ 5395484 h 6858000"/>
              <a:gd name="connsiteX525" fmla="*/ 1423806 w 12192000"/>
              <a:gd name="connsiteY525" fmla="*/ 5391763 h 6858000"/>
              <a:gd name="connsiteX526" fmla="*/ 1427304 w 12192000"/>
              <a:gd name="connsiteY526" fmla="*/ 5381196 h 6858000"/>
              <a:gd name="connsiteX527" fmla="*/ 1427006 w 12192000"/>
              <a:gd name="connsiteY527" fmla="*/ 5372564 h 6858000"/>
              <a:gd name="connsiteX528" fmla="*/ 1432662 w 12192000"/>
              <a:gd name="connsiteY528" fmla="*/ 5360956 h 6858000"/>
              <a:gd name="connsiteX529" fmla="*/ 1447544 w 12192000"/>
              <a:gd name="connsiteY529" fmla="*/ 5355896 h 6858000"/>
              <a:gd name="connsiteX530" fmla="*/ 1466371 w 12192000"/>
              <a:gd name="connsiteY530" fmla="*/ 5363486 h 6858000"/>
              <a:gd name="connsiteX531" fmla="*/ 1472845 w 12192000"/>
              <a:gd name="connsiteY531" fmla="*/ 5391466 h 6858000"/>
              <a:gd name="connsiteX532" fmla="*/ 1472845 w 12192000"/>
              <a:gd name="connsiteY532" fmla="*/ 5396823 h 6858000"/>
              <a:gd name="connsiteX533" fmla="*/ 1422616 w 12192000"/>
              <a:gd name="connsiteY533" fmla="*/ 5418552 h 6858000"/>
              <a:gd name="connsiteX534" fmla="*/ 1401408 w 12192000"/>
              <a:gd name="connsiteY534" fmla="*/ 5437602 h 6858000"/>
              <a:gd name="connsiteX535" fmla="*/ 1396943 w 12192000"/>
              <a:gd name="connsiteY535" fmla="*/ 5454866 h 6858000"/>
              <a:gd name="connsiteX536" fmla="*/ 1406096 w 12192000"/>
              <a:gd name="connsiteY536" fmla="*/ 5480316 h 6858000"/>
              <a:gd name="connsiteX537" fmla="*/ 1429388 w 12192000"/>
              <a:gd name="connsiteY537" fmla="*/ 5489990 h 6858000"/>
              <a:gd name="connsiteX538" fmla="*/ 1446503 w 12192000"/>
              <a:gd name="connsiteY538" fmla="*/ 5486269 h 6858000"/>
              <a:gd name="connsiteX539" fmla="*/ 1472845 w 12192000"/>
              <a:gd name="connsiteY539" fmla="*/ 5467517 h 6858000"/>
              <a:gd name="connsiteX540" fmla="*/ 1477310 w 12192000"/>
              <a:gd name="connsiteY540" fmla="*/ 5484781 h 6858000"/>
              <a:gd name="connsiteX541" fmla="*/ 1488919 w 12192000"/>
              <a:gd name="connsiteY541" fmla="*/ 5489841 h 6858000"/>
              <a:gd name="connsiteX542" fmla="*/ 1520768 w 12192000"/>
              <a:gd name="connsiteY542" fmla="*/ 5467517 h 6858000"/>
              <a:gd name="connsiteX543" fmla="*/ 1520768 w 12192000"/>
              <a:gd name="connsiteY543" fmla="*/ 5459182 h 6858000"/>
              <a:gd name="connsiteX544" fmla="*/ 1508713 w 12192000"/>
              <a:gd name="connsiteY544" fmla="*/ 5470047 h 6858000"/>
              <a:gd name="connsiteX545" fmla="*/ 1504546 w 12192000"/>
              <a:gd name="connsiteY545" fmla="*/ 5471089 h 6858000"/>
              <a:gd name="connsiteX546" fmla="*/ 1500602 w 12192000"/>
              <a:gd name="connsiteY546" fmla="*/ 5469600 h 6858000"/>
              <a:gd name="connsiteX547" fmla="*/ 1498146 w 12192000"/>
              <a:gd name="connsiteY547" fmla="*/ 5463722 h 6858000"/>
              <a:gd name="connsiteX548" fmla="*/ 1497402 w 12192000"/>
              <a:gd name="connsiteY548" fmla="*/ 5439835 h 6858000"/>
              <a:gd name="connsiteX549" fmla="*/ 1497402 w 12192000"/>
              <a:gd name="connsiteY549" fmla="*/ 5393549 h 6858000"/>
              <a:gd name="connsiteX550" fmla="*/ 1494723 w 12192000"/>
              <a:gd name="connsiteY550" fmla="*/ 5367355 h 6858000"/>
              <a:gd name="connsiteX551" fmla="*/ 1481775 w 12192000"/>
              <a:gd name="connsiteY551" fmla="*/ 5352919 h 6858000"/>
              <a:gd name="connsiteX552" fmla="*/ 1452009 w 12192000"/>
              <a:gd name="connsiteY552" fmla="*/ 5346817 h 6858000"/>
              <a:gd name="connsiteX553" fmla="*/ 1157478 w 12192000"/>
              <a:gd name="connsiteY553" fmla="*/ 5346817 h 6858000"/>
              <a:gd name="connsiteX554" fmla="*/ 1125332 w 12192000"/>
              <a:gd name="connsiteY554" fmla="*/ 5355672 h 6858000"/>
              <a:gd name="connsiteX555" fmla="*/ 1100849 w 12192000"/>
              <a:gd name="connsiteY555" fmla="*/ 5383057 h 6858000"/>
              <a:gd name="connsiteX556" fmla="*/ 1091548 w 12192000"/>
              <a:gd name="connsiteY556" fmla="*/ 5420338 h 6858000"/>
              <a:gd name="connsiteX557" fmla="*/ 1106877 w 12192000"/>
              <a:gd name="connsiteY557" fmla="*/ 5466773 h 6858000"/>
              <a:gd name="connsiteX558" fmla="*/ 1155842 w 12192000"/>
              <a:gd name="connsiteY558" fmla="*/ 5491329 h 6858000"/>
              <a:gd name="connsiteX559" fmla="*/ 1190146 w 12192000"/>
              <a:gd name="connsiteY559" fmla="*/ 5481804 h 6858000"/>
              <a:gd name="connsiteX560" fmla="*/ 1214331 w 12192000"/>
              <a:gd name="connsiteY560" fmla="*/ 5453527 h 6858000"/>
              <a:gd name="connsiteX561" fmla="*/ 1223112 w 12192000"/>
              <a:gd name="connsiteY561" fmla="*/ 5416469 h 6858000"/>
              <a:gd name="connsiteX562" fmla="*/ 1207187 w 12192000"/>
              <a:gd name="connsiteY562" fmla="*/ 5370332 h 6858000"/>
              <a:gd name="connsiteX563" fmla="*/ 1157478 w 12192000"/>
              <a:gd name="connsiteY563" fmla="*/ 5346817 h 6858000"/>
              <a:gd name="connsiteX564" fmla="*/ 927093 w 12192000"/>
              <a:gd name="connsiteY564" fmla="*/ 5346817 h 6858000"/>
              <a:gd name="connsiteX565" fmla="*/ 888025 w 12192000"/>
              <a:gd name="connsiteY565" fmla="*/ 5361402 h 6858000"/>
              <a:gd name="connsiteX566" fmla="*/ 872770 w 12192000"/>
              <a:gd name="connsiteY566" fmla="*/ 5396228 h 6858000"/>
              <a:gd name="connsiteX567" fmla="*/ 879468 w 12192000"/>
              <a:gd name="connsiteY567" fmla="*/ 5420413 h 6858000"/>
              <a:gd name="connsiteX568" fmla="*/ 898666 w 12192000"/>
              <a:gd name="connsiteY568" fmla="*/ 5437453 h 6858000"/>
              <a:gd name="connsiteX569" fmla="*/ 879095 w 12192000"/>
              <a:gd name="connsiteY569" fmla="*/ 5457248 h 6858000"/>
              <a:gd name="connsiteX570" fmla="*/ 874854 w 12192000"/>
              <a:gd name="connsiteY570" fmla="*/ 5469451 h 6858000"/>
              <a:gd name="connsiteX571" fmla="*/ 878054 w 12192000"/>
              <a:gd name="connsiteY571" fmla="*/ 5477711 h 6858000"/>
              <a:gd name="connsiteX572" fmla="*/ 888992 w 12192000"/>
              <a:gd name="connsiteY572" fmla="*/ 5485971 h 6858000"/>
              <a:gd name="connsiteX573" fmla="*/ 873812 w 12192000"/>
              <a:gd name="connsiteY573" fmla="*/ 5502045 h 6858000"/>
              <a:gd name="connsiteX574" fmla="*/ 863394 w 12192000"/>
              <a:gd name="connsiteY574" fmla="*/ 5517374 h 6858000"/>
              <a:gd name="connsiteX575" fmla="*/ 861757 w 12192000"/>
              <a:gd name="connsiteY575" fmla="*/ 5524518 h 6858000"/>
              <a:gd name="connsiteX576" fmla="*/ 872919 w 12192000"/>
              <a:gd name="connsiteY576" fmla="*/ 5539996 h 6858000"/>
              <a:gd name="connsiteX577" fmla="*/ 921437 w 12192000"/>
              <a:gd name="connsiteY577" fmla="*/ 5552944 h 6858000"/>
              <a:gd name="connsiteX578" fmla="*/ 982010 w 12192000"/>
              <a:gd name="connsiteY578" fmla="*/ 5531215 h 6858000"/>
              <a:gd name="connsiteX579" fmla="*/ 997786 w 12192000"/>
              <a:gd name="connsiteY579" fmla="*/ 5499664 h 6858000"/>
              <a:gd name="connsiteX580" fmla="*/ 989526 w 12192000"/>
              <a:gd name="connsiteY580" fmla="*/ 5479125 h 6858000"/>
              <a:gd name="connsiteX581" fmla="*/ 967425 w 12192000"/>
              <a:gd name="connsiteY581" fmla="*/ 5468856 h 6858000"/>
              <a:gd name="connsiteX582" fmla="*/ 927688 w 12192000"/>
              <a:gd name="connsiteY582" fmla="*/ 5466773 h 6858000"/>
              <a:gd name="connsiteX583" fmla="*/ 906852 w 12192000"/>
              <a:gd name="connsiteY583" fmla="*/ 5465731 h 6858000"/>
              <a:gd name="connsiteX584" fmla="*/ 897252 w 12192000"/>
              <a:gd name="connsiteY584" fmla="*/ 5462308 h 6858000"/>
              <a:gd name="connsiteX585" fmla="*/ 894797 w 12192000"/>
              <a:gd name="connsiteY585" fmla="*/ 5457396 h 6858000"/>
              <a:gd name="connsiteX586" fmla="*/ 897104 w 12192000"/>
              <a:gd name="connsiteY586" fmla="*/ 5450178 h 6858000"/>
              <a:gd name="connsiteX587" fmla="*/ 905959 w 12192000"/>
              <a:gd name="connsiteY587" fmla="*/ 5440281 h 6858000"/>
              <a:gd name="connsiteX588" fmla="*/ 926646 w 12192000"/>
              <a:gd name="connsiteY588" fmla="*/ 5443258 h 6858000"/>
              <a:gd name="connsiteX589" fmla="*/ 965788 w 12192000"/>
              <a:gd name="connsiteY589" fmla="*/ 5429714 h 6858000"/>
              <a:gd name="connsiteX590" fmla="*/ 980373 w 12192000"/>
              <a:gd name="connsiteY590" fmla="*/ 5397121 h 6858000"/>
              <a:gd name="connsiteX591" fmla="*/ 972039 w 12192000"/>
              <a:gd name="connsiteY591" fmla="*/ 5369737 h 6858000"/>
              <a:gd name="connsiteX592" fmla="*/ 989749 w 12192000"/>
              <a:gd name="connsiteY592" fmla="*/ 5369737 h 6858000"/>
              <a:gd name="connsiteX593" fmla="*/ 997265 w 12192000"/>
              <a:gd name="connsiteY593" fmla="*/ 5369290 h 6858000"/>
              <a:gd name="connsiteX594" fmla="*/ 998828 w 12192000"/>
              <a:gd name="connsiteY594" fmla="*/ 5368100 h 6858000"/>
              <a:gd name="connsiteX595" fmla="*/ 999572 w 12192000"/>
              <a:gd name="connsiteY595" fmla="*/ 5362742 h 6858000"/>
              <a:gd name="connsiteX596" fmla="*/ 998679 w 12192000"/>
              <a:gd name="connsiteY596" fmla="*/ 5357979 h 6858000"/>
              <a:gd name="connsiteX597" fmla="*/ 997191 w 12192000"/>
              <a:gd name="connsiteY597" fmla="*/ 5356714 h 6858000"/>
              <a:gd name="connsiteX598" fmla="*/ 989749 w 12192000"/>
              <a:gd name="connsiteY598" fmla="*/ 5356342 h 6858000"/>
              <a:gd name="connsiteX599" fmla="*/ 960877 w 12192000"/>
              <a:gd name="connsiteY599" fmla="*/ 5356342 h 6858000"/>
              <a:gd name="connsiteX600" fmla="*/ 927093 w 12192000"/>
              <a:gd name="connsiteY600" fmla="*/ 5346817 h 6858000"/>
              <a:gd name="connsiteX601" fmla="*/ 4546443 w 12192000"/>
              <a:gd name="connsiteY601" fmla="*/ 5346668 h 6858000"/>
              <a:gd name="connsiteX602" fmla="*/ 4501423 w 12192000"/>
              <a:gd name="connsiteY602" fmla="*/ 5366239 h 6858000"/>
              <a:gd name="connsiteX603" fmla="*/ 4483489 w 12192000"/>
              <a:gd name="connsiteY603" fmla="*/ 5420785 h 6858000"/>
              <a:gd name="connsiteX604" fmla="*/ 4500976 w 12192000"/>
              <a:gd name="connsiteY604" fmla="*/ 5472205 h 6858000"/>
              <a:gd name="connsiteX605" fmla="*/ 4543020 w 12192000"/>
              <a:gd name="connsiteY605" fmla="*/ 5491329 h 6858000"/>
              <a:gd name="connsiteX606" fmla="*/ 4580674 w 12192000"/>
              <a:gd name="connsiteY606" fmla="*/ 5474586 h 6858000"/>
              <a:gd name="connsiteX607" fmla="*/ 4598831 w 12192000"/>
              <a:gd name="connsiteY607" fmla="*/ 5437453 h 6858000"/>
              <a:gd name="connsiteX608" fmla="*/ 4594217 w 12192000"/>
              <a:gd name="connsiteY608" fmla="*/ 5434477 h 6858000"/>
              <a:gd name="connsiteX609" fmla="*/ 4577623 w 12192000"/>
              <a:gd name="connsiteY609" fmla="*/ 5459703 h 6858000"/>
              <a:gd name="connsiteX610" fmla="*/ 4554332 w 12192000"/>
              <a:gd name="connsiteY610" fmla="*/ 5467070 h 6858000"/>
              <a:gd name="connsiteX611" fmla="*/ 4519357 w 12192000"/>
              <a:gd name="connsiteY611" fmla="*/ 5449806 h 6858000"/>
              <a:gd name="connsiteX612" fmla="*/ 4504623 w 12192000"/>
              <a:gd name="connsiteY612" fmla="*/ 5402181 h 6858000"/>
              <a:gd name="connsiteX613" fmla="*/ 4598831 w 12192000"/>
              <a:gd name="connsiteY613" fmla="*/ 5402181 h 6858000"/>
              <a:gd name="connsiteX614" fmla="*/ 4584097 w 12192000"/>
              <a:gd name="connsiteY614" fmla="*/ 5361774 h 6858000"/>
              <a:gd name="connsiteX615" fmla="*/ 4546443 w 12192000"/>
              <a:gd name="connsiteY615" fmla="*/ 5346668 h 6858000"/>
              <a:gd name="connsiteX616" fmla="*/ 3098644 w 12192000"/>
              <a:gd name="connsiteY616" fmla="*/ 5346668 h 6858000"/>
              <a:gd name="connsiteX617" fmla="*/ 3053623 w 12192000"/>
              <a:gd name="connsiteY617" fmla="*/ 5366239 h 6858000"/>
              <a:gd name="connsiteX618" fmla="*/ 3035689 w 12192000"/>
              <a:gd name="connsiteY618" fmla="*/ 5420785 h 6858000"/>
              <a:gd name="connsiteX619" fmla="*/ 3053177 w 12192000"/>
              <a:gd name="connsiteY619" fmla="*/ 5472205 h 6858000"/>
              <a:gd name="connsiteX620" fmla="*/ 3095221 w 12192000"/>
              <a:gd name="connsiteY620" fmla="*/ 5491329 h 6858000"/>
              <a:gd name="connsiteX621" fmla="*/ 3132874 w 12192000"/>
              <a:gd name="connsiteY621" fmla="*/ 5474586 h 6858000"/>
              <a:gd name="connsiteX622" fmla="*/ 3151031 w 12192000"/>
              <a:gd name="connsiteY622" fmla="*/ 5437453 h 6858000"/>
              <a:gd name="connsiteX623" fmla="*/ 3146418 w 12192000"/>
              <a:gd name="connsiteY623" fmla="*/ 5434477 h 6858000"/>
              <a:gd name="connsiteX624" fmla="*/ 3129823 w 12192000"/>
              <a:gd name="connsiteY624" fmla="*/ 5459703 h 6858000"/>
              <a:gd name="connsiteX625" fmla="*/ 3106532 w 12192000"/>
              <a:gd name="connsiteY625" fmla="*/ 5467070 h 6858000"/>
              <a:gd name="connsiteX626" fmla="*/ 3071557 w 12192000"/>
              <a:gd name="connsiteY626" fmla="*/ 5449806 h 6858000"/>
              <a:gd name="connsiteX627" fmla="*/ 3056823 w 12192000"/>
              <a:gd name="connsiteY627" fmla="*/ 5402181 h 6858000"/>
              <a:gd name="connsiteX628" fmla="*/ 3151031 w 12192000"/>
              <a:gd name="connsiteY628" fmla="*/ 5402181 h 6858000"/>
              <a:gd name="connsiteX629" fmla="*/ 3136297 w 12192000"/>
              <a:gd name="connsiteY629" fmla="*/ 5361774 h 6858000"/>
              <a:gd name="connsiteX630" fmla="*/ 3098644 w 12192000"/>
              <a:gd name="connsiteY630" fmla="*/ 5346668 h 6858000"/>
              <a:gd name="connsiteX631" fmla="*/ 1908019 w 12192000"/>
              <a:gd name="connsiteY631" fmla="*/ 5346668 h 6858000"/>
              <a:gd name="connsiteX632" fmla="*/ 1862998 w 12192000"/>
              <a:gd name="connsiteY632" fmla="*/ 5366239 h 6858000"/>
              <a:gd name="connsiteX633" fmla="*/ 1845065 w 12192000"/>
              <a:gd name="connsiteY633" fmla="*/ 5420785 h 6858000"/>
              <a:gd name="connsiteX634" fmla="*/ 1862552 w 12192000"/>
              <a:gd name="connsiteY634" fmla="*/ 5472205 h 6858000"/>
              <a:gd name="connsiteX635" fmla="*/ 1904596 w 12192000"/>
              <a:gd name="connsiteY635" fmla="*/ 5491329 h 6858000"/>
              <a:gd name="connsiteX636" fmla="*/ 1942249 w 12192000"/>
              <a:gd name="connsiteY636" fmla="*/ 5474586 h 6858000"/>
              <a:gd name="connsiteX637" fmla="*/ 1960406 w 12192000"/>
              <a:gd name="connsiteY637" fmla="*/ 5437453 h 6858000"/>
              <a:gd name="connsiteX638" fmla="*/ 1955793 w 12192000"/>
              <a:gd name="connsiteY638" fmla="*/ 5434477 h 6858000"/>
              <a:gd name="connsiteX639" fmla="*/ 1939198 w 12192000"/>
              <a:gd name="connsiteY639" fmla="*/ 5459703 h 6858000"/>
              <a:gd name="connsiteX640" fmla="*/ 1915907 w 12192000"/>
              <a:gd name="connsiteY640" fmla="*/ 5467070 h 6858000"/>
              <a:gd name="connsiteX641" fmla="*/ 1880932 w 12192000"/>
              <a:gd name="connsiteY641" fmla="*/ 5449806 h 6858000"/>
              <a:gd name="connsiteX642" fmla="*/ 1866198 w 12192000"/>
              <a:gd name="connsiteY642" fmla="*/ 5402181 h 6858000"/>
              <a:gd name="connsiteX643" fmla="*/ 1960406 w 12192000"/>
              <a:gd name="connsiteY643" fmla="*/ 5402181 h 6858000"/>
              <a:gd name="connsiteX644" fmla="*/ 1945672 w 12192000"/>
              <a:gd name="connsiteY644" fmla="*/ 5361774 h 6858000"/>
              <a:gd name="connsiteX645" fmla="*/ 1908019 w 12192000"/>
              <a:gd name="connsiteY645" fmla="*/ 5346668 h 6858000"/>
              <a:gd name="connsiteX646" fmla="*/ 4326178 w 12192000"/>
              <a:gd name="connsiteY646" fmla="*/ 5306038 h 6858000"/>
              <a:gd name="connsiteX647" fmla="*/ 4316653 w 12192000"/>
              <a:gd name="connsiteY647" fmla="*/ 5326725 h 6858000"/>
              <a:gd name="connsiteX648" fmla="*/ 4301398 w 12192000"/>
              <a:gd name="connsiteY648" fmla="*/ 5345254 h 6858000"/>
              <a:gd name="connsiteX649" fmla="*/ 4284655 w 12192000"/>
              <a:gd name="connsiteY649" fmla="*/ 5356342 h 6858000"/>
              <a:gd name="connsiteX650" fmla="*/ 4284655 w 12192000"/>
              <a:gd name="connsiteY650" fmla="*/ 5361253 h 6858000"/>
              <a:gd name="connsiteX651" fmla="*/ 4306236 w 12192000"/>
              <a:gd name="connsiteY651" fmla="*/ 5361253 h 6858000"/>
              <a:gd name="connsiteX652" fmla="*/ 4306236 w 12192000"/>
              <a:gd name="connsiteY652" fmla="*/ 5452932 h 6858000"/>
              <a:gd name="connsiteX653" fmla="*/ 4309362 w 12192000"/>
              <a:gd name="connsiteY653" fmla="*/ 5474735 h 6858000"/>
              <a:gd name="connsiteX654" fmla="*/ 4319035 w 12192000"/>
              <a:gd name="connsiteY654" fmla="*/ 5485599 h 6858000"/>
              <a:gd name="connsiteX655" fmla="*/ 4332429 w 12192000"/>
              <a:gd name="connsiteY655" fmla="*/ 5489394 h 6858000"/>
              <a:gd name="connsiteX656" fmla="*/ 4352074 w 12192000"/>
              <a:gd name="connsiteY656" fmla="*/ 5482027 h 6858000"/>
              <a:gd name="connsiteX657" fmla="*/ 4366808 w 12192000"/>
              <a:gd name="connsiteY657" fmla="*/ 5460075 h 6858000"/>
              <a:gd name="connsiteX658" fmla="*/ 4361004 w 12192000"/>
              <a:gd name="connsiteY658" fmla="*/ 5460075 h 6858000"/>
              <a:gd name="connsiteX659" fmla="*/ 4353861 w 12192000"/>
              <a:gd name="connsiteY659" fmla="*/ 5469079 h 6858000"/>
              <a:gd name="connsiteX660" fmla="*/ 4344335 w 12192000"/>
              <a:gd name="connsiteY660" fmla="*/ 5472130 h 6858000"/>
              <a:gd name="connsiteX661" fmla="*/ 4334587 w 12192000"/>
              <a:gd name="connsiteY661" fmla="*/ 5467517 h 6858000"/>
              <a:gd name="connsiteX662" fmla="*/ 4330791 w 12192000"/>
              <a:gd name="connsiteY662" fmla="*/ 5449657 h 6858000"/>
              <a:gd name="connsiteX663" fmla="*/ 4330791 w 12192000"/>
              <a:gd name="connsiteY663" fmla="*/ 5361253 h 6858000"/>
              <a:gd name="connsiteX664" fmla="*/ 4362641 w 12192000"/>
              <a:gd name="connsiteY664" fmla="*/ 5361253 h 6858000"/>
              <a:gd name="connsiteX665" fmla="*/ 4362641 w 12192000"/>
              <a:gd name="connsiteY665" fmla="*/ 5350835 h 6858000"/>
              <a:gd name="connsiteX666" fmla="*/ 4330791 w 12192000"/>
              <a:gd name="connsiteY666" fmla="*/ 5350835 h 6858000"/>
              <a:gd name="connsiteX667" fmla="*/ 4330791 w 12192000"/>
              <a:gd name="connsiteY667" fmla="*/ 5306038 h 6858000"/>
              <a:gd name="connsiteX668" fmla="*/ 2230678 w 12192000"/>
              <a:gd name="connsiteY668" fmla="*/ 5306038 h 6858000"/>
              <a:gd name="connsiteX669" fmla="*/ 2221153 w 12192000"/>
              <a:gd name="connsiteY669" fmla="*/ 5326725 h 6858000"/>
              <a:gd name="connsiteX670" fmla="*/ 2205898 w 12192000"/>
              <a:gd name="connsiteY670" fmla="*/ 5345254 h 6858000"/>
              <a:gd name="connsiteX671" fmla="*/ 2189155 w 12192000"/>
              <a:gd name="connsiteY671" fmla="*/ 5356342 h 6858000"/>
              <a:gd name="connsiteX672" fmla="*/ 2189155 w 12192000"/>
              <a:gd name="connsiteY672" fmla="*/ 5361253 h 6858000"/>
              <a:gd name="connsiteX673" fmla="*/ 2210735 w 12192000"/>
              <a:gd name="connsiteY673" fmla="*/ 5361253 h 6858000"/>
              <a:gd name="connsiteX674" fmla="*/ 2210735 w 12192000"/>
              <a:gd name="connsiteY674" fmla="*/ 5452932 h 6858000"/>
              <a:gd name="connsiteX675" fmla="*/ 2213860 w 12192000"/>
              <a:gd name="connsiteY675" fmla="*/ 5474735 h 6858000"/>
              <a:gd name="connsiteX676" fmla="*/ 2223535 w 12192000"/>
              <a:gd name="connsiteY676" fmla="*/ 5485599 h 6858000"/>
              <a:gd name="connsiteX677" fmla="*/ 2236929 w 12192000"/>
              <a:gd name="connsiteY677" fmla="*/ 5489394 h 6858000"/>
              <a:gd name="connsiteX678" fmla="*/ 2256574 w 12192000"/>
              <a:gd name="connsiteY678" fmla="*/ 5482027 h 6858000"/>
              <a:gd name="connsiteX679" fmla="*/ 2271308 w 12192000"/>
              <a:gd name="connsiteY679" fmla="*/ 5460075 h 6858000"/>
              <a:gd name="connsiteX680" fmla="*/ 2265504 w 12192000"/>
              <a:gd name="connsiteY680" fmla="*/ 5460075 h 6858000"/>
              <a:gd name="connsiteX681" fmla="*/ 2258360 w 12192000"/>
              <a:gd name="connsiteY681" fmla="*/ 5469079 h 6858000"/>
              <a:gd name="connsiteX682" fmla="*/ 2248835 w 12192000"/>
              <a:gd name="connsiteY682" fmla="*/ 5472130 h 6858000"/>
              <a:gd name="connsiteX683" fmla="*/ 2239087 w 12192000"/>
              <a:gd name="connsiteY683" fmla="*/ 5467517 h 6858000"/>
              <a:gd name="connsiteX684" fmla="*/ 2235292 w 12192000"/>
              <a:gd name="connsiteY684" fmla="*/ 5449657 h 6858000"/>
              <a:gd name="connsiteX685" fmla="*/ 2235292 w 12192000"/>
              <a:gd name="connsiteY685" fmla="*/ 5361253 h 6858000"/>
              <a:gd name="connsiteX686" fmla="*/ 2267141 w 12192000"/>
              <a:gd name="connsiteY686" fmla="*/ 5361253 h 6858000"/>
              <a:gd name="connsiteX687" fmla="*/ 2267141 w 12192000"/>
              <a:gd name="connsiteY687" fmla="*/ 5350835 h 6858000"/>
              <a:gd name="connsiteX688" fmla="*/ 2235292 w 12192000"/>
              <a:gd name="connsiteY688" fmla="*/ 5350835 h 6858000"/>
              <a:gd name="connsiteX689" fmla="*/ 2235292 w 12192000"/>
              <a:gd name="connsiteY689" fmla="*/ 5306038 h 6858000"/>
              <a:gd name="connsiteX690" fmla="*/ 4872079 w 12192000"/>
              <a:gd name="connsiteY690" fmla="*/ 5275528 h 6858000"/>
              <a:gd name="connsiteX691" fmla="*/ 4831449 w 12192000"/>
              <a:gd name="connsiteY691" fmla="*/ 5292197 h 6858000"/>
              <a:gd name="connsiteX692" fmla="*/ 4833384 w 12192000"/>
              <a:gd name="connsiteY692" fmla="*/ 5297406 h 6858000"/>
              <a:gd name="connsiteX693" fmla="*/ 4843653 w 12192000"/>
              <a:gd name="connsiteY693" fmla="*/ 5295025 h 6858000"/>
              <a:gd name="connsiteX694" fmla="*/ 4849606 w 12192000"/>
              <a:gd name="connsiteY694" fmla="*/ 5296960 h 6858000"/>
              <a:gd name="connsiteX695" fmla="*/ 4853104 w 12192000"/>
              <a:gd name="connsiteY695" fmla="*/ 5304252 h 6858000"/>
              <a:gd name="connsiteX696" fmla="*/ 4854220 w 12192000"/>
              <a:gd name="connsiteY696" fmla="*/ 5332976 h 6858000"/>
              <a:gd name="connsiteX697" fmla="*/ 4854220 w 12192000"/>
              <a:gd name="connsiteY697" fmla="*/ 5358128 h 6858000"/>
              <a:gd name="connsiteX698" fmla="*/ 4824454 w 12192000"/>
              <a:gd name="connsiteY698" fmla="*/ 5346668 h 6858000"/>
              <a:gd name="connsiteX699" fmla="*/ 4776978 w 12192000"/>
              <a:gd name="connsiteY699" fmla="*/ 5371002 h 6858000"/>
              <a:gd name="connsiteX700" fmla="*/ 4758524 w 12192000"/>
              <a:gd name="connsiteY700" fmla="*/ 5424654 h 6858000"/>
              <a:gd name="connsiteX701" fmla="*/ 4775193 w 12192000"/>
              <a:gd name="connsiteY701" fmla="*/ 5472651 h 6858000"/>
              <a:gd name="connsiteX702" fmla="*/ 4814185 w 12192000"/>
              <a:gd name="connsiteY702" fmla="*/ 5491329 h 6858000"/>
              <a:gd name="connsiteX703" fmla="*/ 4834724 w 12192000"/>
              <a:gd name="connsiteY703" fmla="*/ 5486790 h 6858000"/>
              <a:gd name="connsiteX704" fmla="*/ 4854220 w 12192000"/>
              <a:gd name="connsiteY704" fmla="*/ 5471833 h 6858000"/>
              <a:gd name="connsiteX705" fmla="*/ 4854220 w 12192000"/>
              <a:gd name="connsiteY705" fmla="*/ 5491329 h 6858000"/>
              <a:gd name="connsiteX706" fmla="*/ 4861066 w 12192000"/>
              <a:gd name="connsiteY706" fmla="*/ 5491329 h 6858000"/>
              <a:gd name="connsiteX707" fmla="*/ 4901547 w 12192000"/>
              <a:gd name="connsiteY707" fmla="*/ 5474512 h 6858000"/>
              <a:gd name="connsiteX708" fmla="*/ 4899910 w 12192000"/>
              <a:gd name="connsiteY708" fmla="*/ 5469303 h 6858000"/>
              <a:gd name="connsiteX709" fmla="*/ 4889195 w 12192000"/>
              <a:gd name="connsiteY709" fmla="*/ 5471833 h 6858000"/>
              <a:gd name="connsiteX710" fmla="*/ 4883465 w 12192000"/>
              <a:gd name="connsiteY710" fmla="*/ 5469749 h 6858000"/>
              <a:gd name="connsiteX711" fmla="*/ 4879893 w 12192000"/>
              <a:gd name="connsiteY711" fmla="*/ 5462382 h 6858000"/>
              <a:gd name="connsiteX712" fmla="*/ 4878777 w 12192000"/>
              <a:gd name="connsiteY712" fmla="*/ 5433137 h 6858000"/>
              <a:gd name="connsiteX713" fmla="*/ 4878777 w 12192000"/>
              <a:gd name="connsiteY713" fmla="*/ 5275528 h 6858000"/>
              <a:gd name="connsiteX714" fmla="*/ 4002030 w 12192000"/>
              <a:gd name="connsiteY714" fmla="*/ 5275528 h 6858000"/>
              <a:gd name="connsiteX715" fmla="*/ 3991241 w 12192000"/>
              <a:gd name="connsiteY715" fmla="*/ 5279919 h 6858000"/>
              <a:gd name="connsiteX716" fmla="*/ 3986850 w 12192000"/>
              <a:gd name="connsiteY716" fmla="*/ 5290560 h 6858000"/>
              <a:gd name="connsiteX717" fmla="*/ 3991315 w 12192000"/>
              <a:gd name="connsiteY717" fmla="*/ 5301276 h 6858000"/>
              <a:gd name="connsiteX718" fmla="*/ 4002030 w 12192000"/>
              <a:gd name="connsiteY718" fmla="*/ 5305741 h 6858000"/>
              <a:gd name="connsiteX719" fmla="*/ 4012672 w 12192000"/>
              <a:gd name="connsiteY719" fmla="*/ 5301276 h 6858000"/>
              <a:gd name="connsiteX720" fmla="*/ 4017062 w 12192000"/>
              <a:gd name="connsiteY720" fmla="*/ 5290560 h 6858000"/>
              <a:gd name="connsiteX721" fmla="*/ 4012672 w 12192000"/>
              <a:gd name="connsiteY721" fmla="*/ 5279919 h 6858000"/>
              <a:gd name="connsiteX722" fmla="*/ 4002030 w 12192000"/>
              <a:gd name="connsiteY722" fmla="*/ 5275528 h 6858000"/>
              <a:gd name="connsiteX723" fmla="*/ 2909930 w 12192000"/>
              <a:gd name="connsiteY723" fmla="*/ 5275528 h 6858000"/>
              <a:gd name="connsiteX724" fmla="*/ 2869300 w 12192000"/>
              <a:gd name="connsiteY724" fmla="*/ 5292197 h 6858000"/>
              <a:gd name="connsiteX725" fmla="*/ 2871235 w 12192000"/>
              <a:gd name="connsiteY725" fmla="*/ 5297406 h 6858000"/>
              <a:gd name="connsiteX726" fmla="*/ 2881504 w 12192000"/>
              <a:gd name="connsiteY726" fmla="*/ 5295025 h 6858000"/>
              <a:gd name="connsiteX727" fmla="*/ 2887457 w 12192000"/>
              <a:gd name="connsiteY727" fmla="*/ 5296960 h 6858000"/>
              <a:gd name="connsiteX728" fmla="*/ 2890954 w 12192000"/>
              <a:gd name="connsiteY728" fmla="*/ 5304252 h 6858000"/>
              <a:gd name="connsiteX729" fmla="*/ 2892070 w 12192000"/>
              <a:gd name="connsiteY729" fmla="*/ 5332976 h 6858000"/>
              <a:gd name="connsiteX730" fmla="*/ 2892070 w 12192000"/>
              <a:gd name="connsiteY730" fmla="*/ 5358128 h 6858000"/>
              <a:gd name="connsiteX731" fmla="*/ 2862305 w 12192000"/>
              <a:gd name="connsiteY731" fmla="*/ 5346668 h 6858000"/>
              <a:gd name="connsiteX732" fmla="*/ 2814829 w 12192000"/>
              <a:gd name="connsiteY732" fmla="*/ 5371002 h 6858000"/>
              <a:gd name="connsiteX733" fmla="*/ 2796374 w 12192000"/>
              <a:gd name="connsiteY733" fmla="*/ 5424654 h 6858000"/>
              <a:gd name="connsiteX734" fmla="*/ 2813043 w 12192000"/>
              <a:gd name="connsiteY734" fmla="*/ 5472651 h 6858000"/>
              <a:gd name="connsiteX735" fmla="*/ 2852035 w 12192000"/>
              <a:gd name="connsiteY735" fmla="*/ 5491329 h 6858000"/>
              <a:gd name="connsiteX736" fmla="*/ 2872574 w 12192000"/>
              <a:gd name="connsiteY736" fmla="*/ 5486790 h 6858000"/>
              <a:gd name="connsiteX737" fmla="*/ 2892070 w 12192000"/>
              <a:gd name="connsiteY737" fmla="*/ 5471833 h 6858000"/>
              <a:gd name="connsiteX738" fmla="*/ 2892070 w 12192000"/>
              <a:gd name="connsiteY738" fmla="*/ 5491329 h 6858000"/>
              <a:gd name="connsiteX739" fmla="*/ 2898917 w 12192000"/>
              <a:gd name="connsiteY739" fmla="*/ 5491329 h 6858000"/>
              <a:gd name="connsiteX740" fmla="*/ 2939398 w 12192000"/>
              <a:gd name="connsiteY740" fmla="*/ 5474512 h 6858000"/>
              <a:gd name="connsiteX741" fmla="*/ 2937760 w 12192000"/>
              <a:gd name="connsiteY741" fmla="*/ 5469303 h 6858000"/>
              <a:gd name="connsiteX742" fmla="*/ 2927045 w 12192000"/>
              <a:gd name="connsiteY742" fmla="*/ 5471833 h 6858000"/>
              <a:gd name="connsiteX743" fmla="*/ 2921315 w 12192000"/>
              <a:gd name="connsiteY743" fmla="*/ 5469749 h 6858000"/>
              <a:gd name="connsiteX744" fmla="*/ 2917743 w 12192000"/>
              <a:gd name="connsiteY744" fmla="*/ 5462382 h 6858000"/>
              <a:gd name="connsiteX745" fmla="*/ 2916627 w 12192000"/>
              <a:gd name="connsiteY745" fmla="*/ 5433137 h 6858000"/>
              <a:gd name="connsiteX746" fmla="*/ 2916627 w 12192000"/>
              <a:gd name="connsiteY746" fmla="*/ 5275528 h 6858000"/>
              <a:gd name="connsiteX747" fmla="*/ 2314617 w 12192000"/>
              <a:gd name="connsiteY747" fmla="*/ 5275528 h 6858000"/>
              <a:gd name="connsiteX748" fmla="*/ 2273839 w 12192000"/>
              <a:gd name="connsiteY748" fmla="*/ 5292197 h 6858000"/>
              <a:gd name="connsiteX749" fmla="*/ 2275922 w 12192000"/>
              <a:gd name="connsiteY749" fmla="*/ 5297406 h 6858000"/>
              <a:gd name="connsiteX750" fmla="*/ 2286042 w 12192000"/>
              <a:gd name="connsiteY750" fmla="*/ 5295025 h 6858000"/>
              <a:gd name="connsiteX751" fmla="*/ 2292219 w 12192000"/>
              <a:gd name="connsiteY751" fmla="*/ 5296960 h 6858000"/>
              <a:gd name="connsiteX752" fmla="*/ 2295642 w 12192000"/>
              <a:gd name="connsiteY752" fmla="*/ 5304252 h 6858000"/>
              <a:gd name="connsiteX753" fmla="*/ 2296758 w 12192000"/>
              <a:gd name="connsiteY753" fmla="*/ 5332976 h 6858000"/>
              <a:gd name="connsiteX754" fmla="*/ 2296758 w 12192000"/>
              <a:gd name="connsiteY754" fmla="*/ 5456355 h 6858000"/>
              <a:gd name="connsiteX755" fmla="*/ 2294972 w 12192000"/>
              <a:gd name="connsiteY755" fmla="*/ 5473321 h 6858000"/>
              <a:gd name="connsiteX756" fmla="*/ 2290209 w 12192000"/>
              <a:gd name="connsiteY756" fmla="*/ 5478976 h 6858000"/>
              <a:gd name="connsiteX757" fmla="*/ 2275922 w 12192000"/>
              <a:gd name="connsiteY757" fmla="*/ 5481804 h 6858000"/>
              <a:gd name="connsiteX758" fmla="*/ 2275922 w 12192000"/>
              <a:gd name="connsiteY758" fmla="*/ 5487162 h 6858000"/>
              <a:gd name="connsiteX759" fmla="*/ 2343490 w 12192000"/>
              <a:gd name="connsiteY759" fmla="*/ 5487162 h 6858000"/>
              <a:gd name="connsiteX760" fmla="*/ 2343490 w 12192000"/>
              <a:gd name="connsiteY760" fmla="*/ 5481804 h 6858000"/>
              <a:gd name="connsiteX761" fmla="*/ 2328831 w 12192000"/>
              <a:gd name="connsiteY761" fmla="*/ 5479497 h 6858000"/>
              <a:gd name="connsiteX762" fmla="*/ 2323026 w 12192000"/>
              <a:gd name="connsiteY762" fmla="*/ 5473767 h 6858000"/>
              <a:gd name="connsiteX763" fmla="*/ 2321464 w 12192000"/>
              <a:gd name="connsiteY763" fmla="*/ 5456355 h 6858000"/>
              <a:gd name="connsiteX764" fmla="*/ 2321464 w 12192000"/>
              <a:gd name="connsiteY764" fmla="*/ 5384322 h 6858000"/>
              <a:gd name="connsiteX765" fmla="*/ 2340365 w 12192000"/>
              <a:gd name="connsiteY765" fmla="*/ 5368695 h 6858000"/>
              <a:gd name="connsiteX766" fmla="*/ 2355545 w 12192000"/>
              <a:gd name="connsiteY766" fmla="*/ 5364825 h 6858000"/>
              <a:gd name="connsiteX767" fmla="*/ 2367749 w 12192000"/>
              <a:gd name="connsiteY767" fmla="*/ 5368323 h 6858000"/>
              <a:gd name="connsiteX768" fmla="*/ 2375116 w 12192000"/>
              <a:gd name="connsiteY768" fmla="*/ 5378815 h 6858000"/>
              <a:gd name="connsiteX769" fmla="*/ 2377423 w 12192000"/>
              <a:gd name="connsiteY769" fmla="*/ 5408134 h 6858000"/>
              <a:gd name="connsiteX770" fmla="*/ 2377423 w 12192000"/>
              <a:gd name="connsiteY770" fmla="*/ 5456355 h 6858000"/>
              <a:gd name="connsiteX771" fmla="*/ 2376976 w 12192000"/>
              <a:gd name="connsiteY771" fmla="*/ 5470344 h 6858000"/>
              <a:gd name="connsiteX772" fmla="*/ 2371767 w 12192000"/>
              <a:gd name="connsiteY772" fmla="*/ 5478902 h 6858000"/>
              <a:gd name="connsiteX773" fmla="*/ 2358522 w 12192000"/>
              <a:gd name="connsiteY773" fmla="*/ 5481804 h 6858000"/>
              <a:gd name="connsiteX774" fmla="*/ 2355396 w 12192000"/>
              <a:gd name="connsiteY774" fmla="*/ 5481804 h 6858000"/>
              <a:gd name="connsiteX775" fmla="*/ 2355396 w 12192000"/>
              <a:gd name="connsiteY775" fmla="*/ 5487162 h 6858000"/>
              <a:gd name="connsiteX776" fmla="*/ 2422369 w 12192000"/>
              <a:gd name="connsiteY776" fmla="*/ 5487162 h 6858000"/>
              <a:gd name="connsiteX777" fmla="*/ 2422369 w 12192000"/>
              <a:gd name="connsiteY777" fmla="*/ 5481804 h 6858000"/>
              <a:gd name="connsiteX778" fmla="*/ 2409272 w 12192000"/>
              <a:gd name="connsiteY778" fmla="*/ 5479721 h 6858000"/>
              <a:gd name="connsiteX779" fmla="*/ 2404212 w 12192000"/>
              <a:gd name="connsiteY779" fmla="*/ 5474065 h 6858000"/>
              <a:gd name="connsiteX780" fmla="*/ 2402128 w 12192000"/>
              <a:gd name="connsiteY780" fmla="*/ 5456355 h 6858000"/>
              <a:gd name="connsiteX781" fmla="*/ 2402128 w 12192000"/>
              <a:gd name="connsiteY781" fmla="*/ 5408134 h 6858000"/>
              <a:gd name="connsiteX782" fmla="*/ 2399300 w 12192000"/>
              <a:gd name="connsiteY782" fmla="*/ 5373308 h 6858000"/>
              <a:gd name="connsiteX783" fmla="*/ 2386948 w 12192000"/>
              <a:gd name="connsiteY783" fmla="*/ 5353217 h 6858000"/>
              <a:gd name="connsiteX784" fmla="*/ 2367005 w 12192000"/>
              <a:gd name="connsiteY784" fmla="*/ 5346817 h 6858000"/>
              <a:gd name="connsiteX785" fmla="*/ 2347657 w 12192000"/>
              <a:gd name="connsiteY785" fmla="*/ 5351952 h 6858000"/>
              <a:gd name="connsiteX786" fmla="*/ 2321464 w 12192000"/>
              <a:gd name="connsiteY786" fmla="*/ 5375243 h 6858000"/>
              <a:gd name="connsiteX787" fmla="*/ 2321464 w 12192000"/>
              <a:gd name="connsiteY787" fmla="*/ 5275528 h 6858000"/>
              <a:gd name="connsiteX788" fmla="*/ 2150162 w 12192000"/>
              <a:gd name="connsiteY788" fmla="*/ 5275528 h 6858000"/>
              <a:gd name="connsiteX789" fmla="*/ 2109532 w 12192000"/>
              <a:gd name="connsiteY789" fmla="*/ 5292197 h 6858000"/>
              <a:gd name="connsiteX790" fmla="*/ 2112062 w 12192000"/>
              <a:gd name="connsiteY790" fmla="*/ 5297406 h 6858000"/>
              <a:gd name="connsiteX791" fmla="*/ 2121885 w 12192000"/>
              <a:gd name="connsiteY791" fmla="*/ 5295025 h 6858000"/>
              <a:gd name="connsiteX792" fmla="*/ 2127764 w 12192000"/>
              <a:gd name="connsiteY792" fmla="*/ 5296960 h 6858000"/>
              <a:gd name="connsiteX793" fmla="*/ 2131112 w 12192000"/>
              <a:gd name="connsiteY793" fmla="*/ 5304178 h 6858000"/>
              <a:gd name="connsiteX794" fmla="*/ 2132154 w 12192000"/>
              <a:gd name="connsiteY794" fmla="*/ 5332530 h 6858000"/>
              <a:gd name="connsiteX795" fmla="*/ 2132154 w 12192000"/>
              <a:gd name="connsiteY795" fmla="*/ 5456355 h 6858000"/>
              <a:gd name="connsiteX796" fmla="*/ 2130219 w 12192000"/>
              <a:gd name="connsiteY796" fmla="*/ 5473470 h 6858000"/>
              <a:gd name="connsiteX797" fmla="*/ 2124861 w 12192000"/>
              <a:gd name="connsiteY797" fmla="*/ 5479869 h 6858000"/>
              <a:gd name="connsiteX798" fmla="*/ 2112062 w 12192000"/>
              <a:gd name="connsiteY798" fmla="*/ 5481804 h 6858000"/>
              <a:gd name="connsiteX799" fmla="*/ 2112062 w 12192000"/>
              <a:gd name="connsiteY799" fmla="*/ 5487162 h 6858000"/>
              <a:gd name="connsiteX800" fmla="*/ 2178886 w 12192000"/>
              <a:gd name="connsiteY800" fmla="*/ 5487162 h 6858000"/>
              <a:gd name="connsiteX801" fmla="*/ 2178886 w 12192000"/>
              <a:gd name="connsiteY801" fmla="*/ 5481804 h 6858000"/>
              <a:gd name="connsiteX802" fmla="*/ 2164450 w 12192000"/>
              <a:gd name="connsiteY802" fmla="*/ 5479646 h 6858000"/>
              <a:gd name="connsiteX803" fmla="*/ 2158720 w 12192000"/>
              <a:gd name="connsiteY803" fmla="*/ 5473321 h 6858000"/>
              <a:gd name="connsiteX804" fmla="*/ 2156860 w 12192000"/>
              <a:gd name="connsiteY804" fmla="*/ 5456355 h 6858000"/>
              <a:gd name="connsiteX805" fmla="*/ 2156860 w 12192000"/>
              <a:gd name="connsiteY805" fmla="*/ 5275528 h 6858000"/>
              <a:gd name="connsiteX806" fmla="*/ 1733592 w 12192000"/>
              <a:gd name="connsiteY806" fmla="*/ 5275528 h 6858000"/>
              <a:gd name="connsiteX807" fmla="*/ 1692813 w 12192000"/>
              <a:gd name="connsiteY807" fmla="*/ 5292197 h 6858000"/>
              <a:gd name="connsiteX808" fmla="*/ 1694897 w 12192000"/>
              <a:gd name="connsiteY808" fmla="*/ 5297406 h 6858000"/>
              <a:gd name="connsiteX809" fmla="*/ 1705017 w 12192000"/>
              <a:gd name="connsiteY809" fmla="*/ 5295025 h 6858000"/>
              <a:gd name="connsiteX810" fmla="*/ 1711194 w 12192000"/>
              <a:gd name="connsiteY810" fmla="*/ 5296960 h 6858000"/>
              <a:gd name="connsiteX811" fmla="*/ 1714616 w 12192000"/>
              <a:gd name="connsiteY811" fmla="*/ 5304252 h 6858000"/>
              <a:gd name="connsiteX812" fmla="*/ 1715733 w 12192000"/>
              <a:gd name="connsiteY812" fmla="*/ 5332976 h 6858000"/>
              <a:gd name="connsiteX813" fmla="*/ 1715733 w 12192000"/>
              <a:gd name="connsiteY813" fmla="*/ 5456355 h 6858000"/>
              <a:gd name="connsiteX814" fmla="*/ 1713947 w 12192000"/>
              <a:gd name="connsiteY814" fmla="*/ 5473321 h 6858000"/>
              <a:gd name="connsiteX815" fmla="*/ 1709184 w 12192000"/>
              <a:gd name="connsiteY815" fmla="*/ 5478976 h 6858000"/>
              <a:gd name="connsiteX816" fmla="*/ 1694897 w 12192000"/>
              <a:gd name="connsiteY816" fmla="*/ 5481804 h 6858000"/>
              <a:gd name="connsiteX817" fmla="*/ 1694897 w 12192000"/>
              <a:gd name="connsiteY817" fmla="*/ 5487162 h 6858000"/>
              <a:gd name="connsiteX818" fmla="*/ 1762465 w 12192000"/>
              <a:gd name="connsiteY818" fmla="*/ 5487162 h 6858000"/>
              <a:gd name="connsiteX819" fmla="*/ 1762465 w 12192000"/>
              <a:gd name="connsiteY819" fmla="*/ 5481804 h 6858000"/>
              <a:gd name="connsiteX820" fmla="*/ 1747805 w 12192000"/>
              <a:gd name="connsiteY820" fmla="*/ 5479497 h 6858000"/>
              <a:gd name="connsiteX821" fmla="*/ 1742001 w 12192000"/>
              <a:gd name="connsiteY821" fmla="*/ 5473767 h 6858000"/>
              <a:gd name="connsiteX822" fmla="*/ 1740438 w 12192000"/>
              <a:gd name="connsiteY822" fmla="*/ 5456355 h 6858000"/>
              <a:gd name="connsiteX823" fmla="*/ 1740438 w 12192000"/>
              <a:gd name="connsiteY823" fmla="*/ 5384322 h 6858000"/>
              <a:gd name="connsiteX824" fmla="*/ 1759339 w 12192000"/>
              <a:gd name="connsiteY824" fmla="*/ 5368695 h 6858000"/>
              <a:gd name="connsiteX825" fmla="*/ 1774520 w 12192000"/>
              <a:gd name="connsiteY825" fmla="*/ 5364825 h 6858000"/>
              <a:gd name="connsiteX826" fmla="*/ 1786724 w 12192000"/>
              <a:gd name="connsiteY826" fmla="*/ 5368323 h 6858000"/>
              <a:gd name="connsiteX827" fmla="*/ 1794091 w 12192000"/>
              <a:gd name="connsiteY827" fmla="*/ 5378815 h 6858000"/>
              <a:gd name="connsiteX828" fmla="*/ 1796398 w 12192000"/>
              <a:gd name="connsiteY828" fmla="*/ 5408134 h 6858000"/>
              <a:gd name="connsiteX829" fmla="*/ 1796398 w 12192000"/>
              <a:gd name="connsiteY829" fmla="*/ 5456355 h 6858000"/>
              <a:gd name="connsiteX830" fmla="*/ 1795951 w 12192000"/>
              <a:gd name="connsiteY830" fmla="*/ 5470344 h 6858000"/>
              <a:gd name="connsiteX831" fmla="*/ 1790742 w 12192000"/>
              <a:gd name="connsiteY831" fmla="*/ 5478902 h 6858000"/>
              <a:gd name="connsiteX832" fmla="*/ 1777496 w 12192000"/>
              <a:gd name="connsiteY832" fmla="*/ 5481804 h 6858000"/>
              <a:gd name="connsiteX833" fmla="*/ 1774371 w 12192000"/>
              <a:gd name="connsiteY833" fmla="*/ 5481804 h 6858000"/>
              <a:gd name="connsiteX834" fmla="*/ 1774371 w 12192000"/>
              <a:gd name="connsiteY834" fmla="*/ 5487162 h 6858000"/>
              <a:gd name="connsiteX835" fmla="*/ 1841344 w 12192000"/>
              <a:gd name="connsiteY835" fmla="*/ 5487162 h 6858000"/>
              <a:gd name="connsiteX836" fmla="*/ 1841344 w 12192000"/>
              <a:gd name="connsiteY836" fmla="*/ 5481804 h 6858000"/>
              <a:gd name="connsiteX837" fmla="*/ 1828247 w 12192000"/>
              <a:gd name="connsiteY837" fmla="*/ 5479721 h 6858000"/>
              <a:gd name="connsiteX838" fmla="*/ 1823187 w 12192000"/>
              <a:gd name="connsiteY838" fmla="*/ 5474065 h 6858000"/>
              <a:gd name="connsiteX839" fmla="*/ 1821103 w 12192000"/>
              <a:gd name="connsiteY839" fmla="*/ 5456355 h 6858000"/>
              <a:gd name="connsiteX840" fmla="*/ 1821103 w 12192000"/>
              <a:gd name="connsiteY840" fmla="*/ 5408134 h 6858000"/>
              <a:gd name="connsiteX841" fmla="*/ 1818275 w 12192000"/>
              <a:gd name="connsiteY841" fmla="*/ 5373308 h 6858000"/>
              <a:gd name="connsiteX842" fmla="*/ 1805923 w 12192000"/>
              <a:gd name="connsiteY842" fmla="*/ 5353217 h 6858000"/>
              <a:gd name="connsiteX843" fmla="*/ 1785980 w 12192000"/>
              <a:gd name="connsiteY843" fmla="*/ 5346817 h 6858000"/>
              <a:gd name="connsiteX844" fmla="*/ 1766632 w 12192000"/>
              <a:gd name="connsiteY844" fmla="*/ 5351952 h 6858000"/>
              <a:gd name="connsiteX845" fmla="*/ 1740438 w 12192000"/>
              <a:gd name="connsiteY845" fmla="*/ 5375243 h 6858000"/>
              <a:gd name="connsiteX846" fmla="*/ 1740438 w 12192000"/>
              <a:gd name="connsiteY846" fmla="*/ 5275528 h 6858000"/>
              <a:gd name="connsiteX847" fmla="*/ 1569137 w 12192000"/>
              <a:gd name="connsiteY847" fmla="*/ 5275528 h 6858000"/>
              <a:gd name="connsiteX848" fmla="*/ 1528507 w 12192000"/>
              <a:gd name="connsiteY848" fmla="*/ 5292197 h 6858000"/>
              <a:gd name="connsiteX849" fmla="*/ 1531037 w 12192000"/>
              <a:gd name="connsiteY849" fmla="*/ 5297406 h 6858000"/>
              <a:gd name="connsiteX850" fmla="*/ 1540860 w 12192000"/>
              <a:gd name="connsiteY850" fmla="*/ 5295025 h 6858000"/>
              <a:gd name="connsiteX851" fmla="*/ 1546738 w 12192000"/>
              <a:gd name="connsiteY851" fmla="*/ 5296960 h 6858000"/>
              <a:gd name="connsiteX852" fmla="*/ 1550087 w 12192000"/>
              <a:gd name="connsiteY852" fmla="*/ 5304178 h 6858000"/>
              <a:gd name="connsiteX853" fmla="*/ 1551129 w 12192000"/>
              <a:gd name="connsiteY853" fmla="*/ 5332530 h 6858000"/>
              <a:gd name="connsiteX854" fmla="*/ 1551129 w 12192000"/>
              <a:gd name="connsiteY854" fmla="*/ 5456355 h 6858000"/>
              <a:gd name="connsiteX855" fmla="*/ 1549194 w 12192000"/>
              <a:gd name="connsiteY855" fmla="*/ 5473470 h 6858000"/>
              <a:gd name="connsiteX856" fmla="*/ 1543836 w 12192000"/>
              <a:gd name="connsiteY856" fmla="*/ 5479869 h 6858000"/>
              <a:gd name="connsiteX857" fmla="*/ 1531037 w 12192000"/>
              <a:gd name="connsiteY857" fmla="*/ 5481804 h 6858000"/>
              <a:gd name="connsiteX858" fmla="*/ 1531037 w 12192000"/>
              <a:gd name="connsiteY858" fmla="*/ 5487162 h 6858000"/>
              <a:gd name="connsiteX859" fmla="*/ 1597861 w 12192000"/>
              <a:gd name="connsiteY859" fmla="*/ 5487162 h 6858000"/>
              <a:gd name="connsiteX860" fmla="*/ 1597861 w 12192000"/>
              <a:gd name="connsiteY860" fmla="*/ 5481804 h 6858000"/>
              <a:gd name="connsiteX861" fmla="*/ 1583424 w 12192000"/>
              <a:gd name="connsiteY861" fmla="*/ 5479646 h 6858000"/>
              <a:gd name="connsiteX862" fmla="*/ 1577695 w 12192000"/>
              <a:gd name="connsiteY862" fmla="*/ 5473321 h 6858000"/>
              <a:gd name="connsiteX863" fmla="*/ 1575834 w 12192000"/>
              <a:gd name="connsiteY863" fmla="*/ 5456355 h 6858000"/>
              <a:gd name="connsiteX864" fmla="*/ 1575834 w 12192000"/>
              <a:gd name="connsiteY864" fmla="*/ 5275528 h 6858000"/>
              <a:gd name="connsiteX865" fmla="*/ 1273862 w 12192000"/>
              <a:gd name="connsiteY865" fmla="*/ 5275528 h 6858000"/>
              <a:gd name="connsiteX866" fmla="*/ 1232934 w 12192000"/>
              <a:gd name="connsiteY866" fmla="*/ 5292197 h 6858000"/>
              <a:gd name="connsiteX867" fmla="*/ 1235018 w 12192000"/>
              <a:gd name="connsiteY867" fmla="*/ 5297406 h 6858000"/>
              <a:gd name="connsiteX868" fmla="*/ 1245436 w 12192000"/>
              <a:gd name="connsiteY868" fmla="*/ 5295025 h 6858000"/>
              <a:gd name="connsiteX869" fmla="*/ 1251389 w 12192000"/>
              <a:gd name="connsiteY869" fmla="*/ 5296960 h 6858000"/>
              <a:gd name="connsiteX870" fmla="*/ 1254886 w 12192000"/>
              <a:gd name="connsiteY870" fmla="*/ 5304252 h 6858000"/>
              <a:gd name="connsiteX871" fmla="*/ 1256003 w 12192000"/>
              <a:gd name="connsiteY871" fmla="*/ 5332827 h 6858000"/>
              <a:gd name="connsiteX872" fmla="*/ 1256003 w 12192000"/>
              <a:gd name="connsiteY872" fmla="*/ 5474065 h 6858000"/>
              <a:gd name="connsiteX873" fmla="*/ 1281080 w 12192000"/>
              <a:gd name="connsiteY873" fmla="*/ 5487013 h 6858000"/>
              <a:gd name="connsiteX874" fmla="*/ 1305265 w 12192000"/>
              <a:gd name="connsiteY874" fmla="*/ 5491329 h 6858000"/>
              <a:gd name="connsiteX875" fmla="*/ 1351402 w 12192000"/>
              <a:gd name="connsiteY875" fmla="*/ 5472279 h 6858000"/>
              <a:gd name="connsiteX876" fmla="*/ 1375512 w 12192000"/>
              <a:gd name="connsiteY876" fmla="*/ 5413790 h 6858000"/>
              <a:gd name="connsiteX877" fmla="*/ 1359885 w 12192000"/>
              <a:gd name="connsiteY877" fmla="*/ 5364751 h 6858000"/>
              <a:gd name="connsiteX878" fmla="*/ 1323273 w 12192000"/>
              <a:gd name="connsiteY878" fmla="*/ 5346817 h 6858000"/>
              <a:gd name="connsiteX879" fmla="*/ 1280559 w 12192000"/>
              <a:gd name="connsiteY879" fmla="*/ 5374350 h 6858000"/>
              <a:gd name="connsiteX880" fmla="*/ 1280559 w 12192000"/>
              <a:gd name="connsiteY880" fmla="*/ 5275528 h 6858000"/>
              <a:gd name="connsiteX881" fmla="*/ 1045262 w 12192000"/>
              <a:gd name="connsiteY881" fmla="*/ 5275528 h 6858000"/>
              <a:gd name="connsiteX882" fmla="*/ 1004632 w 12192000"/>
              <a:gd name="connsiteY882" fmla="*/ 5292197 h 6858000"/>
              <a:gd name="connsiteX883" fmla="*/ 1007162 w 12192000"/>
              <a:gd name="connsiteY883" fmla="*/ 5297406 h 6858000"/>
              <a:gd name="connsiteX884" fmla="*/ 1016984 w 12192000"/>
              <a:gd name="connsiteY884" fmla="*/ 5295025 h 6858000"/>
              <a:gd name="connsiteX885" fmla="*/ 1022863 w 12192000"/>
              <a:gd name="connsiteY885" fmla="*/ 5296960 h 6858000"/>
              <a:gd name="connsiteX886" fmla="*/ 1026212 w 12192000"/>
              <a:gd name="connsiteY886" fmla="*/ 5304178 h 6858000"/>
              <a:gd name="connsiteX887" fmla="*/ 1027254 w 12192000"/>
              <a:gd name="connsiteY887" fmla="*/ 5332530 h 6858000"/>
              <a:gd name="connsiteX888" fmla="*/ 1027254 w 12192000"/>
              <a:gd name="connsiteY888" fmla="*/ 5456355 h 6858000"/>
              <a:gd name="connsiteX889" fmla="*/ 1025319 w 12192000"/>
              <a:gd name="connsiteY889" fmla="*/ 5473470 h 6858000"/>
              <a:gd name="connsiteX890" fmla="*/ 1019961 w 12192000"/>
              <a:gd name="connsiteY890" fmla="*/ 5479869 h 6858000"/>
              <a:gd name="connsiteX891" fmla="*/ 1007162 w 12192000"/>
              <a:gd name="connsiteY891" fmla="*/ 5481804 h 6858000"/>
              <a:gd name="connsiteX892" fmla="*/ 1007162 w 12192000"/>
              <a:gd name="connsiteY892" fmla="*/ 5487162 h 6858000"/>
              <a:gd name="connsiteX893" fmla="*/ 1073986 w 12192000"/>
              <a:gd name="connsiteY893" fmla="*/ 5487162 h 6858000"/>
              <a:gd name="connsiteX894" fmla="*/ 1073986 w 12192000"/>
              <a:gd name="connsiteY894" fmla="*/ 5481804 h 6858000"/>
              <a:gd name="connsiteX895" fmla="*/ 1059550 w 12192000"/>
              <a:gd name="connsiteY895" fmla="*/ 5479646 h 6858000"/>
              <a:gd name="connsiteX896" fmla="*/ 1053820 w 12192000"/>
              <a:gd name="connsiteY896" fmla="*/ 5473321 h 6858000"/>
              <a:gd name="connsiteX897" fmla="*/ 1051959 w 12192000"/>
              <a:gd name="connsiteY897" fmla="*/ 5456355 h 6858000"/>
              <a:gd name="connsiteX898" fmla="*/ 1051959 w 12192000"/>
              <a:gd name="connsiteY898" fmla="*/ 5275528 h 6858000"/>
              <a:gd name="connsiteX899" fmla="*/ 7707553 w 12192000"/>
              <a:gd name="connsiteY899" fmla="*/ 5125212 h 6858000"/>
              <a:gd name="connsiteX900" fmla="*/ 7759047 w 12192000"/>
              <a:gd name="connsiteY900" fmla="*/ 5128635 h 6858000"/>
              <a:gd name="connsiteX901" fmla="*/ 7789706 w 12192000"/>
              <a:gd name="connsiteY901" fmla="*/ 5132505 h 6858000"/>
              <a:gd name="connsiteX902" fmla="*/ 7797297 w 12192000"/>
              <a:gd name="connsiteY902" fmla="*/ 5143518 h 6858000"/>
              <a:gd name="connsiteX903" fmla="*/ 7784571 w 12192000"/>
              <a:gd name="connsiteY903" fmla="*/ 5163684 h 6858000"/>
              <a:gd name="connsiteX904" fmla="*/ 7745057 w 12192000"/>
              <a:gd name="connsiteY904" fmla="*/ 5173135 h 6858000"/>
              <a:gd name="connsiteX905" fmla="*/ 7702047 w 12192000"/>
              <a:gd name="connsiteY905" fmla="*/ 5163907 h 6858000"/>
              <a:gd name="connsiteX906" fmla="*/ 7693415 w 12192000"/>
              <a:gd name="connsiteY906" fmla="*/ 5151406 h 6858000"/>
              <a:gd name="connsiteX907" fmla="*/ 7696986 w 12192000"/>
              <a:gd name="connsiteY907" fmla="*/ 5139351 h 6858000"/>
              <a:gd name="connsiteX908" fmla="*/ 7707553 w 12192000"/>
              <a:gd name="connsiteY908" fmla="*/ 5125212 h 6858000"/>
              <a:gd name="connsiteX909" fmla="*/ 7841498 w 12192000"/>
              <a:gd name="connsiteY909" fmla="*/ 5095446 h 6858000"/>
              <a:gd name="connsiteX910" fmla="*/ 7827881 w 12192000"/>
              <a:gd name="connsiteY910" fmla="*/ 5100655 h 6858000"/>
              <a:gd name="connsiteX911" fmla="*/ 7822300 w 12192000"/>
              <a:gd name="connsiteY911" fmla="*/ 5113157 h 6858000"/>
              <a:gd name="connsiteX912" fmla="*/ 7826616 w 12192000"/>
              <a:gd name="connsiteY912" fmla="*/ 5125063 h 6858000"/>
              <a:gd name="connsiteX913" fmla="*/ 7838224 w 12192000"/>
              <a:gd name="connsiteY913" fmla="*/ 5129379 h 6858000"/>
              <a:gd name="connsiteX914" fmla="*/ 7843880 w 12192000"/>
              <a:gd name="connsiteY914" fmla="*/ 5128040 h 6858000"/>
              <a:gd name="connsiteX915" fmla="*/ 7851023 w 12192000"/>
              <a:gd name="connsiteY915" fmla="*/ 5125063 h 6858000"/>
              <a:gd name="connsiteX916" fmla="*/ 7853107 w 12192000"/>
              <a:gd name="connsiteY916" fmla="*/ 5126403 h 6858000"/>
              <a:gd name="connsiteX917" fmla="*/ 7854447 w 12192000"/>
              <a:gd name="connsiteY917" fmla="*/ 5131165 h 6858000"/>
              <a:gd name="connsiteX918" fmla="*/ 7846038 w 12192000"/>
              <a:gd name="connsiteY918" fmla="*/ 5153713 h 6858000"/>
              <a:gd name="connsiteX919" fmla="*/ 7822300 w 12192000"/>
              <a:gd name="connsiteY919" fmla="*/ 5169414 h 6858000"/>
              <a:gd name="connsiteX920" fmla="*/ 7822300 w 12192000"/>
              <a:gd name="connsiteY920" fmla="*/ 5175962 h 6858000"/>
              <a:gd name="connsiteX921" fmla="*/ 7856009 w 12192000"/>
              <a:gd name="connsiteY921" fmla="*/ 5155201 h 6858000"/>
              <a:gd name="connsiteX922" fmla="*/ 7866650 w 12192000"/>
              <a:gd name="connsiteY922" fmla="*/ 5126700 h 6858000"/>
              <a:gd name="connsiteX923" fmla="*/ 7858986 w 12192000"/>
              <a:gd name="connsiteY923" fmla="*/ 5104004 h 6858000"/>
              <a:gd name="connsiteX924" fmla="*/ 7841498 w 12192000"/>
              <a:gd name="connsiteY924" fmla="*/ 5095446 h 6858000"/>
              <a:gd name="connsiteX925" fmla="*/ 5936498 w 12192000"/>
              <a:gd name="connsiteY925" fmla="*/ 5095446 h 6858000"/>
              <a:gd name="connsiteX926" fmla="*/ 5922880 w 12192000"/>
              <a:gd name="connsiteY926" fmla="*/ 5100655 h 6858000"/>
              <a:gd name="connsiteX927" fmla="*/ 5917299 w 12192000"/>
              <a:gd name="connsiteY927" fmla="*/ 5113157 h 6858000"/>
              <a:gd name="connsiteX928" fmla="*/ 5921616 w 12192000"/>
              <a:gd name="connsiteY928" fmla="*/ 5125063 h 6858000"/>
              <a:gd name="connsiteX929" fmla="*/ 5933224 w 12192000"/>
              <a:gd name="connsiteY929" fmla="*/ 5129379 h 6858000"/>
              <a:gd name="connsiteX930" fmla="*/ 5938879 w 12192000"/>
              <a:gd name="connsiteY930" fmla="*/ 5128040 h 6858000"/>
              <a:gd name="connsiteX931" fmla="*/ 5946023 w 12192000"/>
              <a:gd name="connsiteY931" fmla="*/ 5125063 h 6858000"/>
              <a:gd name="connsiteX932" fmla="*/ 5948107 w 12192000"/>
              <a:gd name="connsiteY932" fmla="*/ 5126403 h 6858000"/>
              <a:gd name="connsiteX933" fmla="*/ 5949446 w 12192000"/>
              <a:gd name="connsiteY933" fmla="*/ 5131165 h 6858000"/>
              <a:gd name="connsiteX934" fmla="*/ 5941037 w 12192000"/>
              <a:gd name="connsiteY934" fmla="*/ 5153713 h 6858000"/>
              <a:gd name="connsiteX935" fmla="*/ 5917299 w 12192000"/>
              <a:gd name="connsiteY935" fmla="*/ 5169414 h 6858000"/>
              <a:gd name="connsiteX936" fmla="*/ 5917299 w 12192000"/>
              <a:gd name="connsiteY936" fmla="*/ 5175962 h 6858000"/>
              <a:gd name="connsiteX937" fmla="*/ 5951009 w 12192000"/>
              <a:gd name="connsiteY937" fmla="*/ 5155201 h 6858000"/>
              <a:gd name="connsiteX938" fmla="*/ 5961651 w 12192000"/>
              <a:gd name="connsiteY938" fmla="*/ 5126700 h 6858000"/>
              <a:gd name="connsiteX939" fmla="*/ 5953985 w 12192000"/>
              <a:gd name="connsiteY939" fmla="*/ 5104004 h 6858000"/>
              <a:gd name="connsiteX940" fmla="*/ 5936498 w 12192000"/>
              <a:gd name="connsiteY940" fmla="*/ 5095446 h 6858000"/>
              <a:gd name="connsiteX941" fmla="*/ 6846731 w 12192000"/>
              <a:gd name="connsiteY941" fmla="*/ 5045589 h 6858000"/>
              <a:gd name="connsiteX942" fmla="*/ 6846731 w 12192000"/>
              <a:gd name="connsiteY942" fmla="*/ 5068062 h 6858000"/>
              <a:gd name="connsiteX943" fmla="*/ 6923675 w 12192000"/>
              <a:gd name="connsiteY943" fmla="*/ 5068062 h 6858000"/>
              <a:gd name="connsiteX944" fmla="*/ 6923675 w 12192000"/>
              <a:gd name="connsiteY944" fmla="*/ 5045589 h 6858000"/>
              <a:gd name="connsiteX945" fmla="*/ 10454920 w 12192000"/>
              <a:gd name="connsiteY945" fmla="*/ 5043952 h 6858000"/>
              <a:gd name="connsiteX946" fmla="*/ 10454920 w 12192000"/>
              <a:gd name="connsiteY946" fmla="*/ 5095893 h 6858000"/>
              <a:gd name="connsiteX947" fmla="*/ 10425154 w 12192000"/>
              <a:gd name="connsiteY947" fmla="*/ 5110776 h 6858000"/>
              <a:gd name="connsiteX948" fmla="*/ 10410420 w 12192000"/>
              <a:gd name="connsiteY948" fmla="*/ 5103706 h 6858000"/>
              <a:gd name="connsiteX949" fmla="*/ 10404020 w 12192000"/>
              <a:gd name="connsiteY949" fmla="*/ 5085921 h 6858000"/>
              <a:gd name="connsiteX950" fmla="*/ 10409081 w 12192000"/>
              <a:gd name="connsiteY950" fmla="*/ 5070294 h 6858000"/>
              <a:gd name="connsiteX951" fmla="*/ 10425898 w 12192000"/>
              <a:gd name="connsiteY951" fmla="*/ 5056602 h 6858000"/>
              <a:gd name="connsiteX952" fmla="*/ 10454920 w 12192000"/>
              <a:gd name="connsiteY952" fmla="*/ 5043952 h 6858000"/>
              <a:gd name="connsiteX953" fmla="*/ 10178695 w 12192000"/>
              <a:gd name="connsiteY953" fmla="*/ 5043952 h 6858000"/>
              <a:gd name="connsiteX954" fmla="*/ 10178695 w 12192000"/>
              <a:gd name="connsiteY954" fmla="*/ 5095893 h 6858000"/>
              <a:gd name="connsiteX955" fmla="*/ 10148929 w 12192000"/>
              <a:gd name="connsiteY955" fmla="*/ 5110776 h 6858000"/>
              <a:gd name="connsiteX956" fmla="*/ 10134195 w 12192000"/>
              <a:gd name="connsiteY956" fmla="*/ 5103706 h 6858000"/>
              <a:gd name="connsiteX957" fmla="*/ 10127795 w 12192000"/>
              <a:gd name="connsiteY957" fmla="*/ 5085921 h 6858000"/>
              <a:gd name="connsiteX958" fmla="*/ 10132856 w 12192000"/>
              <a:gd name="connsiteY958" fmla="*/ 5070294 h 6858000"/>
              <a:gd name="connsiteX959" fmla="*/ 10149673 w 12192000"/>
              <a:gd name="connsiteY959" fmla="*/ 5056602 h 6858000"/>
              <a:gd name="connsiteX960" fmla="*/ 10178695 w 12192000"/>
              <a:gd name="connsiteY960" fmla="*/ 5043952 h 6858000"/>
              <a:gd name="connsiteX961" fmla="*/ 9169045 w 12192000"/>
              <a:gd name="connsiteY961" fmla="*/ 5043952 h 6858000"/>
              <a:gd name="connsiteX962" fmla="*/ 9169045 w 12192000"/>
              <a:gd name="connsiteY962" fmla="*/ 5095893 h 6858000"/>
              <a:gd name="connsiteX963" fmla="*/ 9139279 w 12192000"/>
              <a:gd name="connsiteY963" fmla="*/ 5110776 h 6858000"/>
              <a:gd name="connsiteX964" fmla="*/ 9124545 w 12192000"/>
              <a:gd name="connsiteY964" fmla="*/ 5103706 h 6858000"/>
              <a:gd name="connsiteX965" fmla="*/ 9118145 w 12192000"/>
              <a:gd name="connsiteY965" fmla="*/ 5085921 h 6858000"/>
              <a:gd name="connsiteX966" fmla="*/ 9123206 w 12192000"/>
              <a:gd name="connsiteY966" fmla="*/ 5070294 h 6858000"/>
              <a:gd name="connsiteX967" fmla="*/ 9140023 w 12192000"/>
              <a:gd name="connsiteY967" fmla="*/ 5056602 h 6858000"/>
              <a:gd name="connsiteX968" fmla="*/ 9169045 w 12192000"/>
              <a:gd name="connsiteY968" fmla="*/ 5043952 h 6858000"/>
              <a:gd name="connsiteX969" fmla="*/ 8092720 w 12192000"/>
              <a:gd name="connsiteY969" fmla="*/ 5043952 h 6858000"/>
              <a:gd name="connsiteX970" fmla="*/ 8092720 w 12192000"/>
              <a:gd name="connsiteY970" fmla="*/ 5095893 h 6858000"/>
              <a:gd name="connsiteX971" fmla="*/ 8062954 w 12192000"/>
              <a:gd name="connsiteY971" fmla="*/ 5110776 h 6858000"/>
              <a:gd name="connsiteX972" fmla="*/ 8048221 w 12192000"/>
              <a:gd name="connsiteY972" fmla="*/ 5103706 h 6858000"/>
              <a:gd name="connsiteX973" fmla="*/ 8041821 w 12192000"/>
              <a:gd name="connsiteY973" fmla="*/ 5085921 h 6858000"/>
              <a:gd name="connsiteX974" fmla="*/ 8046881 w 12192000"/>
              <a:gd name="connsiteY974" fmla="*/ 5070294 h 6858000"/>
              <a:gd name="connsiteX975" fmla="*/ 8063699 w 12192000"/>
              <a:gd name="connsiteY975" fmla="*/ 5056602 h 6858000"/>
              <a:gd name="connsiteX976" fmla="*/ 8092720 w 12192000"/>
              <a:gd name="connsiteY976" fmla="*/ 5043952 h 6858000"/>
              <a:gd name="connsiteX977" fmla="*/ 7235470 w 12192000"/>
              <a:gd name="connsiteY977" fmla="*/ 5043952 h 6858000"/>
              <a:gd name="connsiteX978" fmla="*/ 7235470 w 12192000"/>
              <a:gd name="connsiteY978" fmla="*/ 5095893 h 6858000"/>
              <a:gd name="connsiteX979" fmla="*/ 7205704 w 12192000"/>
              <a:gd name="connsiteY979" fmla="*/ 5110776 h 6858000"/>
              <a:gd name="connsiteX980" fmla="*/ 7190970 w 12192000"/>
              <a:gd name="connsiteY980" fmla="*/ 5103706 h 6858000"/>
              <a:gd name="connsiteX981" fmla="*/ 7184571 w 12192000"/>
              <a:gd name="connsiteY981" fmla="*/ 5085921 h 6858000"/>
              <a:gd name="connsiteX982" fmla="*/ 7189631 w 12192000"/>
              <a:gd name="connsiteY982" fmla="*/ 5070294 h 6858000"/>
              <a:gd name="connsiteX983" fmla="*/ 7206449 w 12192000"/>
              <a:gd name="connsiteY983" fmla="*/ 5056602 h 6858000"/>
              <a:gd name="connsiteX984" fmla="*/ 7235470 w 12192000"/>
              <a:gd name="connsiteY984" fmla="*/ 5043952 h 6858000"/>
              <a:gd name="connsiteX985" fmla="*/ 5473345 w 12192000"/>
              <a:gd name="connsiteY985" fmla="*/ 5043952 h 6858000"/>
              <a:gd name="connsiteX986" fmla="*/ 5473345 w 12192000"/>
              <a:gd name="connsiteY986" fmla="*/ 5095893 h 6858000"/>
              <a:gd name="connsiteX987" fmla="*/ 5443579 w 12192000"/>
              <a:gd name="connsiteY987" fmla="*/ 5110776 h 6858000"/>
              <a:gd name="connsiteX988" fmla="*/ 5428845 w 12192000"/>
              <a:gd name="connsiteY988" fmla="*/ 5103706 h 6858000"/>
              <a:gd name="connsiteX989" fmla="*/ 5422446 w 12192000"/>
              <a:gd name="connsiteY989" fmla="*/ 5085921 h 6858000"/>
              <a:gd name="connsiteX990" fmla="*/ 5427506 w 12192000"/>
              <a:gd name="connsiteY990" fmla="*/ 5070294 h 6858000"/>
              <a:gd name="connsiteX991" fmla="*/ 5444323 w 12192000"/>
              <a:gd name="connsiteY991" fmla="*/ 5056602 h 6858000"/>
              <a:gd name="connsiteX992" fmla="*/ 5473345 w 12192000"/>
              <a:gd name="connsiteY992" fmla="*/ 5043952 h 6858000"/>
              <a:gd name="connsiteX993" fmla="*/ 3206396 w 12192000"/>
              <a:gd name="connsiteY993" fmla="*/ 5043952 h 6858000"/>
              <a:gd name="connsiteX994" fmla="*/ 3206396 w 12192000"/>
              <a:gd name="connsiteY994" fmla="*/ 5095893 h 6858000"/>
              <a:gd name="connsiteX995" fmla="*/ 3176630 w 12192000"/>
              <a:gd name="connsiteY995" fmla="*/ 5110776 h 6858000"/>
              <a:gd name="connsiteX996" fmla="*/ 3161896 w 12192000"/>
              <a:gd name="connsiteY996" fmla="*/ 5103706 h 6858000"/>
              <a:gd name="connsiteX997" fmla="*/ 3155497 w 12192000"/>
              <a:gd name="connsiteY997" fmla="*/ 5085921 h 6858000"/>
              <a:gd name="connsiteX998" fmla="*/ 3160557 w 12192000"/>
              <a:gd name="connsiteY998" fmla="*/ 5070294 h 6858000"/>
              <a:gd name="connsiteX999" fmla="*/ 3177374 w 12192000"/>
              <a:gd name="connsiteY999" fmla="*/ 5056602 h 6858000"/>
              <a:gd name="connsiteX1000" fmla="*/ 3206396 w 12192000"/>
              <a:gd name="connsiteY1000" fmla="*/ 5043952 h 6858000"/>
              <a:gd name="connsiteX1001" fmla="*/ 2358671 w 12192000"/>
              <a:gd name="connsiteY1001" fmla="*/ 5043952 h 6858000"/>
              <a:gd name="connsiteX1002" fmla="*/ 2358671 w 12192000"/>
              <a:gd name="connsiteY1002" fmla="*/ 5095893 h 6858000"/>
              <a:gd name="connsiteX1003" fmla="*/ 2328906 w 12192000"/>
              <a:gd name="connsiteY1003" fmla="*/ 5110776 h 6858000"/>
              <a:gd name="connsiteX1004" fmla="*/ 2314171 w 12192000"/>
              <a:gd name="connsiteY1004" fmla="*/ 5103706 h 6858000"/>
              <a:gd name="connsiteX1005" fmla="*/ 2307771 w 12192000"/>
              <a:gd name="connsiteY1005" fmla="*/ 5085921 h 6858000"/>
              <a:gd name="connsiteX1006" fmla="*/ 2312831 w 12192000"/>
              <a:gd name="connsiteY1006" fmla="*/ 5070294 h 6858000"/>
              <a:gd name="connsiteX1007" fmla="*/ 2329649 w 12192000"/>
              <a:gd name="connsiteY1007" fmla="*/ 5056602 h 6858000"/>
              <a:gd name="connsiteX1008" fmla="*/ 2358671 w 12192000"/>
              <a:gd name="connsiteY1008" fmla="*/ 5043952 h 6858000"/>
              <a:gd name="connsiteX1009" fmla="*/ 702809 w 12192000"/>
              <a:gd name="connsiteY1009" fmla="*/ 5035915 h 6858000"/>
              <a:gd name="connsiteX1010" fmla="*/ 658161 w 12192000"/>
              <a:gd name="connsiteY1010" fmla="*/ 5080564 h 6858000"/>
              <a:gd name="connsiteX1011" fmla="*/ 702809 w 12192000"/>
              <a:gd name="connsiteY1011" fmla="*/ 5125212 h 6858000"/>
              <a:gd name="connsiteX1012" fmla="*/ 747457 w 12192000"/>
              <a:gd name="connsiteY1012" fmla="*/ 5080564 h 6858000"/>
              <a:gd name="connsiteX1013" fmla="*/ 6161080 w 12192000"/>
              <a:gd name="connsiteY1013" fmla="*/ 5006447 h 6858000"/>
              <a:gd name="connsiteX1014" fmla="*/ 6183701 w 12192000"/>
              <a:gd name="connsiteY1014" fmla="*/ 5018056 h 6858000"/>
              <a:gd name="connsiteX1015" fmla="*/ 6197394 w 12192000"/>
              <a:gd name="connsiteY1015" fmla="*/ 5066127 h 6858000"/>
              <a:gd name="connsiteX1016" fmla="*/ 6185339 w 12192000"/>
              <a:gd name="connsiteY1016" fmla="*/ 5108841 h 6858000"/>
              <a:gd name="connsiteX1017" fmla="*/ 6161228 w 12192000"/>
              <a:gd name="connsiteY1017" fmla="*/ 5120450 h 6858000"/>
              <a:gd name="connsiteX1018" fmla="*/ 6140765 w 12192000"/>
              <a:gd name="connsiteY1018" fmla="*/ 5113901 h 6858000"/>
              <a:gd name="connsiteX1019" fmla="*/ 6130570 w 12192000"/>
              <a:gd name="connsiteY1019" fmla="*/ 5098721 h 6858000"/>
              <a:gd name="connsiteX1020" fmla="*/ 6129230 w 12192000"/>
              <a:gd name="connsiteY1020" fmla="*/ 5076992 h 6858000"/>
              <a:gd name="connsiteX1021" fmla="*/ 6129230 w 12192000"/>
              <a:gd name="connsiteY1021" fmla="*/ 5026092 h 6858000"/>
              <a:gd name="connsiteX1022" fmla="*/ 6146941 w 12192000"/>
              <a:gd name="connsiteY1022" fmla="*/ 5010019 h 6858000"/>
              <a:gd name="connsiteX1023" fmla="*/ 6161080 w 12192000"/>
              <a:gd name="connsiteY1023" fmla="*/ 5006447 h 6858000"/>
              <a:gd name="connsiteX1024" fmla="*/ 3559416 w 12192000"/>
              <a:gd name="connsiteY1024" fmla="*/ 5006001 h 6858000"/>
              <a:gd name="connsiteX1025" fmla="*/ 3585982 w 12192000"/>
              <a:gd name="connsiteY1025" fmla="*/ 5020065 h 6858000"/>
              <a:gd name="connsiteX1026" fmla="*/ 3597665 w 12192000"/>
              <a:gd name="connsiteY1026" fmla="*/ 5060323 h 6858000"/>
              <a:gd name="connsiteX1027" fmla="*/ 3585982 w 12192000"/>
              <a:gd name="connsiteY1027" fmla="*/ 5103632 h 6858000"/>
              <a:gd name="connsiteX1028" fmla="*/ 3560756 w 12192000"/>
              <a:gd name="connsiteY1028" fmla="*/ 5118515 h 6858000"/>
              <a:gd name="connsiteX1029" fmla="*/ 3544161 w 12192000"/>
              <a:gd name="connsiteY1029" fmla="*/ 5114720 h 6858000"/>
              <a:gd name="connsiteX1030" fmla="*/ 3528460 w 12192000"/>
              <a:gd name="connsiteY1030" fmla="*/ 5103483 h 6858000"/>
              <a:gd name="connsiteX1031" fmla="*/ 3528460 w 12192000"/>
              <a:gd name="connsiteY1031" fmla="*/ 5021925 h 6858000"/>
              <a:gd name="connsiteX1032" fmla="*/ 3543640 w 12192000"/>
              <a:gd name="connsiteY1032" fmla="*/ 5010019 h 6858000"/>
              <a:gd name="connsiteX1033" fmla="*/ 3559416 w 12192000"/>
              <a:gd name="connsiteY1033" fmla="*/ 5006001 h 6858000"/>
              <a:gd name="connsiteX1034" fmla="*/ 10929384 w 12192000"/>
              <a:gd name="connsiteY1034" fmla="*/ 4995285 h 6858000"/>
              <a:gd name="connsiteX1035" fmla="*/ 10944787 w 12192000"/>
              <a:gd name="connsiteY1035" fmla="*/ 5000048 h 6858000"/>
              <a:gd name="connsiteX1036" fmla="*/ 10955875 w 12192000"/>
              <a:gd name="connsiteY1036" fmla="*/ 5013144 h 6858000"/>
              <a:gd name="connsiteX1037" fmla="*/ 10959000 w 12192000"/>
              <a:gd name="connsiteY1037" fmla="*/ 5031599 h 6858000"/>
              <a:gd name="connsiteX1038" fmla="*/ 10895897 w 12192000"/>
              <a:gd name="connsiteY1038" fmla="*/ 5031599 h 6858000"/>
              <a:gd name="connsiteX1039" fmla="*/ 10907283 w 12192000"/>
              <a:gd name="connsiteY1039" fmla="*/ 5004884 h 6858000"/>
              <a:gd name="connsiteX1040" fmla="*/ 10929384 w 12192000"/>
              <a:gd name="connsiteY1040" fmla="*/ 4995285 h 6858000"/>
              <a:gd name="connsiteX1041" fmla="*/ 8586234 w 12192000"/>
              <a:gd name="connsiteY1041" fmla="*/ 4995285 h 6858000"/>
              <a:gd name="connsiteX1042" fmla="*/ 8601638 w 12192000"/>
              <a:gd name="connsiteY1042" fmla="*/ 5000048 h 6858000"/>
              <a:gd name="connsiteX1043" fmla="*/ 8612725 w 12192000"/>
              <a:gd name="connsiteY1043" fmla="*/ 5013144 h 6858000"/>
              <a:gd name="connsiteX1044" fmla="*/ 8615851 w 12192000"/>
              <a:gd name="connsiteY1044" fmla="*/ 5031599 h 6858000"/>
              <a:gd name="connsiteX1045" fmla="*/ 8552748 w 12192000"/>
              <a:gd name="connsiteY1045" fmla="*/ 5031599 h 6858000"/>
              <a:gd name="connsiteX1046" fmla="*/ 8564132 w 12192000"/>
              <a:gd name="connsiteY1046" fmla="*/ 5004884 h 6858000"/>
              <a:gd name="connsiteX1047" fmla="*/ 8586234 w 12192000"/>
              <a:gd name="connsiteY1047" fmla="*/ 4995285 h 6858000"/>
              <a:gd name="connsiteX1048" fmla="*/ 5319160 w 12192000"/>
              <a:gd name="connsiteY1048" fmla="*/ 4995285 h 6858000"/>
              <a:gd name="connsiteX1049" fmla="*/ 5334564 w 12192000"/>
              <a:gd name="connsiteY1049" fmla="*/ 5000048 h 6858000"/>
              <a:gd name="connsiteX1050" fmla="*/ 5345651 w 12192000"/>
              <a:gd name="connsiteY1050" fmla="*/ 5013144 h 6858000"/>
              <a:gd name="connsiteX1051" fmla="*/ 5348776 w 12192000"/>
              <a:gd name="connsiteY1051" fmla="*/ 5031599 h 6858000"/>
              <a:gd name="connsiteX1052" fmla="*/ 5285673 w 12192000"/>
              <a:gd name="connsiteY1052" fmla="*/ 5031599 h 6858000"/>
              <a:gd name="connsiteX1053" fmla="*/ 5297058 w 12192000"/>
              <a:gd name="connsiteY1053" fmla="*/ 5004884 h 6858000"/>
              <a:gd name="connsiteX1054" fmla="*/ 5319160 w 12192000"/>
              <a:gd name="connsiteY1054" fmla="*/ 4995285 h 6858000"/>
              <a:gd name="connsiteX1055" fmla="*/ 5081035 w 12192000"/>
              <a:gd name="connsiteY1055" fmla="*/ 4995285 h 6858000"/>
              <a:gd name="connsiteX1056" fmla="*/ 5096438 w 12192000"/>
              <a:gd name="connsiteY1056" fmla="*/ 5000048 h 6858000"/>
              <a:gd name="connsiteX1057" fmla="*/ 5107526 w 12192000"/>
              <a:gd name="connsiteY1057" fmla="*/ 5013144 h 6858000"/>
              <a:gd name="connsiteX1058" fmla="*/ 5110651 w 12192000"/>
              <a:gd name="connsiteY1058" fmla="*/ 5031599 h 6858000"/>
              <a:gd name="connsiteX1059" fmla="*/ 5047548 w 12192000"/>
              <a:gd name="connsiteY1059" fmla="*/ 5031599 h 6858000"/>
              <a:gd name="connsiteX1060" fmla="*/ 5058934 w 12192000"/>
              <a:gd name="connsiteY1060" fmla="*/ 5004884 h 6858000"/>
              <a:gd name="connsiteX1061" fmla="*/ 5081035 w 12192000"/>
              <a:gd name="connsiteY1061" fmla="*/ 4995285 h 6858000"/>
              <a:gd name="connsiteX1062" fmla="*/ 4157110 w 12192000"/>
              <a:gd name="connsiteY1062" fmla="*/ 4995285 h 6858000"/>
              <a:gd name="connsiteX1063" fmla="*/ 4172514 w 12192000"/>
              <a:gd name="connsiteY1063" fmla="*/ 5000048 h 6858000"/>
              <a:gd name="connsiteX1064" fmla="*/ 4183602 w 12192000"/>
              <a:gd name="connsiteY1064" fmla="*/ 5013144 h 6858000"/>
              <a:gd name="connsiteX1065" fmla="*/ 4186727 w 12192000"/>
              <a:gd name="connsiteY1065" fmla="*/ 5031599 h 6858000"/>
              <a:gd name="connsiteX1066" fmla="*/ 4123624 w 12192000"/>
              <a:gd name="connsiteY1066" fmla="*/ 5031599 h 6858000"/>
              <a:gd name="connsiteX1067" fmla="*/ 4135009 w 12192000"/>
              <a:gd name="connsiteY1067" fmla="*/ 5004884 h 6858000"/>
              <a:gd name="connsiteX1068" fmla="*/ 4157110 w 12192000"/>
              <a:gd name="connsiteY1068" fmla="*/ 4995285 h 6858000"/>
              <a:gd name="connsiteX1069" fmla="*/ 3699910 w 12192000"/>
              <a:gd name="connsiteY1069" fmla="*/ 4995285 h 6858000"/>
              <a:gd name="connsiteX1070" fmla="*/ 3715314 w 12192000"/>
              <a:gd name="connsiteY1070" fmla="*/ 5000048 h 6858000"/>
              <a:gd name="connsiteX1071" fmla="*/ 3726401 w 12192000"/>
              <a:gd name="connsiteY1071" fmla="*/ 5013144 h 6858000"/>
              <a:gd name="connsiteX1072" fmla="*/ 3729527 w 12192000"/>
              <a:gd name="connsiteY1072" fmla="*/ 5031599 h 6858000"/>
              <a:gd name="connsiteX1073" fmla="*/ 3666424 w 12192000"/>
              <a:gd name="connsiteY1073" fmla="*/ 5031599 h 6858000"/>
              <a:gd name="connsiteX1074" fmla="*/ 3677809 w 12192000"/>
              <a:gd name="connsiteY1074" fmla="*/ 5004884 h 6858000"/>
              <a:gd name="connsiteX1075" fmla="*/ 3699910 w 12192000"/>
              <a:gd name="connsiteY1075" fmla="*/ 4995285 h 6858000"/>
              <a:gd name="connsiteX1076" fmla="*/ 9934914 w 12192000"/>
              <a:gd name="connsiteY1076" fmla="*/ 4994541 h 6858000"/>
              <a:gd name="connsiteX1077" fmla="*/ 9961852 w 12192000"/>
              <a:gd name="connsiteY1077" fmla="*/ 5008828 h 6858000"/>
              <a:gd name="connsiteX1078" fmla="*/ 9977479 w 12192000"/>
              <a:gd name="connsiteY1078" fmla="*/ 5065978 h 6858000"/>
              <a:gd name="connsiteX1079" fmla="*/ 9968103 w 12192000"/>
              <a:gd name="connsiteY1079" fmla="*/ 5106906 h 6858000"/>
              <a:gd name="connsiteX1080" fmla="*/ 9944290 w 12192000"/>
              <a:gd name="connsiteY1080" fmla="*/ 5118812 h 6858000"/>
              <a:gd name="connsiteX1081" fmla="*/ 9913111 w 12192000"/>
              <a:gd name="connsiteY1081" fmla="*/ 5097232 h 6858000"/>
              <a:gd name="connsiteX1082" fmla="*/ 9901279 w 12192000"/>
              <a:gd name="connsiteY1082" fmla="*/ 5045887 h 6858000"/>
              <a:gd name="connsiteX1083" fmla="*/ 9906190 w 12192000"/>
              <a:gd name="connsiteY1083" fmla="*/ 5015675 h 6858000"/>
              <a:gd name="connsiteX1084" fmla="*/ 9919064 w 12192000"/>
              <a:gd name="connsiteY1084" fmla="*/ 4999229 h 6858000"/>
              <a:gd name="connsiteX1085" fmla="*/ 9934914 w 12192000"/>
              <a:gd name="connsiteY1085" fmla="*/ 4994541 h 6858000"/>
              <a:gd name="connsiteX1086" fmla="*/ 9458664 w 12192000"/>
              <a:gd name="connsiteY1086" fmla="*/ 4994541 h 6858000"/>
              <a:gd name="connsiteX1087" fmla="*/ 9485602 w 12192000"/>
              <a:gd name="connsiteY1087" fmla="*/ 5008828 h 6858000"/>
              <a:gd name="connsiteX1088" fmla="*/ 9501229 w 12192000"/>
              <a:gd name="connsiteY1088" fmla="*/ 5065978 h 6858000"/>
              <a:gd name="connsiteX1089" fmla="*/ 9491853 w 12192000"/>
              <a:gd name="connsiteY1089" fmla="*/ 5106906 h 6858000"/>
              <a:gd name="connsiteX1090" fmla="*/ 9468040 w 12192000"/>
              <a:gd name="connsiteY1090" fmla="*/ 5118812 h 6858000"/>
              <a:gd name="connsiteX1091" fmla="*/ 9436861 w 12192000"/>
              <a:gd name="connsiteY1091" fmla="*/ 5097232 h 6858000"/>
              <a:gd name="connsiteX1092" fmla="*/ 9425029 w 12192000"/>
              <a:gd name="connsiteY1092" fmla="*/ 5045887 h 6858000"/>
              <a:gd name="connsiteX1093" fmla="*/ 9429940 w 12192000"/>
              <a:gd name="connsiteY1093" fmla="*/ 5015675 h 6858000"/>
              <a:gd name="connsiteX1094" fmla="*/ 9442814 w 12192000"/>
              <a:gd name="connsiteY1094" fmla="*/ 4999229 h 6858000"/>
              <a:gd name="connsiteX1095" fmla="*/ 9458664 w 12192000"/>
              <a:gd name="connsiteY1095" fmla="*/ 4994541 h 6858000"/>
              <a:gd name="connsiteX1096" fmla="*/ 6305889 w 12192000"/>
              <a:gd name="connsiteY1096" fmla="*/ 4994541 h 6858000"/>
              <a:gd name="connsiteX1097" fmla="*/ 6332827 w 12192000"/>
              <a:gd name="connsiteY1097" fmla="*/ 5008828 h 6858000"/>
              <a:gd name="connsiteX1098" fmla="*/ 6348454 w 12192000"/>
              <a:gd name="connsiteY1098" fmla="*/ 5065978 h 6858000"/>
              <a:gd name="connsiteX1099" fmla="*/ 6339078 w 12192000"/>
              <a:gd name="connsiteY1099" fmla="*/ 5106906 h 6858000"/>
              <a:gd name="connsiteX1100" fmla="*/ 6315266 w 12192000"/>
              <a:gd name="connsiteY1100" fmla="*/ 5118812 h 6858000"/>
              <a:gd name="connsiteX1101" fmla="*/ 6284086 w 12192000"/>
              <a:gd name="connsiteY1101" fmla="*/ 5097232 h 6858000"/>
              <a:gd name="connsiteX1102" fmla="*/ 6272254 w 12192000"/>
              <a:gd name="connsiteY1102" fmla="*/ 5045887 h 6858000"/>
              <a:gd name="connsiteX1103" fmla="*/ 6277166 w 12192000"/>
              <a:gd name="connsiteY1103" fmla="*/ 5015675 h 6858000"/>
              <a:gd name="connsiteX1104" fmla="*/ 6290039 w 12192000"/>
              <a:gd name="connsiteY1104" fmla="*/ 4999229 h 6858000"/>
              <a:gd name="connsiteX1105" fmla="*/ 6305889 w 12192000"/>
              <a:gd name="connsiteY1105" fmla="*/ 4994541 h 6858000"/>
              <a:gd name="connsiteX1106" fmla="*/ 4648541 w 12192000"/>
              <a:gd name="connsiteY1106" fmla="*/ 4994541 h 6858000"/>
              <a:gd name="connsiteX1107" fmla="*/ 4675478 w 12192000"/>
              <a:gd name="connsiteY1107" fmla="*/ 5008828 h 6858000"/>
              <a:gd name="connsiteX1108" fmla="*/ 4691104 w 12192000"/>
              <a:gd name="connsiteY1108" fmla="*/ 5065978 h 6858000"/>
              <a:gd name="connsiteX1109" fmla="*/ 4681728 w 12192000"/>
              <a:gd name="connsiteY1109" fmla="*/ 5106906 h 6858000"/>
              <a:gd name="connsiteX1110" fmla="*/ 4657916 w 12192000"/>
              <a:gd name="connsiteY1110" fmla="*/ 5118812 h 6858000"/>
              <a:gd name="connsiteX1111" fmla="*/ 4626736 w 12192000"/>
              <a:gd name="connsiteY1111" fmla="*/ 5097232 h 6858000"/>
              <a:gd name="connsiteX1112" fmla="*/ 4614904 w 12192000"/>
              <a:gd name="connsiteY1112" fmla="*/ 5045887 h 6858000"/>
              <a:gd name="connsiteX1113" fmla="*/ 4619816 w 12192000"/>
              <a:gd name="connsiteY1113" fmla="*/ 5015675 h 6858000"/>
              <a:gd name="connsiteX1114" fmla="*/ 4632689 w 12192000"/>
              <a:gd name="connsiteY1114" fmla="*/ 4999229 h 6858000"/>
              <a:gd name="connsiteX1115" fmla="*/ 4648541 w 12192000"/>
              <a:gd name="connsiteY1115" fmla="*/ 4994541 h 6858000"/>
              <a:gd name="connsiteX1116" fmla="*/ 2648290 w 12192000"/>
              <a:gd name="connsiteY1116" fmla="*/ 4994541 h 6858000"/>
              <a:gd name="connsiteX1117" fmla="*/ 2675228 w 12192000"/>
              <a:gd name="connsiteY1117" fmla="*/ 5008828 h 6858000"/>
              <a:gd name="connsiteX1118" fmla="*/ 2690855 w 12192000"/>
              <a:gd name="connsiteY1118" fmla="*/ 5065978 h 6858000"/>
              <a:gd name="connsiteX1119" fmla="*/ 2681479 w 12192000"/>
              <a:gd name="connsiteY1119" fmla="*/ 5106906 h 6858000"/>
              <a:gd name="connsiteX1120" fmla="*/ 2657667 w 12192000"/>
              <a:gd name="connsiteY1120" fmla="*/ 5118812 h 6858000"/>
              <a:gd name="connsiteX1121" fmla="*/ 2626487 w 12192000"/>
              <a:gd name="connsiteY1121" fmla="*/ 5097232 h 6858000"/>
              <a:gd name="connsiteX1122" fmla="*/ 2614655 w 12192000"/>
              <a:gd name="connsiteY1122" fmla="*/ 5045887 h 6858000"/>
              <a:gd name="connsiteX1123" fmla="*/ 2619567 w 12192000"/>
              <a:gd name="connsiteY1123" fmla="*/ 5015675 h 6858000"/>
              <a:gd name="connsiteX1124" fmla="*/ 2632441 w 12192000"/>
              <a:gd name="connsiteY1124" fmla="*/ 4999229 h 6858000"/>
              <a:gd name="connsiteX1125" fmla="*/ 2648290 w 12192000"/>
              <a:gd name="connsiteY1125" fmla="*/ 4994541 h 6858000"/>
              <a:gd name="connsiteX1126" fmla="*/ 1867240 w 12192000"/>
              <a:gd name="connsiteY1126" fmla="*/ 4994541 h 6858000"/>
              <a:gd name="connsiteX1127" fmla="*/ 1894178 w 12192000"/>
              <a:gd name="connsiteY1127" fmla="*/ 5008828 h 6858000"/>
              <a:gd name="connsiteX1128" fmla="*/ 1909805 w 12192000"/>
              <a:gd name="connsiteY1128" fmla="*/ 5065978 h 6858000"/>
              <a:gd name="connsiteX1129" fmla="*/ 1900429 w 12192000"/>
              <a:gd name="connsiteY1129" fmla="*/ 5106906 h 6858000"/>
              <a:gd name="connsiteX1130" fmla="*/ 1876616 w 12192000"/>
              <a:gd name="connsiteY1130" fmla="*/ 5118812 h 6858000"/>
              <a:gd name="connsiteX1131" fmla="*/ 1845437 w 12192000"/>
              <a:gd name="connsiteY1131" fmla="*/ 5097232 h 6858000"/>
              <a:gd name="connsiteX1132" fmla="*/ 1833605 w 12192000"/>
              <a:gd name="connsiteY1132" fmla="*/ 5045887 h 6858000"/>
              <a:gd name="connsiteX1133" fmla="*/ 1838516 w 12192000"/>
              <a:gd name="connsiteY1133" fmla="*/ 5015675 h 6858000"/>
              <a:gd name="connsiteX1134" fmla="*/ 1851390 w 12192000"/>
              <a:gd name="connsiteY1134" fmla="*/ 4999229 h 6858000"/>
              <a:gd name="connsiteX1135" fmla="*/ 1867240 w 12192000"/>
              <a:gd name="connsiteY1135" fmla="*/ 4994541 h 6858000"/>
              <a:gd name="connsiteX1136" fmla="*/ 8727918 w 12192000"/>
              <a:gd name="connsiteY1136" fmla="*/ 4993946 h 6858000"/>
              <a:gd name="connsiteX1137" fmla="*/ 8742280 w 12192000"/>
              <a:gd name="connsiteY1137" fmla="*/ 4998187 h 6858000"/>
              <a:gd name="connsiteX1138" fmla="*/ 8754112 w 12192000"/>
              <a:gd name="connsiteY1138" fmla="*/ 5010763 h 6858000"/>
              <a:gd name="connsiteX1139" fmla="*/ 8759470 w 12192000"/>
              <a:gd name="connsiteY1139" fmla="*/ 5029218 h 6858000"/>
              <a:gd name="connsiteX1140" fmla="*/ 8759470 w 12192000"/>
              <a:gd name="connsiteY1140" fmla="*/ 5099465 h 6858000"/>
              <a:gd name="connsiteX1141" fmla="*/ 8733276 w 12192000"/>
              <a:gd name="connsiteY1141" fmla="*/ 5113008 h 6858000"/>
              <a:gd name="connsiteX1142" fmla="*/ 8704106 w 12192000"/>
              <a:gd name="connsiteY1142" fmla="*/ 5097009 h 6858000"/>
              <a:gd name="connsiteX1143" fmla="*/ 8691009 w 12192000"/>
              <a:gd name="connsiteY1143" fmla="*/ 5050947 h 6858000"/>
              <a:gd name="connsiteX1144" fmla="*/ 8704552 w 12192000"/>
              <a:gd name="connsiteY1144" fmla="*/ 5005703 h 6858000"/>
              <a:gd name="connsiteX1145" fmla="*/ 8727918 w 12192000"/>
              <a:gd name="connsiteY1145" fmla="*/ 4993946 h 6858000"/>
              <a:gd name="connsiteX1146" fmla="*/ 8356443 w 12192000"/>
              <a:gd name="connsiteY1146" fmla="*/ 4993946 h 6858000"/>
              <a:gd name="connsiteX1147" fmla="*/ 8370805 w 12192000"/>
              <a:gd name="connsiteY1147" fmla="*/ 4998187 h 6858000"/>
              <a:gd name="connsiteX1148" fmla="*/ 8382638 w 12192000"/>
              <a:gd name="connsiteY1148" fmla="*/ 5010763 h 6858000"/>
              <a:gd name="connsiteX1149" fmla="*/ 8387995 w 12192000"/>
              <a:gd name="connsiteY1149" fmla="*/ 5029218 h 6858000"/>
              <a:gd name="connsiteX1150" fmla="*/ 8387995 w 12192000"/>
              <a:gd name="connsiteY1150" fmla="*/ 5099465 h 6858000"/>
              <a:gd name="connsiteX1151" fmla="*/ 8361802 w 12192000"/>
              <a:gd name="connsiteY1151" fmla="*/ 5113008 h 6858000"/>
              <a:gd name="connsiteX1152" fmla="*/ 8332631 w 12192000"/>
              <a:gd name="connsiteY1152" fmla="*/ 5097009 h 6858000"/>
              <a:gd name="connsiteX1153" fmla="*/ 8319534 w 12192000"/>
              <a:gd name="connsiteY1153" fmla="*/ 5050947 h 6858000"/>
              <a:gd name="connsiteX1154" fmla="*/ 8333077 w 12192000"/>
              <a:gd name="connsiteY1154" fmla="*/ 5005703 h 6858000"/>
              <a:gd name="connsiteX1155" fmla="*/ 8356443 w 12192000"/>
              <a:gd name="connsiteY1155" fmla="*/ 4993946 h 6858000"/>
              <a:gd name="connsiteX1156" fmla="*/ 4298793 w 12192000"/>
              <a:gd name="connsiteY1156" fmla="*/ 4993946 h 6858000"/>
              <a:gd name="connsiteX1157" fmla="*/ 4313157 w 12192000"/>
              <a:gd name="connsiteY1157" fmla="*/ 4998187 h 6858000"/>
              <a:gd name="connsiteX1158" fmla="*/ 4324987 w 12192000"/>
              <a:gd name="connsiteY1158" fmla="*/ 5010763 h 6858000"/>
              <a:gd name="connsiteX1159" fmla="*/ 4330345 w 12192000"/>
              <a:gd name="connsiteY1159" fmla="*/ 5029218 h 6858000"/>
              <a:gd name="connsiteX1160" fmla="*/ 4330345 w 12192000"/>
              <a:gd name="connsiteY1160" fmla="*/ 5099465 h 6858000"/>
              <a:gd name="connsiteX1161" fmla="*/ 4304151 w 12192000"/>
              <a:gd name="connsiteY1161" fmla="*/ 5113008 h 6858000"/>
              <a:gd name="connsiteX1162" fmla="*/ 4274981 w 12192000"/>
              <a:gd name="connsiteY1162" fmla="*/ 5097009 h 6858000"/>
              <a:gd name="connsiteX1163" fmla="*/ 4261884 w 12192000"/>
              <a:gd name="connsiteY1163" fmla="*/ 5050947 h 6858000"/>
              <a:gd name="connsiteX1164" fmla="*/ 4275427 w 12192000"/>
              <a:gd name="connsiteY1164" fmla="*/ 5005703 h 6858000"/>
              <a:gd name="connsiteX1165" fmla="*/ 4298793 w 12192000"/>
              <a:gd name="connsiteY1165" fmla="*/ 4993946 h 6858000"/>
              <a:gd name="connsiteX1166" fmla="*/ 7734938 w 12192000"/>
              <a:gd name="connsiteY1166" fmla="*/ 4992011 h 6858000"/>
              <a:gd name="connsiteX1167" fmla="*/ 7754434 w 12192000"/>
              <a:gd name="connsiteY1167" fmla="*/ 5001833 h 6858000"/>
              <a:gd name="connsiteX1168" fmla="*/ 7764703 w 12192000"/>
              <a:gd name="connsiteY1168" fmla="*/ 5038892 h 6858000"/>
              <a:gd name="connsiteX1169" fmla="*/ 7757410 w 12192000"/>
              <a:gd name="connsiteY1169" fmla="*/ 5065532 h 6858000"/>
              <a:gd name="connsiteX1170" fmla="*/ 7738807 w 12192000"/>
              <a:gd name="connsiteY1170" fmla="*/ 5074015 h 6858000"/>
              <a:gd name="connsiteX1171" fmla="*/ 7719162 w 12192000"/>
              <a:gd name="connsiteY1171" fmla="*/ 5064192 h 6858000"/>
              <a:gd name="connsiteX1172" fmla="*/ 7709041 w 12192000"/>
              <a:gd name="connsiteY1172" fmla="*/ 5027730 h 6858000"/>
              <a:gd name="connsiteX1173" fmla="*/ 7716482 w 12192000"/>
              <a:gd name="connsiteY1173" fmla="*/ 5000792 h 6858000"/>
              <a:gd name="connsiteX1174" fmla="*/ 7734938 w 12192000"/>
              <a:gd name="connsiteY1174" fmla="*/ 4992011 h 6858000"/>
              <a:gd name="connsiteX1175" fmla="*/ 10746176 w 12192000"/>
              <a:gd name="connsiteY1175" fmla="*/ 4988885 h 6858000"/>
              <a:gd name="connsiteX1176" fmla="*/ 10745283 w 12192000"/>
              <a:gd name="connsiteY1176" fmla="*/ 5026688 h 6858000"/>
              <a:gd name="connsiteX1177" fmla="*/ 10751236 w 12192000"/>
              <a:gd name="connsiteY1177" fmla="*/ 5026688 h 6858000"/>
              <a:gd name="connsiteX1178" fmla="*/ 10755850 w 12192000"/>
              <a:gd name="connsiteY1178" fmla="*/ 5008233 h 6858000"/>
              <a:gd name="connsiteX1179" fmla="*/ 10763143 w 12192000"/>
              <a:gd name="connsiteY1179" fmla="*/ 5001164 h 6858000"/>
              <a:gd name="connsiteX1180" fmla="*/ 10782044 w 12192000"/>
              <a:gd name="connsiteY1180" fmla="*/ 4999303 h 6858000"/>
              <a:gd name="connsiteX1181" fmla="*/ 10826692 w 12192000"/>
              <a:gd name="connsiteY1181" fmla="*/ 4999303 h 6858000"/>
              <a:gd name="connsiteX1182" fmla="*/ 10736205 w 12192000"/>
              <a:gd name="connsiteY1182" fmla="*/ 5119854 h 6858000"/>
              <a:gd name="connsiteX1183" fmla="*/ 10736205 w 12192000"/>
              <a:gd name="connsiteY1183" fmla="*/ 5125212 h 6858000"/>
              <a:gd name="connsiteX1184" fmla="*/ 10856458 w 12192000"/>
              <a:gd name="connsiteY1184" fmla="*/ 5125212 h 6858000"/>
              <a:gd name="connsiteX1185" fmla="*/ 10858095 w 12192000"/>
              <a:gd name="connsiteY1185" fmla="*/ 5083391 h 6858000"/>
              <a:gd name="connsiteX1186" fmla="*/ 10853035 w 12192000"/>
              <a:gd name="connsiteY1186" fmla="*/ 5083391 h 6858000"/>
              <a:gd name="connsiteX1187" fmla="*/ 10849016 w 12192000"/>
              <a:gd name="connsiteY1187" fmla="*/ 5103483 h 6858000"/>
              <a:gd name="connsiteX1188" fmla="*/ 10840012 w 12192000"/>
              <a:gd name="connsiteY1188" fmla="*/ 5112636 h 6858000"/>
              <a:gd name="connsiteX1189" fmla="*/ 10818804 w 12192000"/>
              <a:gd name="connsiteY1189" fmla="*/ 5115241 h 6858000"/>
              <a:gd name="connsiteX1190" fmla="*/ 10769096 w 12192000"/>
              <a:gd name="connsiteY1190" fmla="*/ 5115241 h 6858000"/>
              <a:gd name="connsiteX1191" fmla="*/ 10860476 w 12192000"/>
              <a:gd name="connsiteY1191" fmla="*/ 4994392 h 6858000"/>
              <a:gd name="connsiteX1192" fmla="*/ 10860476 w 12192000"/>
              <a:gd name="connsiteY1192" fmla="*/ 4988885 h 6858000"/>
              <a:gd name="connsiteX1193" fmla="*/ 10589014 w 12192000"/>
              <a:gd name="connsiteY1193" fmla="*/ 4988885 h 6858000"/>
              <a:gd name="connsiteX1194" fmla="*/ 10589014 w 12192000"/>
              <a:gd name="connsiteY1194" fmla="*/ 4994392 h 6858000"/>
              <a:gd name="connsiteX1195" fmla="*/ 10600027 w 12192000"/>
              <a:gd name="connsiteY1195" fmla="*/ 4998559 h 6858000"/>
              <a:gd name="connsiteX1196" fmla="*/ 10606129 w 12192000"/>
              <a:gd name="connsiteY1196" fmla="*/ 5005554 h 6858000"/>
              <a:gd name="connsiteX1197" fmla="*/ 10613273 w 12192000"/>
              <a:gd name="connsiteY1197" fmla="*/ 5017014 h 6858000"/>
              <a:gd name="connsiteX1198" fmla="*/ 10662237 w 12192000"/>
              <a:gd name="connsiteY1198" fmla="*/ 5119854 h 6858000"/>
              <a:gd name="connsiteX1199" fmla="*/ 10652563 w 12192000"/>
              <a:gd name="connsiteY1199" fmla="*/ 5143518 h 6858000"/>
              <a:gd name="connsiteX1200" fmla="*/ 10641922 w 12192000"/>
              <a:gd name="connsiteY1200" fmla="*/ 5161377 h 6858000"/>
              <a:gd name="connsiteX1201" fmla="*/ 10632174 w 12192000"/>
              <a:gd name="connsiteY1201" fmla="*/ 5165991 h 6858000"/>
              <a:gd name="connsiteX1202" fmla="*/ 10624732 w 12192000"/>
              <a:gd name="connsiteY1202" fmla="*/ 5163758 h 6858000"/>
              <a:gd name="connsiteX1203" fmla="*/ 10611338 w 12192000"/>
              <a:gd name="connsiteY1203" fmla="*/ 5160484 h 6858000"/>
              <a:gd name="connsiteX1204" fmla="*/ 10600101 w 12192000"/>
              <a:gd name="connsiteY1204" fmla="*/ 5164279 h 6858000"/>
              <a:gd name="connsiteX1205" fmla="*/ 10596009 w 12192000"/>
              <a:gd name="connsiteY1205" fmla="*/ 5174325 h 6858000"/>
              <a:gd name="connsiteX1206" fmla="*/ 10601664 w 12192000"/>
              <a:gd name="connsiteY1206" fmla="*/ 5185934 h 6858000"/>
              <a:gd name="connsiteX1207" fmla="*/ 10616100 w 12192000"/>
              <a:gd name="connsiteY1207" fmla="*/ 5190994 h 6858000"/>
              <a:gd name="connsiteX1208" fmla="*/ 10641178 w 12192000"/>
              <a:gd name="connsiteY1208" fmla="*/ 5180874 h 6858000"/>
              <a:gd name="connsiteX1209" fmla="*/ 10662237 w 12192000"/>
              <a:gd name="connsiteY1209" fmla="*/ 5150959 h 6858000"/>
              <a:gd name="connsiteX1210" fmla="*/ 10717750 w 12192000"/>
              <a:gd name="connsiteY1210" fmla="*/ 5014930 h 6858000"/>
              <a:gd name="connsiteX1211" fmla="*/ 10722810 w 12192000"/>
              <a:gd name="connsiteY1211" fmla="*/ 5003471 h 6858000"/>
              <a:gd name="connsiteX1212" fmla="*/ 10729359 w 12192000"/>
              <a:gd name="connsiteY1212" fmla="*/ 4996773 h 6858000"/>
              <a:gd name="connsiteX1213" fmla="*/ 10737842 w 12192000"/>
              <a:gd name="connsiteY1213" fmla="*/ 4994392 h 6858000"/>
              <a:gd name="connsiteX1214" fmla="*/ 10737842 w 12192000"/>
              <a:gd name="connsiteY1214" fmla="*/ 4988885 h 6858000"/>
              <a:gd name="connsiteX1215" fmla="*/ 10693491 w 12192000"/>
              <a:gd name="connsiteY1215" fmla="*/ 4988885 h 6858000"/>
              <a:gd name="connsiteX1216" fmla="*/ 10693491 w 12192000"/>
              <a:gd name="connsiteY1216" fmla="*/ 4994392 h 6858000"/>
              <a:gd name="connsiteX1217" fmla="*/ 10702421 w 12192000"/>
              <a:gd name="connsiteY1217" fmla="*/ 4995359 h 6858000"/>
              <a:gd name="connsiteX1218" fmla="*/ 10706141 w 12192000"/>
              <a:gd name="connsiteY1218" fmla="*/ 4997964 h 6858000"/>
              <a:gd name="connsiteX1219" fmla="*/ 10707183 w 12192000"/>
              <a:gd name="connsiteY1219" fmla="*/ 5001982 h 6858000"/>
              <a:gd name="connsiteX1220" fmla="*/ 10704653 w 12192000"/>
              <a:gd name="connsiteY1220" fmla="*/ 5014037 h 6858000"/>
              <a:gd name="connsiteX1221" fmla="*/ 10674143 w 12192000"/>
              <a:gd name="connsiteY1221" fmla="*/ 5089344 h 6858000"/>
              <a:gd name="connsiteX1222" fmla="*/ 10640955 w 12192000"/>
              <a:gd name="connsiteY1222" fmla="*/ 5020586 h 6858000"/>
              <a:gd name="connsiteX1223" fmla="*/ 10636043 w 12192000"/>
              <a:gd name="connsiteY1223" fmla="*/ 5004512 h 6858000"/>
              <a:gd name="connsiteX1224" fmla="*/ 10639392 w 12192000"/>
              <a:gd name="connsiteY1224" fmla="*/ 4997294 h 6858000"/>
              <a:gd name="connsiteX1225" fmla="*/ 10649438 w 12192000"/>
              <a:gd name="connsiteY1225" fmla="*/ 4994392 h 6858000"/>
              <a:gd name="connsiteX1226" fmla="*/ 10652563 w 12192000"/>
              <a:gd name="connsiteY1226" fmla="*/ 4994392 h 6858000"/>
              <a:gd name="connsiteX1227" fmla="*/ 10652563 w 12192000"/>
              <a:gd name="connsiteY1227" fmla="*/ 4988885 h 6858000"/>
              <a:gd name="connsiteX1228" fmla="*/ 8806350 w 12192000"/>
              <a:gd name="connsiteY1228" fmla="*/ 4988885 h 6858000"/>
              <a:gd name="connsiteX1229" fmla="*/ 8806350 w 12192000"/>
              <a:gd name="connsiteY1229" fmla="*/ 4994392 h 6858000"/>
              <a:gd name="connsiteX1230" fmla="*/ 8821159 w 12192000"/>
              <a:gd name="connsiteY1230" fmla="*/ 4996252 h 6858000"/>
              <a:gd name="connsiteX1231" fmla="*/ 8827335 w 12192000"/>
              <a:gd name="connsiteY1231" fmla="*/ 5001982 h 6858000"/>
              <a:gd name="connsiteX1232" fmla="*/ 8829420 w 12192000"/>
              <a:gd name="connsiteY1232" fmla="*/ 5015377 h 6858000"/>
              <a:gd name="connsiteX1233" fmla="*/ 8829420 w 12192000"/>
              <a:gd name="connsiteY1233" fmla="*/ 5076248 h 6858000"/>
              <a:gd name="connsiteX1234" fmla="*/ 8832693 w 12192000"/>
              <a:gd name="connsiteY1234" fmla="*/ 5105716 h 6858000"/>
              <a:gd name="connsiteX1235" fmla="*/ 8844376 w 12192000"/>
              <a:gd name="connsiteY1235" fmla="*/ 5122756 h 6858000"/>
              <a:gd name="connsiteX1236" fmla="*/ 8864245 w 12192000"/>
              <a:gd name="connsiteY1236" fmla="*/ 5129379 h 6858000"/>
              <a:gd name="connsiteX1237" fmla="*/ 8883741 w 12192000"/>
              <a:gd name="connsiteY1237" fmla="*/ 5124468 h 6858000"/>
              <a:gd name="connsiteX1238" fmla="*/ 8910530 w 12192000"/>
              <a:gd name="connsiteY1238" fmla="*/ 5100507 h 6858000"/>
              <a:gd name="connsiteX1239" fmla="*/ 8910530 w 12192000"/>
              <a:gd name="connsiteY1239" fmla="*/ 5129379 h 6858000"/>
              <a:gd name="connsiteX1240" fmla="*/ 8917227 w 12192000"/>
              <a:gd name="connsiteY1240" fmla="*/ 5129379 h 6858000"/>
              <a:gd name="connsiteX1241" fmla="*/ 8958006 w 12192000"/>
              <a:gd name="connsiteY1241" fmla="*/ 5112562 h 6858000"/>
              <a:gd name="connsiteX1242" fmla="*/ 8955923 w 12192000"/>
              <a:gd name="connsiteY1242" fmla="*/ 5107353 h 6858000"/>
              <a:gd name="connsiteX1243" fmla="*/ 8945505 w 12192000"/>
              <a:gd name="connsiteY1243" fmla="*/ 5109883 h 6858000"/>
              <a:gd name="connsiteX1244" fmla="*/ 8939775 w 12192000"/>
              <a:gd name="connsiteY1244" fmla="*/ 5107799 h 6858000"/>
              <a:gd name="connsiteX1245" fmla="*/ 8936204 w 12192000"/>
              <a:gd name="connsiteY1245" fmla="*/ 5100432 h 6858000"/>
              <a:gd name="connsiteX1246" fmla="*/ 8935087 w 12192000"/>
              <a:gd name="connsiteY1246" fmla="*/ 5071485 h 6858000"/>
              <a:gd name="connsiteX1247" fmla="*/ 8935087 w 12192000"/>
              <a:gd name="connsiteY1247" fmla="*/ 4988885 h 6858000"/>
              <a:gd name="connsiteX1248" fmla="*/ 8888652 w 12192000"/>
              <a:gd name="connsiteY1248" fmla="*/ 4988885 h 6858000"/>
              <a:gd name="connsiteX1249" fmla="*/ 8888652 w 12192000"/>
              <a:gd name="connsiteY1249" fmla="*/ 4994392 h 6858000"/>
              <a:gd name="connsiteX1250" fmla="*/ 8906289 w 12192000"/>
              <a:gd name="connsiteY1250" fmla="*/ 4998783 h 6858000"/>
              <a:gd name="connsiteX1251" fmla="*/ 8910530 w 12192000"/>
              <a:gd name="connsiteY1251" fmla="*/ 5014484 h 6858000"/>
              <a:gd name="connsiteX1252" fmla="*/ 8910530 w 12192000"/>
              <a:gd name="connsiteY1252" fmla="*/ 5091726 h 6858000"/>
              <a:gd name="connsiteX1253" fmla="*/ 8891257 w 12192000"/>
              <a:gd name="connsiteY1253" fmla="*/ 5107055 h 6858000"/>
              <a:gd name="connsiteX1254" fmla="*/ 8876746 w 12192000"/>
              <a:gd name="connsiteY1254" fmla="*/ 5111073 h 6858000"/>
              <a:gd name="connsiteX1255" fmla="*/ 8860747 w 12192000"/>
              <a:gd name="connsiteY1255" fmla="*/ 5105120 h 6858000"/>
              <a:gd name="connsiteX1256" fmla="*/ 8854125 w 12192000"/>
              <a:gd name="connsiteY1256" fmla="*/ 5080117 h 6858000"/>
              <a:gd name="connsiteX1257" fmla="*/ 8854125 w 12192000"/>
              <a:gd name="connsiteY1257" fmla="*/ 4988885 h 6858000"/>
              <a:gd name="connsiteX1258" fmla="*/ 6693289 w 12192000"/>
              <a:gd name="connsiteY1258" fmla="*/ 4988885 h 6858000"/>
              <a:gd name="connsiteX1259" fmla="*/ 6693289 w 12192000"/>
              <a:gd name="connsiteY1259" fmla="*/ 4994392 h 6858000"/>
              <a:gd name="connsiteX1260" fmla="*/ 6704302 w 12192000"/>
              <a:gd name="connsiteY1260" fmla="*/ 4998559 h 6858000"/>
              <a:gd name="connsiteX1261" fmla="*/ 6710404 w 12192000"/>
              <a:gd name="connsiteY1261" fmla="*/ 5005554 h 6858000"/>
              <a:gd name="connsiteX1262" fmla="*/ 6717548 w 12192000"/>
              <a:gd name="connsiteY1262" fmla="*/ 5017014 h 6858000"/>
              <a:gd name="connsiteX1263" fmla="*/ 6766512 w 12192000"/>
              <a:gd name="connsiteY1263" fmla="*/ 5119854 h 6858000"/>
              <a:gd name="connsiteX1264" fmla="*/ 6756839 w 12192000"/>
              <a:gd name="connsiteY1264" fmla="*/ 5143518 h 6858000"/>
              <a:gd name="connsiteX1265" fmla="*/ 6746197 w 12192000"/>
              <a:gd name="connsiteY1265" fmla="*/ 5161377 h 6858000"/>
              <a:gd name="connsiteX1266" fmla="*/ 6736449 w 12192000"/>
              <a:gd name="connsiteY1266" fmla="*/ 5165991 h 6858000"/>
              <a:gd name="connsiteX1267" fmla="*/ 6729008 w 12192000"/>
              <a:gd name="connsiteY1267" fmla="*/ 5163758 h 6858000"/>
              <a:gd name="connsiteX1268" fmla="*/ 6715613 w 12192000"/>
              <a:gd name="connsiteY1268" fmla="*/ 5160484 h 6858000"/>
              <a:gd name="connsiteX1269" fmla="*/ 6704377 w 12192000"/>
              <a:gd name="connsiteY1269" fmla="*/ 5164279 h 6858000"/>
              <a:gd name="connsiteX1270" fmla="*/ 6700284 w 12192000"/>
              <a:gd name="connsiteY1270" fmla="*/ 5174325 h 6858000"/>
              <a:gd name="connsiteX1271" fmla="*/ 6705939 w 12192000"/>
              <a:gd name="connsiteY1271" fmla="*/ 5185934 h 6858000"/>
              <a:gd name="connsiteX1272" fmla="*/ 6720376 w 12192000"/>
              <a:gd name="connsiteY1272" fmla="*/ 5190994 h 6858000"/>
              <a:gd name="connsiteX1273" fmla="*/ 6745453 w 12192000"/>
              <a:gd name="connsiteY1273" fmla="*/ 5180874 h 6858000"/>
              <a:gd name="connsiteX1274" fmla="*/ 6766512 w 12192000"/>
              <a:gd name="connsiteY1274" fmla="*/ 5150959 h 6858000"/>
              <a:gd name="connsiteX1275" fmla="*/ 6822025 w 12192000"/>
              <a:gd name="connsiteY1275" fmla="*/ 5014930 h 6858000"/>
              <a:gd name="connsiteX1276" fmla="*/ 6827085 w 12192000"/>
              <a:gd name="connsiteY1276" fmla="*/ 5003471 h 6858000"/>
              <a:gd name="connsiteX1277" fmla="*/ 6833634 w 12192000"/>
              <a:gd name="connsiteY1277" fmla="*/ 4996773 h 6858000"/>
              <a:gd name="connsiteX1278" fmla="*/ 6842117 w 12192000"/>
              <a:gd name="connsiteY1278" fmla="*/ 4994392 h 6858000"/>
              <a:gd name="connsiteX1279" fmla="*/ 6842117 w 12192000"/>
              <a:gd name="connsiteY1279" fmla="*/ 4988885 h 6858000"/>
              <a:gd name="connsiteX1280" fmla="*/ 6797766 w 12192000"/>
              <a:gd name="connsiteY1280" fmla="*/ 4988885 h 6858000"/>
              <a:gd name="connsiteX1281" fmla="*/ 6797766 w 12192000"/>
              <a:gd name="connsiteY1281" fmla="*/ 4994392 h 6858000"/>
              <a:gd name="connsiteX1282" fmla="*/ 6806696 w 12192000"/>
              <a:gd name="connsiteY1282" fmla="*/ 4995359 h 6858000"/>
              <a:gd name="connsiteX1283" fmla="*/ 6810417 w 12192000"/>
              <a:gd name="connsiteY1283" fmla="*/ 4997964 h 6858000"/>
              <a:gd name="connsiteX1284" fmla="*/ 6811458 w 12192000"/>
              <a:gd name="connsiteY1284" fmla="*/ 5001982 h 6858000"/>
              <a:gd name="connsiteX1285" fmla="*/ 6808928 w 12192000"/>
              <a:gd name="connsiteY1285" fmla="*/ 5014037 h 6858000"/>
              <a:gd name="connsiteX1286" fmla="*/ 6778419 w 12192000"/>
              <a:gd name="connsiteY1286" fmla="*/ 5089344 h 6858000"/>
              <a:gd name="connsiteX1287" fmla="*/ 6745230 w 12192000"/>
              <a:gd name="connsiteY1287" fmla="*/ 5020586 h 6858000"/>
              <a:gd name="connsiteX1288" fmla="*/ 6740319 w 12192000"/>
              <a:gd name="connsiteY1288" fmla="*/ 5004512 h 6858000"/>
              <a:gd name="connsiteX1289" fmla="*/ 6743667 w 12192000"/>
              <a:gd name="connsiteY1289" fmla="*/ 4997294 h 6858000"/>
              <a:gd name="connsiteX1290" fmla="*/ 6753713 w 12192000"/>
              <a:gd name="connsiteY1290" fmla="*/ 4994392 h 6858000"/>
              <a:gd name="connsiteX1291" fmla="*/ 6756839 w 12192000"/>
              <a:gd name="connsiteY1291" fmla="*/ 4994392 h 6858000"/>
              <a:gd name="connsiteX1292" fmla="*/ 6756839 w 12192000"/>
              <a:gd name="connsiteY1292" fmla="*/ 4988885 h 6858000"/>
              <a:gd name="connsiteX1293" fmla="*/ 3843827 w 12192000"/>
              <a:gd name="connsiteY1293" fmla="*/ 4988885 h 6858000"/>
              <a:gd name="connsiteX1294" fmla="*/ 3843827 w 12192000"/>
              <a:gd name="connsiteY1294" fmla="*/ 4994392 h 6858000"/>
              <a:gd name="connsiteX1295" fmla="*/ 3858635 w 12192000"/>
              <a:gd name="connsiteY1295" fmla="*/ 4996252 h 6858000"/>
              <a:gd name="connsiteX1296" fmla="*/ 3864812 w 12192000"/>
              <a:gd name="connsiteY1296" fmla="*/ 5001982 h 6858000"/>
              <a:gd name="connsiteX1297" fmla="*/ 3866895 w 12192000"/>
              <a:gd name="connsiteY1297" fmla="*/ 5015377 h 6858000"/>
              <a:gd name="connsiteX1298" fmla="*/ 3866895 w 12192000"/>
              <a:gd name="connsiteY1298" fmla="*/ 5076248 h 6858000"/>
              <a:gd name="connsiteX1299" fmla="*/ 3870169 w 12192000"/>
              <a:gd name="connsiteY1299" fmla="*/ 5105716 h 6858000"/>
              <a:gd name="connsiteX1300" fmla="*/ 3881853 w 12192000"/>
              <a:gd name="connsiteY1300" fmla="*/ 5122756 h 6858000"/>
              <a:gd name="connsiteX1301" fmla="*/ 3901721 w 12192000"/>
              <a:gd name="connsiteY1301" fmla="*/ 5129379 h 6858000"/>
              <a:gd name="connsiteX1302" fmla="*/ 3921217 w 12192000"/>
              <a:gd name="connsiteY1302" fmla="*/ 5124468 h 6858000"/>
              <a:gd name="connsiteX1303" fmla="*/ 3948007 w 12192000"/>
              <a:gd name="connsiteY1303" fmla="*/ 5100507 h 6858000"/>
              <a:gd name="connsiteX1304" fmla="*/ 3948007 w 12192000"/>
              <a:gd name="connsiteY1304" fmla="*/ 5129379 h 6858000"/>
              <a:gd name="connsiteX1305" fmla="*/ 3954704 w 12192000"/>
              <a:gd name="connsiteY1305" fmla="*/ 5129379 h 6858000"/>
              <a:gd name="connsiteX1306" fmla="*/ 3995483 w 12192000"/>
              <a:gd name="connsiteY1306" fmla="*/ 5112562 h 6858000"/>
              <a:gd name="connsiteX1307" fmla="*/ 3993399 w 12192000"/>
              <a:gd name="connsiteY1307" fmla="*/ 5107353 h 6858000"/>
              <a:gd name="connsiteX1308" fmla="*/ 3982981 w 12192000"/>
              <a:gd name="connsiteY1308" fmla="*/ 5109883 h 6858000"/>
              <a:gd name="connsiteX1309" fmla="*/ 3977251 w 12192000"/>
              <a:gd name="connsiteY1309" fmla="*/ 5107799 h 6858000"/>
              <a:gd name="connsiteX1310" fmla="*/ 3973680 w 12192000"/>
              <a:gd name="connsiteY1310" fmla="*/ 5100432 h 6858000"/>
              <a:gd name="connsiteX1311" fmla="*/ 3972563 w 12192000"/>
              <a:gd name="connsiteY1311" fmla="*/ 5071485 h 6858000"/>
              <a:gd name="connsiteX1312" fmla="*/ 3972563 w 12192000"/>
              <a:gd name="connsiteY1312" fmla="*/ 4988885 h 6858000"/>
              <a:gd name="connsiteX1313" fmla="*/ 3926129 w 12192000"/>
              <a:gd name="connsiteY1313" fmla="*/ 4988885 h 6858000"/>
              <a:gd name="connsiteX1314" fmla="*/ 3926129 w 12192000"/>
              <a:gd name="connsiteY1314" fmla="*/ 4994392 h 6858000"/>
              <a:gd name="connsiteX1315" fmla="*/ 3943765 w 12192000"/>
              <a:gd name="connsiteY1315" fmla="*/ 4998783 h 6858000"/>
              <a:gd name="connsiteX1316" fmla="*/ 3948007 w 12192000"/>
              <a:gd name="connsiteY1316" fmla="*/ 5014484 h 6858000"/>
              <a:gd name="connsiteX1317" fmla="*/ 3948007 w 12192000"/>
              <a:gd name="connsiteY1317" fmla="*/ 5091726 h 6858000"/>
              <a:gd name="connsiteX1318" fmla="*/ 3928734 w 12192000"/>
              <a:gd name="connsiteY1318" fmla="*/ 5107055 h 6858000"/>
              <a:gd name="connsiteX1319" fmla="*/ 3914223 w 12192000"/>
              <a:gd name="connsiteY1319" fmla="*/ 5111073 h 6858000"/>
              <a:gd name="connsiteX1320" fmla="*/ 3898223 w 12192000"/>
              <a:gd name="connsiteY1320" fmla="*/ 5105120 h 6858000"/>
              <a:gd name="connsiteX1321" fmla="*/ 3891601 w 12192000"/>
              <a:gd name="connsiteY1321" fmla="*/ 5080117 h 6858000"/>
              <a:gd name="connsiteX1322" fmla="*/ 3891601 w 12192000"/>
              <a:gd name="connsiteY1322" fmla="*/ 4988885 h 6858000"/>
              <a:gd name="connsiteX1323" fmla="*/ 10434084 w 12192000"/>
              <a:gd name="connsiteY1323" fmla="*/ 4984867 h 6858000"/>
              <a:gd name="connsiteX1324" fmla="*/ 10397323 w 12192000"/>
              <a:gd name="connsiteY1324" fmla="*/ 4995583 h 6858000"/>
              <a:gd name="connsiteX1325" fmla="*/ 10384226 w 12192000"/>
              <a:gd name="connsiteY1325" fmla="*/ 5019098 h 6858000"/>
              <a:gd name="connsiteX1326" fmla="*/ 10387724 w 12192000"/>
              <a:gd name="connsiteY1326" fmla="*/ 5029664 h 6858000"/>
              <a:gd name="connsiteX1327" fmla="*/ 10396728 w 12192000"/>
              <a:gd name="connsiteY1327" fmla="*/ 5033534 h 6858000"/>
              <a:gd name="connsiteX1328" fmla="*/ 10405881 w 12192000"/>
              <a:gd name="connsiteY1328" fmla="*/ 5029813 h 6858000"/>
              <a:gd name="connsiteX1329" fmla="*/ 10409378 w 12192000"/>
              <a:gd name="connsiteY1329" fmla="*/ 5019246 h 6858000"/>
              <a:gd name="connsiteX1330" fmla="*/ 10409081 w 12192000"/>
              <a:gd name="connsiteY1330" fmla="*/ 5010614 h 6858000"/>
              <a:gd name="connsiteX1331" fmla="*/ 10414736 w 12192000"/>
              <a:gd name="connsiteY1331" fmla="*/ 4999006 h 6858000"/>
              <a:gd name="connsiteX1332" fmla="*/ 10429619 w 12192000"/>
              <a:gd name="connsiteY1332" fmla="*/ 4993946 h 6858000"/>
              <a:gd name="connsiteX1333" fmla="*/ 10448446 w 12192000"/>
              <a:gd name="connsiteY1333" fmla="*/ 5001536 h 6858000"/>
              <a:gd name="connsiteX1334" fmla="*/ 10454920 w 12192000"/>
              <a:gd name="connsiteY1334" fmla="*/ 5029516 h 6858000"/>
              <a:gd name="connsiteX1335" fmla="*/ 10454920 w 12192000"/>
              <a:gd name="connsiteY1335" fmla="*/ 5034873 h 6858000"/>
              <a:gd name="connsiteX1336" fmla="*/ 10404690 w 12192000"/>
              <a:gd name="connsiteY1336" fmla="*/ 5056602 h 6858000"/>
              <a:gd name="connsiteX1337" fmla="*/ 10383482 w 12192000"/>
              <a:gd name="connsiteY1337" fmla="*/ 5075652 h 6858000"/>
              <a:gd name="connsiteX1338" fmla="*/ 10379017 w 12192000"/>
              <a:gd name="connsiteY1338" fmla="*/ 5092916 h 6858000"/>
              <a:gd name="connsiteX1339" fmla="*/ 10388170 w 12192000"/>
              <a:gd name="connsiteY1339" fmla="*/ 5118366 h 6858000"/>
              <a:gd name="connsiteX1340" fmla="*/ 10411462 w 12192000"/>
              <a:gd name="connsiteY1340" fmla="*/ 5128040 h 6858000"/>
              <a:gd name="connsiteX1341" fmla="*/ 10428577 w 12192000"/>
              <a:gd name="connsiteY1341" fmla="*/ 5124319 h 6858000"/>
              <a:gd name="connsiteX1342" fmla="*/ 10454920 w 12192000"/>
              <a:gd name="connsiteY1342" fmla="*/ 5105567 h 6858000"/>
              <a:gd name="connsiteX1343" fmla="*/ 10459384 w 12192000"/>
              <a:gd name="connsiteY1343" fmla="*/ 5122831 h 6858000"/>
              <a:gd name="connsiteX1344" fmla="*/ 10470993 w 12192000"/>
              <a:gd name="connsiteY1344" fmla="*/ 5127891 h 6858000"/>
              <a:gd name="connsiteX1345" fmla="*/ 10502842 w 12192000"/>
              <a:gd name="connsiteY1345" fmla="*/ 5105567 h 6858000"/>
              <a:gd name="connsiteX1346" fmla="*/ 10502842 w 12192000"/>
              <a:gd name="connsiteY1346" fmla="*/ 5097232 h 6858000"/>
              <a:gd name="connsiteX1347" fmla="*/ 10490787 w 12192000"/>
              <a:gd name="connsiteY1347" fmla="*/ 5108097 h 6858000"/>
              <a:gd name="connsiteX1348" fmla="*/ 10486620 w 12192000"/>
              <a:gd name="connsiteY1348" fmla="*/ 5109139 h 6858000"/>
              <a:gd name="connsiteX1349" fmla="*/ 10482676 w 12192000"/>
              <a:gd name="connsiteY1349" fmla="*/ 5107650 h 6858000"/>
              <a:gd name="connsiteX1350" fmla="*/ 10480220 w 12192000"/>
              <a:gd name="connsiteY1350" fmla="*/ 5101772 h 6858000"/>
              <a:gd name="connsiteX1351" fmla="*/ 10479476 w 12192000"/>
              <a:gd name="connsiteY1351" fmla="*/ 5077885 h 6858000"/>
              <a:gd name="connsiteX1352" fmla="*/ 10479476 w 12192000"/>
              <a:gd name="connsiteY1352" fmla="*/ 5031599 h 6858000"/>
              <a:gd name="connsiteX1353" fmla="*/ 10476797 w 12192000"/>
              <a:gd name="connsiteY1353" fmla="*/ 5005405 h 6858000"/>
              <a:gd name="connsiteX1354" fmla="*/ 10463849 w 12192000"/>
              <a:gd name="connsiteY1354" fmla="*/ 4990969 h 6858000"/>
              <a:gd name="connsiteX1355" fmla="*/ 10434084 w 12192000"/>
              <a:gd name="connsiteY1355" fmla="*/ 4984867 h 6858000"/>
              <a:gd name="connsiteX1356" fmla="*/ 10268140 w 12192000"/>
              <a:gd name="connsiteY1356" fmla="*/ 4984867 h 6858000"/>
              <a:gd name="connsiteX1357" fmla="*/ 10227064 w 12192000"/>
              <a:gd name="connsiteY1357" fmla="*/ 5001536 h 6858000"/>
              <a:gd name="connsiteX1358" fmla="*/ 10229296 w 12192000"/>
              <a:gd name="connsiteY1358" fmla="*/ 5006894 h 6858000"/>
              <a:gd name="connsiteX1359" fmla="*/ 10239268 w 12192000"/>
              <a:gd name="connsiteY1359" fmla="*/ 5004661 h 6858000"/>
              <a:gd name="connsiteX1360" fmla="*/ 10245444 w 12192000"/>
              <a:gd name="connsiteY1360" fmla="*/ 5006596 h 6858000"/>
              <a:gd name="connsiteX1361" fmla="*/ 10248867 w 12192000"/>
              <a:gd name="connsiteY1361" fmla="*/ 5013889 h 6858000"/>
              <a:gd name="connsiteX1362" fmla="*/ 10249983 w 12192000"/>
              <a:gd name="connsiteY1362" fmla="*/ 5043803 h 6858000"/>
              <a:gd name="connsiteX1363" fmla="*/ 10249983 w 12192000"/>
              <a:gd name="connsiteY1363" fmla="*/ 5094405 h 6858000"/>
              <a:gd name="connsiteX1364" fmla="*/ 10246337 w 12192000"/>
              <a:gd name="connsiteY1364" fmla="*/ 5114571 h 6858000"/>
              <a:gd name="connsiteX1365" fmla="*/ 10232273 w 12192000"/>
              <a:gd name="connsiteY1365" fmla="*/ 5119854 h 6858000"/>
              <a:gd name="connsiteX1366" fmla="*/ 10229296 w 12192000"/>
              <a:gd name="connsiteY1366" fmla="*/ 5119854 h 6858000"/>
              <a:gd name="connsiteX1367" fmla="*/ 10229296 w 12192000"/>
              <a:gd name="connsiteY1367" fmla="*/ 5125212 h 6858000"/>
              <a:gd name="connsiteX1368" fmla="*/ 10296715 w 12192000"/>
              <a:gd name="connsiteY1368" fmla="*/ 5125212 h 6858000"/>
              <a:gd name="connsiteX1369" fmla="*/ 10296715 w 12192000"/>
              <a:gd name="connsiteY1369" fmla="*/ 5119854 h 6858000"/>
              <a:gd name="connsiteX1370" fmla="*/ 10281907 w 12192000"/>
              <a:gd name="connsiteY1370" fmla="*/ 5117845 h 6858000"/>
              <a:gd name="connsiteX1371" fmla="*/ 10276177 w 12192000"/>
              <a:gd name="connsiteY1371" fmla="*/ 5111520 h 6858000"/>
              <a:gd name="connsiteX1372" fmla="*/ 10274540 w 12192000"/>
              <a:gd name="connsiteY1372" fmla="*/ 5094405 h 6858000"/>
              <a:gd name="connsiteX1373" fmla="*/ 10274540 w 12192000"/>
              <a:gd name="connsiteY1373" fmla="*/ 5022521 h 6858000"/>
              <a:gd name="connsiteX1374" fmla="*/ 10309812 w 12192000"/>
              <a:gd name="connsiteY1374" fmla="*/ 5003173 h 6858000"/>
              <a:gd name="connsiteX1375" fmla="*/ 10326109 w 12192000"/>
              <a:gd name="connsiteY1375" fmla="*/ 5011582 h 6858000"/>
              <a:gd name="connsiteX1376" fmla="*/ 10330946 w 12192000"/>
              <a:gd name="connsiteY1376" fmla="*/ 5038594 h 6858000"/>
              <a:gd name="connsiteX1377" fmla="*/ 10330946 w 12192000"/>
              <a:gd name="connsiteY1377" fmla="*/ 5094405 h 6858000"/>
              <a:gd name="connsiteX1378" fmla="*/ 10330350 w 12192000"/>
              <a:gd name="connsiteY1378" fmla="*/ 5108394 h 6858000"/>
              <a:gd name="connsiteX1379" fmla="*/ 10325067 w 12192000"/>
              <a:gd name="connsiteY1379" fmla="*/ 5116952 h 6858000"/>
              <a:gd name="connsiteX1380" fmla="*/ 10311747 w 12192000"/>
              <a:gd name="connsiteY1380" fmla="*/ 5119854 h 6858000"/>
              <a:gd name="connsiteX1381" fmla="*/ 10308919 w 12192000"/>
              <a:gd name="connsiteY1381" fmla="*/ 5119854 h 6858000"/>
              <a:gd name="connsiteX1382" fmla="*/ 10308919 w 12192000"/>
              <a:gd name="connsiteY1382" fmla="*/ 5125212 h 6858000"/>
              <a:gd name="connsiteX1383" fmla="*/ 10376338 w 12192000"/>
              <a:gd name="connsiteY1383" fmla="*/ 5125212 h 6858000"/>
              <a:gd name="connsiteX1384" fmla="*/ 10376338 w 12192000"/>
              <a:gd name="connsiteY1384" fmla="*/ 5119854 h 6858000"/>
              <a:gd name="connsiteX1385" fmla="*/ 10362869 w 12192000"/>
              <a:gd name="connsiteY1385" fmla="*/ 5117771 h 6858000"/>
              <a:gd name="connsiteX1386" fmla="*/ 10357586 w 12192000"/>
              <a:gd name="connsiteY1386" fmla="*/ 5111966 h 6858000"/>
              <a:gd name="connsiteX1387" fmla="*/ 10355502 w 12192000"/>
              <a:gd name="connsiteY1387" fmla="*/ 5094405 h 6858000"/>
              <a:gd name="connsiteX1388" fmla="*/ 10355502 w 12192000"/>
              <a:gd name="connsiteY1388" fmla="*/ 5036213 h 6858000"/>
              <a:gd name="connsiteX1389" fmla="*/ 10352228 w 12192000"/>
              <a:gd name="connsiteY1389" fmla="*/ 5008828 h 6858000"/>
              <a:gd name="connsiteX1390" fmla="*/ 10339429 w 12192000"/>
              <a:gd name="connsiteY1390" fmla="*/ 4990448 h 6858000"/>
              <a:gd name="connsiteX1391" fmla="*/ 10320230 w 12192000"/>
              <a:gd name="connsiteY1391" fmla="*/ 4984867 h 6858000"/>
              <a:gd name="connsiteX1392" fmla="*/ 10274540 w 12192000"/>
              <a:gd name="connsiteY1392" fmla="*/ 5013740 h 6858000"/>
              <a:gd name="connsiteX1393" fmla="*/ 10274540 w 12192000"/>
              <a:gd name="connsiteY1393" fmla="*/ 4984867 h 6858000"/>
              <a:gd name="connsiteX1394" fmla="*/ 10157859 w 12192000"/>
              <a:gd name="connsiteY1394" fmla="*/ 4984867 h 6858000"/>
              <a:gd name="connsiteX1395" fmla="*/ 10121098 w 12192000"/>
              <a:gd name="connsiteY1395" fmla="*/ 4995583 h 6858000"/>
              <a:gd name="connsiteX1396" fmla="*/ 10108001 w 12192000"/>
              <a:gd name="connsiteY1396" fmla="*/ 5019098 h 6858000"/>
              <a:gd name="connsiteX1397" fmla="*/ 10111499 w 12192000"/>
              <a:gd name="connsiteY1397" fmla="*/ 5029664 h 6858000"/>
              <a:gd name="connsiteX1398" fmla="*/ 10120503 w 12192000"/>
              <a:gd name="connsiteY1398" fmla="*/ 5033534 h 6858000"/>
              <a:gd name="connsiteX1399" fmla="*/ 10129656 w 12192000"/>
              <a:gd name="connsiteY1399" fmla="*/ 5029813 h 6858000"/>
              <a:gd name="connsiteX1400" fmla="*/ 10133153 w 12192000"/>
              <a:gd name="connsiteY1400" fmla="*/ 5019246 h 6858000"/>
              <a:gd name="connsiteX1401" fmla="*/ 10132856 w 12192000"/>
              <a:gd name="connsiteY1401" fmla="*/ 5010614 h 6858000"/>
              <a:gd name="connsiteX1402" fmla="*/ 10138511 w 12192000"/>
              <a:gd name="connsiteY1402" fmla="*/ 4999006 h 6858000"/>
              <a:gd name="connsiteX1403" fmla="*/ 10153394 w 12192000"/>
              <a:gd name="connsiteY1403" fmla="*/ 4993946 h 6858000"/>
              <a:gd name="connsiteX1404" fmla="*/ 10172221 w 12192000"/>
              <a:gd name="connsiteY1404" fmla="*/ 5001536 h 6858000"/>
              <a:gd name="connsiteX1405" fmla="*/ 10178695 w 12192000"/>
              <a:gd name="connsiteY1405" fmla="*/ 5029516 h 6858000"/>
              <a:gd name="connsiteX1406" fmla="*/ 10178695 w 12192000"/>
              <a:gd name="connsiteY1406" fmla="*/ 5034873 h 6858000"/>
              <a:gd name="connsiteX1407" fmla="*/ 10128465 w 12192000"/>
              <a:gd name="connsiteY1407" fmla="*/ 5056602 h 6858000"/>
              <a:gd name="connsiteX1408" fmla="*/ 10107257 w 12192000"/>
              <a:gd name="connsiteY1408" fmla="*/ 5075652 h 6858000"/>
              <a:gd name="connsiteX1409" fmla="*/ 10102792 w 12192000"/>
              <a:gd name="connsiteY1409" fmla="*/ 5092916 h 6858000"/>
              <a:gd name="connsiteX1410" fmla="*/ 10111945 w 12192000"/>
              <a:gd name="connsiteY1410" fmla="*/ 5118366 h 6858000"/>
              <a:gd name="connsiteX1411" fmla="*/ 10135237 w 12192000"/>
              <a:gd name="connsiteY1411" fmla="*/ 5128040 h 6858000"/>
              <a:gd name="connsiteX1412" fmla="*/ 10152352 w 12192000"/>
              <a:gd name="connsiteY1412" fmla="*/ 5124319 h 6858000"/>
              <a:gd name="connsiteX1413" fmla="*/ 10178695 w 12192000"/>
              <a:gd name="connsiteY1413" fmla="*/ 5105567 h 6858000"/>
              <a:gd name="connsiteX1414" fmla="*/ 10183159 w 12192000"/>
              <a:gd name="connsiteY1414" fmla="*/ 5122831 h 6858000"/>
              <a:gd name="connsiteX1415" fmla="*/ 10194768 w 12192000"/>
              <a:gd name="connsiteY1415" fmla="*/ 5127891 h 6858000"/>
              <a:gd name="connsiteX1416" fmla="*/ 10226617 w 12192000"/>
              <a:gd name="connsiteY1416" fmla="*/ 5105567 h 6858000"/>
              <a:gd name="connsiteX1417" fmla="*/ 10226617 w 12192000"/>
              <a:gd name="connsiteY1417" fmla="*/ 5097232 h 6858000"/>
              <a:gd name="connsiteX1418" fmla="*/ 10214562 w 12192000"/>
              <a:gd name="connsiteY1418" fmla="*/ 5108097 h 6858000"/>
              <a:gd name="connsiteX1419" fmla="*/ 10210395 w 12192000"/>
              <a:gd name="connsiteY1419" fmla="*/ 5109139 h 6858000"/>
              <a:gd name="connsiteX1420" fmla="*/ 10206451 w 12192000"/>
              <a:gd name="connsiteY1420" fmla="*/ 5107650 h 6858000"/>
              <a:gd name="connsiteX1421" fmla="*/ 10203995 w 12192000"/>
              <a:gd name="connsiteY1421" fmla="*/ 5101772 h 6858000"/>
              <a:gd name="connsiteX1422" fmla="*/ 10203251 w 12192000"/>
              <a:gd name="connsiteY1422" fmla="*/ 5077885 h 6858000"/>
              <a:gd name="connsiteX1423" fmla="*/ 10203251 w 12192000"/>
              <a:gd name="connsiteY1423" fmla="*/ 5031599 h 6858000"/>
              <a:gd name="connsiteX1424" fmla="*/ 10200572 w 12192000"/>
              <a:gd name="connsiteY1424" fmla="*/ 5005405 h 6858000"/>
              <a:gd name="connsiteX1425" fmla="*/ 10187624 w 12192000"/>
              <a:gd name="connsiteY1425" fmla="*/ 4990969 h 6858000"/>
              <a:gd name="connsiteX1426" fmla="*/ 10157859 w 12192000"/>
              <a:gd name="connsiteY1426" fmla="*/ 4984867 h 6858000"/>
              <a:gd name="connsiteX1427" fmla="*/ 9939528 w 12192000"/>
              <a:gd name="connsiteY1427" fmla="*/ 4984867 h 6858000"/>
              <a:gd name="connsiteX1428" fmla="*/ 9907381 w 12192000"/>
              <a:gd name="connsiteY1428" fmla="*/ 4993722 h 6858000"/>
              <a:gd name="connsiteX1429" fmla="*/ 9882899 w 12192000"/>
              <a:gd name="connsiteY1429" fmla="*/ 5021107 h 6858000"/>
              <a:gd name="connsiteX1430" fmla="*/ 9873597 w 12192000"/>
              <a:gd name="connsiteY1430" fmla="*/ 5058388 h 6858000"/>
              <a:gd name="connsiteX1431" fmla="*/ 9888926 w 12192000"/>
              <a:gd name="connsiteY1431" fmla="*/ 5104823 h 6858000"/>
              <a:gd name="connsiteX1432" fmla="*/ 9937891 w 12192000"/>
              <a:gd name="connsiteY1432" fmla="*/ 5129379 h 6858000"/>
              <a:gd name="connsiteX1433" fmla="*/ 9972196 w 12192000"/>
              <a:gd name="connsiteY1433" fmla="*/ 5119854 h 6858000"/>
              <a:gd name="connsiteX1434" fmla="*/ 9996380 w 12192000"/>
              <a:gd name="connsiteY1434" fmla="*/ 5091577 h 6858000"/>
              <a:gd name="connsiteX1435" fmla="*/ 10005161 w 12192000"/>
              <a:gd name="connsiteY1435" fmla="*/ 5054519 h 6858000"/>
              <a:gd name="connsiteX1436" fmla="*/ 9989236 w 12192000"/>
              <a:gd name="connsiteY1436" fmla="*/ 5008382 h 6858000"/>
              <a:gd name="connsiteX1437" fmla="*/ 9939528 w 12192000"/>
              <a:gd name="connsiteY1437" fmla="*/ 4984867 h 6858000"/>
              <a:gd name="connsiteX1438" fmla="*/ 9582340 w 12192000"/>
              <a:gd name="connsiteY1438" fmla="*/ 4984867 h 6858000"/>
              <a:gd name="connsiteX1439" fmla="*/ 9541264 w 12192000"/>
              <a:gd name="connsiteY1439" fmla="*/ 5001536 h 6858000"/>
              <a:gd name="connsiteX1440" fmla="*/ 9543496 w 12192000"/>
              <a:gd name="connsiteY1440" fmla="*/ 5006894 h 6858000"/>
              <a:gd name="connsiteX1441" fmla="*/ 9553468 w 12192000"/>
              <a:gd name="connsiteY1441" fmla="*/ 5004661 h 6858000"/>
              <a:gd name="connsiteX1442" fmla="*/ 9559644 w 12192000"/>
              <a:gd name="connsiteY1442" fmla="*/ 5006596 h 6858000"/>
              <a:gd name="connsiteX1443" fmla="*/ 9563067 w 12192000"/>
              <a:gd name="connsiteY1443" fmla="*/ 5013889 h 6858000"/>
              <a:gd name="connsiteX1444" fmla="*/ 9564183 w 12192000"/>
              <a:gd name="connsiteY1444" fmla="*/ 5043803 h 6858000"/>
              <a:gd name="connsiteX1445" fmla="*/ 9564183 w 12192000"/>
              <a:gd name="connsiteY1445" fmla="*/ 5094405 h 6858000"/>
              <a:gd name="connsiteX1446" fmla="*/ 9560537 w 12192000"/>
              <a:gd name="connsiteY1446" fmla="*/ 5114571 h 6858000"/>
              <a:gd name="connsiteX1447" fmla="*/ 9546473 w 12192000"/>
              <a:gd name="connsiteY1447" fmla="*/ 5119854 h 6858000"/>
              <a:gd name="connsiteX1448" fmla="*/ 9543496 w 12192000"/>
              <a:gd name="connsiteY1448" fmla="*/ 5119854 h 6858000"/>
              <a:gd name="connsiteX1449" fmla="*/ 9543496 w 12192000"/>
              <a:gd name="connsiteY1449" fmla="*/ 5125212 h 6858000"/>
              <a:gd name="connsiteX1450" fmla="*/ 9610915 w 12192000"/>
              <a:gd name="connsiteY1450" fmla="*/ 5125212 h 6858000"/>
              <a:gd name="connsiteX1451" fmla="*/ 9610915 w 12192000"/>
              <a:gd name="connsiteY1451" fmla="*/ 5119854 h 6858000"/>
              <a:gd name="connsiteX1452" fmla="*/ 9596107 w 12192000"/>
              <a:gd name="connsiteY1452" fmla="*/ 5117845 h 6858000"/>
              <a:gd name="connsiteX1453" fmla="*/ 9590377 w 12192000"/>
              <a:gd name="connsiteY1453" fmla="*/ 5111520 h 6858000"/>
              <a:gd name="connsiteX1454" fmla="*/ 9588740 w 12192000"/>
              <a:gd name="connsiteY1454" fmla="*/ 5094405 h 6858000"/>
              <a:gd name="connsiteX1455" fmla="*/ 9588740 w 12192000"/>
              <a:gd name="connsiteY1455" fmla="*/ 5022521 h 6858000"/>
              <a:gd name="connsiteX1456" fmla="*/ 9624012 w 12192000"/>
              <a:gd name="connsiteY1456" fmla="*/ 5003173 h 6858000"/>
              <a:gd name="connsiteX1457" fmla="*/ 9640309 w 12192000"/>
              <a:gd name="connsiteY1457" fmla="*/ 5011582 h 6858000"/>
              <a:gd name="connsiteX1458" fmla="*/ 9645146 w 12192000"/>
              <a:gd name="connsiteY1458" fmla="*/ 5038594 h 6858000"/>
              <a:gd name="connsiteX1459" fmla="*/ 9645146 w 12192000"/>
              <a:gd name="connsiteY1459" fmla="*/ 5094405 h 6858000"/>
              <a:gd name="connsiteX1460" fmla="*/ 9644550 w 12192000"/>
              <a:gd name="connsiteY1460" fmla="*/ 5108394 h 6858000"/>
              <a:gd name="connsiteX1461" fmla="*/ 9639267 w 12192000"/>
              <a:gd name="connsiteY1461" fmla="*/ 5116952 h 6858000"/>
              <a:gd name="connsiteX1462" fmla="*/ 9625947 w 12192000"/>
              <a:gd name="connsiteY1462" fmla="*/ 5119854 h 6858000"/>
              <a:gd name="connsiteX1463" fmla="*/ 9623119 w 12192000"/>
              <a:gd name="connsiteY1463" fmla="*/ 5119854 h 6858000"/>
              <a:gd name="connsiteX1464" fmla="*/ 9623119 w 12192000"/>
              <a:gd name="connsiteY1464" fmla="*/ 5125212 h 6858000"/>
              <a:gd name="connsiteX1465" fmla="*/ 9690538 w 12192000"/>
              <a:gd name="connsiteY1465" fmla="*/ 5125212 h 6858000"/>
              <a:gd name="connsiteX1466" fmla="*/ 9690538 w 12192000"/>
              <a:gd name="connsiteY1466" fmla="*/ 5119854 h 6858000"/>
              <a:gd name="connsiteX1467" fmla="*/ 9677069 w 12192000"/>
              <a:gd name="connsiteY1467" fmla="*/ 5117771 h 6858000"/>
              <a:gd name="connsiteX1468" fmla="*/ 9671786 w 12192000"/>
              <a:gd name="connsiteY1468" fmla="*/ 5111966 h 6858000"/>
              <a:gd name="connsiteX1469" fmla="*/ 9669702 w 12192000"/>
              <a:gd name="connsiteY1469" fmla="*/ 5094405 h 6858000"/>
              <a:gd name="connsiteX1470" fmla="*/ 9669702 w 12192000"/>
              <a:gd name="connsiteY1470" fmla="*/ 5036213 h 6858000"/>
              <a:gd name="connsiteX1471" fmla="*/ 9666428 w 12192000"/>
              <a:gd name="connsiteY1471" fmla="*/ 5008828 h 6858000"/>
              <a:gd name="connsiteX1472" fmla="*/ 9653629 w 12192000"/>
              <a:gd name="connsiteY1472" fmla="*/ 4990448 h 6858000"/>
              <a:gd name="connsiteX1473" fmla="*/ 9634430 w 12192000"/>
              <a:gd name="connsiteY1473" fmla="*/ 4984867 h 6858000"/>
              <a:gd name="connsiteX1474" fmla="*/ 9588740 w 12192000"/>
              <a:gd name="connsiteY1474" fmla="*/ 5013740 h 6858000"/>
              <a:gd name="connsiteX1475" fmla="*/ 9588740 w 12192000"/>
              <a:gd name="connsiteY1475" fmla="*/ 4984867 h 6858000"/>
              <a:gd name="connsiteX1476" fmla="*/ 9463278 w 12192000"/>
              <a:gd name="connsiteY1476" fmla="*/ 4984867 h 6858000"/>
              <a:gd name="connsiteX1477" fmla="*/ 9431131 w 12192000"/>
              <a:gd name="connsiteY1477" fmla="*/ 4993722 h 6858000"/>
              <a:gd name="connsiteX1478" fmla="*/ 9406649 w 12192000"/>
              <a:gd name="connsiteY1478" fmla="*/ 5021107 h 6858000"/>
              <a:gd name="connsiteX1479" fmla="*/ 9397347 w 12192000"/>
              <a:gd name="connsiteY1479" fmla="*/ 5058388 h 6858000"/>
              <a:gd name="connsiteX1480" fmla="*/ 9412676 w 12192000"/>
              <a:gd name="connsiteY1480" fmla="*/ 5104823 h 6858000"/>
              <a:gd name="connsiteX1481" fmla="*/ 9461641 w 12192000"/>
              <a:gd name="connsiteY1481" fmla="*/ 5129379 h 6858000"/>
              <a:gd name="connsiteX1482" fmla="*/ 9495946 w 12192000"/>
              <a:gd name="connsiteY1482" fmla="*/ 5119854 h 6858000"/>
              <a:gd name="connsiteX1483" fmla="*/ 9520130 w 12192000"/>
              <a:gd name="connsiteY1483" fmla="*/ 5091577 h 6858000"/>
              <a:gd name="connsiteX1484" fmla="*/ 9528911 w 12192000"/>
              <a:gd name="connsiteY1484" fmla="*/ 5054519 h 6858000"/>
              <a:gd name="connsiteX1485" fmla="*/ 9512986 w 12192000"/>
              <a:gd name="connsiteY1485" fmla="*/ 5008382 h 6858000"/>
              <a:gd name="connsiteX1486" fmla="*/ 9463278 w 12192000"/>
              <a:gd name="connsiteY1486" fmla="*/ 4984867 h 6858000"/>
              <a:gd name="connsiteX1487" fmla="*/ 9351359 w 12192000"/>
              <a:gd name="connsiteY1487" fmla="*/ 4984867 h 6858000"/>
              <a:gd name="connsiteX1488" fmla="*/ 9310282 w 12192000"/>
              <a:gd name="connsiteY1488" fmla="*/ 5001536 h 6858000"/>
              <a:gd name="connsiteX1489" fmla="*/ 9312366 w 12192000"/>
              <a:gd name="connsiteY1489" fmla="*/ 5006894 h 6858000"/>
              <a:gd name="connsiteX1490" fmla="*/ 9322486 w 12192000"/>
              <a:gd name="connsiteY1490" fmla="*/ 5004661 h 6858000"/>
              <a:gd name="connsiteX1491" fmla="*/ 9328588 w 12192000"/>
              <a:gd name="connsiteY1491" fmla="*/ 5006522 h 6858000"/>
              <a:gd name="connsiteX1492" fmla="*/ 9331863 w 12192000"/>
              <a:gd name="connsiteY1492" fmla="*/ 5013144 h 6858000"/>
              <a:gd name="connsiteX1493" fmla="*/ 9333202 w 12192000"/>
              <a:gd name="connsiteY1493" fmla="*/ 5041868 h 6858000"/>
              <a:gd name="connsiteX1494" fmla="*/ 9333202 w 12192000"/>
              <a:gd name="connsiteY1494" fmla="*/ 5094405 h 6858000"/>
              <a:gd name="connsiteX1495" fmla="*/ 9331193 w 12192000"/>
              <a:gd name="connsiteY1495" fmla="*/ 5111520 h 6858000"/>
              <a:gd name="connsiteX1496" fmla="*/ 9325761 w 12192000"/>
              <a:gd name="connsiteY1496" fmla="*/ 5117919 h 6858000"/>
              <a:gd name="connsiteX1497" fmla="*/ 9312366 w 12192000"/>
              <a:gd name="connsiteY1497" fmla="*/ 5119854 h 6858000"/>
              <a:gd name="connsiteX1498" fmla="*/ 9312366 w 12192000"/>
              <a:gd name="connsiteY1498" fmla="*/ 5125212 h 6858000"/>
              <a:gd name="connsiteX1499" fmla="*/ 9378595 w 12192000"/>
              <a:gd name="connsiteY1499" fmla="*/ 5125212 h 6858000"/>
              <a:gd name="connsiteX1500" fmla="*/ 9378595 w 12192000"/>
              <a:gd name="connsiteY1500" fmla="*/ 5119854 h 6858000"/>
              <a:gd name="connsiteX1501" fmla="*/ 9365274 w 12192000"/>
              <a:gd name="connsiteY1501" fmla="*/ 5117771 h 6858000"/>
              <a:gd name="connsiteX1502" fmla="*/ 9359768 w 12192000"/>
              <a:gd name="connsiteY1502" fmla="*/ 5111445 h 6858000"/>
              <a:gd name="connsiteX1503" fmla="*/ 9357907 w 12192000"/>
              <a:gd name="connsiteY1503" fmla="*/ 5094405 h 6858000"/>
              <a:gd name="connsiteX1504" fmla="*/ 9357907 w 12192000"/>
              <a:gd name="connsiteY1504" fmla="*/ 4984867 h 6858000"/>
              <a:gd name="connsiteX1505" fmla="*/ 9148209 w 12192000"/>
              <a:gd name="connsiteY1505" fmla="*/ 4984867 h 6858000"/>
              <a:gd name="connsiteX1506" fmla="*/ 9111448 w 12192000"/>
              <a:gd name="connsiteY1506" fmla="*/ 4995583 h 6858000"/>
              <a:gd name="connsiteX1507" fmla="*/ 9098351 w 12192000"/>
              <a:gd name="connsiteY1507" fmla="*/ 5019098 h 6858000"/>
              <a:gd name="connsiteX1508" fmla="*/ 9101849 w 12192000"/>
              <a:gd name="connsiteY1508" fmla="*/ 5029664 h 6858000"/>
              <a:gd name="connsiteX1509" fmla="*/ 9110853 w 12192000"/>
              <a:gd name="connsiteY1509" fmla="*/ 5033534 h 6858000"/>
              <a:gd name="connsiteX1510" fmla="*/ 9120006 w 12192000"/>
              <a:gd name="connsiteY1510" fmla="*/ 5029813 h 6858000"/>
              <a:gd name="connsiteX1511" fmla="*/ 9123503 w 12192000"/>
              <a:gd name="connsiteY1511" fmla="*/ 5019246 h 6858000"/>
              <a:gd name="connsiteX1512" fmla="*/ 9123206 w 12192000"/>
              <a:gd name="connsiteY1512" fmla="*/ 5010614 h 6858000"/>
              <a:gd name="connsiteX1513" fmla="*/ 9128861 w 12192000"/>
              <a:gd name="connsiteY1513" fmla="*/ 4999006 h 6858000"/>
              <a:gd name="connsiteX1514" fmla="*/ 9143744 w 12192000"/>
              <a:gd name="connsiteY1514" fmla="*/ 4993946 h 6858000"/>
              <a:gd name="connsiteX1515" fmla="*/ 9162571 w 12192000"/>
              <a:gd name="connsiteY1515" fmla="*/ 5001536 h 6858000"/>
              <a:gd name="connsiteX1516" fmla="*/ 9169045 w 12192000"/>
              <a:gd name="connsiteY1516" fmla="*/ 5029516 h 6858000"/>
              <a:gd name="connsiteX1517" fmla="*/ 9169045 w 12192000"/>
              <a:gd name="connsiteY1517" fmla="*/ 5034873 h 6858000"/>
              <a:gd name="connsiteX1518" fmla="*/ 9118815 w 12192000"/>
              <a:gd name="connsiteY1518" fmla="*/ 5056602 h 6858000"/>
              <a:gd name="connsiteX1519" fmla="*/ 9097607 w 12192000"/>
              <a:gd name="connsiteY1519" fmla="*/ 5075652 h 6858000"/>
              <a:gd name="connsiteX1520" fmla="*/ 9093142 w 12192000"/>
              <a:gd name="connsiteY1520" fmla="*/ 5092916 h 6858000"/>
              <a:gd name="connsiteX1521" fmla="*/ 9102295 w 12192000"/>
              <a:gd name="connsiteY1521" fmla="*/ 5118366 h 6858000"/>
              <a:gd name="connsiteX1522" fmla="*/ 9125587 w 12192000"/>
              <a:gd name="connsiteY1522" fmla="*/ 5128040 h 6858000"/>
              <a:gd name="connsiteX1523" fmla="*/ 9142702 w 12192000"/>
              <a:gd name="connsiteY1523" fmla="*/ 5124319 h 6858000"/>
              <a:gd name="connsiteX1524" fmla="*/ 9169045 w 12192000"/>
              <a:gd name="connsiteY1524" fmla="*/ 5105567 h 6858000"/>
              <a:gd name="connsiteX1525" fmla="*/ 9173509 w 12192000"/>
              <a:gd name="connsiteY1525" fmla="*/ 5122831 h 6858000"/>
              <a:gd name="connsiteX1526" fmla="*/ 9185118 w 12192000"/>
              <a:gd name="connsiteY1526" fmla="*/ 5127891 h 6858000"/>
              <a:gd name="connsiteX1527" fmla="*/ 9216967 w 12192000"/>
              <a:gd name="connsiteY1527" fmla="*/ 5105567 h 6858000"/>
              <a:gd name="connsiteX1528" fmla="*/ 9216967 w 12192000"/>
              <a:gd name="connsiteY1528" fmla="*/ 5097232 h 6858000"/>
              <a:gd name="connsiteX1529" fmla="*/ 9204912 w 12192000"/>
              <a:gd name="connsiteY1529" fmla="*/ 5108097 h 6858000"/>
              <a:gd name="connsiteX1530" fmla="*/ 9200745 w 12192000"/>
              <a:gd name="connsiteY1530" fmla="*/ 5109139 h 6858000"/>
              <a:gd name="connsiteX1531" fmla="*/ 9196801 w 12192000"/>
              <a:gd name="connsiteY1531" fmla="*/ 5107650 h 6858000"/>
              <a:gd name="connsiteX1532" fmla="*/ 9194345 w 12192000"/>
              <a:gd name="connsiteY1532" fmla="*/ 5101772 h 6858000"/>
              <a:gd name="connsiteX1533" fmla="*/ 9193601 w 12192000"/>
              <a:gd name="connsiteY1533" fmla="*/ 5077885 h 6858000"/>
              <a:gd name="connsiteX1534" fmla="*/ 9193601 w 12192000"/>
              <a:gd name="connsiteY1534" fmla="*/ 5031599 h 6858000"/>
              <a:gd name="connsiteX1535" fmla="*/ 9190922 w 12192000"/>
              <a:gd name="connsiteY1535" fmla="*/ 5005405 h 6858000"/>
              <a:gd name="connsiteX1536" fmla="*/ 9177974 w 12192000"/>
              <a:gd name="connsiteY1536" fmla="*/ 4990969 h 6858000"/>
              <a:gd name="connsiteX1537" fmla="*/ 9148209 w 12192000"/>
              <a:gd name="connsiteY1537" fmla="*/ 4984867 h 6858000"/>
              <a:gd name="connsiteX1538" fmla="*/ 9024384 w 12192000"/>
              <a:gd name="connsiteY1538" fmla="*/ 4984867 h 6858000"/>
              <a:gd name="connsiteX1539" fmla="*/ 8978470 w 12192000"/>
              <a:gd name="connsiteY1539" fmla="*/ 5004959 h 6858000"/>
              <a:gd name="connsiteX1540" fmla="*/ 8959346 w 12192000"/>
              <a:gd name="connsiteY1540" fmla="*/ 5057198 h 6858000"/>
              <a:gd name="connsiteX1541" fmla="*/ 8976610 w 12192000"/>
              <a:gd name="connsiteY1541" fmla="*/ 5109883 h 6858000"/>
              <a:gd name="connsiteX1542" fmla="*/ 9017091 w 12192000"/>
              <a:gd name="connsiteY1542" fmla="*/ 5129379 h 6858000"/>
              <a:gd name="connsiteX1543" fmla="*/ 9052661 w 12192000"/>
              <a:gd name="connsiteY1543" fmla="*/ 5114868 h 6858000"/>
              <a:gd name="connsiteX1544" fmla="*/ 9074241 w 12192000"/>
              <a:gd name="connsiteY1544" fmla="*/ 5073420 h 6858000"/>
              <a:gd name="connsiteX1545" fmla="*/ 9069925 w 12192000"/>
              <a:gd name="connsiteY1545" fmla="*/ 5071336 h 6858000"/>
              <a:gd name="connsiteX1546" fmla="*/ 9054000 w 12192000"/>
              <a:gd name="connsiteY1546" fmla="*/ 5096191 h 6858000"/>
              <a:gd name="connsiteX1547" fmla="*/ 9027807 w 12192000"/>
              <a:gd name="connsiteY1547" fmla="*/ 5106162 h 6858000"/>
              <a:gd name="connsiteX1548" fmla="*/ 8995437 w 12192000"/>
              <a:gd name="connsiteY1548" fmla="*/ 5087484 h 6858000"/>
              <a:gd name="connsiteX1549" fmla="*/ 8983456 w 12192000"/>
              <a:gd name="connsiteY1549" fmla="*/ 5044398 h 6858000"/>
              <a:gd name="connsiteX1550" fmla="*/ 8995511 w 12192000"/>
              <a:gd name="connsiteY1550" fmla="*/ 5005852 h 6858000"/>
              <a:gd name="connsiteX1551" fmla="*/ 9019472 w 12192000"/>
              <a:gd name="connsiteY1551" fmla="*/ 4994839 h 6858000"/>
              <a:gd name="connsiteX1552" fmla="*/ 9033909 w 12192000"/>
              <a:gd name="connsiteY1552" fmla="*/ 4999303 h 6858000"/>
              <a:gd name="connsiteX1553" fmla="*/ 9039936 w 12192000"/>
              <a:gd name="connsiteY1553" fmla="*/ 5012698 h 6858000"/>
              <a:gd name="connsiteX1554" fmla="*/ 9043285 w 12192000"/>
              <a:gd name="connsiteY1554" fmla="*/ 5024604 h 6858000"/>
              <a:gd name="connsiteX1555" fmla="*/ 9056531 w 12192000"/>
              <a:gd name="connsiteY1555" fmla="*/ 5030260 h 6858000"/>
              <a:gd name="connsiteX1556" fmla="*/ 9066725 w 12192000"/>
              <a:gd name="connsiteY1556" fmla="*/ 5026762 h 6858000"/>
              <a:gd name="connsiteX1557" fmla="*/ 9070372 w 12192000"/>
              <a:gd name="connsiteY1557" fmla="*/ 5017609 h 6858000"/>
              <a:gd name="connsiteX1558" fmla="*/ 9057423 w 12192000"/>
              <a:gd name="connsiteY1558" fmla="*/ 4995508 h 6858000"/>
              <a:gd name="connsiteX1559" fmla="*/ 9024384 w 12192000"/>
              <a:gd name="connsiteY1559" fmla="*/ 4984867 h 6858000"/>
              <a:gd name="connsiteX1560" fmla="*/ 8182166 w 12192000"/>
              <a:gd name="connsiteY1560" fmla="*/ 4984867 h 6858000"/>
              <a:gd name="connsiteX1561" fmla="*/ 8141090 w 12192000"/>
              <a:gd name="connsiteY1561" fmla="*/ 5001536 h 6858000"/>
              <a:gd name="connsiteX1562" fmla="*/ 8143322 w 12192000"/>
              <a:gd name="connsiteY1562" fmla="*/ 5006894 h 6858000"/>
              <a:gd name="connsiteX1563" fmla="*/ 8153293 w 12192000"/>
              <a:gd name="connsiteY1563" fmla="*/ 5004661 h 6858000"/>
              <a:gd name="connsiteX1564" fmla="*/ 8159469 w 12192000"/>
              <a:gd name="connsiteY1564" fmla="*/ 5006596 h 6858000"/>
              <a:gd name="connsiteX1565" fmla="*/ 8162892 w 12192000"/>
              <a:gd name="connsiteY1565" fmla="*/ 5013889 h 6858000"/>
              <a:gd name="connsiteX1566" fmla="*/ 8164009 w 12192000"/>
              <a:gd name="connsiteY1566" fmla="*/ 5043803 h 6858000"/>
              <a:gd name="connsiteX1567" fmla="*/ 8164009 w 12192000"/>
              <a:gd name="connsiteY1567" fmla="*/ 5094405 h 6858000"/>
              <a:gd name="connsiteX1568" fmla="*/ 8160363 w 12192000"/>
              <a:gd name="connsiteY1568" fmla="*/ 5114571 h 6858000"/>
              <a:gd name="connsiteX1569" fmla="*/ 8146299 w 12192000"/>
              <a:gd name="connsiteY1569" fmla="*/ 5119854 h 6858000"/>
              <a:gd name="connsiteX1570" fmla="*/ 8143322 w 12192000"/>
              <a:gd name="connsiteY1570" fmla="*/ 5119854 h 6858000"/>
              <a:gd name="connsiteX1571" fmla="*/ 8143322 w 12192000"/>
              <a:gd name="connsiteY1571" fmla="*/ 5125212 h 6858000"/>
              <a:gd name="connsiteX1572" fmla="*/ 8210741 w 12192000"/>
              <a:gd name="connsiteY1572" fmla="*/ 5125212 h 6858000"/>
              <a:gd name="connsiteX1573" fmla="*/ 8210741 w 12192000"/>
              <a:gd name="connsiteY1573" fmla="*/ 5119854 h 6858000"/>
              <a:gd name="connsiteX1574" fmla="*/ 8195932 w 12192000"/>
              <a:gd name="connsiteY1574" fmla="*/ 5117845 h 6858000"/>
              <a:gd name="connsiteX1575" fmla="*/ 8190202 w 12192000"/>
              <a:gd name="connsiteY1575" fmla="*/ 5111520 h 6858000"/>
              <a:gd name="connsiteX1576" fmla="*/ 8188566 w 12192000"/>
              <a:gd name="connsiteY1576" fmla="*/ 5094405 h 6858000"/>
              <a:gd name="connsiteX1577" fmla="*/ 8188566 w 12192000"/>
              <a:gd name="connsiteY1577" fmla="*/ 5022521 h 6858000"/>
              <a:gd name="connsiteX1578" fmla="*/ 8223837 w 12192000"/>
              <a:gd name="connsiteY1578" fmla="*/ 5003173 h 6858000"/>
              <a:gd name="connsiteX1579" fmla="*/ 8240134 w 12192000"/>
              <a:gd name="connsiteY1579" fmla="*/ 5011582 h 6858000"/>
              <a:gd name="connsiteX1580" fmla="*/ 8244971 w 12192000"/>
              <a:gd name="connsiteY1580" fmla="*/ 5038594 h 6858000"/>
              <a:gd name="connsiteX1581" fmla="*/ 8244971 w 12192000"/>
              <a:gd name="connsiteY1581" fmla="*/ 5094405 h 6858000"/>
              <a:gd name="connsiteX1582" fmla="*/ 8244376 w 12192000"/>
              <a:gd name="connsiteY1582" fmla="*/ 5108394 h 6858000"/>
              <a:gd name="connsiteX1583" fmla="*/ 8239092 w 12192000"/>
              <a:gd name="connsiteY1583" fmla="*/ 5116952 h 6858000"/>
              <a:gd name="connsiteX1584" fmla="*/ 8225772 w 12192000"/>
              <a:gd name="connsiteY1584" fmla="*/ 5119854 h 6858000"/>
              <a:gd name="connsiteX1585" fmla="*/ 8222944 w 12192000"/>
              <a:gd name="connsiteY1585" fmla="*/ 5119854 h 6858000"/>
              <a:gd name="connsiteX1586" fmla="*/ 8222944 w 12192000"/>
              <a:gd name="connsiteY1586" fmla="*/ 5125212 h 6858000"/>
              <a:gd name="connsiteX1587" fmla="*/ 8290364 w 12192000"/>
              <a:gd name="connsiteY1587" fmla="*/ 5125212 h 6858000"/>
              <a:gd name="connsiteX1588" fmla="*/ 8290364 w 12192000"/>
              <a:gd name="connsiteY1588" fmla="*/ 5119854 h 6858000"/>
              <a:gd name="connsiteX1589" fmla="*/ 8276895 w 12192000"/>
              <a:gd name="connsiteY1589" fmla="*/ 5117771 h 6858000"/>
              <a:gd name="connsiteX1590" fmla="*/ 8271612 w 12192000"/>
              <a:gd name="connsiteY1590" fmla="*/ 5111966 h 6858000"/>
              <a:gd name="connsiteX1591" fmla="*/ 8269528 w 12192000"/>
              <a:gd name="connsiteY1591" fmla="*/ 5094405 h 6858000"/>
              <a:gd name="connsiteX1592" fmla="*/ 8269528 w 12192000"/>
              <a:gd name="connsiteY1592" fmla="*/ 5036213 h 6858000"/>
              <a:gd name="connsiteX1593" fmla="*/ 8266253 w 12192000"/>
              <a:gd name="connsiteY1593" fmla="*/ 5008828 h 6858000"/>
              <a:gd name="connsiteX1594" fmla="*/ 8253454 w 12192000"/>
              <a:gd name="connsiteY1594" fmla="*/ 4990448 h 6858000"/>
              <a:gd name="connsiteX1595" fmla="*/ 8234255 w 12192000"/>
              <a:gd name="connsiteY1595" fmla="*/ 4984867 h 6858000"/>
              <a:gd name="connsiteX1596" fmla="*/ 8188566 w 12192000"/>
              <a:gd name="connsiteY1596" fmla="*/ 5013740 h 6858000"/>
              <a:gd name="connsiteX1597" fmla="*/ 8188566 w 12192000"/>
              <a:gd name="connsiteY1597" fmla="*/ 4984867 h 6858000"/>
              <a:gd name="connsiteX1598" fmla="*/ 8071884 w 12192000"/>
              <a:gd name="connsiteY1598" fmla="*/ 4984867 h 6858000"/>
              <a:gd name="connsiteX1599" fmla="*/ 8035124 w 12192000"/>
              <a:gd name="connsiteY1599" fmla="*/ 4995583 h 6858000"/>
              <a:gd name="connsiteX1600" fmla="*/ 8022026 w 12192000"/>
              <a:gd name="connsiteY1600" fmla="*/ 5019098 h 6858000"/>
              <a:gd name="connsiteX1601" fmla="*/ 8025524 w 12192000"/>
              <a:gd name="connsiteY1601" fmla="*/ 5029664 h 6858000"/>
              <a:gd name="connsiteX1602" fmla="*/ 8034529 w 12192000"/>
              <a:gd name="connsiteY1602" fmla="*/ 5033534 h 6858000"/>
              <a:gd name="connsiteX1603" fmla="*/ 8043682 w 12192000"/>
              <a:gd name="connsiteY1603" fmla="*/ 5029813 h 6858000"/>
              <a:gd name="connsiteX1604" fmla="*/ 8047179 w 12192000"/>
              <a:gd name="connsiteY1604" fmla="*/ 5019246 h 6858000"/>
              <a:gd name="connsiteX1605" fmla="*/ 8046881 w 12192000"/>
              <a:gd name="connsiteY1605" fmla="*/ 5010614 h 6858000"/>
              <a:gd name="connsiteX1606" fmla="*/ 8052537 w 12192000"/>
              <a:gd name="connsiteY1606" fmla="*/ 4999006 h 6858000"/>
              <a:gd name="connsiteX1607" fmla="*/ 8067419 w 12192000"/>
              <a:gd name="connsiteY1607" fmla="*/ 4993946 h 6858000"/>
              <a:gd name="connsiteX1608" fmla="*/ 8086246 w 12192000"/>
              <a:gd name="connsiteY1608" fmla="*/ 5001536 h 6858000"/>
              <a:gd name="connsiteX1609" fmla="*/ 8092720 w 12192000"/>
              <a:gd name="connsiteY1609" fmla="*/ 5029516 h 6858000"/>
              <a:gd name="connsiteX1610" fmla="*/ 8092720 w 12192000"/>
              <a:gd name="connsiteY1610" fmla="*/ 5034873 h 6858000"/>
              <a:gd name="connsiteX1611" fmla="*/ 8042490 w 12192000"/>
              <a:gd name="connsiteY1611" fmla="*/ 5056602 h 6858000"/>
              <a:gd name="connsiteX1612" fmla="*/ 8021283 w 12192000"/>
              <a:gd name="connsiteY1612" fmla="*/ 5075652 h 6858000"/>
              <a:gd name="connsiteX1613" fmla="*/ 8016818 w 12192000"/>
              <a:gd name="connsiteY1613" fmla="*/ 5092916 h 6858000"/>
              <a:gd name="connsiteX1614" fmla="*/ 8025971 w 12192000"/>
              <a:gd name="connsiteY1614" fmla="*/ 5118366 h 6858000"/>
              <a:gd name="connsiteX1615" fmla="*/ 8049263 w 12192000"/>
              <a:gd name="connsiteY1615" fmla="*/ 5128040 h 6858000"/>
              <a:gd name="connsiteX1616" fmla="*/ 8066378 w 12192000"/>
              <a:gd name="connsiteY1616" fmla="*/ 5124319 h 6858000"/>
              <a:gd name="connsiteX1617" fmla="*/ 8092720 w 12192000"/>
              <a:gd name="connsiteY1617" fmla="*/ 5105567 h 6858000"/>
              <a:gd name="connsiteX1618" fmla="*/ 8097185 w 12192000"/>
              <a:gd name="connsiteY1618" fmla="*/ 5122831 h 6858000"/>
              <a:gd name="connsiteX1619" fmla="*/ 8108794 w 12192000"/>
              <a:gd name="connsiteY1619" fmla="*/ 5127891 h 6858000"/>
              <a:gd name="connsiteX1620" fmla="*/ 8140643 w 12192000"/>
              <a:gd name="connsiteY1620" fmla="*/ 5105567 h 6858000"/>
              <a:gd name="connsiteX1621" fmla="*/ 8140643 w 12192000"/>
              <a:gd name="connsiteY1621" fmla="*/ 5097232 h 6858000"/>
              <a:gd name="connsiteX1622" fmla="*/ 8128588 w 12192000"/>
              <a:gd name="connsiteY1622" fmla="*/ 5108097 h 6858000"/>
              <a:gd name="connsiteX1623" fmla="*/ 8124421 w 12192000"/>
              <a:gd name="connsiteY1623" fmla="*/ 5109139 h 6858000"/>
              <a:gd name="connsiteX1624" fmla="*/ 8120477 w 12192000"/>
              <a:gd name="connsiteY1624" fmla="*/ 5107650 h 6858000"/>
              <a:gd name="connsiteX1625" fmla="*/ 8118021 w 12192000"/>
              <a:gd name="connsiteY1625" fmla="*/ 5101772 h 6858000"/>
              <a:gd name="connsiteX1626" fmla="*/ 8117277 w 12192000"/>
              <a:gd name="connsiteY1626" fmla="*/ 5077885 h 6858000"/>
              <a:gd name="connsiteX1627" fmla="*/ 8117277 w 12192000"/>
              <a:gd name="connsiteY1627" fmla="*/ 5031599 h 6858000"/>
              <a:gd name="connsiteX1628" fmla="*/ 8114598 w 12192000"/>
              <a:gd name="connsiteY1628" fmla="*/ 5005405 h 6858000"/>
              <a:gd name="connsiteX1629" fmla="*/ 8101650 w 12192000"/>
              <a:gd name="connsiteY1629" fmla="*/ 4990969 h 6858000"/>
              <a:gd name="connsiteX1630" fmla="*/ 8071884 w 12192000"/>
              <a:gd name="connsiteY1630" fmla="*/ 4984867 h 6858000"/>
              <a:gd name="connsiteX1631" fmla="*/ 7737468 w 12192000"/>
              <a:gd name="connsiteY1631" fmla="*/ 4984867 h 6858000"/>
              <a:gd name="connsiteX1632" fmla="*/ 7698400 w 12192000"/>
              <a:gd name="connsiteY1632" fmla="*/ 4999452 h 6858000"/>
              <a:gd name="connsiteX1633" fmla="*/ 7683145 w 12192000"/>
              <a:gd name="connsiteY1633" fmla="*/ 5034278 h 6858000"/>
              <a:gd name="connsiteX1634" fmla="*/ 7689843 w 12192000"/>
              <a:gd name="connsiteY1634" fmla="*/ 5058463 h 6858000"/>
              <a:gd name="connsiteX1635" fmla="*/ 7709041 w 12192000"/>
              <a:gd name="connsiteY1635" fmla="*/ 5075503 h 6858000"/>
              <a:gd name="connsiteX1636" fmla="*/ 7689471 w 12192000"/>
              <a:gd name="connsiteY1636" fmla="*/ 5095298 h 6858000"/>
              <a:gd name="connsiteX1637" fmla="*/ 7685229 w 12192000"/>
              <a:gd name="connsiteY1637" fmla="*/ 5107501 h 6858000"/>
              <a:gd name="connsiteX1638" fmla="*/ 7688429 w 12192000"/>
              <a:gd name="connsiteY1638" fmla="*/ 5115761 h 6858000"/>
              <a:gd name="connsiteX1639" fmla="*/ 7699368 w 12192000"/>
              <a:gd name="connsiteY1639" fmla="*/ 5124021 h 6858000"/>
              <a:gd name="connsiteX1640" fmla="*/ 7684187 w 12192000"/>
              <a:gd name="connsiteY1640" fmla="*/ 5140095 h 6858000"/>
              <a:gd name="connsiteX1641" fmla="*/ 7673769 w 12192000"/>
              <a:gd name="connsiteY1641" fmla="*/ 5155424 h 6858000"/>
              <a:gd name="connsiteX1642" fmla="*/ 7672132 w 12192000"/>
              <a:gd name="connsiteY1642" fmla="*/ 5162568 h 6858000"/>
              <a:gd name="connsiteX1643" fmla="*/ 7683294 w 12192000"/>
              <a:gd name="connsiteY1643" fmla="*/ 5178046 h 6858000"/>
              <a:gd name="connsiteX1644" fmla="*/ 7731812 w 12192000"/>
              <a:gd name="connsiteY1644" fmla="*/ 5190994 h 6858000"/>
              <a:gd name="connsiteX1645" fmla="*/ 7792385 w 12192000"/>
              <a:gd name="connsiteY1645" fmla="*/ 5169265 h 6858000"/>
              <a:gd name="connsiteX1646" fmla="*/ 7808161 w 12192000"/>
              <a:gd name="connsiteY1646" fmla="*/ 5137714 h 6858000"/>
              <a:gd name="connsiteX1647" fmla="*/ 7799901 w 12192000"/>
              <a:gd name="connsiteY1647" fmla="*/ 5117175 h 6858000"/>
              <a:gd name="connsiteX1648" fmla="*/ 7777800 w 12192000"/>
              <a:gd name="connsiteY1648" fmla="*/ 5106906 h 6858000"/>
              <a:gd name="connsiteX1649" fmla="*/ 7738063 w 12192000"/>
              <a:gd name="connsiteY1649" fmla="*/ 5104823 h 6858000"/>
              <a:gd name="connsiteX1650" fmla="*/ 7717227 w 12192000"/>
              <a:gd name="connsiteY1650" fmla="*/ 5103781 h 6858000"/>
              <a:gd name="connsiteX1651" fmla="*/ 7707628 w 12192000"/>
              <a:gd name="connsiteY1651" fmla="*/ 5100358 h 6858000"/>
              <a:gd name="connsiteX1652" fmla="*/ 7705172 w 12192000"/>
              <a:gd name="connsiteY1652" fmla="*/ 5095446 h 6858000"/>
              <a:gd name="connsiteX1653" fmla="*/ 7707479 w 12192000"/>
              <a:gd name="connsiteY1653" fmla="*/ 5088228 h 6858000"/>
              <a:gd name="connsiteX1654" fmla="*/ 7716334 w 12192000"/>
              <a:gd name="connsiteY1654" fmla="*/ 5078331 h 6858000"/>
              <a:gd name="connsiteX1655" fmla="*/ 7737021 w 12192000"/>
              <a:gd name="connsiteY1655" fmla="*/ 5081308 h 6858000"/>
              <a:gd name="connsiteX1656" fmla="*/ 7776163 w 12192000"/>
              <a:gd name="connsiteY1656" fmla="*/ 5067764 h 6858000"/>
              <a:gd name="connsiteX1657" fmla="*/ 7790748 w 12192000"/>
              <a:gd name="connsiteY1657" fmla="*/ 5035171 h 6858000"/>
              <a:gd name="connsiteX1658" fmla="*/ 7782414 w 12192000"/>
              <a:gd name="connsiteY1658" fmla="*/ 5007787 h 6858000"/>
              <a:gd name="connsiteX1659" fmla="*/ 7800124 w 12192000"/>
              <a:gd name="connsiteY1659" fmla="*/ 5007787 h 6858000"/>
              <a:gd name="connsiteX1660" fmla="*/ 7807640 w 12192000"/>
              <a:gd name="connsiteY1660" fmla="*/ 5007340 h 6858000"/>
              <a:gd name="connsiteX1661" fmla="*/ 7809203 w 12192000"/>
              <a:gd name="connsiteY1661" fmla="*/ 5006150 h 6858000"/>
              <a:gd name="connsiteX1662" fmla="*/ 7809947 w 12192000"/>
              <a:gd name="connsiteY1662" fmla="*/ 5000792 h 6858000"/>
              <a:gd name="connsiteX1663" fmla="*/ 7809054 w 12192000"/>
              <a:gd name="connsiteY1663" fmla="*/ 4996029 h 6858000"/>
              <a:gd name="connsiteX1664" fmla="*/ 7807566 w 12192000"/>
              <a:gd name="connsiteY1664" fmla="*/ 4994764 h 6858000"/>
              <a:gd name="connsiteX1665" fmla="*/ 7800124 w 12192000"/>
              <a:gd name="connsiteY1665" fmla="*/ 4994392 h 6858000"/>
              <a:gd name="connsiteX1666" fmla="*/ 7771252 w 12192000"/>
              <a:gd name="connsiteY1666" fmla="*/ 4994392 h 6858000"/>
              <a:gd name="connsiteX1667" fmla="*/ 7737468 w 12192000"/>
              <a:gd name="connsiteY1667" fmla="*/ 4984867 h 6858000"/>
              <a:gd name="connsiteX1668" fmla="*/ 7563041 w 12192000"/>
              <a:gd name="connsiteY1668" fmla="*/ 4984867 h 6858000"/>
              <a:gd name="connsiteX1669" fmla="*/ 7521965 w 12192000"/>
              <a:gd name="connsiteY1669" fmla="*/ 5001536 h 6858000"/>
              <a:gd name="connsiteX1670" fmla="*/ 7524197 w 12192000"/>
              <a:gd name="connsiteY1670" fmla="*/ 5006894 h 6858000"/>
              <a:gd name="connsiteX1671" fmla="*/ 7534168 w 12192000"/>
              <a:gd name="connsiteY1671" fmla="*/ 5004661 h 6858000"/>
              <a:gd name="connsiteX1672" fmla="*/ 7540345 w 12192000"/>
              <a:gd name="connsiteY1672" fmla="*/ 5006596 h 6858000"/>
              <a:gd name="connsiteX1673" fmla="*/ 7543768 w 12192000"/>
              <a:gd name="connsiteY1673" fmla="*/ 5013889 h 6858000"/>
              <a:gd name="connsiteX1674" fmla="*/ 7544883 w 12192000"/>
              <a:gd name="connsiteY1674" fmla="*/ 5043803 h 6858000"/>
              <a:gd name="connsiteX1675" fmla="*/ 7544883 w 12192000"/>
              <a:gd name="connsiteY1675" fmla="*/ 5094405 h 6858000"/>
              <a:gd name="connsiteX1676" fmla="*/ 7541237 w 12192000"/>
              <a:gd name="connsiteY1676" fmla="*/ 5114571 h 6858000"/>
              <a:gd name="connsiteX1677" fmla="*/ 7527174 w 12192000"/>
              <a:gd name="connsiteY1677" fmla="*/ 5119854 h 6858000"/>
              <a:gd name="connsiteX1678" fmla="*/ 7524197 w 12192000"/>
              <a:gd name="connsiteY1678" fmla="*/ 5119854 h 6858000"/>
              <a:gd name="connsiteX1679" fmla="*/ 7524197 w 12192000"/>
              <a:gd name="connsiteY1679" fmla="*/ 5125212 h 6858000"/>
              <a:gd name="connsiteX1680" fmla="*/ 7591616 w 12192000"/>
              <a:gd name="connsiteY1680" fmla="*/ 5125212 h 6858000"/>
              <a:gd name="connsiteX1681" fmla="*/ 7591616 w 12192000"/>
              <a:gd name="connsiteY1681" fmla="*/ 5119854 h 6858000"/>
              <a:gd name="connsiteX1682" fmla="*/ 7576808 w 12192000"/>
              <a:gd name="connsiteY1682" fmla="*/ 5117845 h 6858000"/>
              <a:gd name="connsiteX1683" fmla="*/ 7571078 w 12192000"/>
              <a:gd name="connsiteY1683" fmla="*/ 5111520 h 6858000"/>
              <a:gd name="connsiteX1684" fmla="*/ 7569441 w 12192000"/>
              <a:gd name="connsiteY1684" fmla="*/ 5094405 h 6858000"/>
              <a:gd name="connsiteX1685" fmla="*/ 7569441 w 12192000"/>
              <a:gd name="connsiteY1685" fmla="*/ 5022521 h 6858000"/>
              <a:gd name="connsiteX1686" fmla="*/ 7604713 w 12192000"/>
              <a:gd name="connsiteY1686" fmla="*/ 5003173 h 6858000"/>
              <a:gd name="connsiteX1687" fmla="*/ 7621010 w 12192000"/>
              <a:gd name="connsiteY1687" fmla="*/ 5011582 h 6858000"/>
              <a:gd name="connsiteX1688" fmla="*/ 7625847 w 12192000"/>
              <a:gd name="connsiteY1688" fmla="*/ 5038594 h 6858000"/>
              <a:gd name="connsiteX1689" fmla="*/ 7625847 w 12192000"/>
              <a:gd name="connsiteY1689" fmla="*/ 5094405 h 6858000"/>
              <a:gd name="connsiteX1690" fmla="*/ 7625251 w 12192000"/>
              <a:gd name="connsiteY1690" fmla="*/ 5108394 h 6858000"/>
              <a:gd name="connsiteX1691" fmla="*/ 7619968 w 12192000"/>
              <a:gd name="connsiteY1691" fmla="*/ 5116952 h 6858000"/>
              <a:gd name="connsiteX1692" fmla="*/ 7606648 w 12192000"/>
              <a:gd name="connsiteY1692" fmla="*/ 5119854 h 6858000"/>
              <a:gd name="connsiteX1693" fmla="*/ 7603820 w 12192000"/>
              <a:gd name="connsiteY1693" fmla="*/ 5119854 h 6858000"/>
              <a:gd name="connsiteX1694" fmla="*/ 7603820 w 12192000"/>
              <a:gd name="connsiteY1694" fmla="*/ 5125212 h 6858000"/>
              <a:gd name="connsiteX1695" fmla="*/ 7671239 w 12192000"/>
              <a:gd name="connsiteY1695" fmla="*/ 5125212 h 6858000"/>
              <a:gd name="connsiteX1696" fmla="*/ 7671239 w 12192000"/>
              <a:gd name="connsiteY1696" fmla="*/ 5119854 h 6858000"/>
              <a:gd name="connsiteX1697" fmla="*/ 7657770 w 12192000"/>
              <a:gd name="connsiteY1697" fmla="*/ 5117771 h 6858000"/>
              <a:gd name="connsiteX1698" fmla="*/ 7652487 w 12192000"/>
              <a:gd name="connsiteY1698" fmla="*/ 5111966 h 6858000"/>
              <a:gd name="connsiteX1699" fmla="*/ 7650403 w 12192000"/>
              <a:gd name="connsiteY1699" fmla="*/ 5094405 h 6858000"/>
              <a:gd name="connsiteX1700" fmla="*/ 7650403 w 12192000"/>
              <a:gd name="connsiteY1700" fmla="*/ 5036213 h 6858000"/>
              <a:gd name="connsiteX1701" fmla="*/ 7647129 w 12192000"/>
              <a:gd name="connsiteY1701" fmla="*/ 5008828 h 6858000"/>
              <a:gd name="connsiteX1702" fmla="*/ 7634330 w 12192000"/>
              <a:gd name="connsiteY1702" fmla="*/ 4990448 h 6858000"/>
              <a:gd name="connsiteX1703" fmla="*/ 7615131 w 12192000"/>
              <a:gd name="connsiteY1703" fmla="*/ 4984867 h 6858000"/>
              <a:gd name="connsiteX1704" fmla="*/ 7569441 w 12192000"/>
              <a:gd name="connsiteY1704" fmla="*/ 5013740 h 6858000"/>
              <a:gd name="connsiteX1705" fmla="*/ 7569441 w 12192000"/>
              <a:gd name="connsiteY1705" fmla="*/ 4984867 h 6858000"/>
              <a:gd name="connsiteX1706" fmla="*/ 7484460 w 12192000"/>
              <a:gd name="connsiteY1706" fmla="*/ 4984867 h 6858000"/>
              <a:gd name="connsiteX1707" fmla="*/ 7443383 w 12192000"/>
              <a:gd name="connsiteY1707" fmla="*/ 5001536 h 6858000"/>
              <a:gd name="connsiteX1708" fmla="*/ 7445467 w 12192000"/>
              <a:gd name="connsiteY1708" fmla="*/ 5006894 h 6858000"/>
              <a:gd name="connsiteX1709" fmla="*/ 7455587 w 12192000"/>
              <a:gd name="connsiteY1709" fmla="*/ 5004661 h 6858000"/>
              <a:gd name="connsiteX1710" fmla="*/ 7461689 w 12192000"/>
              <a:gd name="connsiteY1710" fmla="*/ 5006522 h 6858000"/>
              <a:gd name="connsiteX1711" fmla="*/ 7464963 w 12192000"/>
              <a:gd name="connsiteY1711" fmla="*/ 5013144 h 6858000"/>
              <a:gd name="connsiteX1712" fmla="*/ 7466302 w 12192000"/>
              <a:gd name="connsiteY1712" fmla="*/ 5041868 h 6858000"/>
              <a:gd name="connsiteX1713" fmla="*/ 7466302 w 12192000"/>
              <a:gd name="connsiteY1713" fmla="*/ 5094405 h 6858000"/>
              <a:gd name="connsiteX1714" fmla="*/ 7464293 w 12192000"/>
              <a:gd name="connsiteY1714" fmla="*/ 5111520 h 6858000"/>
              <a:gd name="connsiteX1715" fmla="*/ 7458861 w 12192000"/>
              <a:gd name="connsiteY1715" fmla="*/ 5117919 h 6858000"/>
              <a:gd name="connsiteX1716" fmla="*/ 7445467 w 12192000"/>
              <a:gd name="connsiteY1716" fmla="*/ 5119854 h 6858000"/>
              <a:gd name="connsiteX1717" fmla="*/ 7445467 w 12192000"/>
              <a:gd name="connsiteY1717" fmla="*/ 5125212 h 6858000"/>
              <a:gd name="connsiteX1718" fmla="*/ 7511695 w 12192000"/>
              <a:gd name="connsiteY1718" fmla="*/ 5125212 h 6858000"/>
              <a:gd name="connsiteX1719" fmla="*/ 7511695 w 12192000"/>
              <a:gd name="connsiteY1719" fmla="*/ 5119854 h 6858000"/>
              <a:gd name="connsiteX1720" fmla="*/ 7498375 w 12192000"/>
              <a:gd name="connsiteY1720" fmla="*/ 5117771 h 6858000"/>
              <a:gd name="connsiteX1721" fmla="*/ 7492868 w 12192000"/>
              <a:gd name="connsiteY1721" fmla="*/ 5111445 h 6858000"/>
              <a:gd name="connsiteX1722" fmla="*/ 7491008 w 12192000"/>
              <a:gd name="connsiteY1722" fmla="*/ 5094405 h 6858000"/>
              <a:gd name="connsiteX1723" fmla="*/ 7491008 w 12192000"/>
              <a:gd name="connsiteY1723" fmla="*/ 4984867 h 6858000"/>
              <a:gd name="connsiteX1724" fmla="*/ 7214634 w 12192000"/>
              <a:gd name="connsiteY1724" fmla="*/ 4984867 h 6858000"/>
              <a:gd name="connsiteX1725" fmla="*/ 7177874 w 12192000"/>
              <a:gd name="connsiteY1725" fmla="*/ 4995583 h 6858000"/>
              <a:gd name="connsiteX1726" fmla="*/ 7164776 w 12192000"/>
              <a:gd name="connsiteY1726" fmla="*/ 5019098 h 6858000"/>
              <a:gd name="connsiteX1727" fmla="*/ 7168274 w 12192000"/>
              <a:gd name="connsiteY1727" fmla="*/ 5029664 h 6858000"/>
              <a:gd name="connsiteX1728" fmla="*/ 7177279 w 12192000"/>
              <a:gd name="connsiteY1728" fmla="*/ 5033534 h 6858000"/>
              <a:gd name="connsiteX1729" fmla="*/ 7186432 w 12192000"/>
              <a:gd name="connsiteY1729" fmla="*/ 5029813 h 6858000"/>
              <a:gd name="connsiteX1730" fmla="*/ 7189928 w 12192000"/>
              <a:gd name="connsiteY1730" fmla="*/ 5019246 h 6858000"/>
              <a:gd name="connsiteX1731" fmla="*/ 7189631 w 12192000"/>
              <a:gd name="connsiteY1731" fmla="*/ 5010614 h 6858000"/>
              <a:gd name="connsiteX1732" fmla="*/ 7195287 w 12192000"/>
              <a:gd name="connsiteY1732" fmla="*/ 4999006 h 6858000"/>
              <a:gd name="connsiteX1733" fmla="*/ 7210169 w 12192000"/>
              <a:gd name="connsiteY1733" fmla="*/ 4993946 h 6858000"/>
              <a:gd name="connsiteX1734" fmla="*/ 7228996 w 12192000"/>
              <a:gd name="connsiteY1734" fmla="*/ 5001536 h 6858000"/>
              <a:gd name="connsiteX1735" fmla="*/ 7235470 w 12192000"/>
              <a:gd name="connsiteY1735" fmla="*/ 5029516 h 6858000"/>
              <a:gd name="connsiteX1736" fmla="*/ 7235470 w 12192000"/>
              <a:gd name="connsiteY1736" fmla="*/ 5034873 h 6858000"/>
              <a:gd name="connsiteX1737" fmla="*/ 7185240 w 12192000"/>
              <a:gd name="connsiteY1737" fmla="*/ 5056602 h 6858000"/>
              <a:gd name="connsiteX1738" fmla="*/ 7164032 w 12192000"/>
              <a:gd name="connsiteY1738" fmla="*/ 5075652 h 6858000"/>
              <a:gd name="connsiteX1739" fmla="*/ 7159567 w 12192000"/>
              <a:gd name="connsiteY1739" fmla="*/ 5092916 h 6858000"/>
              <a:gd name="connsiteX1740" fmla="*/ 7168720 w 12192000"/>
              <a:gd name="connsiteY1740" fmla="*/ 5118366 h 6858000"/>
              <a:gd name="connsiteX1741" fmla="*/ 7192012 w 12192000"/>
              <a:gd name="connsiteY1741" fmla="*/ 5128040 h 6858000"/>
              <a:gd name="connsiteX1742" fmla="*/ 7209128 w 12192000"/>
              <a:gd name="connsiteY1742" fmla="*/ 5124319 h 6858000"/>
              <a:gd name="connsiteX1743" fmla="*/ 7235470 w 12192000"/>
              <a:gd name="connsiteY1743" fmla="*/ 5105567 h 6858000"/>
              <a:gd name="connsiteX1744" fmla="*/ 7239935 w 12192000"/>
              <a:gd name="connsiteY1744" fmla="*/ 5122831 h 6858000"/>
              <a:gd name="connsiteX1745" fmla="*/ 7251543 w 12192000"/>
              <a:gd name="connsiteY1745" fmla="*/ 5127891 h 6858000"/>
              <a:gd name="connsiteX1746" fmla="*/ 7283393 w 12192000"/>
              <a:gd name="connsiteY1746" fmla="*/ 5105567 h 6858000"/>
              <a:gd name="connsiteX1747" fmla="*/ 7283393 w 12192000"/>
              <a:gd name="connsiteY1747" fmla="*/ 5097232 h 6858000"/>
              <a:gd name="connsiteX1748" fmla="*/ 7271337 w 12192000"/>
              <a:gd name="connsiteY1748" fmla="*/ 5108097 h 6858000"/>
              <a:gd name="connsiteX1749" fmla="*/ 7267171 w 12192000"/>
              <a:gd name="connsiteY1749" fmla="*/ 5109139 h 6858000"/>
              <a:gd name="connsiteX1750" fmla="*/ 7263227 w 12192000"/>
              <a:gd name="connsiteY1750" fmla="*/ 5107650 h 6858000"/>
              <a:gd name="connsiteX1751" fmla="*/ 7260771 w 12192000"/>
              <a:gd name="connsiteY1751" fmla="*/ 5101772 h 6858000"/>
              <a:gd name="connsiteX1752" fmla="*/ 7260026 w 12192000"/>
              <a:gd name="connsiteY1752" fmla="*/ 5077885 h 6858000"/>
              <a:gd name="connsiteX1753" fmla="*/ 7260026 w 12192000"/>
              <a:gd name="connsiteY1753" fmla="*/ 5031599 h 6858000"/>
              <a:gd name="connsiteX1754" fmla="*/ 7257348 w 12192000"/>
              <a:gd name="connsiteY1754" fmla="*/ 5005405 h 6858000"/>
              <a:gd name="connsiteX1755" fmla="*/ 7244400 w 12192000"/>
              <a:gd name="connsiteY1755" fmla="*/ 4990969 h 6858000"/>
              <a:gd name="connsiteX1756" fmla="*/ 7214634 w 12192000"/>
              <a:gd name="connsiteY1756" fmla="*/ 4984867 h 6858000"/>
              <a:gd name="connsiteX1757" fmla="*/ 6973235 w 12192000"/>
              <a:gd name="connsiteY1757" fmla="*/ 4984867 h 6858000"/>
              <a:gd name="connsiteX1758" fmla="*/ 6932159 w 12192000"/>
              <a:gd name="connsiteY1758" fmla="*/ 5001536 h 6858000"/>
              <a:gd name="connsiteX1759" fmla="*/ 6934391 w 12192000"/>
              <a:gd name="connsiteY1759" fmla="*/ 5006894 h 6858000"/>
              <a:gd name="connsiteX1760" fmla="*/ 6944362 w 12192000"/>
              <a:gd name="connsiteY1760" fmla="*/ 5004661 h 6858000"/>
              <a:gd name="connsiteX1761" fmla="*/ 6950464 w 12192000"/>
              <a:gd name="connsiteY1761" fmla="*/ 5006522 h 6858000"/>
              <a:gd name="connsiteX1762" fmla="*/ 6953739 w 12192000"/>
              <a:gd name="connsiteY1762" fmla="*/ 5013293 h 6858000"/>
              <a:gd name="connsiteX1763" fmla="*/ 6955078 w 12192000"/>
              <a:gd name="connsiteY1763" fmla="*/ 5042315 h 6858000"/>
              <a:gd name="connsiteX1764" fmla="*/ 6955078 w 12192000"/>
              <a:gd name="connsiteY1764" fmla="*/ 5094405 h 6858000"/>
              <a:gd name="connsiteX1765" fmla="*/ 6953143 w 12192000"/>
              <a:gd name="connsiteY1765" fmla="*/ 5111445 h 6858000"/>
              <a:gd name="connsiteX1766" fmla="*/ 6947488 w 12192000"/>
              <a:gd name="connsiteY1766" fmla="*/ 5117845 h 6858000"/>
              <a:gd name="connsiteX1767" fmla="*/ 6934391 w 12192000"/>
              <a:gd name="connsiteY1767" fmla="*/ 5119854 h 6858000"/>
              <a:gd name="connsiteX1768" fmla="*/ 6934391 w 12192000"/>
              <a:gd name="connsiteY1768" fmla="*/ 5125212 h 6858000"/>
              <a:gd name="connsiteX1769" fmla="*/ 7001810 w 12192000"/>
              <a:gd name="connsiteY1769" fmla="*/ 5125212 h 6858000"/>
              <a:gd name="connsiteX1770" fmla="*/ 7001810 w 12192000"/>
              <a:gd name="connsiteY1770" fmla="*/ 5119854 h 6858000"/>
              <a:gd name="connsiteX1771" fmla="*/ 6987002 w 12192000"/>
              <a:gd name="connsiteY1771" fmla="*/ 5117845 h 6858000"/>
              <a:gd name="connsiteX1772" fmla="*/ 6981495 w 12192000"/>
              <a:gd name="connsiteY1772" fmla="*/ 5111817 h 6858000"/>
              <a:gd name="connsiteX1773" fmla="*/ 6979634 w 12192000"/>
              <a:gd name="connsiteY1773" fmla="*/ 5094405 h 6858000"/>
              <a:gd name="connsiteX1774" fmla="*/ 6979634 w 12192000"/>
              <a:gd name="connsiteY1774" fmla="*/ 5021330 h 6858000"/>
              <a:gd name="connsiteX1775" fmla="*/ 6998684 w 12192000"/>
              <a:gd name="connsiteY1775" fmla="*/ 5006596 h 6858000"/>
              <a:gd name="connsiteX1776" fmla="*/ 7014609 w 12192000"/>
              <a:gd name="connsiteY1776" fmla="*/ 5002280 h 6858000"/>
              <a:gd name="connsiteX1777" fmla="*/ 7032915 w 12192000"/>
              <a:gd name="connsiteY1777" fmla="*/ 5011805 h 6858000"/>
              <a:gd name="connsiteX1778" fmla="*/ 7037827 w 12192000"/>
              <a:gd name="connsiteY1778" fmla="*/ 5035766 h 6858000"/>
              <a:gd name="connsiteX1779" fmla="*/ 7037827 w 12192000"/>
              <a:gd name="connsiteY1779" fmla="*/ 5094405 h 6858000"/>
              <a:gd name="connsiteX1780" fmla="*/ 7037083 w 12192000"/>
              <a:gd name="connsiteY1780" fmla="*/ 5109139 h 6858000"/>
              <a:gd name="connsiteX1781" fmla="*/ 7031204 w 12192000"/>
              <a:gd name="connsiteY1781" fmla="*/ 5117175 h 6858000"/>
              <a:gd name="connsiteX1782" fmla="*/ 7015651 w 12192000"/>
              <a:gd name="connsiteY1782" fmla="*/ 5119854 h 6858000"/>
              <a:gd name="connsiteX1783" fmla="*/ 7015651 w 12192000"/>
              <a:gd name="connsiteY1783" fmla="*/ 5125212 h 6858000"/>
              <a:gd name="connsiteX1784" fmla="*/ 7084558 w 12192000"/>
              <a:gd name="connsiteY1784" fmla="*/ 5125212 h 6858000"/>
              <a:gd name="connsiteX1785" fmla="*/ 7084558 w 12192000"/>
              <a:gd name="connsiteY1785" fmla="*/ 5119854 h 6858000"/>
              <a:gd name="connsiteX1786" fmla="*/ 7069824 w 12192000"/>
              <a:gd name="connsiteY1786" fmla="*/ 5117547 h 6858000"/>
              <a:gd name="connsiteX1787" fmla="*/ 7063945 w 12192000"/>
              <a:gd name="connsiteY1787" fmla="*/ 5111817 h 6858000"/>
              <a:gd name="connsiteX1788" fmla="*/ 7062383 w 12192000"/>
              <a:gd name="connsiteY1788" fmla="*/ 5094405 h 6858000"/>
              <a:gd name="connsiteX1789" fmla="*/ 7062383 w 12192000"/>
              <a:gd name="connsiteY1789" fmla="*/ 5029367 h 6858000"/>
              <a:gd name="connsiteX1790" fmla="*/ 7062085 w 12192000"/>
              <a:gd name="connsiteY1790" fmla="*/ 5022967 h 6858000"/>
              <a:gd name="connsiteX1791" fmla="*/ 7062383 w 12192000"/>
              <a:gd name="connsiteY1791" fmla="*/ 5021330 h 6858000"/>
              <a:gd name="connsiteX1792" fmla="*/ 7081657 w 12192000"/>
              <a:gd name="connsiteY1792" fmla="*/ 5006670 h 6858000"/>
              <a:gd name="connsiteX1793" fmla="*/ 7097506 w 12192000"/>
              <a:gd name="connsiteY1793" fmla="*/ 5002726 h 6858000"/>
              <a:gd name="connsiteX1794" fmla="*/ 7116110 w 12192000"/>
              <a:gd name="connsiteY1794" fmla="*/ 5012251 h 6858000"/>
              <a:gd name="connsiteX1795" fmla="*/ 7120129 w 12192000"/>
              <a:gd name="connsiteY1795" fmla="*/ 5035766 h 6858000"/>
              <a:gd name="connsiteX1796" fmla="*/ 7120129 w 12192000"/>
              <a:gd name="connsiteY1796" fmla="*/ 5094405 h 6858000"/>
              <a:gd name="connsiteX1797" fmla="*/ 7119533 w 12192000"/>
              <a:gd name="connsiteY1797" fmla="*/ 5108841 h 6858000"/>
              <a:gd name="connsiteX1798" fmla="*/ 7114621 w 12192000"/>
              <a:gd name="connsiteY1798" fmla="*/ 5116431 h 6858000"/>
              <a:gd name="connsiteX1799" fmla="*/ 7100930 w 12192000"/>
              <a:gd name="connsiteY1799" fmla="*/ 5119854 h 6858000"/>
              <a:gd name="connsiteX1800" fmla="*/ 7098101 w 12192000"/>
              <a:gd name="connsiteY1800" fmla="*/ 5119854 h 6858000"/>
              <a:gd name="connsiteX1801" fmla="*/ 7098101 w 12192000"/>
              <a:gd name="connsiteY1801" fmla="*/ 5125212 h 6858000"/>
              <a:gd name="connsiteX1802" fmla="*/ 7165372 w 12192000"/>
              <a:gd name="connsiteY1802" fmla="*/ 5125212 h 6858000"/>
              <a:gd name="connsiteX1803" fmla="*/ 7165372 w 12192000"/>
              <a:gd name="connsiteY1803" fmla="*/ 5119854 h 6858000"/>
              <a:gd name="connsiteX1804" fmla="*/ 7152275 w 12192000"/>
              <a:gd name="connsiteY1804" fmla="*/ 5117547 h 6858000"/>
              <a:gd name="connsiteX1805" fmla="*/ 7146768 w 12192000"/>
              <a:gd name="connsiteY1805" fmla="*/ 5111966 h 6858000"/>
              <a:gd name="connsiteX1806" fmla="*/ 7144834 w 12192000"/>
              <a:gd name="connsiteY1806" fmla="*/ 5094405 h 6858000"/>
              <a:gd name="connsiteX1807" fmla="*/ 7144834 w 12192000"/>
              <a:gd name="connsiteY1807" fmla="*/ 5035766 h 6858000"/>
              <a:gd name="connsiteX1808" fmla="*/ 7141559 w 12192000"/>
              <a:gd name="connsiteY1808" fmla="*/ 5008680 h 6858000"/>
              <a:gd name="connsiteX1809" fmla="*/ 7128240 w 12192000"/>
              <a:gd name="connsiteY1809" fmla="*/ 4990448 h 6858000"/>
              <a:gd name="connsiteX1810" fmla="*/ 7108966 w 12192000"/>
              <a:gd name="connsiteY1810" fmla="*/ 4984867 h 6858000"/>
              <a:gd name="connsiteX1811" fmla="*/ 7087237 w 12192000"/>
              <a:gd name="connsiteY1811" fmla="*/ 4990448 h 6858000"/>
              <a:gd name="connsiteX1812" fmla="*/ 7061341 w 12192000"/>
              <a:gd name="connsiteY1812" fmla="*/ 5013889 h 6858000"/>
              <a:gd name="connsiteX1813" fmla="*/ 7048989 w 12192000"/>
              <a:gd name="connsiteY1813" fmla="*/ 4992308 h 6858000"/>
              <a:gd name="connsiteX1814" fmla="*/ 7026962 w 12192000"/>
              <a:gd name="connsiteY1814" fmla="*/ 4984867 h 6858000"/>
              <a:gd name="connsiteX1815" fmla="*/ 7011632 w 12192000"/>
              <a:gd name="connsiteY1815" fmla="*/ 4987992 h 6858000"/>
              <a:gd name="connsiteX1816" fmla="*/ 6997197 w 12192000"/>
              <a:gd name="connsiteY1816" fmla="*/ 4996773 h 6858000"/>
              <a:gd name="connsiteX1817" fmla="*/ 6979634 w 12192000"/>
              <a:gd name="connsiteY1817" fmla="*/ 5013889 h 6858000"/>
              <a:gd name="connsiteX1818" fmla="*/ 6979634 w 12192000"/>
              <a:gd name="connsiteY1818" fmla="*/ 4984867 h 6858000"/>
              <a:gd name="connsiteX1819" fmla="*/ 6633609 w 12192000"/>
              <a:gd name="connsiteY1819" fmla="*/ 4984867 h 6858000"/>
              <a:gd name="connsiteX1820" fmla="*/ 6587695 w 12192000"/>
              <a:gd name="connsiteY1820" fmla="*/ 5004959 h 6858000"/>
              <a:gd name="connsiteX1821" fmla="*/ 6568571 w 12192000"/>
              <a:gd name="connsiteY1821" fmla="*/ 5057198 h 6858000"/>
              <a:gd name="connsiteX1822" fmla="*/ 6585835 w 12192000"/>
              <a:gd name="connsiteY1822" fmla="*/ 5109883 h 6858000"/>
              <a:gd name="connsiteX1823" fmla="*/ 6626316 w 12192000"/>
              <a:gd name="connsiteY1823" fmla="*/ 5129379 h 6858000"/>
              <a:gd name="connsiteX1824" fmla="*/ 6661886 w 12192000"/>
              <a:gd name="connsiteY1824" fmla="*/ 5114868 h 6858000"/>
              <a:gd name="connsiteX1825" fmla="*/ 6683466 w 12192000"/>
              <a:gd name="connsiteY1825" fmla="*/ 5073420 h 6858000"/>
              <a:gd name="connsiteX1826" fmla="*/ 6679150 w 12192000"/>
              <a:gd name="connsiteY1826" fmla="*/ 5071336 h 6858000"/>
              <a:gd name="connsiteX1827" fmla="*/ 6663226 w 12192000"/>
              <a:gd name="connsiteY1827" fmla="*/ 5096191 h 6858000"/>
              <a:gd name="connsiteX1828" fmla="*/ 6637032 w 12192000"/>
              <a:gd name="connsiteY1828" fmla="*/ 5106162 h 6858000"/>
              <a:gd name="connsiteX1829" fmla="*/ 6604662 w 12192000"/>
              <a:gd name="connsiteY1829" fmla="*/ 5087484 h 6858000"/>
              <a:gd name="connsiteX1830" fmla="*/ 6592681 w 12192000"/>
              <a:gd name="connsiteY1830" fmla="*/ 5044398 h 6858000"/>
              <a:gd name="connsiteX1831" fmla="*/ 6604736 w 12192000"/>
              <a:gd name="connsiteY1831" fmla="*/ 5005852 h 6858000"/>
              <a:gd name="connsiteX1832" fmla="*/ 6628698 w 12192000"/>
              <a:gd name="connsiteY1832" fmla="*/ 4994839 h 6858000"/>
              <a:gd name="connsiteX1833" fmla="*/ 6643134 w 12192000"/>
              <a:gd name="connsiteY1833" fmla="*/ 4999303 h 6858000"/>
              <a:gd name="connsiteX1834" fmla="*/ 6649161 w 12192000"/>
              <a:gd name="connsiteY1834" fmla="*/ 5012698 h 6858000"/>
              <a:gd name="connsiteX1835" fmla="*/ 6652510 w 12192000"/>
              <a:gd name="connsiteY1835" fmla="*/ 5024604 h 6858000"/>
              <a:gd name="connsiteX1836" fmla="*/ 6665756 w 12192000"/>
              <a:gd name="connsiteY1836" fmla="*/ 5030260 h 6858000"/>
              <a:gd name="connsiteX1837" fmla="*/ 6675950 w 12192000"/>
              <a:gd name="connsiteY1837" fmla="*/ 5026762 h 6858000"/>
              <a:gd name="connsiteX1838" fmla="*/ 6679597 w 12192000"/>
              <a:gd name="connsiteY1838" fmla="*/ 5017609 h 6858000"/>
              <a:gd name="connsiteX1839" fmla="*/ 6666649 w 12192000"/>
              <a:gd name="connsiteY1839" fmla="*/ 4995508 h 6858000"/>
              <a:gd name="connsiteX1840" fmla="*/ 6633609 w 12192000"/>
              <a:gd name="connsiteY1840" fmla="*/ 4984867 h 6858000"/>
              <a:gd name="connsiteX1841" fmla="*/ 6522434 w 12192000"/>
              <a:gd name="connsiteY1841" fmla="*/ 4984867 h 6858000"/>
              <a:gd name="connsiteX1842" fmla="*/ 6481358 w 12192000"/>
              <a:gd name="connsiteY1842" fmla="*/ 5001536 h 6858000"/>
              <a:gd name="connsiteX1843" fmla="*/ 6483441 w 12192000"/>
              <a:gd name="connsiteY1843" fmla="*/ 5006894 h 6858000"/>
              <a:gd name="connsiteX1844" fmla="*/ 6493562 w 12192000"/>
              <a:gd name="connsiteY1844" fmla="*/ 5004661 h 6858000"/>
              <a:gd name="connsiteX1845" fmla="*/ 6499664 w 12192000"/>
              <a:gd name="connsiteY1845" fmla="*/ 5006522 h 6858000"/>
              <a:gd name="connsiteX1846" fmla="*/ 6502938 w 12192000"/>
              <a:gd name="connsiteY1846" fmla="*/ 5013144 h 6858000"/>
              <a:gd name="connsiteX1847" fmla="*/ 6504277 w 12192000"/>
              <a:gd name="connsiteY1847" fmla="*/ 5041868 h 6858000"/>
              <a:gd name="connsiteX1848" fmla="*/ 6504277 w 12192000"/>
              <a:gd name="connsiteY1848" fmla="*/ 5094405 h 6858000"/>
              <a:gd name="connsiteX1849" fmla="*/ 6502268 w 12192000"/>
              <a:gd name="connsiteY1849" fmla="*/ 5111520 h 6858000"/>
              <a:gd name="connsiteX1850" fmla="*/ 6496836 w 12192000"/>
              <a:gd name="connsiteY1850" fmla="*/ 5117919 h 6858000"/>
              <a:gd name="connsiteX1851" fmla="*/ 6483441 w 12192000"/>
              <a:gd name="connsiteY1851" fmla="*/ 5119854 h 6858000"/>
              <a:gd name="connsiteX1852" fmla="*/ 6483441 w 12192000"/>
              <a:gd name="connsiteY1852" fmla="*/ 5125212 h 6858000"/>
              <a:gd name="connsiteX1853" fmla="*/ 6549670 w 12192000"/>
              <a:gd name="connsiteY1853" fmla="*/ 5125212 h 6858000"/>
              <a:gd name="connsiteX1854" fmla="*/ 6549670 w 12192000"/>
              <a:gd name="connsiteY1854" fmla="*/ 5119854 h 6858000"/>
              <a:gd name="connsiteX1855" fmla="*/ 6536350 w 12192000"/>
              <a:gd name="connsiteY1855" fmla="*/ 5117771 h 6858000"/>
              <a:gd name="connsiteX1856" fmla="*/ 6530843 w 12192000"/>
              <a:gd name="connsiteY1856" fmla="*/ 5111445 h 6858000"/>
              <a:gd name="connsiteX1857" fmla="*/ 6528983 w 12192000"/>
              <a:gd name="connsiteY1857" fmla="*/ 5094405 h 6858000"/>
              <a:gd name="connsiteX1858" fmla="*/ 6528983 w 12192000"/>
              <a:gd name="connsiteY1858" fmla="*/ 4984867 h 6858000"/>
              <a:gd name="connsiteX1859" fmla="*/ 6310503 w 12192000"/>
              <a:gd name="connsiteY1859" fmla="*/ 4984867 h 6858000"/>
              <a:gd name="connsiteX1860" fmla="*/ 6278356 w 12192000"/>
              <a:gd name="connsiteY1860" fmla="*/ 4993722 h 6858000"/>
              <a:gd name="connsiteX1861" fmla="*/ 6253874 w 12192000"/>
              <a:gd name="connsiteY1861" fmla="*/ 5021107 h 6858000"/>
              <a:gd name="connsiteX1862" fmla="*/ 6244572 w 12192000"/>
              <a:gd name="connsiteY1862" fmla="*/ 5058388 h 6858000"/>
              <a:gd name="connsiteX1863" fmla="*/ 6259901 w 12192000"/>
              <a:gd name="connsiteY1863" fmla="*/ 5104823 h 6858000"/>
              <a:gd name="connsiteX1864" fmla="*/ 6308866 w 12192000"/>
              <a:gd name="connsiteY1864" fmla="*/ 5129379 h 6858000"/>
              <a:gd name="connsiteX1865" fmla="*/ 6343171 w 12192000"/>
              <a:gd name="connsiteY1865" fmla="*/ 5119854 h 6858000"/>
              <a:gd name="connsiteX1866" fmla="*/ 6367355 w 12192000"/>
              <a:gd name="connsiteY1866" fmla="*/ 5091577 h 6858000"/>
              <a:gd name="connsiteX1867" fmla="*/ 6376136 w 12192000"/>
              <a:gd name="connsiteY1867" fmla="*/ 5054519 h 6858000"/>
              <a:gd name="connsiteX1868" fmla="*/ 6360212 w 12192000"/>
              <a:gd name="connsiteY1868" fmla="*/ 5008382 h 6858000"/>
              <a:gd name="connsiteX1869" fmla="*/ 6310503 w 12192000"/>
              <a:gd name="connsiteY1869" fmla="*/ 4984867 h 6858000"/>
              <a:gd name="connsiteX1870" fmla="*/ 6172837 w 12192000"/>
              <a:gd name="connsiteY1870" fmla="*/ 4984867 h 6858000"/>
              <a:gd name="connsiteX1871" fmla="*/ 6150438 w 12192000"/>
              <a:gd name="connsiteY1871" fmla="*/ 4992085 h 6858000"/>
              <a:gd name="connsiteX1872" fmla="*/ 6129230 w 12192000"/>
              <a:gd name="connsiteY1872" fmla="*/ 5017312 h 6858000"/>
              <a:gd name="connsiteX1873" fmla="*/ 6129230 w 12192000"/>
              <a:gd name="connsiteY1873" fmla="*/ 4985462 h 6858000"/>
              <a:gd name="connsiteX1874" fmla="*/ 6123575 w 12192000"/>
              <a:gd name="connsiteY1874" fmla="*/ 4985462 h 6858000"/>
              <a:gd name="connsiteX1875" fmla="*/ 6081606 w 12192000"/>
              <a:gd name="connsiteY1875" fmla="*/ 5002429 h 6858000"/>
              <a:gd name="connsiteX1876" fmla="*/ 6083391 w 12192000"/>
              <a:gd name="connsiteY1876" fmla="*/ 5007191 h 6858000"/>
              <a:gd name="connsiteX1877" fmla="*/ 6092470 w 12192000"/>
              <a:gd name="connsiteY1877" fmla="*/ 5005108 h 6858000"/>
              <a:gd name="connsiteX1878" fmla="*/ 6099539 w 12192000"/>
              <a:gd name="connsiteY1878" fmla="*/ 5006894 h 6858000"/>
              <a:gd name="connsiteX1879" fmla="*/ 6103334 w 12192000"/>
              <a:gd name="connsiteY1879" fmla="*/ 5012251 h 6858000"/>
              <a:gd name="connsiteX1880" fmla="*/ 6104525 w 12192000"/>
              <a:gd name="connsiteY1880" fmla="*/ 5029069 h 6858000"/>
              <a:gd name="connsiteX1881" fmla="*/ 6104525 w 12192000"/>
              <a:gd name="connsiteY1881" fmla="*/ 5157954 h 6858000"/>
              <a:gd name="connsiteX1882" fmla="*/ 6102962 w 12192000"/>
              <a:gd name="connsiteY1882" fmla="*/ 5176483 h 6858000"/>
              <a:gd name="connsiteX1883" fmla="*/ 6098572 w 12192000"/>
              <a:gd name="connsiteY1883" fmla="*/ 5181767 h 6858000"/>
              <a:gd name="connsiteX1884" fmla="*/ 6084582 w 12192000"/>
              <a:gd name="connsiteY1884" fmla="*/ 5184892 h 6858000"/>
              <a:gd name="connsiteX1885" fmla="*/ 6080861 w 12192000"/>
              <a:gd name="connsiteY1885" fmla="*/ 5184892 h 6858000"/>
              <a:gd name="connsiteX1886" fmla="*/ 6080861 w 12192000"/>
              <a:gd name="connsiteY1886" fmla="*/ 5190399 h 6858000"/>
              <a:gd name="connsiteX1887" fmla="*/ 6152299 w 12192000"/>
              <a:gd name="connsiteY1887" fmla="*/ 5190399 h 6858000"/>
              <a:gd name="connsiteX1888" fmla="*/ 6152299 w 12192000"/>
              <a:gd name="connsiteY1888" fmla="*/ 5184892 h 6858000"/>
              <a:gd name="connsiteX1889" fmla="*/ 6136895 w 12192000"/>
              <a:gd name="connsiteY1889" fmla="*/ 5182660 h 6858000"/>
              <a:gd name="connsiteX1890" fmla="*/ 6130942 w 12192000"/>
              <a:gd name="connsiteY1890" fmla="*/ 5176632 h 6858000"/>
              <a:gd name="connsiteX1891" fmla="*/ 6129230 w 12192000"/>
              <a:gd name="connsiteY1891" fmla="*/ 5158847 h 6858000"/>
              <a:gd name="connsiteX1892" fmla="*/ 6129230 w 12192000"/>
              <a:gd name="connsiteY1892" fmla="*/ 5117324 h 6858000"/>
              <a:gd name="connsiteX1893" fmla="*/ 6142625 w 12192000"/>
              <a:gd name="connsiteY1893" fmla="*/ 5126254 h 6858000"/>
              <a:gd name="connsiteX1894" fmla="*/ 6161675 w 12192000"/>
              <a:gd name="connsiteY1894" fmla="*/ 5129379 h 6858000"/>
              <a:gd name="connsiteX1895" fmla="*/ 6203644 w 12192000"/>
              <a:gd name="connsiteY1895" fmla="*/ 5110478 h 6858000"/>
              <a:gd name="connsiteX1896" fmla="*/ 6223885 w 12192000"/>
              <a:gd name="connsiteY1896" fmla="*/ 5052137 h 6858000"/>
              <a:gd name="connsiteX1897" fmla="*/ 6207067 w 12192000"/>
              <a:gd name="connsiteY1897" fmla="*/ 5000941 h 6858000"/>
              <a:gd name="connsiteX1898" fmla="*/ 6172837 w 12192000"/>
              <a:gd name="connsiteY1898" fmla="*/ 4984867 h 6858000"/>
              <a:gd name="connsiteX1899" fmla="*/ 5700160 w 12192000"/>
              <a:gd name="connsiteY1899" fmla="*/ 4984867 h 6858000"/>
              <a:gd name="connsiteX1900" fmla="*/ 5654246 w 12192000"/>
              <a:gd name="connsiteY1900" fmla="*/ 5004959 h 6858000"/>
              <a:gd name="connsiteX1901" fmla="*/ 5635121 w 12192000"/>
              <a:gd name="connsiteY1901" fmla="*/ 5057198 h 6858000"/>
              <a:gd name="connsiteX1902" fmla="*/ 5652386 w 12192000"/>
              <a:gd name="connsiteY1902" fmla="*/ 5109883 h 6858000"/>
              <a:gd name="connsiteX1903" fmla="*/ 5692866 w 12192000"/>
              <a:gd name="connsiteY1903" fmla="*/ 5129379 h 6858000"/>
              <a:gd name="connsiteX1904" fmla="*/ 5728436 w 12192000"/>
              <a:gd name="connsiteY1904" fmla="*/ 5114868 h 6858000"/>
              <a:gd name="connsiteX1905" fmla="*/ 5750016 w 12192000"/>
              <a:gd name="connsiteY1905" fmla="*/ 5073420 h 6858000"/>
              <a:gd name="connsiteX1906" fmla="*/ 5745701 w 12192000"/>
              <a:gd name="connsiteY1906" fmla="*/ 5071336 h 6858000"/>
              <a:gd name="connsiteX1907" fmla="*/ 5729776 w 12192000"/>
              <a:gd name="connsiteY1907" fmla="*/ 5096191 h 6858000"/>
              <a:gd name="connsiteX1908" fmla="*/ 5703582 w 12192000"/>
              <a:gd name="connsiteY1908" fmla="*/ 5106162 h 6858000"/>
              <a:gd name="connsiteX1909" fmla="*/ 5671212 w 12192000"/>
              <a:gd name="connsiteY1909" fmla="*/ 5087484 h 6858000"/>
              <a:gd name="connsiteX1910" fmla="*/ 5659231 w 12192000"/>
              <a:gd name="connsiteY1910" fmla="*/ 5044398 h 6858000"/>
              <a:gd name="connsiteX1911" fmla="*/ 5671287 w 12192000"/>
              <a:gd name="connsiteY1911" fmla="*/ 5005852 h 6858000"/>
              <a:gd name="connsiteX1912" fmla="*/ 5695248 w 12192000"/>
              <a:gd name="connsiteY1912" fmla="*/ 4994839 h 6858000"/>
              <a:gd name="connsiteX1913" fmla="*/ 5709684 w 12192000"/>
              <a:gd name="connsiteY1913" fmla="*/ 4999303 h 6858000"/>
              <a:gd name="connsiteX1914" fmla="*/ 5715712 w 12192000"/>
              <a:gd name="connsiteY1914" fmla="*/ 5012698 h 6858000"/>
              <a:gd name="connsiteX1915" fmla="*/ 5719060 w 12192000"/>
              <a:gd name="connsiteY1915" fmla="*/ 5024604 h 6858000"/>
              <a:gd name="connsiteX1916" fmla="*/ 5732306 w 12192000"/>
              <a:gd name="connsiteY1916" fmla="*/ 5030260 h 6858000"/>
              <a:gd name="connsiteX1917" fmla="*/ 5742500 w 12192000"/>
              <a:gd name="connsiteY1917" fmla="*/ 5026762 h 6858000"/>
              <a:gd name="connsiteX1918" fmla="*/ 5746147 w 12192000"/>
              <a:gd name="connsiteY1918" fmla="*/ 5017609 h 6858000"/>
              <a:gd name="connsiteX1919" fmla="*/ 5733199 w 12192000"/>
              <a:gd name="connsiteY1919" fmla="*/ 4995508 h 6858000"/>
              <a:gd name="connsiteX1920" fmla="*/ 5700160 w 12192000"/>
              <a:gd name="connsiteY1920" fmla="*/ 4984867 h 6858000"/>
              <a:gd name="connsiteX1921" fmla="*/ 5563088 w 12192000"/>
              <a:gd name="connsiteY1921" fmla="*/ 4984867 h 6858000"/>
              <a:gd name="connsiteX1922" fmla="*/ 5521863 w 12192000"/>
              <a:gd name="connsiteY1922" fmla="*/ 5001536 h 6858000"/>
              <a:gd name="connsiteX1923" fmla="*/ 5523352 w 12192000"/>
              <a:gd name="connsiteY1923" fmla="*/ 5006894 h 6858000"/>
              <a:gd name="connsiteX1924" fmla="*/ 5533769 w 12192000"/>
              <a:gd name="connsiteY1924" fmla="*/ 5004661 h 6858000"/>
              <a:gd name="connsiteX1925" fmla="*/ 5540243 w 12192000"/>
              <a:gd name="connsiteY1925" fmla="*/ 5006745 h 6858000"/>
              <a:gd name="connsiteX1926" fmla="*/ 5543815 w 12192000"/>
              <a:gd name="connsiteY1926" fmla="*/ 5013368 h 6858000"/>
              <a:gd name="connsiteX1927" fmla="*/ 5544782 w 12192000"/>
              <a:gd name="connsiteY1927" fmla="*/ 5041719 h 6858000"/>
              <a:gd name="connsiteX1928" fmla="*/ 5544782 w 12192000"/>
              <a:gd name="connsiteY1928" fmla="*/ 5094553 h 6858000"/>
              <a:gd name="connsiteX1929" fmla="*/ 5544038 w 12192000"/>
              <a:gd name="connsiteY1929" fmla="*/ 5108990 h 6858000"/>
              <a:gd name="connsiteX1930" fmla="*/ 5538829 w 12192000"/>
              <a:gd name="connsiteY1930" fmla="*/ 5116580 h 6858000"/>
              <a:gd name="connsiteX1931" fmla="*/ 5523352 w 12192000"/>
              <a:gd name="connsiteY1931" fmla="*/ 5119854 h 6858000"/>
              <a:gd name="connsiteX1932" fmla="*/ 5523352 w 12192000"/>
              <a:gd name="connsiteY1932" fmla="*/ 5125212 h 6858000"/>
              <a:gd name="connsiteX1933" fmla="*/ 5593151 w 12192000"/>
              <a:gd name="connsiteY1933" fmla="*/ 5125212 h 6858000"/>
              <a:gd name="connsiteX1934" fmla="*/ 5593151 w 12192000"/>
              <a:gd name="connsiteY1934" fmla="*/ 5119854 h 6858000"/>
              <a:gd name="connsiteX1935" fmla="*/ 5579013 w 12192000"/>
              <a:gd name="connsiteY1935" fmla="*/ 5117175 h 6858000"/>
              <a:gd name="connsiteX1936" fmla="*/ 5572167 w 12192000"/>
              <a:gd name="connsiteY1936" fmla="*/ 5110478 h 6858000"/>
              <a:gd name="connsiteX1937" fmla="*/ 5569339 w 12192000"/>
              <a:gd name="connsiteY1937" fmla="*/ 5093363 h 6858000"/>
              <a:gd name="connsiteX1938" fmla="*/ 5569339 w 12192000"/>
              <a:gd name="connsiteY1938" fmla="*/ 5028027 h 6858000"/>
              <a:gd name="connsiteX1939" fmla="*/ 5583180 w 12192000"/>
              <a:gd name="connsiteY1939" fmla="*/ 5007935 h 6858000"/>
              <a:gd name="connsiteX1940" fmla="*/ 5588984 w 12192000"/>
              <a:gd name="connsiteY1940" fmla="*/ 5004959 h 6858000"/>
              <a:gd name="connsiteX1941" fmla="*/ 5598584 w 12192000"/>
              <a:gd name="connsiteY1941" fmla="*/ 5010093 h 6858000"/>
              <a:gd name="connsiteX1942" fmla="*/ 5610267 w 12192000"/>
              <a:gd name="connsiteY1942" fmla="*/ 5015228 h 6858000"/>
              <a:gd name="connsiteX1943" fmla="*/ 5619495 w 12192000"/>
              <a:gd name="connsiteY1943" fmla="*/ 5011210 h 6858000"/>
              <a:gd name="connsiteX1944" fmla="*/ 5623364 w 12192000"/>
              <a:gd name="connsiteY1944" fmla="*/ 5001387 h 6858000"/>
              <a:gd name="connsiteX1945" fmla="*/ 5618006 w 12192000"/>
              <a:gd name="connsiteY1945" fmla="*/ 4989853 h 6858000"/>
              <a:gd name="connsiteX1946" fmla="*/ 5604462 w 12192000"/>
              <a:gd name="connsiteY1946" fmla="*/ 4984867 h 6858000"/>
              <a:gd name="connsiteX1947" fmla="*/ 5569339 w 12192000"/>
              <a:gd name="connsiteY1947" fmla="*/ 5015526 h 6858000"/>
              <a:gd name="connsiteX1948" fmla="*/ 5569339 w 12192000"/>
              <a:gd name="connsiteY1948" fmla="*/ 4984867 h 6858000"/>
              <a:gd name="connsiteX1949" fmla="*/ 5452509 w 12192000"/>
              <a:gd name="connsiteY1949" fmla="*/ 4984867 h 6858000"/>
              <a:gd name="connsiteX1950" fmla="*/ 5415748 w 12192000"/>
              <a:gd name="connsiteY1950" fmla="*/ 4995583 h 6858000"/>
              <a:gd name="connsiteX1951" fmla="*/ 5402652 w 12192000"/>
              <a:gd name="connsiteY1951" fmla="*/ 5019098 h 6858000"/>
              <a:gd name="connsiteX1952" fmla="*/ 5406149 w 12192000"/>
              <a:gd name="connsiteY1952" fmla="*/ 5029664 h 6858000"/>
              <a:gd name="connsiteX1953" fmla="*/ 5415153 w 12192000"/>
              <a:gd name="connsiteY1953" fmla="*/ 5033534 h 6858000"/>
              <a:gd name="connsiteX1954" fmla="*/ 5424306 w 12192000"/>
              <a:gd name="connsiteY1954" fmla="*/ 5029813 h 6858000"/>
              <a:gd name="connsiteX1955" fmla="*/ 5427803 w 12192000"/>
              <a:gd name="connsiteY1955" fmla="*/ 5019246 h 6858000"/>
              <a:gd name="connsiteX1956" fmla="*/ 5427506 w 12192000"/>
              <a:gd name="connsiteY1956" fmla="*/ 5010614 h 6858000"/>
              <a:gd name="connsiteX1957" fmla="*/ 5433161 w 12192000"/>
              <a:gd name="connsiteY1957" fmla="*/ 4999006 h 6858000"/>
              <a:gd name="connsiteX1958" fmla="*/ 5448044 w 12192000"/>
              <a:gd name="connsiteY1958" fmla="*/ 4993946 h 6858000"/>
              <a:gd name="connsiteX1959" fmla="*/ 5466871 w 12192000"/>
              <a:gd name="connsiteY1959" fmla="*/ 5001536 h 6858000"/>
              <a:gd name="connsiteX1960" fmla="*/ 5473345 w 12192000"/>
              <a:gd name="connsiteY1960" fmla="*/ 5029516 h 6858000"/>
              <a:gd name="connsiteX1961" fmla="*/ 5473345 w 12192000"/>
              <a:gd name="connsiteY1961" fmla="*/ 5034873 h 6858000"/>
              <a:gd name="connsiteX1962" fmla="*/ 5423115 w 12192000"/>
              <a:gd name="connsiteY1962" fmla="*/ 5056602 h 6858000"/>
              <a:gd name="connsiteX1963" fmla="*/ 5401907 w 12192000"/>
              <a:gd name="connsiteY1963" fmla="*/ 5075652 h 6858000"/>
              <a:gd name="connsiteX1964" fmla="*/ 5397443 w 12192000"/>
              <a:gd name="connsiteY1964" fmla="*/ 5092916 h 6858000"/>
              <a:gd name="connsiteX1965" fmla="*/ 5406595 w 12192000"/>
              <a:gd name="connsiteY1965" fmla="*/ 5118366 h 6858000"/>
              <a:gd name="connsiteX1966" fmla="*/ 5429887 w 12192000"/>
              <a:gd name="connsiteY1966" fmla="*/ 5128040 h 6858000"/>
              <a:gd name="connsiteX1967" fmla="*/ 5447002 w 12192000"/>
              <a:gd name="connsiteY1967" fmla="*/ 5124319 h 6858000"/>
              <a:gd name="connsiteX1968" fmla="*/ 5473345 w 12192000"/>
              <a:gd name="connsiteY1968" fmla="*/ 5105567 h 6858000"/>
              <a:gd name="connsiteX1969" fmla="*/ 5477810 w 12192000"/>
              <a:gd name="connsiteY1969" fmla="*/ 5122831 h 6858000"/>
              <a:gd name="connsiteX1970" fmla="*/ 5489418 w 12192000"/>
              <a:gd name="connsiteY1970" fmla="*/ 5127891 h 6858000"/>
              <a:gd name="connsiteX1971" fmla="*/ 5521267 w 12192000"/>
              <a:gd name="connsiteY1971" fmla="*/ 5105567 h 6858000"/>
              <a:gd name="connsiteX1972" fmla="*/ 5521267 w 12192000"/>
              <a:gd name="connsiteY1972" fmla="*/ 5097232 h 6858000"/>
              <a:gd name="connsiteX1973" fmla="*/ 5509213 w 12192000"/>
              <a:gd name="connsiteY1973" fmla="*/ 5108097 h 6858000"/>
              <a:gd name="connsiteX1974" fmla="*/ 5505046 w 12192000"/>
              <a:gd name="connsiteY1974" fmla="*/ 5109139 h 6858000"/>
              <a:gd name="connsiteX1975" fmla="*/ 5501101 w 12192000"/>
              <a:gd name="connsiteY1975" fmla="*/ 5107650 h 6858000"/>
              <a:gd name="connsiteX1976" fmla="*/ 5498646 w 12192000"/>
              <a:gd name="connsiteY1976" fmla="*/ 5101772 h 6858000"/>
              <a:gd name="connsiteX1977" fmla="*/ 5497902 w 12192000"/>
              <a:gd name="connsiteY1977" fmla="*/ 5077885 h 6858000"/>
              <a:gd name="connsiteX1978" fmla="*/ 5497902 w 12192000"/>
              <a:gd name="connsiteY1978" fmla="*/ 5031599 h 6858000"/>
              <a:gd name="connsiteX1979" fmla="*/ 5495223 w 12192000"/>
              <a:gd name="connsiteY1979" fmla="*/ 5005405 h 6858000"/>
              <a:gd name="connsiteX1980" fmla="*/ 5482275 w 12192000"/>
              <a:gd name="connsiteY1980" fmla="*/ 4990969 h 6858000"/>
              <a:gd name="connsiteX1981" fmla="*/ 5452509 w 12192000"/>
              <a:gd name="connsiteY1981" fmla="*/ 4984867 h 6858000"/>
              <a:gd name="connsiteX1982" fmla="*/ 5204710 w 12192000"/>
              <a:gd name="connsiteY1982" fmla="*/ 4984867 h 6858000"/>
              <a:gd name="connsiteX1983" fmla="*/ 5174870 w 12192000"/>
              <a:gd name="connsiteY1983" fmla="*/ 4996178 h 6858000"/>
              <a:gd name="connsiteX1984" fmla="*/ 5163336 w 12192000"/>
              <a:gd name="connsiteY1984" fmla="*/ 5024307 h 6858000"/>
              <a:gd name="connsiteX1985" fmla="*/ 5170033 w 12192000"/>
              <a:gd name="connsiteY1985" fmla="*/ 5045738 h 6858000"/>
              <a:gd name="connsiteX1986" fmla="*/ 5198311 w 12192000"/>
              <a:gd name="connsiteY1986" fmla="*/ 5065085 h 6858000"/>
              <a:gd name="connsiteX1987" fmla="*/ 5227109 w 12192000"/>
              <a:gd name="connsiteY1987" fmla="*/ 5082796 h 6858000"/>
              <a:gd name="connsiteX1988" fmla="*/ 5234327 w 12192000"/>
              <a:gd name="connsiteY1988" fmla="*/ 5100060 h 6858000"/>
              <a:gd name="connsiteX1989" fmla="*/ 5227853 w 12192000"/>
              <a:gd name="connsiteY1989" fmla="*/ 5114571 h 6858000"/>
              <a:gd name="connsiteX1990" fmla="*/ 5211110 w 12192000"/>
              <a:gd name="connsiteY1990" fmla="*/ 5120598 h 6858000"/>
              <a:gd name="connsiteX1991" fmla="*/ 5184767 w 12192000"/>
              <a:gd name="connsiteY1991" fmla="*/ 5110032 h 6858000"/>
              <a:gd name="connsiteX1992" fmla="*/ 5168844 w 12192000"/>
              <a:gd name="connsiteY1992" fmla="*/ 5078629 h 6858000"/>
              <a:gd name="connsiteX1993" fmla="*/ 5163932 w 12192000"/>
              <a:gd name="connsiteY1993" fmla="*/ 5078629 h 6858000"/>
              <a:gd name="connsiteX1994" fmla="*/ 5163932 w 12192000"/>
              <a:gd name="connsiteY1994" fmla="*/ 5127296 h 6858000"/>
              <a:gd name="connsiteX1995" fmla="*/ 5168844 w 12192000"/>
              <a:gd name="connsiteY1995" fmla="*/ 5127296 h 6858000"/>
              <a:gd name="connsiteX1996" fmla="*/ 5174201 w 12192000"/>
              <a:gd name="connsiteY1996" fmla="*/ 5123426 h 6858000"/>
              <a:gd name="connsiteX1997" fmla="*/ 5182237 w 12192000"/>
              <a:gd name="connsiteY1997" fmla="*/ 5124914 h 6858000"/>
              <a:gd name="connsiteX1998" fmla="*/ 5210812 w 12192000"/>
              <a:gd name="connsiteY1998" fmla="*/ 5129379 h 6858000"/>
              <a:gd name="connsiteX1999" fmla="*/ 5242289 w 12192000"/>
              <a:gd name="connsiteY1999" fmla="*/ 5117994 h 6858000"/>
              <a:gd name="connsiteX2000" fmla="*/ 5256354 w 12192000"/>
              <a:gd name="connsiteY2000" fmla="*/ 5088005 h 6858000"/>
              <a:gd name="connsiteX2001" fmla="*/ 5226142 w 12192000"/>
              <a:gd name="connsiteY2001" fmla="*/ 5049161 h 6858000"/>
              <a:gd name="connsiteX2002" fmla="*/ 5204413 w 12192000"/>
              <a:gd name="connsiteY2002" fmla="*/ 5038594 h 6858000"/>
              <a:gd name="connsiteX2003" fmla="*/ 5185660 w 12192000"/>
              <a:gd name="connsiteY2003" fmla="*/ 5025646 h 6858000"/>
              <a:gd name="connsiteX2004" fmla="*/ 5180898 w 12192000"/>
              <a:gd name="connsiteY2004" fmla="*/ 5011358 h 6858000"/>
              <a:gd name="connsiteX2005" fmla="*/ 5187297 w 12192000"/>
              <a:gd name="connsiteY2005" fmla="*/ 4999155 h 6858000"/>
              <a:gd name="connsiteX2006" fmla="*/ 5204115 w 12192000"/>
              <a:gd name="connsiteY2006" fmla="*/ 4993648 h 6858000"/>
              <a:gd name="connsiteX2007" fmla="*/ 5226662 w 12192000"/>
              <a:gd name="connsiteY2007" fmla="*/ 5001536 h 6858000"/>
              <a:gd name="connsiteX2008" fmla="*/ 5241173 w 12192000"/>
              <a:gd name="connsiteY2008" fmla="*/ 5031301 h 6858000"/>
              <a:gd name="connsiteX2009" fmla="*/ 5246085 w 12192000"/>
              <a:gd name="connsiteY2009" fmla="*/ 5031301 h 6858000"/>
              <a:gd name="connsiteX2010" fmla="*/ 5246085 w 12192000"/>
              <a:gd name="connsiteY2010" fmla="*/ 4984867 h 6858000"/>
              <a:gd name="connsiteX2011" fmla="*/ 5241173 w 12192000"/>
              <a:gd name="connsiteY2011" fmla="*/ 4984867 h 6858000"/>
              <a:gd name="connsiteX2012" fmla="*/ 5238048 w 12192000"/>
              <a:gd name="connsiteY2012" fmla="*/ 4989481 h 6858000"/>
              <a:gd name="connsiteX2013" fmla="*/ 5234327 w 12192000"/>
              <a:gd name="connsiteY2013" fmla="*/ 4990523 h 6858000"/>
              <a:gd name="connsiteX2014" fmla="*/ 5224208 w 12192000"/>
              <a:gd name="connsiteY2014" fmla="*/ 4988290 h 6858000"/>
              <a:gd name="connsiteX2015" fmla="*/ 5204710 w 12192000"/>
              <a:gd name="connsiteY2015" fmla="*/ 4984867 h 6858000"/>
              <a:gd name="connsiteX2016" fmla="*/ 4953489 w 12192000"/>
              <a:gd name="connsiteY2016" fmla="*/ 4984867 h 6858000"/>
              <a:gd name="connsiteX2017" fmla="*/ 4912263 w 12192000"/>
              <a:gd name="connsiteY2017" fmla="*/ 5001536 h 6858000"/>
              <a:gd name="connsiteX2018" fmla="*/ 4913751 w 12192000"/>
              <a:gd name="connsiteY2018" fmla="*/ 5006894 h 6858000"/>
              <a:gd name="connsiteX2019" fmla="*/ 4924169 w 12192000"/>
              <a:gd name="connsiteY2019" fmla="*/ 5004661 h 6858000"/>
              <a:gd name="connsiteX2020" fmla="*/ 4930643 w 12192000"/>
              <a:gd name="connsiteY2020" fmla="*/ 5006745 h 6858000"/>
              <a:gd name="connsiteX2021" fmla="*/ 4934215 w 12192000"/>
              <a:gd name="connsiteY2021" fmla="*/ 5013368 h 6858000"/>
              <a:gd name="connsiteX2022" fmla="*/ 4935183 w 12192000"/>
              <a:gd name="connsiteY2022" fmla="*/ 5041719 h 6858000"/>
              <a:gd name="connsiteX2023" fmla="*/ 4935183 w 12192000"/>
              <a:gd name="connsiteY2023" fmla="*/ 5094553 h 6858000"/>
              <a:gd name="connsiteX2024" fmla="*/ 4934438 w 12192000"/>
              <a:gd name="connsiteY2024" fmla="*/ 5108990 h 6858000"/>
              <a:gd name="connsiteX2025" fmla="*/ 4929229 w 12192000"/>
              <a:gd name="connsiteY2025" fmla="*/ 5116580 h 6858000"/>
              <a:gd name="connsiteX2026" fmla="*/ 4913751 w 12192000"/>
              <a:gd name="connsiteY2026" fmla="*/ 5119854 h 6858000"/>
              <a:gd name="connsiteX2027" fmla="*/ 4913751 w 12192000"/>
              <a:gd name="connsiteY2027" fmla="*/ 5125212 h 6858000"/>
              <a:gd name="connsiteX2028" fmla="*/ 4983552 w 12192000"/>
              <a:gd name="connsiteY2028" fmla="*/ 5125212 h 6858000"/>
              <a:gd name="connsiteX2029" fmla="*/ 4983552 w 12192000"/>
              <a:gd name="connsiteY2029" fmla="*/ 5119854 h 6858000"/>
              <a:gd name="connsiteX2030" fmla="*/ 4969413 w 12192000"/>
              <a:gd name="connsiteY2030" fmla="*/ 5117175 h 6858000"/>
              <a:gd name="connsiteX2031" fmla="*/ 4962568 w 12192000"/>
              <a:gd name="connsiteY2031" fmla="*/ 5110478 h 6858000"/>
              <a:gd name="connsiteX2032" fmla="*/ 4959739 w 12192000"/>
              <a:gd name="connsiteY2032" fmla="*/ 5093363 h 6858000"/>
              <a:gd name="connsiteX2033" fmla="*/ 4959739 w 12192000"/>
              <a:gd name="connsiteY2033" fmla="*/ 5028027 h 6858000"/>
              <a:gd name="connsiteX2034" fmla="*/ 4973580 w 12192000"/>
              <a:gd name="connsiteY2034" fmla="*/ 5007935 h 6858000"/>
              <a:gd name="connsiteX2035" fmla="*/ 4979385 w 12192000"/>
              <a:gd name="connsiteY2035" fmla="*/ 5004959 h 6858000"/>
              <a:gd name="connsiteX2036" fmla="*/ 4988984 w 12192000"/>
              <a:gd name="connsiteY2036" fmla="*/ 5010093 h 6858000"/>
              <a:gd name="connsiteX2037" fmla="*/ 5000667 w 12192000"/>
              <a:gd name="connsiteY2037" fmla="*/ 5015228 h 6858000"/>
              <a:gd name="connsiteX2038" fmla="*/ 5009894 w 12192000"/>
              <a:gd name="connsiteY2038" fmla="*/ 5011210 h 6858000"/>
              <a:gd name="connsiteX2039" fmla="*/ 5013764 w 12192000"/>
              <a:gd name="connsiteY2039" fmla="*/ 5001387 h 6858000"/>
              <a:gd name="connsiteX2040" fmla="*/ 5008406 w 12192000"/>
              <a:gd name="connsiteY2040" fmla="*/ 4989853 h 6858000"/>
              <a:gd name="connsiteX2041" fmla="*/ 4994863 w 12192000"/>
              <a:gd name="connsiteY2041" fmla="*/ 4984867 h 6858000"/>
              <a:gd name="connsiteX2042" fmla="*/ 4959739 w 12192000"/>
              <a:gd name="connsiteY2042" fmla="*/ 5015526 h 6858000"/>
              <a:gd name="connsiteX2043" fmla="*/ 4959739 w 12192000"/>
              <a:gd name="connsiteY2043" fmla="*/ 4984867 h 6858000"/>
              <a:gd name="connsiteX2044" fmla="*/ 4772513 w 12192000"/>
              <a:gd name="connsiteY2044" fmla="*/ 4984867 h 6858000"/>
              <a:gd name="connsiteX2045" fmla="*/ 4731288 w 12192000"/>
              <a:gd name="connsiteY2045" fmla="*/ 5001536 h 6858000"/>
              <a:gd name="connsiteX2046" fmla="*/ 4732778 w 12192000"/>
              <a:gd name="connsiteY2046" fmla="*/ 5006894 h 6858000"/>
              <a:gd name="connsiteX2047" fmla="*/ 4743194 w 12192000"/>
              <a:gd name="connsiteY2047" fmla="*/ 5004661 h 6858000"/>
              <a:gd name="connsiteX2048" fmla="*/ 4749669 w 12192000"/>
              <a:gd name="connsiteY2048" fmla="*/ 5006745 h 6858000"/>
              <a:gd name="connsiteX2049" fmla="*/ 4753241 w 12192000"/>
              <a:gd name="connsiteY2049" fmla="*/ 5013368 h 6858000"/>
              <a:gd name="connsiteX2050" fmla="*/ 4754208 w 12192000"/>
              <a:gd name="connsiteY2050" fmla="*/ 5041719 h 6858000"/>
              <a:gd name="connsiteX2051" fmla="*/ 4754208 w 12192000"/>
              <a:gd name="connsiteY2051" fmla="*/ 5094553 h 6858000"/>
              <a:gd name="connsiteX2052" fmla="*/ 4753464 w 12192000"/>
              <a:gd name="connsiteY2052" fmla="*/ 5108990 h 6858000"/>
              <a:gd name="connsiteX2053" fmla="*/ 4748255 w 12192000"/>
              <a:gd name="connsiteY2053" fmla="*/ 5116580 h 6858000"/>
              <a:gd name="connsiteX2054" fmla="*/ 4732778 w 12192000"/>
              <a:gd name="connsiteY2054" fmla="*/ 5119854 h 6858000"/>
              <a:gd name="connsiteX2055" fmla="*/ 4732778 w 12192000"/>
              <a:gd name="connsiteY2055" fmla="*/ 5125212 h 6858000"/>
              <a:gd name="connsiteX2056" fmla="*/ 4802577 w 12192000"/>
              <a:gd name="connsiteY2056" fmla="*/ 5125212 h 6858000"/>
              <a:gd name="connsiteX2057" fmla="*/ 4802577 w 12192000"/>
              <a:gd name="connsiteY2057" fmla="*/ 5119854 h 6858000"/>
              <a:gd name="connsiteX2058" fmla="*/ 4788438 w 12192000"/>
              <a:gd name="connsiteY2058" fmla="*/ 5117175 h 6858000"/>
              <a:gd name="connsiteX2059" fmla="*/ 4781592 w 12192000"/>
              <a:gd name="connsiteY2059" fmla="*/ 5110478 h 6858000"/>
              <a:gd name="connsiteX2060" fmla="*/ 4778765 w 12192000"/>
              <a:gd name="connsiteY2060" fmla="*/ 5093363 h 6858000"/>
              <a:gd name="connsiteX2061" fmla="*/ 4778765 w 12192000"/>
              <a:gd name="connsiteY2061" fmla="*/ 5028027 h 6858000"/>
              <a:gd name="connsiteX2062" fmla="*/ 4792605 w 12192000"/>
              <a:gd name="connsiteY2062" fmla="*/ 5007935 h 6858000"/>
              <a:gd name="connsiteX2063" fmla="*/ 4798410 w 12192000"/>
              <a:gd name="connsiteY2063" fmla="*/ 5004959 h 6858000"/>
              <a:gd name="connsiteX2064" fmla="*/ 4808010 w 12192000"/>
              <a:gd name="connsiteY2064" fmla="*/ 5010093 h 6858000"/>
              <a:gd name="connsiteX2065" fmla="*/ 4819692 w 12192000"/>
              <a:gd name="connsiteY2065" fmla="*/ 5015228 h 6858000"/>
              <a:gd name="connsiteX2066" fmla="*/ 4828919 w 12192000"/>
              <a:gd name="connsiteY2066" fmla="*/ 5011210 h 6858000"/>
              <a:gd name="connsiteX2067" fmla="*/ 4832789 w 12192000"/>
              <a:gd name="connsiteY2067" fmla="*/ 5001387 h 6858000"/>
              <a:gd name="connsiteX2068" fmla="*/ 4827431 w 12192000"/>
              <a:gd name="connsiteY2068" fmla="*/ 4989853 h 6858000"/>
              <a:gd name="connsiteX2069" fmla="*/ 4813888 w 12192000"/>
              <a:gd name="connsiteY2069" fmla="*/ 4984867 h 6858000"/>
              <a:gd name="connsiteX2070" fmla="*/ 4778765 w 12192000"/>
              <a:gd name="connsiteY2070" fmla="*/ 5015526 h 6858000"/>
              <a:gd name="connsiteX2071" fmla="*/ 4778765 w 12192000"/>
              <a:gd name="connsiteY2071" fmla="*/ 4984867 h 6858000"/>
              <a:gd name="connsiteX2072" fmla="*/ 4653153 w 12192000"/>
              <a:gd name="connsiteY2072" fmla="*/ 4984867 h 6858000"/>
              <a:gd name="connsiteX2073" fmla="*/ 4621006 w 12192000"/>
              <a:gd name="connsiteY2073" fmla="*/ 4993722 h 6858000"/>
              <a:gd name="connsiteX2074" fmla="*/ 4596524 w 12192000"/>
              <a:gd name="connsiteY2074" fmla="*/ 5021107 h 6858000"/>
              <a:gd name="connsiteX2075" fmla="*/ 4587222 w 12192000"/>
              <a:gd name="connsiteY2075" fmla="*/ 5058388 h 6858000"/>
              <a:gd name="connsiteX2076" fmla="*/ 4602552 w 12192000"/>
              <a:gd name="connsiteY2076" fmla="*/ 5104823 h 6858000"/>
              <a:gd name="connsiteX2077" fmla="*/ 4651516 w 12192000"/>
              <a:gd name="connsiteY2077" fmla="*/ 5129379 h 6858000"/>
              <a:gd name="connsiteX2078" fmla="*/ 4685821 w 12192000"/>
              <a:gd name="connsiteY2078" fmla="*/ 5119854 h 6858000"/>
              <a:gd name="connsiteX2079" fmla="*/ 4710006 w 12192000"/>
              <a:gd name="connsiteY2079" fmla="*/ 5091577 h 6858000"/>
              <a:gd name="connsiteX2080" fmla="*/ 4718787 w 12192000"/>
              <a:gd name="connsiteY2080" fmla="*/ 5054519 h 6858000"/>
              <a:gd name="connsiteX2081" fmla="*/ 4702862 w 12192000"/>
              <a:gd name="connsiteY2081" fmla="*/ 5008382 h 6858000"/>
              <a:gd name="connsiteX2082" fmla="*/ 4653153 w 12192000"/>
              <a:gd name="connsiteY2082" fmla="*/ 4984867 h 6858000"/>
              <a:gd name="connsiteX2083" fmla="*/ 4042661 w 12192000"/>
              <a:gd name="connsiteY2083" fmla="*/ 4984867 h 6858000"/>
              <a:gd name="connsiteX2084" fmla="*/ 4012821 w 12192000"/>
              <a:gd name="connsiteY2084" fmla="*/ 4996178 h 6858000"/>
              <a:gd name="connsiteX2085" fmla="*/ 4001287 w 12192000"/>
              <a:gd name="connsiteY2085" fmla="*/ 5024307 h 6858000"/>
              <a:gd name="connsiteX2086" fmla="*/ 4007984 w 12192000"/>
              <a:gd name="connsiteY2086" fmla="*/ 5045738 h 6858000"/>
              <a:gd name="connsiteX2087" fmla="*/ 4036262 w 12192000"/>
              <a:gd name="connsiteY2087" fmla="*/ 5065085 h 6858000"/>
              <a:gd name="connsiteX2088" fmla="*/ 4065060 w 12192000"/>
              <a:gd name="connsiteY2088" fmla="*/ 5082796 h 6858000"/>
              <a:gd name="connsiteX2089" fmla="*/ 4072278 w 12192000"/>
              <a:gd name="connsiteY2089" fmla="*/ 5100060 h 6858000"/>
              <a:gd name="connsiteX2090" fmla="*/ 4065804 w 12192000"/>
              <a:gd name="connsiteY2090" fmla="*/ 5114571 h 6858000"/>
              <a:gd name="connsiteX2091" fmla="*/ 4049061 w 12192000"/>
              <a:gd name="connsiteY2091" fmla="*/ 5120598 h 6858000"/>
              <a:gd name="connsiteX2092" fmla="*/ 4022718 w 12192000"/>
              <a:gd name="connsiteY2092" fmla="*/ 5110032 h 6858000"/>
              <a:gd name="connsiteX2093" fmla="*/ 4006793 w 12192000"/>
              <a:gd name="connsiteY2093" fmla="*/ 5078629 h 6858000"/>
              <a:gd name="connsiteX2094" fmla="*/ 4001882 w 12192000"/>
              <a:gd name="connsiteY2094" fmla="*/ 5078629 h 6858000"/>
              <a:gd name="connsiteX2095" fmla="*/ 4001882 w 12192000"/>
              <a:gd name="connsiteY2095" fmla="*/ 5127296 h 6858000"/>
              <a:gd name="connsiteX2096" fmla="*/ 4006793 w 12192000"/>
              <a:gd name="connsiteY2096" fmla="*/ 5127296 h 6858000"/>
              <a:gd name="connsiteX2097" fmla="*/ 4012151 w 12192000"/>
              <a:gd name="connsiteY2097" fmla="*/ 5123426 h 6858000"/>
              <a:gd name="connsiteX2098" fmla="*/ 4020188 w 12192000"/>
              <a:gd name="connsiteY2098" fmla="*/ 5124914 h 6858000"/>
              <a:gd name="connsiteX2099" fmla="*/ 4048763 w 12192000"/>
              <a:gd name="connsiteY2099" fmla="*/ 5129379 h 6858000"/>
              <a:gd name="connsiteX2100" fmla="*/ 4080240 w 12192000"/>
              <a:gd name="connsiteY2100" fmla="*/ 5117994 h 6858000"/>
              <a:gd name="connsiteX2101" fmla="*/ 4094304 w 12192000"/>
              <a:gd name="connsiteY2101" fmla="*/ 5088005 h 6858000"/>
              <a:gd name="connsiteX2102" fmla="*/ 4064092 w 12192000"/>
              <a:gd name="connsiteY2102" fmla="*/ 5049161 h 6858000"/>
              <a:gd name="connsiteX2103" fmla="*/ 4042364 w 12192000"/>
              <a:gd name="connsiteY2103" fmla="*/ 5038594 h 6858000"/>
              <a:gd name="connsiteX2104" fmla="*/ 4023611 w 12192000"/>
              <a:gd name="connsiteY2104" fmla="*/ 5025646 h 6858000"/>
              <a:gd name="connsiteX2105" fmla="*/ 4018849 w 12192000"/>
              <a:gd name="connsiteY2105" fmla="*/ 5011358 h 6858000"/>
              <a:gd name="connsiteX2106" fmla="*/ 4025249 w 12192000"/>
              <a:gd name="connsiteY2106" fmla="*/ 4999155 h 6858000"/>
              <a:gd name="connsiteX2107" fmla="*/ 4042066 w 12192000"/>
              <a:gd name="connsiteY2107" fmla="*/ 4993648 h 6858000"/>
              <a:gd name="connsiteX2108" fmla="*/ 4064613 w 12192000"/>
              <a:gd name="connsiteY2108" fmla="*/ 5001536 h 6858000"/>
              <a:gd name="connsiteX2109" fmla="*/ 4079124 w 12192000"/>
              <a:gd name="connsiteY2109" fmla="*/ 5031301 h 6858000"/>
              <a:gd name="connsiteX2110" fmla="*/ 4084035 w 12192000"/>
              <a:gd name="connsiteY2110" fmla="*/ 5031301 h 6858000"/>
              <a:gd name="connsiteX2111" fmla="*/ 4084035 w 12192000"/>
              <a:gd name="connsiteY2111" fmla="*/ 4984867 h 6858000"/>
              <a:gd name="connsiteX2112" fmla="*/ 4079124 w 12192000"/>
              <a:gd name="connsiteY2112" fmla="*/ 4984867 h 6858000"/>
              <a:gd name="connsiteX2113" fmla="*/ 4075999 w 12192000"/>
              <a:gd name="connsiteY2113" fmla="*/ 4989481 h 6858000"/>
              <a:gd name="connsiteX2114" fmla="*/ 4072278 w 12192000"/>
              <a:gd name="connsiteY2114" fmla="*/ 4990523 h 6858000"/>
              <a:gd name="connsiteX2115" fmla="*/ 4062158 w 12192000"/>
              <a:gd name="connsiteY2115" fmla="*/ 4988290 h 6858000"/>
              <a:gd name="connsiteX2116" fmla="*/ 4042661 w 12192000"/>
              <a:gd name="connsiteY2116" fmla="*/ 4984867 h 6858000"/>
              <a:gd name="connsiteX2117" fmla="*/ 3295842 w 12192000"/>
              <a:gd name="connsiteY2117" fmla="*/ 4984867 h 6858000"/>
              <a:gd name="connsiteX2118" fmla="*/ 3254765 w 12192000"/>
              <a:gd name="connsiteY2118" fmla="*/ 5001536 h 6858000"/>
              <a:gd name="connsiteX2119" fmla="*/ 3256998 w 12192000"/>
              <a:gd name="connsiteY2119" fmla="*/ 5006894 h 6858000"/>
              <a:gd name="connsiteX2120" fmla="*/ 3266969 w 12192000"/>
              <a:gd name="connsiteY2120" fmla="*/ 5004661 h 6858000"/>
              <a:gd name="connsiteX2121" fmla="*/ 3273145 w 12192000"/>
              <a:gd name="connsiteY2121" fmla="*/ 5006596 h 6858000"/>
              <a:gd name="connsiteX2122" fmla="*/ 3276568 w 12192000"/>
              <a:gd name="connsiteY2122" fmla="*/ 5013889 h 6858000"/>
              <a:gd name="connsiteX2123" fmla="*/ 3277685 w 12192000"/>
              <a:gd name="connsiteY2123" fmla="*/ 5043803 h 6858000"/>
              <a:gd name="connsiteX2124" fmla="*/ 3277685 w 12192000"/>
              <a:gd name="connsiteY2124" fmla="*/ 5094405 h 6858000"/>
              <a:gd name="connsiteX2125" fmla="*/ 3274039 w 12192000"/>
              <a:gd name="connsiteY2125" fmla="*/ 5114571 h 6858000"/>
              <a:gd name="connsiteX2126" fmla="*/ 3259974 w 12192000"/>
              <a:gd name="connsiteY2126" fmla="*/ 5119854 h 6858000"/>
              <a:gd name="connsiteX2127" fmla="*/ 3256998 w 12192000"/>
              <a:gd name="connsiteY2127" fmla="*/ 5119854 h 6858000"/>
              <a:gd name="connsiteX2128" fmla="*/ 3256998 w 12192000"/>
              <a:gd name="connsiteY2128" fmla="*/ 5125212 h 6858000"/>
              <a:gd name="connsiteX2129" fmla="*/ 3324417 w 12192000"/>
              <a:gd name="connsiteY2129" fmla="*/ 5125212 h 6858000"/>
              <a:gd name="connsiteX2130" fmla="*/ 3324417 w 12192000"/>
              <a:gd name="connsiteY2130" fmla="*/ 5119854 h 6858000"/>
              <a:gd name="connsiteX2131" fmla="*/ 3309608 w 12192000"/>
              <a:gd name="connsiteY2131" fmla="*/ 5117845 h 6858000"/>
              <a:gd name="connsiteX2132" fmla="*/ 3303878 w 12192000"/>
              <a:gd name="connsiteY2132" fmla="*/ 5111520 h 6858000"/>
              <a:gd name="connsiteX2133" fmla="*/ 3302241 w 12192000"/>
              <a:gd name="connsiteY2133" fmla="*/ 5094405 h 6858000"/>
              <a:gd name="connsiteX2134" fmla="*/ 3302241 w 12192000"/>
              <a:gd name="connsiteY2134" fmla="*/ 5022521 h 6858000"/>
              <a:gd name="connsiteX2135" fmla="*/ 3337513 w 12192000"/>
              <a:gd name="connsiteY2135" fmla="*/ 5003173 h 6858000"/>
              <a:gd name="connsiteX2136" fmla="*/ 3353810 w 12192000"/>
              <a:gd name="connsiteY2136" fmla="*/ 5011582 h 6858000"/>
              <a:gd name="connsiteX2137" fmla="*/ 3358647 w 12192000"/>
              <a:gd name="connsiteY2137" fmla="*/ 5038594 h 6858000"/>
              <a:gd name="connsiteX2138" fmla="*/ 3358647 w 12192000"/>
              <a:gd name="connsiteY2138" fmla="*/ 5094405 h 6858000"/>
              <a:gd name="connsiteX2139" fmla="*/ 3358052 w 12192000"/>
              <a:gd name="connsiteY2139" fmla="*/ 5108394 h 6858000"/>
              <a:gd name="connsiteX2140" fmla="*/ 3352768 w 12192000"/>
              <a:gd name="connsiteY2140" fmla="*/ 5116952 h 6858000"/>
              <a:gd name="connsiteX2141" fmla="*/ 3339448 w 12192000"/>
              <a:gd name="connsiteY2141" fmla="*/ 5119854 h 6858000"/>
              <a:gd name="connsiteX2142" fmla="*/ 3336621 w 12192000"/>
              <a:gd name="connsiteY2142" fmla="*/ 5119854 h 6858000"/>
              <a:gd name="connsiteX2143" fmla="*/ 3336621 w 12192000"/>
              <a:gd name="connsiteY2143" fmla="*/ 5125212 h 6858000"/>
              <a:gd name="connsiteX2144" fmla="*/ 3404040 w 12192000"/>
              <a:gd name="connsiteY2144" fmla="*/ 5125212 h 6858000"/>
              <a:gd name="connsiteX2145" fmla="*/ 3404040 w 12192000"/>
              <a:gd name="connsiteY2145" fmla="*/ 5119854 h 6858000"/>
              <a:gd name="connsiteX2146" fmla="*/ 3390571 w 12192000"/>
              <a:gd name="connsiteY2146" fmla="*/ 5117771 h 6858000"/>
              <a:gd name="connsiteX2147" fmla="*/ 3385287 w 12192000"/>
              <a:gd name="connsiteY2147" fmla="*/ 5111966 h 6858000"/>
              <a:gd name="connsiteX2148" fmla="*/ 3383204 w 12192000"/>
              <a:gd name="connsiteY2148" fmla="*/ 5094405 h 6858000"/>
              <a:gd name="connsiteX2149" fmla="*/ 3383204 w 12192000"/>
              <a:gd name="connsiteY2149" fmla="*/ 5036213 h 6858000"/>
              <a:gd name="connsiteX2150" fmla="*/ 3379929 w 12192000"/>
              <a:gd name="connsiteY2150" fmla="*/ 5008828 h 6858000"/>
              <a:gd name="connsiteX2151" fmla="*/ 3367130 w 12192000"/>
              <a:gd name="connsiteY2151" fmla="*/ 4990448 h 6858000"/>
              <a:gd name="connsiteX2152" fmla="*/ 3347932 w 12192000"/>
              <a:gd name="connsiteY2152" fmla="*/ 4984867 h 6858000"/>
              <a:gd name="connsiteX2153" fmla="*/ 3302241 w 12192000"/>
              <a:gd name="connsiteY2153" fmla="*/ 5013740 h 6858000"/>
              <a:gd name="connsiteX2154" fmla="*/ 3302241 w 12192000"/>
              <a:gd name="connsiteY2154" fmla="*/ 4984867 h 6858000"/>
              <a:gd name="connsiteX2155" fmla="*/ 3185560 w 12192000"/>
              <a:gd name="connsiteY2155" fmla="*/ 4984867 h 6858000"/>
              <a:gd name="connsiteX2156" fmla="*/ 3148799 w 12192000"/>
              <a:gd name="connsiteY2156" fmla="*/ 4995583 h 6858000"/>
              <a:gd name="connsiteX2157" fmla="*/ 3135703 w 12192000"/>
              <a:gd name="connsiteY2157" fmla="*/ 5019098 h 6858000"/>
              <a:gd name="connsiteX2158" fmla="*/ 3139200 w 12192000"/>
              <a:gd name="connsiteY2158" fmla="*/ 5029664 h 6858000"/>
              <a:gd name="connsiteX2159" fmla="*/ 3148204 w 12192000"/>
              <a:gd name="connsiteY2159" fmla="*/ 5033534 h 6858000"/>
              <a:gd name="connsiteX2160" fmla="*/ 3157357 w 12192000"/>
              <a:gd name="connsiteY2160" fmla="*/ 5029813 h 6858000"/>
              <a:gd name="connsiteX2161" fmla="*/ 3160855 w 12192000"/>
              <a:gd name="connsiteY2161" fmla="*/ 5019246 h 6858000"/>
              <a:gd name="connsiteX2162" fmla="*/ 3160557 w 12192000"/>
              <a:gd name="connsiteY2162" fmla="*/ 5010614 h 6858000"/>
              <a:gd name="connsiteX2163" fmla="*/ 3166212 w 12192000"/>
              <a:gd name="connsiteY2163" fmla="*/ 4999006 h 6858000"/>
              <a:gd name="connsiteX2164" fmla="*/ 3181095 w 12192000"/>
              <a:gd name="connsiteY2164" fmla="*/ 4993946 h 6858000"/>
              <a:gd name="connsiteX2165" fmla="*/ 3199922 w 12192000"/>
              <a:gd name="connsiteY2165" fmla="*/ 5001536 h 6858000"/>
              <a:gd name="connsiteX2166" fmla="*/ 3206396 w 12192000"/>
              <a:gd name="connsiteY2166" fmla="*/ 5029516 h 6858000"/>
              <a:gd name="connsiteX2167" fmla="*/ 3206396 w 12192000"/>
              <a:gd name="connsiteY2167" fmla="*/ 5034873 h 6858000"/>
              <a:gd name="connsiteX2168" fmla="*/ 3156166 w 12192000"/>
              <a:gd name="connsiteY2168" fmla="*/ 5056602 h 6858000"/>
              <a:gd name="connsiteX2169" fmla="*/ 3134959 w 12192000"/>
              <a:gd name="connsiteY2169" fmla="*/ 5075652 h 6858000"/>
              <a:gd name="connsiteX2170" fmla="*/ 3130494 w 12192000"/>
              <a:gd name="connsiteY2170" fmla="*/ 5092916 h 6858000"/>
              <a:gd name="connsiteX2171" fmla="*/ 3139647 w 12192000"/>
              <a:gd name="connsiteY2171" fmla="*/ 5118366 h 6858000"/>
              <a:gd name="connsiteX2172" fmla="*/ 3162938 w 12192000"/>
              <a:gd name="connsiteY2172" fmla="*/ 5128040 h 6858000"/>
              <a:gd name="connsiteX2173" fmla="*/ 3180053 w 12192000"/>
              <a:gd name="connsiteY2173" fmla="*/ 5124319 h 6858000"/>
              <a:gd name="connsiteX2174" fmla="*/ 3206396 w 12192000"/>
              <a:gd name="connsiteY2174" fmla="*/ 5105567 h 6858000"/>
              <a:gd name="connsiteX2175" fmla="*/ 3210861 w 12192000"/>
              <a:gd name="connsiteY2175" fmla="*/ 5122831 h 6858000"/>
              <a:gd name="connsiteX2176" fmla="*/ 3222470 w 12192000"/>
              <a:gd name="connsiteY2176" fmla="*/ 5127891 h 6858000"/>
              <a:gd name="connsiteX2177" fmla="*/ 3254319 w 12192000"/>
              <a:gd name="connsiteY2177" fmla="*/ 5105567 h 6858000"/>
              <a:gd name="connsiteX2178" fmla="*/ 3254319 w 12192000"/>
              <a:gd name="connsiteY2178" fmla="*/ 5097232 h 6858000"/>
              <a:gd name="connsiteX2179" fmla="*/ 3242263 w 12192000"/>
              <a:gd name="connsiteY2179" fmla="*/ 5108097 h 6858000"/>
              <a:gd name="connsiteX2180" fmla="*/ 3238097 w 12192000"/>
              <a:gd name="connsiteY2180" fmla="*/ 5109139 h 6858000"/>
              <a:gd name="connsiteX2181" fmla="*/ 3234153 w 12192000"/>
              <a:gd name="connsiteY2181" fmla="*/ 5107650 h 6858000"/>
              <a:gd name="connsiteX2182" fmla="*/ 3231697 w 12192000"/>
              <a:gd name="connsiteY2182" fmla="*/ 5101772 h 6858000"/>
              <a:gd name="connsiteX2183" fmla="*/ 3230953 w 12192000"/>
              <a:gd name="connsiteY2183" fmla="*/ 5077885 h 6858000"/>
              <a:gd name="connsiteX2184" fmla="*/ 3230953 w 12192000"/>
              <a:gd name="connsiteY2184" fmla="*/ 5031599 h 6858000"/>
              <a:gd name="connsiteX2185" fmla="*/ 3228273 w 12192000"/>
              <a:gd name="connsiteY2185" fmla="*/ 5005405 h 6858000"/>
              <a:gd name="connsiteX2186" fmla="*/ 3215326 w 12192000"/>
              <a:gd name="connsiteY2186" fmla="*/ 4990969 h 6858000"/>
              <a:gd name="connsiteX2187" fmla="*/ 3185560 w 12192000"/>
              <a:gd name="connsiteY2187" fmla="*/ 4984867 h 6858000"/>
              <a:gd name="connsiteX2188" fmla="*/ 3061735 w 12192000"/>
              <a:gd name="connsiteY2188" fmla="*/ 4984867 h 6858000"/>
              <a:gd name="connsiteX2189" fmla="*/ 3015822 w 12192000"/>
              <a:gd name="connsiteY2189" fmla="*/ 5004959 h 6858000"/>
              <a:gd name="connsiteX2190" fmla="*/ 2996697 w 12192000"/>
              <a:gd name="connsiteY2190" fmla="*/ 5057198 h 6858000"/>
              <a:gd name="connsiteX2191" fmla="*/ 3013961 w 12192000"/>
              <a:gd name="connsiteY2191" fmla="*/ 5109883 h 6858000"/>
              <a:gd name="connsiteX2192" fmla="*/ 3054443 w 12192000"/>
              <a:gd name="connsiteY2192" fmla="*/ 5129379 h 6858000"/>
              <a:gd name="connsiteX2193" fmla="*/ 3090012 w 12192000"/>
              <a:gd name="connsiteY2193" fmla="*/ 5114868 h 6858000"/>
              <a:gd name="connsiteX2194" fmla="*/ 3111592 w 12192000"/>
              <a:gd name="connsiteY2194" fmla="*/ 5073420 h 6858000"/>
              <a:gd name="connsiteX2195" fmla="*/ 3107276 w 12192000"/>
              <a:gd name="connsiteY2195" fmla="*/ 5071336 h 6858000"/>
              <a:gd name="connsiteX2196" fmla="*/ 3091352 w 12192000"/>
              <a:gd name="connsiteY2196" fmla="*/ 5096191 h 6858000"/>
              <a:gd name="connsiteX2197" fmla="*/ 3065158 w 12192000"/>
              <a:gd name="connsiteY2197" fmla="*/ 5106162 h 6858000"/>
              <a:gd name="connsiteX2198" fmla="*/ 3032788 w 12192000"/>
              <a:gd name="connsiteY2198" fmla="*/ 5087484 h 6858000"/>
              <a:gd name="connsiteX2199" fmla="*/ 3020808 w 12192000"/>
              <a:gd name="connsiteY2199" fmla="*/ 5044398 h 6858000"/>
              <a:gd name="connsiteX2200" fmla="*/ 3032862 w 12192000"/>
              <a:gd name="connsiteY2200" fmla="*/ 5005852 h 6858000"/>
              <a:gd name="connsiteX2201" fmla="*/ 3056823 w 12192000"/>
              <a:gd name="connsiteY2201" fmla="*/ 4994839 h 6858000"/>
              <a:gd name="connsiteX2202" fmla="*/ 3071260 w 12192000"/>
              <a:gd name="connsiteY2202" fmla="*/ 4999303 h 6858000"/>
              <a:gd name="connsiteX2203" fmla="*/ 3077288 w 12192000"/>
              <a:gd name="connsiteY2203" fmla="*/ 5012698 h 6858000"/>
              <a:gd name="connsiteX2204" fmla="*/ 3080636 w 12192000"/>
              <a:gd name="connsiteY2204" fmla="*/ 5024604 h 6858000"/>
              <a:gd name="connsiteX2205" fmla="*/ 3093882 w 12192000"/>
              <a:gd name="connsiteY2205" fmla="*/ 5030260 h 6858000"/>
              <a:gd name="connsiteX2206" fmla="*/ 3104077 w 12192000"/>
              <a:gd name="connsiteY2206" fmla="*/ 5026762 h 6858000"/>
              <a:gd name="connsiteX2207" fmla="*/ 3107723 w 12192000"/>
              <a:gd name="connsiteY2207" fmla="*/ 5017609 h 6858000"/>
              <a:gd name="connsiteX2208" fmla="*/ 3094774 w 12192000"/>
              <a:gd name="connsiteY2208" fmla="*/ 4995508 h 6858000"/>
              <a:gd name="connsiteX2209" fmla="*/ 3061735 w 12192000"/>
              <a:gd name="connsiteY2209" fmla="*/ 4984867 h 6858000"/>
              <a:gd name="connsiteX2210" fmla="*/ 2771967 w 12192000"/>
              <a:gd name="connsiteY2210" fmla="*/ 4984867 h 6858000"/>
              <a:gd name="connsiteX2211" fmla="*/ 2730890 w 12192000"/>
              <a:gd name="connsiteY2211" fmla="*/ 5001536 h 6858000"/>
              <a:gd name="connsiteX2212" fmla="*/ 2733123 w 12192000"/>
              <a:gd name="connsiteY2212" fmla="*/ 5006894 h 6858000"/>
              <a:gd name="connsiteX2213" fmla="*/ 2743094 w 12192000"/>
              <a:gd name="connsiteY2213" fmla="*/ 5004661 h 6858000"/>
              <a:gd name="connsiteX2214" fmla="*/ 2749270 w 12192000"/>
              <a:gd name="connsiteY2214" fmla="*/ 5006596 h 6858000"/>
              <a:gd name="connsiteX2215" fmla="*/ 2752693 w 12192000"/>
              <a:gd name="connsiteY2215" fmla="*/ 5013889 h 6858000"/>
              <a:gd name="connsiteX2216" fmla="*/ 2753809 w 12192000"/>
              <a:gd name="connsiteY2216" fmla="*/ 5043803 h 6858000"/>
              <a:gd name="connsiteX2217" fmla="*/ 2753809 w 12192000"/>
              <a:gd name="connsiteY2217" fmla="*/ 5094405 h 6858000"/>
              <a:gd name="connsiteX2218" fmla="*/ 2750164 w 12192000"/>
              <a:gd name="connsiteY2218" fmla="*/ 5114571 h 6858000"/>
              <a:gd name="connsiteX2219" fmla="*/ 2736100 w 12192000"/>
              <a:gd name="connsiteY2219" fmla="*/ 5119854 h 6858000"/>
              <a:gd name="connsiteX2220" fmla="*/ 2733123 w 12192000"/>
              <a:gd name="connsiteY2220" fmla="*/ 5119854 h 6858000"/>
              <a:gd name="connsiteX2221" fmla="*/ 2733123 w 12192000"/>
              <a:gd name="connsiteY2221" fmla="*/ 5125212 h 6858000"/>
              <a:gd name="connsiteX2222" fmla="*/ 2800542 w 12192000"/>
              <a:gd name="connsiteY2222" fmla="*/ 5125212 h 6858000"/>
              <a:gd name="connsiteX2223" fmla="*/ 2800542 w 12192000"/>
              <a:gd name="connsiteY2223" fmla="*/ 5119854 h 6858000"/>
              <a:gd name="connsiteX2224" fmla="*/ 2785733 w 12192000"/>
              <a:gd name="connsiteY2224" fmla="*/ 5117845 h 6858000"/>
              <a:gd name="connsiteX2225" fmla="*/ 2780003 w 12192000"/>
              <a:gd name="connsiteY2225" fmla="*/ 5111520 h 6858000"/>
              <a:gd name="connsiteX2226" fmla="*/ 2778366 w 12192000"/>
              <a:gd name="connsiteY2226" fmla="*/ 5094405 h 6858000"/>
              <a:gd name="connsiteX2227" fmla="*/ 2778366 w 12192000"/>
              <a:gd name="connsiteY2227" fmla="*/ 5022521 h 6858000"/>
              <a:gd name="connsiteX2228" fmla="*/ 2813638 w 12192000"/>
              <a:gd name="connsiteY2228" fmla="*/ 5003173 h 6858000"/>
              <a:gd name="connsiteX2229" fmla="*/ 2829935 w 12192000"/>
              <a:gd name="connsiteY2229" fmla="*/ 5011582 h 6858000"/>
              <a:gd name="connsiteX2230" fmla="*/ 2834772 w 12192000"/>
              <a:gd name="connsiteY2230" fmla="*/ 5038594 h 6858000"/>
              <a:gd name="connsiteX2231" fmla="*/ 2834772 w 12192000"/>
              <a:gd name="connsiteY2231" fmla="*/ 5094405 h 6858000"/>
              <a:gd name="connsiteX2232" fmla="*/ 2834177 w 12192000"/>
              <a:gd name="connsiteY2232" fmla="*/ 5108394 h 6858000"/>
              <a:gd name="connsiteX2233" fmla="*/ 2828894 w 12192000"/>
              <a:gd name="connsiteY2233" fmla="*/ 5116952 h 6858000"/>
              <a:gd name="connsiteX2234" fmla="*/ 2815573 w 12192000"/>
              <a:gd name="connsiteY2234" fmla="*/ 5119854 h 6858000"/>
              <a:gd name="connsiteX2235" fmla="*/ 2812746 w 12192000"/>
              <a:gd name="connsiteY2235" fmla="*/ 5119854 h 6858000"/>
              <a:gd name="connsiteX2236" fmla="*/ 2812746 w 12192000"/>
              <a:gd name="connsiteY2236" fmla="*/ 5125212 h 6858000"/>
              <a:gd name="connsiteX2237" fmla="*/ 2880165 w 12192000"/>
              <a:gd name="connsiteY2237" fmla="*/ 5125212 h 6858000"/>
              <a:gd name="connsiteX2238" fmla="*/ 2880165 w 12192000"/>
              <a:gd name="connsiteY2238" fmla="*/ 5119854 h 6858000"/>
              <a:gd name="connsiteX2239" fmla="*/ 2866696 w 12192000"/>
              <a:gd name="connsiteY2239" fmla="*/ 5117771 h 6858000"/>
              <a:gd name="connsiteX2240" fmla="*/ 2861413 w 12192000"/>
              <a:gd name="connsiteY2240" fmla="*/ 5111966 h 6858000"/>
              <a:gd name="connsiteX2241" fmla="*/ 2859329 w 12192000"/>
              <a:gd name="connsiteY2241" fmla="*/ 5094405 h 6858000"/>
              <a:gd name="connsiteX2242" fmla="*/ 2859329 w 12192000"/>
              <a:gd name="connsiteY2242" fmla="*/ 5036213 h 6858000"/>
              <a:gd name="connsiteX2243" fmla="*/ 2856054 w 12192000"/>
              <a:gd name="connsiteY2243" fmla="*/ 5008828 h 6858000"/>
              <a:gd name="connsiteX2244" fmla="*/ 2843255 w 12192000"/>
              <a:gd name="connsiteY2244" fmla="*/ 4990448 h 6858000"/>
              <a:gd name="connsiteX2245" fmla="*/ 2824057 w 12192000"/>
              <a:gd name="connsiteY2245" fmla="*/ 4984867 h 6858000"/>
              <a:gd name="connsiteX2246" fmla="*/ 2778366 w 12192000"/>
              <a:gd name="connsiteY2246" fmla="*/ 5013740 h 6858000"/>
              <a:gd name="connsiteX2247" fmla="*/ 2778366 w 12192000"/>
              <a:gd name="connsiteY2247" fmla="*/ 4984867 h 6858000"/>
              <a:gd name="connsiteX2248" fmla="*/ 2652904 w 12192000"/>
              <a:gd name="connsiteY2248" fmla="*/ 4984867 h 6858000"/>
              <a:gd name="connsiteX2249" fmla="*/ 2620758 w 12192000"/>
              <a:gd name="connsiteY2249" fmla="*/ 4993722 h 6858000"/>
              <a:gd name="connsiteX2250" fmla="*/ 2596275 w 12192000"/>
              <a:gd name="connsiteY2250" fmla="*/ 5021107 h 6858000"/>
              <a:gd name="connsiteX2251" fmla="*/ 2586973 w 12192000"/>
              <a:gd name="connsiteY2251" fmla="*/ 5058388 h 6858000"/>
              <a:gd name="connsiteX2252" fmla="*/ 2602303 w 12192000"/>
              <a:gd name="connsiteY2252" fmla="*/ 5104823 h 6858000"/>
              <a:gd name="connsiteX2253" fmla="*/ 2651267 w 12192000"/>
              <a:gd name="connsiteY2253" fmla="*/ 5129379 h 6858000"/>
              <a:gd name="connsiteX2254" fmla="*/ 2685572 w 12192000"/>
              <a:gd name="connsiteY2254" fmla="*/ 5119854 h 6858000"/>
              <a:gd name="connsiteX2255" fmla="*/ 2709757 w 12192000"/>
              <a:gd name="connsiteY2255" fmla="*/ 5091577 h 6858000"/>
              <a:gd name="connsiteX2256" fmla="*/ 2718537 w 12192000"/>
              <a:gd name="connsiteY2256" fmla="*/ 5054519 h 6858000"/>
              <a:gd name="connsiteX2257" fmla="*/ 2702613 w 12192000"/>
              <a:gd name="connsiteY2257" fmla="*/ 5008382 h 6858000"/>
              <a:gd name="connsiteX2258" fmla="*/ 2652904 w 12192000"/>
              <a:gd name="connsiteY2258" fmla="*/ 4984867 h 6858000"/>
              <a:gd name="connsiteX2259" fmla="*/ 2540986 w 12192000"/>
              <a:gd name="connsiteY2259" fmla="*/ 4984867 h 6858000"/>
              <a:gd name="connsiteX2260" fmla="*/ 2499909 w 12192000"/>
              <a:gd name="connsiteY2260" fmla="*/ 5001536 h 6858000"/>
              <a:gd name="connsiteX2261" fmla="*/ 2501993 w 12192000"/>
              <a:gd name="connsiteY2261" fmla="*/ 5006894 h 6858000"/>
              <a:gd name="connsiteX2262" fmla="*/ 2512113 w 12192000"/>
              <a:gd name="connsiteY2262" fmla="*/ 5004661 h 6858000"/>
              <a:gd name="connsiteX2263" fmla="*/ 2518214 w 12192000"/>
              <a:gd name="connsiteY2263" fmla="*/ 5006522 h 6858000"/>
              <a:gd name="connsiteX2264" fmla="*/ 2521489 w 12192000"/>
              <a:gd name="connsiteY2264" fmla="*/ 5013144 h 6858000"/>
              <a:gd name="connsiteX2265" fmla="*/ 2522828 w 12192000"/>
              <a:gd name="connsiteY2265" fmla="*/ 5041868 h 6858000"/>
              <a:gd name="connsiteX2266" fmla="*/ 2522828 w 12192000"/>
              <a:gd name="connsiteY2266" fmla="*/ 5094405 h 6858000"/>
              <a:gd name="connsiteX2267" fmla="*/ 2520819 w 12192000"/>
              <a:gd name="connsiteY2267" fmla="*/ 5111520 h 6858000"/>
              <a:gd name="connsiteX2268" fmla="*/ 2515387 w 12192000"/>
              <a:gd name="connsiteY2268" fmla="*/ 5117919 h 6858000"/>
              <a:gd name="connsiteX2269" fmla="*/ 2501993 w 12192000"/>
              <a:gd name="connsiteY2269" fmla="*/ 5119854 h 6858000"/>
              <a:gd name="connsiteX2270" fmla="*/ 2501993 w 12192000"/>
              <a:gd name="connsiteY2270" fmla="*/ 5125212 h 6858000"/>
              <a:gd name="connsiteX2271" fmla="*/ 2568221 w 12192000"/>
              <a:gd name="connsiteY2271" fmla="*/ 5125212 h 6858000"/>
              <a:gd name="connsiteX2272" fmla="*/ 2568221 w 12192000"/>
              <a:gd name="connsiteY2272" fmla="*/ 5119854 h 6858000"/>
              <a:gd name="connsiteX2273" fmla="*/ 2554901 w 12192000"/>
              <a:gd name="connsiteY2273" fmla="*/ 5117771 h 6858000"/>
              <a:gd name="connsiteX2274" fmla="*/ 2549394 w 12192000"/>
              <a:gd name="connsiteY2274" fmla="*/ 5111445 h 6858000"/>
              <a:gd name="connsiteX2275" fmla="*/ 2547534 w 12192000"/>
              <a:gd name="connsiteY2275" fmla="*/ 5094405 h 6858000"/>
              <a:gd name="connsiteX2276" fmla="*/ 2547534 w 12192000"/>
              <a:gd name="connsiteY2276" fmla="*/ 4984867 h 6858000"/>
              <a:gd name="connsiteX2277" fmla="*/ 2337835 w 12192000"/>
              <a:gd name="connsiteY2277" fmla="*/ 4984867 h 6858000"/>
              <a:gd name="connsiteX2278" fmla="*/ 2301074 w 12192000"/>
              <a:gd name="connsiteY2278" fmla="*/ 4995583 h 6858000"/>
              <a:gd name="connsiteX2279" fmla="*/ 2287978 w 12192000"/>
              <a:gd name="connsiteY2279" fmla="*/ 5019098 h 6858000"/>
              <a:gd name="connsiteX2280" fmla="*/ 2291475 w 12192000"/>
              <a:gd name="connsiteY2280" fmla="*/ 5029664 h 6858000"/>
              <a:gd name="connsiteX2281" fmla="*/ 2300479 w 12192000"/>
              <a:gd name="connsiteY2281" fmla="*/ 5033534 h 6858000"/>
              <a:gd name="connsiteX2282" fmla="*/ 2309632 w 12192000"/>
              <a:gd name="connsiteY2282" fmla="*/ 5029813 h 6858000"/>
              <a:gd name="connsiteX2283" fmla="*/ 2313130 w 12192000"/>
              <a:gd name="connsiteY2283" fmla="*/ 5019246 h 6858000"/>
              <a:gd name="connsiteX2284" fmla="*/ 2312831 w 12192000"/>
              <a:gd name="connsiteY2284" fmla="*/ 5010614 h 6858000"/>
              <a:gd name="connsiteX2285" fmla="*/ 2318487 w 12192000"/>
              <a:gd name="connsiteY2285" fmla="*/ 4999006 h 6858000"/>
              <a:gd name="connsiteX2286" fmla="*/ 2333370 w 12192000"/>
              <a:gd name="connsiteY2286" fmla="*/ 4993946 h 6858000"/>
              <a:gd name="connsiteX2287" fmla="*/ 2352197 w 12192000"/>
              <a:gd name="connsiteY2287" fmla="*/ 5001536 h 6858000"/>
              <a:gd name="connsiteX2288" fmla="*/ 2358671 w 12192000"/>
              <a:gd name="connsiteY2288" fmla="*/ 5029516 h 6858000"/>
              <a:gd name="connsiteX2289" fmla="*/ 2358671 w 12192000"/>
              <a:gd name="connsiteY2289" fmla="*/ 5034873 h 6858000"/>
              <a:gd name="connsiteX2290" fmla="*/ 2308441 w 12192000"/>
              <a:gd name="connsiteY2290" fmla="*/ 5056602 h 6858000"/>
              <a:gd name="connsiteX2291" fmla="*/ 2287234 w 12192000"/>
              <a:gd name="connsiteY2291" fmla="*/ 5075652 h 6858000"/>
              <a:gd name="connsiteX2292" fmla="*/ 2282768 w 12192000"/>
              <a:gd name="connsiteY2292" fmla="*/ 5092916 h 6858000"/>
              <a:gd name="connsiteX2293" fmla="*/ 2291922 w 12192000"/>
              <a:gd name="connsiteY2293" fmla="*/ 5118366 h 6858000"/>
              <a:gd name="connsiteX2294" fmla="*/ 2315213 w 12192000"/>
              <a:gd name="connsiteY2294" fmla="*/ 5128040 h 6858000"/>
              <a:gd name="connsiteX2295" fmla="*/ 2332328 w 12192000"/>
              <a:gd name="connsiteY2295" fmla="*/ 5124319 h 6858000"/>
              <a:gd name="connsiteX2296" fmla="*/ 2358671 w 12192000"/>
              <a:gd name="connsiteY2296" fmla="*/ 5105567 h 6858000"/>
              <a:gd name="connsiteX2297" fmla="*/ 2363136 w 12192000"/>
              <a:gd name="connsiteY2297" fmla="*/ 5122831 h 6858000"/>
              <a:gd name="connsiteX2298" fmla="*/ 2374744 w 12192000"/>
              <a:gd name="connsiteY2298" fmla="*/ 5127891 h 6858000"/>
              <a:gd name="connsiteX2299" fmla="*/ 2406594 w 12192000"/>
              <a:gd name="connsiteY2299" fmla="*/ 5105567 h 6858000"/>
              <a:gd name="connsiteX2300" fmla="*/ 2406594 w 12192000"/>
              <a:gd name="connsiteY2300" fmla="*/ 5097232 h 6858000"/>
              <a:gd name="connsiteX2301" fmla="*/ 2394538 w 12192000"/>
              <a:gd name="connsiteY2301" fmla="*/ 5108097 h 6858000"/>
              <a:gd name="connsiteX2302" fmla="*/ 2390372 w 12192000"/>
              <a:gd name="connsiteY2302" fmla="*/ 5109139 h 6858000"/>
              <a:gd name="connsiteX2303" fmla="*/ 2386428 w 12192000"/>
              <a:gd name="connsiteY2303" fmla="*/ 5107650 h 6858000"/>
              <a:gd name="connsiteX2304" fmla="*/ 2383971 w 12192000"/>
              <a:gd name="connsiteY2304" fmla="*/ 5101772 h 6858000"/>
              <a:gd name="connsiteX2305" fmla="*/ 2383228 w 12192000"/>
              <a:gd name="connsiteY2305" fmla="*/ 5077885 h 6858000"/>
              <a:gd name="connsiteX2306" fmla="*/ 2383228 w 12192000"/>
              <a:gd name="connsiteY2306" fmla="*/ 5031599 h 6858000"/>
              <a:gd name="connsiteX2307" fmla="*/ 2380549 w 12192000"/>
              <a:gd name="connsiteY2307" fmla="*/ 5005405 h 6858000"/>
              <a:gd name="connsiteX2308" fmla="*/ 2367600 w 12192000"/>
              <a:gd name="connsiteY2308" fmla="*/ 4990969 h 6858000"/>
              <a:gd name="connsiteX2309" fmla="*/ 2337835 w 12192000"/>
              <a:gd name="connsiteY2309" fmla="*/ 4984867 h 6858000"/>
              <a:gd name="connsiteX2310" fmla="*/ 2096436 w 12192000"/>
              <a:gd name="connsiteY2310" fmla="*/ 4984867 h 6858000"/>
              <a:gd name="connsiteX2311" fmla="*/ 2055359 w 12192000"/>
              <a:gd name="connsiteY2311" fmla="*/ 5001536 h 6858000"/>
              <a:gd name="connsiteX2312" fmla="*/ 2057591 w 12192000"/>
              <a:gd name="connsiteY2312" fmla="*/ 5006894 h 6858000"/>
              <a:gd name="connsiteX2313" fmla="*/ 2067563 w 12192000"/>
              <a:gd name="connsiteY2313" fmla="*/ 5004661 h 6858000"/>
              <a:gd name="connsiteX2314" fmla="*/ 2073665 w 12192000"/>
              <a:gd name="connsiteY2314" fmla="*/ 5006522 h 6858000"/>
              <a:gd name="connsiteX2315" fmla="*/ 2076939 w 12192000"/>
              <a:gd name="connsiteY2315" fmla="*/ 5013293 h 6858000"/>
              <a:gd name="connsiteX2316" fmla="*/ 2078279 w 12192000"/>
              <a:gd name="connsiteY2316" fmla="*/ 5042315 h 6858000"/>
              <a:gd name="connsiteX2317" fmla="*/ 2078279 w 12192000"/>
              <a:gd name="connsiteY2317" fmla="*/ 5094405 h 6858000"/>
              <a:gd name="connsiteX2318" fmla="*/ 2076344 w 12192000"/>
              <a:gd name="connsiteY2318" fmla="*/ 5111445 h 6858000"/>
              <a:gd name="connsiteX2319" fmla="*/ 2070688 w 12192000"/>
              <a:gd name="connsiteY2319" fmla="*/ 5117845 h 6858000"/>
              <a:gd name="connsiteX2320" fmla="*/ 2057591 w 12192000"/>
              <a:gd name="connsiteY2320" fmla="*/ 5119854 h 6858000"/>
              <a:gd name="connsiteX2321" fmla="*/ 2057591 w 12192000"/>
              <a:gd name="connsiteY2321" fmla="*/ 5125212 h 6858000"/>
              <a:gd name="connsiteX2322" fmla="*/ 2125011 w 12192000"/>
              <a:gd name="connsiteY2322" fmla="*/ 5125212 h 6858000"/>
              <a:gd name="connsiteX2323" fmla="*/ 2125011 w 12192000"/>
              <a:gd name="connsiteY2323" fmla="*/ 5119854 h 6858000"/>
              <a:gd name="connsiteX2324" fmla="*/ 2110202 w 12192000"/>
              <a:gd name="connsiteY2324" fmla="*/ 5117845 h 6858000"/>
              <a:gd name="connsiteX2325" fmla="*/ 2104696 w 12192000"/>
              <a:gd name="connsiteY2325" fmla="*/ 5111817 h 6858000"/>
              <a:gd name="connsiteX2326" fmla="*/ 2102835 w 12192000"/>
              <a:gd name="connsiteY2326" fmla="*/ 5094405 h 6858000"/>
              <a:gd name="connsiteX2327" fmla="*/ 2102835 w 12192000"/>
              <a:gd name="connsiteY2327" fmla="*/ 5021330 h 6858000"/>
              <a:gd name="connsiteX2328" fmla="*/ 2121885 w 12192000"/>
              <a:gd name="connsiteY2328" fmla="*/ 5006596 h 6858000"/>
              <a:gd name="connsiteX2329" fmla="*/ 2137810 w 12192000"/>
              <a:gd name="connsiteY2329" fmla="*/ 5002280 h 6858000"/>
              <a:gd name="connsiteX2330" fmla="*/ 2156116 w 12192000"/>
              <a:gd name="connsiteY2330" fmla="*/ 5011805 h 6858000"/>
              <a:gd name="connsiteX2331" fmla="*/ 2161027 w 12192000"/>
              <a:gd name="connsiteY2331" fmla="*/ 5035766 h 6858000"/>
              <a:gd name="connsiteX2332" fmla="*/ 2161027 w 12192000"/>
              <a:gd name="connsiteY2332" fmla="*/ 5094405 h 6858000"/>
              <a:gd name="connsiteX2333" fmla="*/ 2160283 w 12192000"/>
              <a:gd name="connsiteY2333" fmla="*/ 5109139 h 6858000"/>
              <a:gd name="connsiteX2334" fmla="*/ 2154404 w 12192000"/>
              <a:gd name="connsiteY2334" fmla="*/ 5117175 h 6858000"/>
              <a:gd name="connsiteX2335" fmla="*/ 2138852 w 12192000"/>
              <a:gd name="connsiteY2335" fmla="*/ 5119854 h 6858000"/>
              <a:gd name="connsiteX2336" fmla="*/ 2138852 w 12192000"/>
              <a:gd name="connsiteY2336" fmla="*/ 5125212 h 6858000"/>
              <a:gd name="connsiteX2337" fmla="*/ 2207759 w 12192000"/>
              <a:gd name="connsiteY2337" fmla="*/ 5125212 h 6858000"/>
              <a:gd name="connsiteX2338" fmla="*/ 2207759 w 12192000"/>
              <a:gd name="connsiteY2338" fmla="*/ 5119854 h 6858000"/>
              <a:gd name="connsiteX2339" fmla="*/ 2193025 w 12192000"/>
              <a:gd name="connsiteY2339" fmla="*/ 5117547 h 6858000"/>
              <a:gd name="connsiteX2340" fmla="*/ 2187147 w 12192000"/>
              <a:gd name="connsiteY2340" fmla="*/ 5111817 h 6858000"/>
              <a:gd name="connsiteX2341" fmla="*/ 2185584 w 12192000"/>
              <a:gd name="connsiteY2341" fmla="*/ 5094405 h 6858000"/>
              <a:gd name="connsiteX2342" fmla="*/ 2185584 w 12192000"/>
              <a:gd name="connsiteY2342" fmla="*/ 5029367 h 6858000"/>
              <a:gd name="connsiteX2343" fmla="*/ 2185286 w 12192000"/>
              <a:gd name="connsiteY2343" fmla="*/ 5022967 h 6858000"/>
              <a:gd name="connsiteX2344" fmla="*/ 2185584 w 12192000"/>
              <a:gd name="connsiteY2344" fmla="*/ 5021330 h 6858000"/>
              <a:gd name="connsiteX2345" fmla="*/ 2204857 w 12192000"/>
              <a:gd name="connsiteY2345" fmla="*/ 5006670 h 6858000"/>
              <a:gd name="connsiteX2346" fmla="*/ 2220707 w 12192000"/>
              <a:gd name="connsiteY2346" fmla="*/ 5002726 h 6858000"/>
              <a:gd name="connsiteX2347" fmla="*/ 2239311 w 12192000"/>
              <a:gd name="connsiteY2347" fmla="*/ 5012251 h 6858000"/>
              <a:gd name="connsiteX2348" fmla="*/ 2243329 w 12192000"/>
              <a:gd name="connsiteY2348" fmla="*/ 5035766 h 6858000"/>
              <a:gd name="connsiteX2349" fmla="*/ 2243329 w 12192000"/>
              <a:gd name="connsiteY2349" fmla="*/ 5094405 h 6858000"/>
              <a:gd name="connsiteX2350" fmla="*/ 2242734 w 12192000"/>
              <a:gd name="connsiteY2350" fmla="*/ 5108841 h 6858000"/>
              <a:gd name="connsiteX2351" fmla="*/ 2237822 w 12192000"/>
              <a:gd name="connsiteY2351" fmla="*/ 5116431 h 6858000"/>
              <a:gd name="connsiteX2352" fmla="*/ 2224131 w 12192000"/>
              <a:gd name="connsiteY2352" fmla="*/ 5119854 h 6858000"/>
              <a:gd name="connsiteX2353" fmla="*/ 2221303 w 12192000"/>
              <a:gd name="connsiteY2353" fmla="*/ 5119854 h 6858000"/>
              <a:gd name="connsiteX2354" fmla="*/ 2221303 w 12192000"/>
              <a:gd name="connsiteY2354" fmla="*/ 5125212 h 6858000"/>
              <a:gd name="connsiteX2355" fmla="*/ 2288573 w 12192000"/>
              <a:gd name="connsiteY2355" fmla="*/ 5125212 h 6858000"/>
              <a:gd name="connsiteX2356" fmla="*/ 2288573 w 12192000"/>
              <a:gd name="connsiteY2356" fmla="*/ 5119854 h 6858000"/>
              <a:gd name="connsiteX2357" fmla="*/ 2275476 w 12192000"/>
              <a:gd name="connsiteY2357" fmla="*/ 5117547 h 6858000"/>
              <a:gd name="connsiteX2358" fmla="*/ 2269970 w 12192000"/>
              <a:gd name="connsiteY2358" fmla="*/ 5111966 h 6858000"/>
              <a:gd name="connsiteX2359" fmla="*/ 2268034 w 12192000"/>
              <a:gd name="connsiteY2359" fmla="*/ 5094405 h 6858000"/>
              <a:gd name="connsiteX2360" fmla="*/ 2268034 w 12192000"/>
              <a:gd name="connsiteY2360" fmla="*/ 5035766 h 6858000"/>
              <a:gd name="connsiteX2361" fmla="*/ 2264760 w 12192000"/>
              <a:gd name="connsiteY2361" fmla="*/ 5008680 h 6858000"/>
              <a:gd name="connsiteX2362" fmla="*/ 2251441 w 12192000"/>
              <a:gd name="connsiteY2362" fmla="*/ 4990448 h 6858000"/>
              <a:gd name="connsiteX2363" fmla="*/ 2232167 w 12192000"/>
              <a:gd name="connsiteY2363" fmla="*/ 4984867 h 6858000"/>
              <a:gd name="connsiteX2364" fmla="*/ 2210438 w 12192000"/>
              <a:gd name="connsiteY2364" fmla="*/ 4990448 h 6858000"/>
              <a:gd name="connsiteX2365" fmla="*/ 2184542 w 12192000"/>
              <a:gd name="connsiteY2365" fmla="*/ 5013889 h 6858000"/>
              <a:gd name="connsiteX2366" fmla="*/ 2172189 w 12192000"/>
              <a:gd name="connsiteY2366" fmla="*/ 4992308 h 6858000"/>
              <a:gd name="connsiteX2367" fmla="*/ 2150163 w 12192000"/>
              <a:gd name="connsiteY2367" fmla="*/ 4984867 h 6858000"/>
              <a:gd name="connsiteX2368" fmla="*/ 2134833 w 12192000"/>
              <a:gd name="connsiteY2368" fmla="*/ 4987992 h 6858000"/>
              <a:gd name="connsiteX2369" fmla="*/ 2120397 w 12192000"/>
              <a:gd name="connsiteY2369" fmla="*/ 4996773 h 6858000"/>
              <a:gd name="connsiteX2370" fmla="*/ 2102835 w 12192000"/>
              <a:gd name="connsiteY2370" fmla="*/ 5013889 h 6858000"/>
              <a:gd name="connsiteX2371" fmla="*/ 2102835 w 12192000"/>
              <a:gd name="connsiteY2371" fmla="*/ 4984867 h 6858000"/>
              <a:gd name="connsiteX2372" fmla="*/ 1991214 w 12192000"/>
              <a:gd name="connsiteY2372" fmla="*/ 4984867 h 6858000"/>
              <a:gd name="connsiteX2373" fmla="*/ 1949989 w 12192000"/>
              <a:gd name="connsiteY2373" fmla="*/ 5001536 h 6858000"/>
              <a:gd name="connsiteX2374" fmla="*/ 1951477 w 12192000"/>
              <a:gd name="connsiteY2374" fmla="*/ 5006894 h 6858000"/>
              <a:gd name="connsiteX2375" fmla="*/ 1961895 w 12192000"/>
              <a:gd name="connsiteY2375" fmla="*/ 5004661 h 6858000"/>
              <a:gd name="connsiteX2376" fmla="*/ 1968369 w 12192000"/>
              <a:gd name="connsiteY2376" fmla="*/ 5006745 h 6858000"/>
              <a:gd name="connsiteX2377" fmla="*/ 1971941 w 12192000"/>
              <a:gd name="connsiteY2377" fmla="*/ 5013368 h 6858000"/>
              <a:gd name="connsiteX2378" fmla="*/ 1972908 w 12192000"/>
              <a:gd name="connsiteY2378" fmla="*/ 5041719 h 6858000"/>
              <a:gd name="connsiteX2379" fmla="*/ 1972908 w 12192000"/>
              <a:gd name="connsiteY2379" fmla="*/ 5094553 h 6858000"/>
              <a:gd name="connsiteX2380" fmla="*/ 1972164 w 12192000"/>
              <a:gd name="connsiteY2380" fmla="*/ 5108990 h 6858000"/>
              <a:gd name="connsiteX2381" fmla="*/ 1966955 w 12192000"/>
              <a:gd name="connsiteY2381" fmla="*/ 5116580 h 6858000"/>
              <a:gd name="connsiteX2382" fmla="*/ 1951477 w 12192000"/>
              <a:gd name="connsiteY2382" fmla="*/ 5119854 h 6858000"/>
              <a:gd name="connsiteX2383" fmla="*/ 1951477 w 12192000"/>
              <a:gd name="connsiteY2383" fmla="*/ 5125212 h 6858000"/>
              <a:gd name="connsiteX2384" fmla="*/ 2021277 w 12192000"/>
              <a:gd name="connsiteY2384" fmla="*/ 5125212 h 6858000"/>
              <a:gd name="connsiteX2385" fmla="*/ 2021277 w 12192000"/>
              <a:gd name="connsiteY2385" fmla="*/ 5119854 h 6858000"/>
              <a:gd name="connsiteX2386" fmla="*/ 2007139 w 12192000"/>
              <a:gd name="connsiteY2386" fmla="*/ 5117175 h 6858000"/>
              <a:gd name="connsiteX2387" fmla="*/ 2000293 w 12192000"/>
              <a:gd name="connsiteY2387" fmla="*/ 5110478 h 6858000"/>
              <a:gd name="connsiteX2388" fmla="*/ 1997465 w 12192000"/>
              <a:gd name="connsiteY2388" fmla="*/ 5093363 h 6858000"/>
              <a:gd name="connsiteX2389" fmla="*/ 1997465 w 12192000"/>
              <a:gd name="connsiteY2389" fmla="*/ 5028027 h 6858000"/>
              <a:gd name="connsiteX2390" fmla="*/ 2011306 w 12192000"/>
              <a:gd name="connsiteY2390" fmla="*/ 5007935 h 6858000"/>
              <a:gd name="connsiteX2391" fmla="*/ 2017110 w 12192000"/>
              <a:gd name="connsiteY2391" fmla="*/ 5004959 h 6858000"/>
              <a:gd name="connsiteX2392" fmla="*/ 2026710 w 12192000"/>
              <a:gd name="connsiteY2392" fmla="*/ 5010093 h 6858000"/>
              <a:gd name="connsiteX2393" fmla="*/ 2038393 w 12192000"/>
              <a:gd name="connsiteY2393" fmla="*/ 5015228 h 6858000"/>
              <a:gd name="connsiteX2394" fmla="*/ 2047620 w 12192000"/>
              <a:gd name="connsiteY2394" fmla="*/ 5011210 h 6858000"/>
              <a:gd name="connsiteX2395" fmla="*/ 2051489 w 12192000"/>
              <a:gd name="connsiteY2395" fmla="*/ 5001387 h 6858000"/>
              <a:gd name="connsiteX2396" fmla="*/ 2046132 w 12192000"/>
              <a:gd name="connsiteY2396" fmla="*/ 4989853 h 6858000"/>
              <a:gd name="connsiteX2397" fmla="*/ 2032589 w 12192000"/>
              <a:gd name="connsiteY2397" fmla="*/ 4984867 h 6858000"/>
              <a:gd name="connsiteX2398" fmla="*/ 1997465 w 12192000"/>
              <a:gd name="connsiteY2398" fmla="*/ 5015526 h 6858000"/>
              <a:gd name="connsiteX2399" fmla="*/ 1997465 w 12192000"/>
              <a:gd name="connsiteY2399" fmla="*/ 4984867 h 6858000"/>
              <a:gd name="connsiteX2400" fmla="*/ 1871854 w 12192000"/>
              <a:gd name="connsiteY2400" fmla="*/ 4984867 h 6858000"/>
              <a:gd name="connsiteX2401" fmla="*/ 1839707 w 12192000"/>
              <a:gd name="connsiteY2401" fmla="*/ 4993722 h 6858000"/>
              <a:gd name="connsiteX2402" fmla="*/ 1815225 w 12192000"/>
              <a:gd name="connsiteY2402" fmla="*/ 5021107 h 6858000"/>
              <a:gd name="connsiteX2403" fmla="*/ 1805923 w 12192000"/>
              <a:gd name="connsiteY2403" fmla="*/ 5058388 h 6858000"/>
              <a:gd name="connsiteX2404" fmla="*/ 1821253 w 12192000"/>
              <a:gd name="connsiteY2404" fmla="*/ 5104823 h 6858000"/>
              <a:gd name="connsiteX2405" fmla="*/ 1870217 w 12192000"/>
              <a:gd name="connsiteY2405" fmla="*/ 5129379 h 6858000"/>
              <a:gd name="connsiteX2406" fmla="*/ 1904522 w 12192000"/>
              <a:gd name="connsiteY2406" fmla="*/ 5119854 h 6858000"/>
              <a:gd name="connsiteX2407" fmla="*/ 1928706 w 12192000"/>
              <a:gd name="connsiteY2407" fmla="*/ 5091577 h 6858000"/>
              <a:gd name="connsiteX2408" fmla="*/ 1937487 w 12192000"/>
              <a:gd name="connsiteY2408" fmla="*/ 5054519 h 6858000"/>
              <a:gd name="connsiteX2409" fmla="*/ 1921562 w 12192000"/>
              <a:gd name="connsiteY2409" fmla="*/ 5008382 h 6858000"/>
              <a:gd name="connsiteX2410" fmla="*/ 1871854 w 12192000"/>
              <a:gd name="connsiteY2410" fmla="*/ 4984867 h 6858000"/>
              <a:gd name="connsiteX2411" fmla="*/ 1600391 w 12192000"/>
              <a:gd name="connsiteY2411" fmla="*/ 4984867 h 6858000"/>
              <a:gd name="connsiteX2412" fmla="*/ 1559315 w 12192000"/>
              <a:gd name="connsiteY2412" fmla="*/ 5001536 h 6858000"/>
              <a:gd name="connsiteX2413" fmla="*/ 1561547 w 12192000"/>
              <a:gd name="connsiteY2413" fmla="*/ 5006894 h 6858000"/>
              <a:gd name="connsiteX2414" fmla="*/ 1571519 w 12192000"/>
              <a:gd name="connsiteY2414" fmla="*/ 5004661 h 6858000"/>
              <a:gd name="connsiteX2415" fmla="*/ 1577695 w 12192000"/>
              <a:gd name="connsiteY2415" fmla="*/ 5006596 h 6858000"/>
              <a:gd name="connsiteX2416" fmla="*/ 1581118 w 12192000"/>
              <a:gd name="connsiteY2416" fmla="*/ 5013889 h 6858000"/>
              <a:gd name="connsiteX2417" fmla="*/ 1582234 w 12192000"/>
              <a:gd name="connsiteY2417" fmla="*/ 5043803 h 6858000"/>
              <a:gd name="connsiteX2418" fmla="*/ 1582234 w 12192000"/>
              <a:gd name="connsiteY2418" fmla="*/ 5094405 h 6858000"/>
              <a:gd name="connsiteX2419" fmla="*/ 1578588 w 12192000"/>
              <a:gd name="connsiteY2419" fmla="*/ 5114571 h 6858000"/>
              <a:gd name="connsiteX2420" fmla="*/ 1564524 w 12192000"/>
              <a:gd name="connsiteY2420" fmla="*/ 5119854 h 6858000"/>
              <a:gd name="connsiteX2421" fmla="*/ 1561547 w 12192000"/>
              <a:gd name="connsiteY2421" fmla="*/ 5119854 h 6858000"/>
              <a:gd name="connsiteX2422" fmla="*/ 1561547 w 12192000"/>
              <a:gd name="connsiteY2422" fmla="*/ 5125212 h 6858000"/>
              <a:gd name="connsiteX2423" fmla="*/ 1628966 w 12192000"/>
              <a:gd name="connsiteY2423" fmla="*/ 5125212 h 6858000"/>
              <a:gd name="connsiteX2424" fmla="*/ 1628966 w 12192000"/>
              <a:gd name="connsiteY2424" fmla="*/ 5119854 h 6858000"/>
              <a:gd name="connsiteX2425" fmla="*/ 1614158 w 12192000"/>
              <a:gd name="connsiteY2425" fmla="*/ 5117845 h 6858000"/>
              <a:gd name="connsiteX2426" fmla="*/ 1608428 w 12192000"/>
              <a:gd name="connsiteY2426" fmla="*/ 5111520 h 6858000"/>
              <a:gd name="connsiteX2427" fmla="*/ 1606791 w 12192000"/>
              <a:gd name="connsiteY2427" fmla="*/ 5094405 h 6858000"/>
              <a:gd name="connsiteX2428" fmla="*/ 1606791 w 12192000"/>
              <a:gd name="connsiteY2428" fmla="*/ 5022521 h 6858000"/>
              <a:gd name="connsiteX2429" fmla="*/ 1642063 w 12192000"/>
              <a:gd name="connsiteY2429" fmla="*/ 5003173 h 6858000"/>
              <a:gd name="connsiteX2430" fmla="*/ 1658360 w 12192000"/>
              <a:gd name="connsiteY2430" fmla="*/ 5011582 h 6858000"/>
              <a:gd name="connsiteX2431" fmla="*/ 1663197 w 12192000"/>
              <a:gd name="connsiteY2431" fmla="*/ 5038594 h 6858000"/>
              <a:gd name="connsiteX2432" fmla="*/ 1663197 w 12192000"/>
              <a:gd name="connsiteY2432" fmla="*/ 5094405 h 6858000"/>
              <a:gd name="connsiteX2433" fmla="*/ 1662601 w 12192000"/>
              <a:gd name="connsiteY2433" fmla="*/ 5108394 h 6858000"/>
              <a:gd name="connsiteX2434" fmla="*/ 1657318 w 12192000"/>
              <a:gd name="connsiteY2434" fmla="*/ 5116952 h 6858000"/>
              <a:gd name="connsiteX2435" fmla="*/ 1643998 w 12192000"/>
              <a:gd name="connsiteY2435" fmla="*/ 5119854 h 6858000"/>
              <a:gd name="connsiteX2436" fmla="*/ 1641170 w 12192000"/>
              <a:gd name="connsiteY2436" fmla="*/ 5119854 h 6858000"/>
              <a:gd name="connsiteX2437" fmla="*/ 1641170 w 12192000"/>
              <a:gd name="connsiteY2437" fmla="*/ 5125212 h 6858000"/>
              <a:gd name="connsiteX2438" fmla="*/ 1708590 w 12192000"/>
              <a:gd name="connsiteY2438" fmla="*/ 5125212 h 6858000"/>
              <a:gd name="connsiteX2439" fmla="*/ 1708590 w 12192000"/>
              <a:gd name="connsiteY2439" fmla="*/ 5119854 h 6858000"/>
              <a:gd name="connsiteX2440" fmla="*/ 1695120 w 12192000"/>
              <a:gd name="connsiteY2440" fmla="*/ 5117771 h 6858000"/>
              <a:gd name="connsiteX2441" fmla="*/ 1689837 w 12192000"/>
              <a:gd name="connsiteY2441" fmla="*/ 5111966 h 6858000"/>
              <a:gd name="connsiteX2442" fmla="*/ 1687753 w 12192000"/>
              <a:gd name="connsiteY2442" fmla="*/ 5094405 h 6858000"/>
              <a:gd name="connsiteX2443" fmla="*/ 1687753 w 12192000"/>
              <a:gd name="connsiteY2443" fmla="*/ 5036213 h 6858000"/>
              <a:gd name="connsiteX2444" fmla="*/ 1684479 w 12192000"/>
              <a:gd name="connsiteY2444" fmla="*/ 5008828 h 6858000"/>
              <a:gd name="connsiteX2445" fmla="*/ 1671680 w 12192000"/>
              <a:gd name="connsiteY2445" fmla="*/ 4990448 h 6858000"/>
              <a:gd name="connsiteX2446" fmla="*/ 1652481 w 12192000"/>
              <a:gd name="connsiteY2446" fmla="*/ 4984867 h 6858000"/>
              <a:gd name="connsiteX2447" fmla="*/ 1606791 w 12192000"/>
              <a:gd name="connsiteY2447" fmla="*/ 5013740 h 6858000"/>
              <a:gd name="connsiteX2448" fmla="*/ 1606791 w 12192000"/>
              <a:gd name="connsiteY2448" fmla="*/ 4984867 h 6858000"/>
              <a:gd name="connsiteX2449" fmla="*/ 1521810 w 12192000"/>
              <a:gd name="connsiteY2449" fmla="*/ 4984867 h 6858000"/>
              <a:gd name="connsiteX2450" fmla="*/ 1480734 w 12192000"/>
              <a:gd name="connsiteY2450" fmla="*/ 5001536 h 6858000"/>
              <a:gd name="connsiteX2451" fmla="*/ 1482817 w 12192000"/>
              <a:gd name="connsiteY2451" fmla="*/ 5006894 h 6858000"/>
              <a:gd name="connsiteX2452" fmla="*/ 1492937 w 12192000"/>
              <a:gd name="connsiteY2452" fmla="*/ 5004661 h 6858000"/>
              <a:gd name="connsiteX2453" fmla="*/ 1499039 w 12192000"/>
              <a:gd name="connsiteY2453" fmla="*/ 5006522 h 6858000"/>
              <a:gd name="connsiteX2454" fmla="*/ 1502314 w 12192000"/>
              <a:gd name="connsiteY2454" fmla="*/ 5013144 h 6858000"/>
              <a:gd name="connsiteX2455" fmla="*/ 1503653 w 12192000"/>
              <a:gd name="connsiteY2455" fmla="*/ 5041868 h 6858000"/>
              <a:gd name="connsiteX2456" fmla="*/ 1503653 w 12192000"/>
              <a:gd name="connsiteY2456" fmla="*/ 5094405 h 6858000"/>
              <a:gd name="connsiteX2457" fmla="*/ 1501644 w 12192000"/>
              <a:gd name="connsiteY2457" fmla="*/ 5111520 h 6858000"/>
              <a:gd name="connsiteX2458" fmla="*/ 1496212 w 12192000"/>
              <a:gd name="connsiteY2458" fmla="*/ 5117919 h 6858000"/>
              <a:gd name="connsiteX2459" fmla="*/ 1482817 w 12192000"/>
              <a:gd name="connsiteY2459" fmla="*/ 5119854 h 6858000"/>
              <a:gd name="connsiteX2460" fmla="*/ 1482817 w 12192000"/>
              <a:gd name="connsiteY2460" fmla="*/ 5125212 h 6858000"/>
              <a:gd name="connsiteX2461" fmla="*/ 1549046 w 12192000"/>
              <a:gd name="connsiteY2461" fmla="*/ 5125212 h 6858000"/>
              <a:gd name="connsiteX2462" fmla="*/ 1549046 w 12192000"/>
              <a:gd name="connsiteY2462" fmla="*/ 5119854 h 6858000"/>
              <a:gd name="connsiteX2463" fmla="*/ 1535726 w 12192000"/>
              <a:gd name="connsiteY2463" fmla="*/ 5117771 h 6858000"/>
              <a:gd name="connsiteX2464" fmla="*/ 1530219 w 12192000"/>
              <a:gd name="connsiteY2464" fmla="*/ 5111445 h 6858000"/>
              <a:gd name="connsiteX2465" fmla="*/ 1528359 w 12192000"/>
              <a:gd name="connsiteY2465" fmla="*/ 5094405 h 6858000"/>
              <a:gd name="connsiteX2466" fmla="*/ 1528359 w 12192000"/>
              <a:gd name="connsiteY2466" fmla="*/ 4984867 h 6858000"/>
              <a:gd name="connsiteX2467" fmla="*/ 1318511 w 12192000"/>
              <a:gd name="connsiteY2467" fmla="*/ 4984867 h 6858000"/>
              <a:gd name="connsiteX2468" fmla="*/ 1288671 w 12192000"/>
              <a:gd name="connsiteY2468" fmla="*/ 4996178 h 6858000"/>
              <a:gd name="connsiteX2469" fmla="*/ 1277137 w 12192000"/>
              <a:gd name="connsiteY2469" fmla="*/ 5024307 h 6858000"/>
              <a:gd name="connsiteX2470" fmla="*/ 1283834 w 12192000"/>
              <a:gd name="connsiteY2470" fmla="*/ 5045738 h 6858000"/>
              <a:gd name="connsiteX2471" fmla="*/ 1312111 w 12192000"/>
              <a:gd name="connsiteY2471" fmla="*/ 5065085 h 6858000"/>
              <a:gd name="connsiteX2472" fmla="*/ 1340909 w 12192000"/>
              <a:gd name="connsiteY2472" fmla="*/ 5082796 h 6858000"/>
              <a:gd name="connsiteX2473" fmla="*/ 1348128 w 12192000"/>
              <a:gd name="connsiteY2473" fmla="*/ 5100060 h 6858000"/>
              <a:gd name="connsiteX2474" fmla="*/ 1341654 w 12192000"/>
              <a:gd name="connsiteY2474" fmla="*/ 5114571 h 6858000"/>
              <a:gd name="connsiteX2475" fmla="*/ 1324911 w 12192000"/>
              <a:gd name="connsiteY2475" fmla="*/ 5120598 h 6858000"/>
              <a:gd name="connsiteX2476" fmla="*/ 1298568 w 12192000"/>
              <a:gd name="connsiteY2476" fmla="*/ 5110032 h 6858000"/>
              <a:gd name="connsiteX2477" fmla="*/ 1282643 w 12192000"/>
              <a:gd name="connsiteY2477" fmla="*/ 5078629 h 6858000"/>
              <a:gd name="connsiteX2478" fmla="*/ 1277732 w 12192000"/>
              <a:gd name="connsiteY2478" fmla="*/ 5078629 h 6858000"/>
              <a:gd name="connsiteX2479" fmla="*/ 1277732 w 12192000"/>
              <a:gd name="connsiteY2479" fmla="*/ 5127296 h 6858000"/>
              <a:gd name="connsiteX2480" fmla="*/ 1282643 w 12192000"/>
              <a:gd name="connsiteY2480" fmla="*/ 5127296 h 6858000"/>
              <a:gd name="connsiteX2481" fmla="*/ 1288001 w 12192000"/>
              <a:gd name="connsiteY2481" fmla="*/ 5123426 h 6858000"/>
              <a:gd name="connsiteX2482" fmla="*/ 1296038 w 12192000"/>
              <a:gd name="connsiteY2482" fmla="*/ 5124914 h 6858000"/>
              <a:gd name="connsiteX2483" fmla="*/ 1324613 w 12192000"/>
              <a:gd name="connsiteY2483" fmla="*/ 5129379 h 6858000"/>
              <a:gd name="connsiteX2484" fmla="*/ 1356090 w 12192000"/>
              <a:gd name="connsiteY2484" fmla="*/ 5117994 h 6858000"/>
              <a:gd name="connsiteX2485" fmla="*/ 1370154 w 12192000"/>
              <a:gd name="connsiteY2485" fmla="*/ 5088005 h 6858000"/>
              <a:gd name="connsiteX2486" fmla="*/ 1339942 w 12192000"/>
              <a:gd name="connsiteY2486" fmla="*/ 5049161 h 6858000"/>
              <a:gd name="connsiteX2487" fmla="*/ 1318213 w 12192000"/>
              <a:gd name="connsiteY2487" fmla="*/ 5038594 h 6858000"/>
              <a:gd name="connsiteX2488" fmla="*/ 1299461 w 12192000"/>
              <a:gd name="connsiteY2488" fmla="*/ 5025646 h 6858000"/>
              <a:gd name="connsiteX2489" fmla="*/ 1294699 w 12192000"/>
              <a:gd name="connsiteY2489" fmla="*/ 5011358 h 6858000"/>
              <a:gd name="connsiteX2490" fmla="*/ 1301098 w 12192000"/>
              <a:gd name="connsiteY2490" fmla="*/ 4999155 h 6858000"/>
              <a:gd name="connsiteX2491" fmla="*/ 1317915 w 12192000"/>
              <a:gd name="connsiteY2491" fmla="*/ 4993648 h 6858000"/>
              <a:gd name="connsiteX2492" fmla="*/ 1340463 w 12192000"/>
              <a:gd name="connsiteY2492" fmla="*/ 5001536 h 6858000"/>
              <a:gd name="connsiteX2493" fmla="*/ 1354974 w 12192000"/>
              <a:gd name="connsiteY2493" fmla="*/ 5031301 h 6858000"/>
              <a:gd name="connsiteX2494" fmla="*/ 1359885 w 12192000"/>
              <a:gd name="connsiteY2494" fmla="*/ 5031301 h 6858000"/>
              <a:gd name="connsiteX2495" fmla="*/ 1359885 w 12192000"/>
              <a:gd name="connsiteY2495" fmla="*/ 4984867 h 6858000"/>
              <a:gd name="connsiteX2496" fmla="*/ 1354974 w 12192000"/>
              <a:gd name="connsiteY2496" fmla="*/ 4984867 h 6858000"/>
              <a:gd name="connsiteX2497" fmla="*/ 1351848 w 12192000"/>
              <a:gd name="connsiteY2497" fmla="*/ 4989481 h 6858000"/>
              <a:gd name="connsiteX2498" fmla="*/ 1348128 w 12192000"/>
              <a:gd name="connsiteY2498" fmla="*/ 4990523 h 6858000"/>
              <a:gd name="connsiteX2499" fmla="*/ 1338008 w 12192000"/>
              <a:gd name="connsiteY2499" fmla="*/ 4988290 h 6858000"/>
              <a:gd name="connsiteX2500" fmla="*/ 1318511 w 12192000"/>
              <a:gd name="connsiteY2500" fmla="*/ 4984867 h 6858000"/>
              <a:gd name="connsiteX2501" fmla="*/ 1226535 w 12192000"/>
              <a:gd name="connsiteY2501" fmla="*/ 4984867 h 6858000"/>
              <a:gd name="connsiteX2502" fmla="*/ 1185459 w 12192000"/>
              <a:gd name="connsiteY2502" fmla="*/ 5001536 h 6858000"/>
              <a:gd name="connsiteX2503" fmla="*/ 1187542 w 12192000"/>
              <a:gd name="connsiteY2503" fmla="*/ 5006894 h 6858000"/>
              <a:gd name="connsiteX2504" fmla="*/ 1197662 w 12192000"/>
              <a:gd name="connsiteY2504" fmla="*/ 5004661 h 6858000"/>
              <a:gd name="connsiteX2505" fmla="*/ 1203764 w 12192000"/>
              <a:gd name="connsiteY2505" fmla="*/ 5006522 h 6858000"/>
              <a:gd name="connsiteX2506" fmla="*/ 1207039 w 12192000"/>
              <a:gd name="connsiteY2506" fmla="*/ 5013144 h 6858000"/>
              <a:gd name="connsiteX2507" fmla="*/ 1208378 w 12192000"/>
              <a:gd name="connsiteY2507" fmla="*/ 5041868 h 6858000"/>
              <a:gd name="connsiteX2508" fmla="*/ 1208378 w 12192000"/>
              <a:gd name="connsiteY2508" fmla="*/ 5094405 h 6858000"/>
              <a:gd name="connsiteX2509" fmla="*/ 1206369 w 12192000"/>
              <a:gd name="connsiteY2509" fmla="*/ 5111520 h 6858000"/>
              <a:gd name="connsiteX2510" fmla="*/ 1200937 w 12192000"/>
              <a:gd name="connsiteY2510" fmla="*/ 5117919 h 6858000"/>
              <a:gd name="connsiteX2511" fmla="*/ 1187542 w 12192000"/>
              <a:gd name="connsiteY2511" fmla="*/ 5119854 h 6858000"/>
              <a:gd name="connsiteX2512" fmla="*/ 1187542 w 12192000"/>
              <a:gd name="connsiteY2512" fmla="*/ 5125212 h 6858000"/>
              <a:gd name="connsiteX2513" fmla="*/ 1253771 w 12192000"/>
              <a:gd name="connsiteY2513" fmla="*/ 5125212 h 6858000"/>
              <a:gd name="connsiteX2514" fmla="*/ 1253771 w 12192000"/>
              <a:gd name="connsiteY2514" fmla="*/ 5119854 h 6858000"/>
              <a:gd name="connsiteX2515" fmla="*/ 1240451 w 12192000"/>
              <a:gd name="connsiteY2515" fmla="*/ 5117771 h 6858000"/>
              <a:gd name="connsiteX2516" fmla="*/ 1234944 w 12192000"/>
              <a:gd name="connsiteY2516" fmla="*/ 5111445 h 6858000"/>
              <a:gd name="connsiteX2517" fmla="*/ 1233084 w 12192000"/>
              <a:gd name="connsiteY2517" fmla="*/ 5094405 h 6858000"/>
              <a:gd name="connsiteX2518" fmla="*/ 1233084 w 12192000"/>
              <a:gd name="connsiteY2518" fmla="*/ 4984867 h 6858000"/>
              <a:gd name="connsiteX2519" fmla="*/ 10937718 w 12192000"/>
              <a:gd name="connsiteY2519" fmla="*/ 4984718 h 6858000"/>
              <a:gd name="connsiteX2520" fmla="*/ 10892697 w 12192000"/>
              <a:gd name="connsiteY2520" fmla="*/ 5004289 h 6858000"/>
              <a:gd name="connsiteX2521" fmla="*/ 10874764 w 12192000"/>
              <a:gd name="connsiteY2521" fmla="*/ 5058835 h 6858000"/>
              <a:gd name="connsiteX2522" fmla="*/ 10892251 w 12192000"/>
              <a:gd name="connsiteY2522" fmla="*/ 5110255 h 6858000"/>
              <a:gd name="connsiteX2523" fmla="*/ 10934295 w 12192000"/>
              <a:gd name="connsiteY2523" fmla="*/ 5129379 h 6858000"/>
              <a:gd name="connsiteX2524" fmla="*/ 10971948 w 12192000"/>
              <a:gd name="connsiteY2524" fmla="*/ 5112636 h 6858000"/>
              <a:gd name="connsiteX2525" fmla="*/ 10990106 w 12192000"/>
              <a:gd name="connsiteY2525" fmla="*/ 5075503 h 6858000"/>
              <a:gd name="connsiteX2526" fmla="*/ 10985492 w 12192000"/>
              <a:gd name="connsiteY2526" fmla="*/ 5072527 h 6858000"/>
              <a:gd name="connsiteX2527" fmla="*/ 10968897 w 12192000"/>
              <a:gd name="connsiteY2527" fmla="*/ 5097753 h 6858000"/>
              <a:gd name="connsiteX2528" fmla="*/ 10945606 w 12192000"/>
              <a:gd name="connsiteY2528" fmla="*/ 5105120 h 6858000"/>
              <a:gd name="connsiteX2529" fmla="*/ 10910631 w 12192000"/>
              <a:gd name="connsiteY2529" fmla="*/ 5087856 h 6858000"/>
              <a:gd name="connsiteX2530" fmla="*/ 10895897 w 12192000"/>
              <a:gd name="connsiteY2530" fmla="*/ 5040231 h 6858000"/>
              <a:gd name="connsiteX2531" fmla="*/ 10990106 w 12192000"/>
              <a:gd name="connsiteY2531" fmla="*/ 5040231 h 6858000"/>
              <a:gd name="connsiteX2532" fmla="*/ 10975372 w 12192000"/>
              <a:gd name="connsiteY2532" fmla="*/ 4999824 h 6858000"/>
              <a:gd name="connsiteX2533" fmla="*/ 10937718 w 12192000"/>
              <a:gd name="connsiteY2533" fmla="*/ 4984718 h 6858000"/>
              <a:gd name="connsiteX2534" fmla="*/ 8594568 w 12192000"/>
              <a:gd name="connsiteY2534" fmla="*/ 4984718 h 6858000"/>
              <a:gd name="connsiteX2535" fmla="*/ 8549548 w 12192000"/>
              <a:gd name="connsiteY2535" fmla="*/ 5004289 h 6858000"/>
              <a:gd name="connsiteX2536" fmla="*/ 8531614 w 12192000"/>
              <a:gd name="connsiteY2536" fmla="*/ 5058835 h 6858000"/>
              <a:gd name="connsiteX2537" fmla="*/ 8549101 w 12192000"/>
              <a:gd name="connsiteY2537" fmla="*/ 5110255 h 6858000"/>
              <a:gd name="connsiteX2538" fmla="*/ 8591146 w 12192000"/>
              <a:gd name="connsiteY2538" fmla="*/ 5129379 h 6858000"/>
              <a:gd name="connsiteX2539" fmla="*/ 8628799 w 12192000"/>
              <a:gd name="connsiteY2539" fmla="*/ 5112636 h 6858000"/>
              <a:gd name="connsiteX2540" fmla="*/ 8646956 w 12192000"/>
              <a:gd name="connsiteY2540" fmla="*/ 5075503 h 6858000"/>
              <a:gd name="connsiteX2541" fmla="*/ 8642342 w 12192000"/>
              <a:gd name="connsiteY2541" fmla="*/ 5072527 h 6858000"/>
              <a:gd name="connsiteX2542" fmla="*/ 8625748 w 12192000"/>
              <a:gd name="connsiteY2542" fmla="*/ 5097753 h 6858000"/>
              <a:gd name="connsiteX2543" fmla="*/ 8602456 w 12192000"/>
              <a:gd name="connsiteY2543" fmla="*/ 5105120 h 6858000"/>
              <a:gd name="connsiteX2544" fmla="*/ 8567482 w 12192000"/>
              <a:gd name="connsiteY2544" fmla="*/ 5087856 h 6858000"/>
              <a:gd name="connsiteX2545" fmla="*/ 8552748 w 12192000"/>
              <a:gd name="connsiteY2545" fmla="*/ 5040231 h 6858000"/>
              <a:gd name="connsiteX2546" fmla="*/ 8646956 w 12192000"/>
              <a:gd name="connsiteY2546" fmla="*/ 5040231 h 6858000"/>
              <a:gd name="connsiteX2547" fmla="*/ 8632222 w 12192000"/>
              <a:gd name="connsiteY2547" fmla="*/ 4999824 h 6858000"/>
              <a:gd name="connsiteX2548" fmla="*/ 8594568 w 12192000"/>
              <a:gd name="connsiteY2548" fmla="*/ 4984718 h 6858000"/>
              <a:gd name="connsiteX2549" fmla="*/ 5327494 w 12192000"/>
              <a:gd name="connsiteY2549" fmla="*/ 4984718 h 6858000"/>
              <a:gd name="connsiteX2550" fmla="*/ 5282474 w 12192000"/>
              <a:gd name="connsiteY2550" fmla="*/ 5004289 h 6858000"/>
              <a:gd name="connsiteX2551" fmla="*/ 5264539 w 12192000"/>
              <a:gd name="connsiteY2551" fmla="*/ 5058835 h 6858000"/>
              <a:gd name="connsiteX2552" fmla="*/ 5282027 w 12192000"/>
              <a:gd name="connsiteY2552" fmla="*/ 5110255 h 6858000"/>
              <a:gd name="connsiteX2553" fmla="*/ 5324070 w 12192000"/>
              <a:gd name="connsiteY2553" fmla="*/ 5129379 h 6858000"/>
              <a:gd name="connsiteX2554" fmla="*/ 5361724 w 12192000"/>
              <a:gd name="connsiteY2554" fmla="*/ 5112636 h 6858000"/>
              <a:gd name="connsiteX2555" fmla="*/ 5379881 w 12192000"/>
              <a:gd name="connsiteY2555" fmla="*/ 5075503 h 6858000"/>
              <a:gd name="connsiteX2556" fmla="*/ 5375267 w 12192000"/>
              <a:gd name="connsiteY2556" fmla="*/ 5072527 h 6858000"/>
              <a:gd name="connsiteX2557" fmla="*/ 5358673 w 12192000"/>
              <a:gd name="connsiteY2557" fmla="*/ 5097753 h 6858000"/>
              <a:gd name="connsiteX2558" fmla="*/ 5335381 w 12192000"/>
              <a:gd name="connsiteY2558" fmla="*/ 5105120 h 6858000"/>
              <a:gd name="connsiteX2559" fmla="*/ 5300407 w 12192000"/>
              <a:gd name="connsiteY2559" fmla="*/ 5087856 h 6858000"/>
              <a:gd name="connsiteX2560" fmla="*/ 5285673 w 12192000"/>
              <a:gd name="connsiteY2560" fmla="*/ 5040231 h 6858000"/>
              <a:gd name="connsiteX2561" fmla="*/ 5379881 w 12192000"/>
              <a:gd name="connsiteY2561" fmla="*/ 5040231 h 6858000"/>
              <a:gd name="connsiteX2562" fmla="*/ 5365147 w 12192000"/>
              <a:gd name="connsiteY2562" fmla="*/ 4999824 h 6858000"/>
              <a:gd name="connsiteX2563" fmla="*/ 5327494 w 12192000"/>
              <a:gd name="connsiteY2563" fmla="*/ 4984718 h 6858000"/>
              <a:gd name="connsiteX2564" fmla="*/ 5089369 w 12192000"/>
              <a:gd name="connsiteY2564" fmla="*/ 4984718 h 6858000"/>
              <a:gd name="connsiteX2565" fmla="*/ 5044348 w 12192000"/>
              <a:gd name="connsiteY2565" fmla="*/ 5004289 h 6858000"/>
              <a:gd name="connsiteX2566" fmla="*/ 5026414 w 12192000"/>
              <a:gd name="connsiteY2566" fmla="*/ 5058835 h 6858000"/>
              <a:gd name="connsiteX2567" fmla="*/ 5043902 w 12192000"/>
              <a:gd name="connsiteY2567" fmla="*/ 5110255 h 6858000"/>
              <a:gd name="connsiteX2568" fmla="*/ 5085945 w 12192000"/>
              <a:gd name="connsiteY2568" fmla="*/ 5129379 h 6858000"/>
              <a:gd name="connsiteX2569" fmla="*/ 5123599 w 12192000"/>
              <a:gd name="connsiteY2569" fmla="*/ 5112636 h 6858000"/>
              <a:gd name="connsiteX2570" fmla="*/ 5141756 w 12192000"/>
              <a:gd name="connsiteY2570" fmla="*/ 5075503 h 6858000"/>
              <a:gd name="connsiteX2571" fmla="*/ 5137142 w 12192000"/>
              <a:gd name="connsiteY2571" fmla="*/ 5072527 h 6858000"/>
              <a:gd name="connsiteX2572" fmla="*/ 5120548 w 12192000"/>
              <a:gd name="connsiteY2572" fmla="*/ 5097753 h 6858000"/>
              <a:gd name="connsiteX2573" fmla="*/ 5097256 w 12192000"/>
              <a:gd name="connsiteY2573" fmla="*/ 5105120 h 6858000"/>
              <a:gd name="connsiteX2574" fmla="*/ 5062282 w 12192000"/>
              <a:gd name="connsiteY2574" fmla="*/ 5087856 h 6858000"/>
              <a:gd name="connsiteX2575" fmla="*/ 5047548 w 12192000"/>
              <a:gd name="connsiteY2575" fmla="*/ 5040231 h 6858000"/>
              <a:gd name="connsiteX2576" fmla="*/ 5141756 w 12192000"/>
              <a:gd name="connsiteY2576" fmla="*/ 5040231 h 6858000"/>
              <a:gd name="connsiteX2577" fmla="*/ 5127022 w 12192000"/>
              <a:gd name="connsiteY2577" fmla="*/ 4999824 h 6858000"/>
              <a:gd name="connsiteX2578" fmla="*/ 5089369 w 12192000"/>
              <a:gd name="connsiteY2578" fmla="*/ 4984718 h 6858000"/>
              <a:gd name="connsiteX2579" fmla="*/ 4165444 w 12192000"/>
              <a:gd name="connsiteY2579" fmla="*/ 4984718 h 6858000"/>
              <a:gd name="connsiteX2580" fmla="*/ 4120424 w 12192000"/>
              <a:gd name="connsiteY2580" fmla="*/ 5004289 h 6858000"/>
              <a:gd name="connsiteX2581" fmla="*/ 4102490 w 12192000"/>
              <a:gd name="connsiteY2581" fmla="*/ 5058835 h 6858000"/>
              <a:gd name="connsiteX2582" fmla="*/ 4119978 w 12192000"/>
              <a:gd name="connsiteY2582" fmla="*/ 5110255 h 6858000"/>
              <a:gd name="connsiteX2583" fmla="*/ 4162021 w 12192000"/>
              <a:gd name="connsiteY2583" fmla="*/ 5129379 h 6858000"/>
              <a:gd name="connsiteX2584" fmla="*/ 4199675 w 12192000"/>
              <a:gd name="connsiteY2584" fmla="*/ 5112636 h 6858000"/>
              <a:gd name="connsiteX2585" fmla="*/ 4217831 w 12192000"/>
              <a:gd name="connsiteY2585" fmla="*/ 5075503 h 6858000"/>
              <a:gd name="connsiteX2586" fmla="*/ 4213217 w 12192000"/>
              <a:gd name="connsiteY2586" fmla="*/ 5072527 h 6858000"/>
              <a:gd name="connsiteX2587" fmla="*/ 4196623 w 12192000"/>
              <a:gd name="connsiteY2587" fmla="*/ 5097753 h 6858000"/>
              <a:gd name="connsiteX2588" fmla="*/ 4173332 w 12192000"/>
              <a:gd name="connsiteY2588" fmla="*/ 5105120 h 6858000"/>
              <a:gd name="connsiteX2589" fmla="*/ 4138358 w 12192000"/>
              <a:gd name="connsiteY2589" fmla="*/ 5087856 h 6858000"/>
              <a:gd name="connsiteX2590" fmla="*/ 4123624 w 12192000"/>
              <a:gd name="connsiteY2590" fmla="*/ 5040231 h 6858000"/>
              <a:gd name="connsiteX2591" fmla="*/ 4217831 w 12192000"/>
              <a:gd name="connsiteY2591" fmla="*/ 5040231 h 6858000"/>
              <a:gd name="connsiteX2592" fmla="*/ 4203097 w 12192000"/>
              <a:gd name="connsiteY2592" fmla="*/ 4999824 h 6858000"/>
              <a:gd name="connsiteX2593" fmla="*/ 4165444 w 12192000"/>
              <a:gd name="connsiteY2593" fmla="*/ 4984718 h 6858000"/>
              <a:gd name="connsiteX2594" fmla="*/ 3708244 w 12192000"/>
              <a:gd name="connsiteY2594" fmla="*/ 4984718 h 6858000"/>
              <a:gd name="connsiteX2595" fmla="*/ 3663224 w 12192000"/>
              <a:gd name="connsiteY2595" fmla="*/ 5004289 h 6858000"/>
              <a:gd name="connsiteX2596" fmla="*/ 3645290 w 12192000"/>
              <a:gd name="connsiteY2596" fmla="*/ 5058835 h 6858000"/>
              <a:gd name="connsiteX2597" fmla="*/ 3662778 w 12192000"/>
              <a:gd name="connsiteY2597" fmla="*/ 5110255 h 6858000"/>
              <a:gd name="connsiteX2598" fmla="*/ 3704822 w 12192000"/>
              <a:gd name="connsiteY2598" fmla="*/ 5129379 h 6858000"/>
              <a:gd name="connsiteX2599" fmla="*/ 3742475 w 12192000"/>
              <a:gd name="connsiteY2599" fmla="*/ 5112636 h 6858000"/>
              <a:gd name="connsiteX2600" fmla="*/ 3760632 w 12192000"/>
              <a:gd name="connsiteY2600" fmla="*/ 5075503 h 6858000"/>
              <a:gd name="connsiteX2601" fmla="*/ 3756018 w 12192000"/>
              <a:gd name="connsiteY2601" fmla="*/ 5072527 h 6858000"/>
              <a:gd name="connsiteX2602" fmla="*/ 3739424 w 12192000"/>
              <a:gd name="connsiteY2602" fmla="*/ 5097753 h 6858000"/>
              <a:gd name="connsiteX2603" fmla="*/ 3716132 w 12192000"/>
              <a:gd name="connsiteY2603" fmla="*/ 5105120 h 6858000"/>
              <a:gd name="connsiteX2604" fmla="*/ 3681158 w 12192000"/>
              <a:gd name="connsiteY2604" fmla="*/ 5087856 h 6858000"/>
              <a:gd name="connsiteX2605" fmla="*/ 3666424 w 12192000"/>
              <a:gd name="connsiteY2605" fmla="*/ 5040231 h 6858000"/>
              <a:gd name="connsiteX2606" fmla="*/ 3760632 w 12192000"/>
              <a:gd name="connsiteY2606" fmla="*/ 5040231 h 6858000"/>
              <a:gd name="connsiteX2607" fmla="*/ 3745898 w 12192000"/>
              <a:gd name="connsiteY2607" fmla="*/ 4999824 h 6858000"/>
              <a:gd name="connsiteX2608" fmla="*/ 3708244 w 12192000"/>
              <a:gd name="connsiteY2608" fmla="*/ 4984718 h 6858000"/>
              <a:gd name="connsiteX2609" fmla="*/ 768293 w 12192000"/>
              <a:gd name="connsiteY2609" fmla="*/ 4970431 h 6858000"/>
              <a:gd name="connsiteX2610" fmla="*/ 723645 w 12192000"/>
              <a:gd name="connsiteY2610" fmla="*/ 5015079 h 6858000"/>
              <a:gd name="connsiteX2611" fmla="*/ 768293 w 12192000"/>
              <a:gd name="connsiteY2611" fmla="*/ 5059728 h 6858000"/>
              <a:gd name="connsiteX2612" fmla="*/ 812942 w 12192000"/>
              <a:gd name="connsiteY2612" fmla="*/ 5015079 h 6858000"/>
              <a:gd name="connsiteX2613" fmla="*/ 637325 w 12192000"/>
              <a:gd name="connsiteY2613" fmla="*/ 4970431 h 6858000"/>
              <a:gd name="connsiteX2614" fmla="*/ 592676 w 12192000"/>
              <a:gd name="connsiteY2614" fmla="*/ 5015079 h 6858000"/>
              <a:gd name="connsiteX2615" fmla="*/ 637325 w 12192000"/>
              <a:gd name="connsiteY2615" fmla="*/ 5059728 h 6858000"/>
              <a:gd name="connsiteX2616" fmla="*/ 682122 w 12192000"/>
              <a:gd name="connsiteY2616" fmla="*/ 5015079 h 6858000"/>
              <a:gd name="connsiteX2617" fmla="*/ 9822102 w 12192000"/>
              <a:gd name="connsiteY2617" fmla="*/ 4944088 h 6858000"/>
              <a:gd name="connsiteX2618" fmla="*/ 9812577 w 12192000"/>
              <a:gd name="connsiteY2618" fmla="*/ 4964775 h 6858000"/>
              <a:gd name="connsiteX2619" fmla="*/ 9797322 w 12192000"/>
              <a:gd name="connsiteY2619" fmla="*/ 4983304 h 6858000"/>
              <a:gd name="connsiteX2620" fmla="*/ 9780579 w 12192000"/>
              <a:gd name="connsiteY2620" fmla="*/ 4994392 h 6858000"/>
              <a:gd name="connsiteX2621" fmla="*/ 9780579 w 12192000"/>
              <a:gd name="connsiteY2621" fmla="*/ 4999303 h 6858000"/>
              <a:gd name="connsiteX2622" fmla="*/ 9802159 w 12192000"/>
              <a:gd name="connsiteY2622" fmla="*/ 4999303 h 6858000"/>
              <a:gd name="connsiteX2623" fmla="*/ 9802159 w 12192000"/>
              <a:gd name="connsiteY2623" fmla="*/ 5090982 h 6858000"/>
              <a:gd name="connsiteX2624" fmla="*/ 9805285 w 12192000"/>
              <a:gd name="connsiteY2624" fmla="*/ 5112785 h 6858000"/>
              <a:gd name="connsiteX2625" fmla="*/ 9814959 w 12192000"/>
              <a:gd name="connsiteY2625" fmla="*/ 5123649 h 6858000"/>
              <a:gd name="connsiteX2626" fmla="*/ 9828353 w 12192000"/>
              <a:gd name="connsiteY2626" fmla="*/ 5127444 h 6858000"/>
              <a:gd name="connsiteX2627" fmla="*/ 9847998 w 12192000"/>
              <a:gd name="connsiteY2627" fmla="*/ 5120077 h 6858000"/>
              <a:gd name="connsiteX2628" fmla="*/ 9862732 w 12192000"/>
              <a:gd name="connsiteY2628" fmla="*/ 5098125 h 6858000"/>
              <a:gd name="connsiteX2629" fmla="*/ 9856928 w 12192000"/>
              <a:gd name="connsiteY2629" fmla="*/ 5098125 h 6858000"/>
              <a:gd name="connsiteX2630" fmla="*/ 9849784 w 12192000"/>
              <a:gd name="connsiteY2630" fmla="*/ 5107129 h 6858000"/>
              <a:gd name="connsiteX2631" fmla="*/ 9840259 w 12192000"/>
              <a:gd name="connsiteY2631" fmla="*/ 5110180 h 6858000"/>
              <a:gd name="connsiteX2632" fmla="*/ 9830511 w 12192000"/>
              <a:gd name="connsiteY2632" fmla="*/ 5105567 h 6858000"/>
              <a:gd name="connsiteX2633" fmla="*/ 9826716 w 12192000"/>
              <a:gd name="connsiteY2633" fmla="*/ 5087707 h 6858000"/>
              <a:gd name="connsiteX2634" fmla="*/ 9826716 w 12192000"/>
              <a:gd name="connsiteY2634" fmla="*/ 4999303 h 6858000"/>
              <a:gd name="connsiteX2635" fmla="*/ 9858565 w 12192000"/>
              <a:gd name="connsiteY2635" fmla="*/ 4999303 h 6858000"/>
              <a:gd name="connsiteX2636" fmla="*/ 9858565 w 12192000"/>
              <a:gd name="connsiteY2636" fmla="*/ 4988885 h 6858000"/>
              <a:gd name="connsiteX2637" fmla="*/ 9826716 w 12192000"/>
              <a:gd name="connsiteY2637" fmla="*/ 4988885 h 6858000"/>
              <a:gd name="connsiteX2638" fmla="*/ 9826716 w 12192000"/>
              <a:gd name="connsiteY2638" fmla="*/ 4944088 h 6858000"/>
              <a:gd name="connsiteX2639" fmla="*/ 9260127 w 12192000"/>
              <a:gd name="connsiteY2639" fmla="*/ 4944088 h 6858000"/>
              <a:gd name="connsiteX2640" fmla="*/ 9250602 w 12192000"/>
              <a:gd name="connsiteY2640" fmla="*/ 4964775 h 6858000"/>
              <a:gd name="connsiteX2641" fmla="*/ 9235347 w 12192000"/>
              <a:gd name="connsiteY2641" fmla="*/ 4983304 h 6858000"/>
              <a:gd name="connsiteX2642" fmla="*/ 9218604 w 12192000"/>
              <a:gd name="connsiteY2642" fmla="*/ 4994392 h 6858000"/>
              <a:gd name="connsiteX2643" fmla="*/ 9218604 w 12192000"/>
              <a:gd name="connsiteY2643" fmla="*/ 4999303 h 6858000"/>
              <a:gd name="connsiteX2644" fmla="*/ 9240184 w 12192000"/>
              <a:gd name="connsiteY2644" fmla="*/ 4999303 h 6858000"/>
              <a:gd name="connsiteX2645" fmla="*/ 9240184 w 12192000"/>
              <a:gd name="connsiteY2645" fmla="*/ 5090982 h 6858000"/>
              <a:gd name="connsiteX2646" fmla="*/ 9243310 w 12192000"/>
              <a:gd name="connsiteY2646" fmla="*/ 5112785 h 6858000"/>
              <a:gd name="connsiteX2647" fmla="*/ 9252984 w 12192000"/>
              <a:gd name="connsiteY2647" fmla="*/ 5123649 h 6858000"/>
              <a:gd name="connsiteX2648" fmla="*/ 9266378 w 12192000"/>
              <a:gd name="connsiteY2648" fmla="*/ 5127444 h 6858000"/>
              <a:gd name="connsiteX2649" fmla="*/ 9286023 w 12192000"/>
              <a:gd name="connsiteY2649" fmla="*/ 5120077 h 6858000"/>
              <a:gd name="connsiteX2650" fmla="*/ 9300757 w 12192000"/>
              <a:gd name="connsiteY2650" fmla="*/ 5098125 h 6858000"/>
              <a:gd name="connsiteX2651" fmla="*/ 9294953 w 12192000"/>
              <a:gd name="connsiteY2651" fmla="*/ 5098125 h 6858000"/>
              <a:gd name="connsiteX2652" fmla="*/ 9287809 w 12192000"/>
              <a:gd name="connsiteY2652" fmla="*/ 5107129 h 6858000"/>
              <a:gd name="connsiteX2653" fmla="*/ 9278284 w 12192000"/>
              <a:gd name="connsiteY2653" fmla="*/ 5110180 h 6858000"/>
              <a:gd name="connsiteX2654" fmla="*/ 9268536 w 12192000"/>
              <a:gd name="connsiteY2654" fmla="*/ 5105567 h 6858000"/>
              <a:gd name="connsiteX2655" fmla="*/ 9264741 w 12192000"/>
              <a:gd name="connsiteY2655" fmla="*/ 5087707 h 6858000"/>
              <a:gd name="connsiteX2656" fmla="*/ 9264741 w 12192000"/>
              <a:gd name="connsiteY2656" fmla="*/ 4999303 h 6858000"/>
              <a:gd name="connsiteX2657" fmla="*/ 9296590 w 12192000"/>
              <a:gd name="connsiteY2657" fmla="*/ 4999303 h 6858000"/>
              <a:gd name="connsiteX2658" fmla="*/ 9296590 w 12192000"/>
              <a:gd name="connsiteY2658" fmla="*/ 4988885 h 6858000"/>
              <a:gd name="connsiteX2659" fmla="*/ 9264741 w 12192000"/>
              <a:gd name="connsiteY2659" fmla="*/ 4988885 h 6858000"/>
              <a:gd name="connsiteX2660" fmla="*/ 9264741 w 12192000"/>
              <a:gd name="connsiteY2660" fmla="*/ 4944088 h 6858000"/>
              <a:gd name="connsiteX2661" fmla="*/ 2449754 w 12192000"/>
              <a:gd name="connsiteY2661" fmla="*/ 4944088 h 6858000"/>
              <a:gd name="connsiteX2662" fmla="*/ 2440229 w 12192000"/>
              <a:gd name="connsiteY2662" fmla="*/ 4964775 h 6858000"/>
              <a:gd name="connsiteX2663" fmla="*/ 2424974 w 12192000"/>
              <a:gd name="connsiteY2663" fmla="*/ 4983304 h 6858000"/>
              <a:gd name="connsiteX2664" fmla="*/ 2408231 w 12192000"/>
              <a:gd name="connsiteY2664" fmla="*/ 4994392 h 6858000"/>
              <a:gd name="connsiteX2665" fmla="*/ 2408231 w 12192000"/>
              <a:gd name="connsiteY2665" fmla="*/ 4999303 h 6858000"/>
              <a:gd name="connsiteX2666" fmla="*/ 2429811 w 12192000"/>
              <a:gd name="connsiteY2666" fmla="*/ 4999303 h 6858000"/>
              <a:gd name="connsiteX2667" fmla="*/ 2429811 w 12192000"/>
              <a:gd name="connsiteY2667" fmla="*/ 5090982 h 6858000"/>
              <a:gd name="connsiteX2668" fmla="*/ 2432936 w 12192000"/>
              <a:gd name="connsiteY2668" fmla="*/ 5112785 h 6858000"/>
              <a:gd name="connsiteX2669" fmla="*/ 2442610 w 12192000"/>
              <a:gd name="connsiteY2669" fmla="*/ 5123649 h 6858000"/>
              <a:gd name="connsiteX2670" fmla="*/ 2456005 w 12192000"/>
              <a:gd name="connsiteY2670" fmla="*/ 5127444 h 6858000"/>
              <a:gd name="connsiteX2671" fmla="*/ 2475650 w 12192000"/>
              <a:gd name="connsiteY2671" fmla="*/ 5120077 h 6858000"/>
              <a:gd name="connsiteX2672" fmla="*/ 2490384 w 12192000"/>
              <a:gd name="connsiteY2672" fmla="*/ 5098125 h 6858000"/>
              <a:gd name="connsiteX2673" fmla="*/ 2484580 w 12192000"/>
              <a:gd name="connsiteY2673" fmla="*/ 5098125 h 6858000"/>
              <a:gd name="connsiteX2674" fmla="*/ 2477436 w 12192000"/>
              <a:gd name="connsiteY2674" fmla="*/ 5107129 h 6858000"/>
              <a:gd name="connsiteX2675" fmla="*/ 2467911 w 12192000"/>
              <a:gd name="connsiteY2675" fmla="*/ 5110180 h 6858000"/>
              <a:gd name="connsiteX2676" fmla="*/ 2458163 w 12192000"/>
              <a:gd name="connsiteY2676" fmla="*/ 5105567 h 6858000"/>
              <a:gd name="connsiteX2677" fmla="*/ 2454368 w 12192000"/>
              <a:gd name="connsiteY2677" fmla="*/ 5087707 h 6858000"/>
              <a:gd name="connsiteX2678" fmla="*/ 2454368 w 12192000"/>
              <a:gd name="connsiteY2678" fmla="*/ 4999303 h 6858000"/>
              <a:gd name="connsiteX2679" fmla="*/ 2486217 w 12192000"/>
              <a:gd name="connsiteY2679" fmla="*/ 4999303 h 6858000"/>
              <a:gd name="connsiteX2680" fmla="*/ 2486217 w 12192000"/>
              <a:gd name="connsiteY2680" fmla="*/ 4988885 h 6858000"/>
              <a:gd name="connsiteX2681" fmla="*/ 2454368 w 12192000"/>
              <a:gd name="connsiteY2681" fmla="*/ 4988885 h 6858000"/>
              <a:gd name="connsiteX2682" fmla="*/ 2454368 w 12192000"/>
              <a:gd name="connsiteY2682" fmla="*/ 4944088 h 6858000"/>
              <a:gd name="connsiteX2683" fmla="*/ 864288 w 12192000"/>
              <a:gd name="connsiteY2683" fmla="*/ 4923401 h 6858000"/>
              <a:gd name="connsiteX2684" fmla="*/ 861906 w 12192000"/>
              <a:gd name="connsiteY2684" fmla="*/ 4970728 h 6858000"/>
              <a:gd name="connsiteX2685" fmla="*/ 867562 w 12192000"/>
              <a:gd name="connsiteY2685" fmla="*/ 4970728 h 6858000"/>
              <a:gd name="connsiteX2686" fmla="*/ 874110 w 12192000"/>
              <a:gd name="connsiteY2686" fmla="*/ 4949000 h 6858000"/>
              <a:gd name="connsiteX2687" fmla="*/ 887356 w 12192000"/>
              <a:gd name="connsiteY2687" fmla="*/ 4938135 h 6858000"/>
              <a:gd name="connsiteX2688" fmla="*/ 907448 w 12192000"/>
              <a:gd name="connsiteY2688" fmla="*/ 4936051 h 6858000"/>
              <a:gd name="connsiteX2689" fmla="*/ 931707 w 12192000"/>
              <a:gd name="connsiteY2689" fmla="*/ 4936051 h 6858000"/>
              <a:gd name="connsiteX2690" fmla="*/ 931707 w 12192000"/>
              <a:gd name="connsiteY2690" fmla="*/ 5090237 h 6858000"/>
              <a:gd name="connsiteX2691" fmla="*/ 928432 w 12192000"/>
              <a:gd name="connsiteY2691" fmla="*/ 5111966 h 6858000"/>
              <a:gd name="connsiteX2692" fmla="*/ 910275 w 12192000"/>
              <a:gd name="connsiteY2692" fmla="*/ 5119705 h 6858000"/>
              <a:gd name="connsiteX2693" fmla="*/ 903132 w 12192000"/>
              <a:gd name="connsiteY2693" fmla="*/ 5119705 h 6858000"/>
              <a:gd name="connsiteX2694" fmla="*/ 903132 w 12192000"/>
              <a:gd name="connsiteY2694" fmla="*/ 5125212 h 6858000"/>
              <a:gd name="connsiteX2695" fmla="*/ 988708 w 12192000"/>
              <a:gd name="connsiteY2695" fmla="*/ 5125212 h 6858000"/>
              <a:gd name="connsiteX2696" fmla="*/ 988708 w 12192000"/>
              <a:gd name="connsiteY2696" fmla="*/ 5119705 h 6858000"/>
              <a:gd name="connsiteX2697" fmla="*/ 981713 w 12192000"/>
              <a:gd name="connsiteY2697" fmla="*/ 5119705 h 6858000"/>
              <a:gd name="connsiteX2698" fmla="*/ 964300 w 12192000"/>
              <a:gd name="connsiteY2698" fmla="*/ 5113455 h 6858000"/>
              <a:gd name="connsiteX2699" fmla="*/ 960282 w 12192000"/>
              <a:gd name="connsiteY2699" fmla="*/ 5090237 h 6858000"/>
              <a:gd name="connsiteX2700" fmla="*/ 960282 w 12192000"/>
              <a:gd name="connsiteY2700" fmla="*/ 4936051 h 6858000"/>
              <a:gd name="connsiteX2701" fmla="*/ 988708 w 12192000"/>
              <a:gd name="connsiteY2701" fmla="*/ 4936051 h 6858000"/>
              <a:gd name="connsiteX2702" fmla="*/ 1008874 w 12192000"/>
              <a:gd name="connsiteY2702" fmla="*/ 4940144 h 6858000"/>
              <a:gd name="connsiteX2703" fmla="*/ 1021152 w 12192000"/>
              <a:gd name="connsiteY2703" fmla="*/ 4952869 h 6858000"/>
              <a:gd name="connsiteX2704" fmla="*/ 1025617 w 12192000"/>
              <a:gd name="connsiteY2704" fmla="*/ 4970728 h 6858000"/>
              <a:gd name="connsiteX2705" fmla="*/ 1031273 w 12192000"/>
              <a:gd name="connsiteY2705" fmla="*/ 4970728 h 6858000"/>
              <a:gd name="connsiteX2706" fmla="*/ 1029040 w 12192000"/>
              <a:gd name="connsiteY2706" fmla="*/ 4923401 h 6858000"/>
              <a:gd name="connsiteX2707" fmla="*/ 4576805 w 12192000"/>
              <a:gd name="connsiteY2707" fmla="*/ 4913876 h 6858000"/>
              <a:gd name="connsiteX2708" fmla="*/ 4546518 w 12192000"/>
              <a:gd name="connsiteY2708" fmla="*/ 4922583 h 6858000"/>
              <a:gd name="connsiteX2709" fmla="*/ 4526500 w 12192000"/>
              <a:gd name="connsiteY2709" fmla="*/ 4945428 h 6858000"/>
              <a:gd name="connsiteX2710" fmla="*/ 4519952 w 12192000"/>
              <a:gd name="connsiteY2710" fmla="*/ 4979956 h 6858000"/>
              <a:gd name="connsiteX2711" fmla="*/ 4519952 w 12192000"/>
              <a:gd name="connsiteY2711" fmla="*/ 4988885 h 6858000"/>
              <a:gd name="connsiteX2712" fmla="*/ 4493461 w 12192000"/>
              <a:gd name="connsiteY2712" fmla="*/ 4988885 h 6858000"/>
              <a:gd name="connsiteX2713" fmla="*/ 4493461 w 12192000"/>
              <a:gd name="connsiteY2713" fmla="*/ 4999601 h 6858000"/>
              <a:gd name="connsiteX2714" fmla="*/ 4519952 w 12192000"/>
              <a:gd name="connsiteY2714" fmla="*/ 4999601 h 6858000"/>
              <a:gd name="connsiteX2715" fmla="*/ 4519952 w 12192000"/>
              <a:gd name="connsiteY2715" fmla="*/ 5089196 h 6858000"/>
              <a:gd name="connsiteX2716" fmla="*/ 4518092 w 12192000"/>
              <a:gd name="connsiteY2716" fmla="*/ 5108841 h 6858000"/>
              <a:gd name="connsiteX2717" fmla="*/ 4511320 w 12192000"/>
              <a:gd name="connsiteY2717" fmla="*/ 5116878 h 6858000"/>
              <a:gd name="connsiteX2718" fmla="*/ 4500456 w 12192000"/>
              <a:gd name="connsiteY2718" fmla="*/ 5119854 h 6858000"/>
              <a:gd name="connsiteX2719" fmla="*/ 4494354 w 12192000"/>
              <a:gd name="connsiteY2719" fmla="*/ 5119854 h 6858000"/>
              <a:gd name="connsiteX2720" fmla="*/ 4494354 w 12192000"/>
              <a:gd name="connsiteY2720" fmla="*/ 5125212 h 6858000"/>
              <a:gd name="connsiteX2721" fmla="*/ 4575763 w 12192000"/>
              <a:gd name="connsiteY2721" fmla="*/ 5125212 h 6858000"/>
              <a:gd name="connsiteX2722" fmla="*/ 4575763 w 12192000"/>
              <a:gd name="connsiteY2722" fmla="*/ 5119854 h 6858000"/>
              <a:gd name="connsiteX2723" fmla="*/ 4563410 w 12192000"/>
              <a:gd name="connsiteY2723" fmla="*/ 5119854 h 6858000"/>
              <a:gd name="connsiteX2724" fmla="*/ 4548676 w 12192000"/>
              <a:gd name="connsiteY2724" fmla="*/ 5113306 h 6858000"/>
              <a:gd name="connsiteX2725" fmla="*/ 4544509 w 12192000"/>
              <a:gd name="connsiteY2725" fmla="*/ 5089196 h 6858000"/>
              <a:gd name="connsiteX2726" fmla="*/ 4544509 w 12192000"/>
              <a:gd name="connsiteY2726" fmla="*/ 4999601 h 6858000"/>
              <a:gd name="connsiteX2727" fmla="*/ 4579633 w 12192000"/>
              <a:gd name="connsiteY2727" fmla="*/ 4999601 h 6858000"/>
              <a:gd name="connsiteX2728" fmla="*/ 4579633 w 12192000"/>
              <a:gd name="connsiteY2728" fmla="*/ 4988885 h 6858000"/>
              <a:gd name="connsiteX2729" fmla="*/ 4544509 w 12192000"/>
              <a:gd name="connsiteY2729" fmla="*/ 4988885 h 6858000"/>
              <a:gd name="connsiteX2730" fmla="*/ 4544509 w 12192000"/>
              <a:gd name="connsiteY2730" fmla="*/ 4979063 h 6858000"/>
              <a:gd name="connsiteX2731" fmla="*/ 4546592 w 12192000"/>
              <a:gd name="connsiteY2731" fmla="*/ 4939549 h 6858000"/>
              <a:gd name="connsiteX2732" fmla="*/ 4553438 w 12192000"/>
              <a:gd name="connsiteY2732" fmla="*/ 4928238 h 6858000"/>
              <a:gd name="connsiteX2733" fmla="*/ 4565047 w 12192000"/>
              <a:gd name="connsiteY2733" fmla="*/ 4924592 h 6858000"/>
              <a:gd name="connsiteX2734" fmla="*/ 4575316 w 12192000"/>
              <a:gd name="connsiteY2734" fmla="*/ 4927419 h 6858000"/>
              <a:gd name="connsiteX2735" fmla="*/ 4585436 w 12192000"/>
              <a:gd name="connsiteY2735" fmla="*/ 4938358 h 6858000"/>
              <a:gd name="connsiteX2736" fmla="*/ 4594739 w 12192000"/>
              <a:gd name="connsiteY2736" fmla="*/ 4948925 h 6858000"/>
              <a:gd name="connsiteX2737" fmla="*/ 4601956 w 12192000"/>
              <a:gd name="connsiteY2737" fmla="*/ 4951381 h 6858000"/>
              <a:gd name="connsiteX2738" fmla="*/ 4610291 w 12192000"/>
              <a:gd name="connsiteY2738" fmla="*/ 4947437 h 6858000"/>
              <a:gd name="connsiteX2739" fmla="*/ 4614160 w 12192000"/>
              <a:gd name="connsiteY2739" fmla="*/ 4939028 h 6858000"/>
              <a:gd name="connsiteX2740" fmla="*/ 4605528 w 12192000"/>
              <a:gd name="connsiteY2740" fmla="*/ 4923996 h 6858000"/>
              <a:gd name="connsiteX2741" fmla="*/ 4576805 w 12192000"/>
              <a:gd name="connsiteY2741" fmla="*/ 4913876 h 6858000"/>
              <a:gd name="connsiteX2742" fmla="*/ 1795505 w 12192000"/>
              <a:gd name="connsiteY2742" fmla="*/ 4913876 h 6858000"/>
              <a:gd name="connsiteX2743" fmla="*/ 1765219 w 12192000"/>
              <a:gd name="connsiteY2743" fmla="*/ 4922583 h 6858000"/>
              <a:gd name="connsiteX2744" fmla="*/ 1745201 w 12192000"/>
              <a:gd name="connsiteY2744" fmla="*/ 4945428 h 6858000"/>
              <a:gd name="connsiteX2745" fmla="*/ 1738653 w 12192000"/>
              <a:gd name="connsiteY2745" fmla="*/ 4979956 h 6858000"/>
              <a:gd name="connsiteX2746" fmla="*/ 1738653 w 12192000"/>
              <a:gd name="connsiteY2746" fmla="*/ 4988885 h 6858000"/>
              <a:gd name="connsiteX2747" fmla="*/ 1712162 w 12192000"/>
              <a:gd name="connsiteY2747" fmla="*/ 4988885 h 6858000"/>
              <a:gd name="connsiteX2748" fmla="*/ 1712162 w 12192000"/>
              <a:gd name="connsiteY2748" fmla="*/ 4999601 h 6858000"/>
              <a:gd name="connsiteX2749" fmla="*/ 1738653 w 12192000"/>
              <a:gd name="connsiteY2749" fmla="*/ 4999601 h 6858000"/>
              <a:gd name="connsiteX2750" fmla="*/ 1738653 w 12192000"/>
              <a:gd name="connsiteY2750" fmla="*/ 5089196 h 6858000"/>
              <a:gd name="connsiteX2751" fmla="*/ 1736792 w 12192000"/>
              <a:gd name="connsiteY2751" fmla="*/ 5108841 h 6858000"/>
              <a:gd name="connsiteX2752" fmla="*/ 1730021 w 12192000"/>
              <a:gd name="connsiteY2752" fmla="*/ 5116878 h 6858000"/>
              <a:gd name="connsiteX2753" fmla="*/ 1719156 w 12192000"/>
              <a:gd name="connsiteY2753" fmla="*/ 5119854 h 6858000"/>
              <a:gd name="connsiteX2754" fmla="*/ 1713054 w 12192000"/>
              <a:gd name="connsiteY2754" fmla="*/ 5119854 h 6858000"/>
              <a:gd name="connsiteX2755" fmla="*/ 1713054 w 12192000"/>
              <a:gd name="connsiteY2755" fmla="*/ 5125212 h 6858000"/>
              <a:gd name="connsiteX2756" fmla="*/ 1794463 w 12192000"/>
              <a:gd name="connsiteY2756" fmla="*/ 5125212 h 6858000"/>
              <a:gd name="connsiteX2757" fmla="*/ 1794463 w 12192000"/>
              <a:gd name="connsiteY2757" fmla="*/ 5119854 h 6858000"/>
              <a:gd name="connsiteX2758" fmla="*/ 1782111 w 12192000"/>
              <a:gd name="connsiteY2758" fmla="*/ 5119854 h 6858000"/>
              <a:gd name="connsiteX2759" fmla="*/ 1767377 w 12192000"/>
              <a:gd name="connsiteY2759" fmla="*/ 5113306 h 6858000"/>
              <a:gd name="connsiteX2760" fmla="*/ 1763209 w 12192000"/>
              <a:gd name="connsiteY2760" fmla="*/ 5089196 h 6858000"/>
              <a:gd name="connsiteX2761" fmla="*/ 1763209 w 12192000"/>
              <a:gd name="connsiteY2761" fmla="*/ 4999601 h 6858000"/>
              <a:gd name="connsiteX2762" fmla="*/ 1798333 w 12192000"/>
              <a:gd name="connsiteY2762" fmla="*/ 4999601 h 6858000"/>
              <a:gd name="connsiteX2763" fmla="*/ 1798333 w 12192000"/>
              <a:gd name="connsiteY2763" fmla="*/ 4988885 h 6858000"/>
              <a:gd name="connsiteX2764" fmla="*/ 1763209 w 12192000"/>
              <a:gd name="connsiteY2764" fmla="*/ 4988885 h 6858000"/>
              <a:gd name="connsiteX2765" fmla="*/ 1763209 w 12192000"/>
              <a:gd name="connsiteY2765" fmla="*/ 4979063 h 6858000"/>
              <a:gd name="connsiteX2766" fmla="*/ 1765293 w 12192000"/>
              <a:gd name="connsiteY2766" fmla="*/ 4939549 h 6858000"/>
              <a:gd name="connsiteX2767" fmla="*/ 1772139 w 12192000"/>
              <a:gd name="connsiteY2767" fmla="*/ 4928238 h 6858000"/>
              <a:gd name="connsiteX2768" fmla="*/ 1783748 w 12192000"/>
              <a:gd name="connsiteY2768" fmla="*/ 4924592 h 6858000"/>
              <a:gd name="connsiteX2769" fmla="*/ 1794017 w 12192000"/>
              <a:gd name="connsiteY2769" fmla="*/ 4927419 h 6858000"/>
              <a:gd name="connsiteX2770" fmla="*/ 1804137 w 12192000"/>
              <a:gd name="connsiteY2770" fmla="*/ 4938358 h 6858000"/>
              <a:gd name="connsiteX2771" fmla="*/ 1813439 w 12192000"/>
              <a:gd name="connsiteY2771" fmla="*/ 4948925 h 6858000"/>
              <a:gd name="connsiteX2772" fmla="*/ 1820657 w 12192000"/>
              <a:gd name="connsiteY2772" fmla="*/ 4951381 h 6858000"/>
              <a:gd name="connsiteX2773" fmla="*/ 1828991 w 12192000"/>
              <a:gd name="connsiteY2773" fmla="*/ 4947437 h 6858000"/>
              <a:gd name="connsiteX2774" fmla="*/ 1832861 w 12192000"/>
              <a:gd name="connsiteY2774" fmla="*/ 4939028 h 6858000"/>
              <a:gd name="connsiteX2775" fmla="*/ 1824229 w 12192000"/>
              <a:gd name="connsiteY2775" fmla="*/ 4923996 h 6858000"/>
              <a:gd name="connsiteX2776" fmla="*/ 1795505 w 12192000"/>
              <a:gd name="connsiteY2776" fmla="*/ 4913876 h 6858000"/>
              <a:gd name="connsiteX2777" fmla="*/ 10551211 w 12192000"/>
              <a:gd name="connsiteY2777" fmla="*/ 4913578 h 6858000"/>
              <a:gd name="connsiteX2778" fmla="*/ 10510581 w 12192000"/>
              <a:gd name="connsiteY2778" fmla="*/ 4930247 h 6858000"/>
              <a:gd name="connsiteX2779" fmla="*/ 10513111 w 12192000"/>
              <a:gd name="connsiteY2779" fmla="*/ 4935456 h 6858000"/>
              <a:gd name="connsiteX2780" fmla="*/ 10522934 w 12192000"/>
              <a:gd name="connsiteY2780" fmla="*/ 4933075 h 6858000"/>
              <a:gd name="connsiteX2781" fmla="*/ 10528813 w 12192000"/>
              <a:gd name="connsiteY2781" fmla="*/ 4935010 h 6858000"/>
              <a:gd name="connsiteX2782" fmla="*/ 10532161 w 12192000"/>
              <a:gd name="connsiteY2782" fmla="*/ 4942228 h 6858000"/>
              <a:gd name="connsiteX2783" fmla="*/ 10533203 w 12192000"/>
              <a:gd name="connsiteY2783" fmla="*/ 4970580 h 6858000"/>
              <a:gd name="connsiteX2784" fmla="*/ 10533203 w 12192000"/>
              <a:gd name="connsiteY2784" fmla="*/ 5094405 h 6858000"/>
              <a:gd name="connsiteX2785" fmla="*/ 10531268 w 12192000"/>
              <a:gd name="connsiteY2785" fmla="*/ 5111520 h 6858000"/>
              <a:gd name="connsiteX2786" fmla="*/ 10525911 w 12192000"/>
              <a:gd name="connsiteY2786" fmla="*/ 5117919 h 6858000"/>
              <a:gd name="connsiteX2787" fmla="*/ 10513111 w 12192000"/>
              <a:gd name="connsiteY2787" fmla="*/ 5119854 h 6858000"/>
              <a:gd name="connsiteX2788" fmla="*/ 10513111 w 12192000"/>
              <a:gd name="connsiteY2788" fmla="*/ 5125212 h 6858000"/>
              <a:gd name="connsiteX2789" fmla="*/ 10579935 w 12192000"/>
              <a:gd name="connsiteY2789" fmla="*/ 5125212 h 6858000"/>
              <a:gd name="connsiteX2790" fmla="*/ 10579935 w 12192000"/>
              <a:gd name="connsiteY2790" fmla="*/ 5119854 h 6858000"/>
              <a:gd name="connsiteX2791" fmla="*/ 10565499 w 12192000"/>
              <a:gd name="connsiteY2791" fmla="*/ 5117696 h 6858000"/>
              <a:gd name="connsiteX2792" fmla="*/ 10559769 w 12192000"/>
              <a:gd name="connsiteY2792" fmla="*/ 5111371 h 6858000"/>
              <a:gd name="connsiteX2793" fmla="*/ 10557909 w 12192000"/>
              <a:gd name="connsiteY2793" fmla="*/ 5094405 h 6858000"/>
              <a:gd name="connsiteX2794" fmla="*/ 10557909 w 12192000"/>
              <a:gd name="connsiteY2794" fmla="*/ 4913578 h 6858000"/>
              <a:gd name="connsiteX2795" fmla="*/ 9345555 w 12192000"/>
              <a:gd name="connsiteY2795" fmla="*/ 4913578 h 6858000"/>
              <a:gd name="connsiteX2796" fmla="*/ 9334765 w 12192000"/>
              <a:gd name="connsiteY2796" fmla="*/ 4917969 h 6858000"/>
              <a:gd name="connsiteX2797" fmla="*/ 9330374 w 12192000"/>
              <a:gd name="connsiteY2797" fmla="*/ 4928610 h 6858000"/>
              <a:gd name="connsiteX2798" fmla="*/ 9334839 w 12192000"/>
              <a:gd name="connsiteY2798" fmla="*/ 4939326 h 6858000"/>
              <a:gd name="connsiteX2799" fmla="*/ 9345555 w 12192000"/>
              <a:gd name="connsiteY2799" fmla="*/ 4943791 h 6858000"/>
              <a:gd name="connsiteX2800" fmla="*/ 9356196 w 12192000"/>
              <a:gd name="connsiteY2800" fmla="*/ 4939326 h 6858000"/>
              <a:gd name="connsiteX2801" fmla="*/ 9360586 w 12192000"/>
              <a:gd name="connsiteY2801" fmla="*/ 4928610 h 6858000"/>
              <a:gd name="connsiteX2802" fmla="*/ 9356196 w 12192000"/>
              <a:gd name="connsiteY2802" fmla="*/ 4917969 h 6858000"/>
              <a:gd name="connsiteX2803" fmla="*/ 9345555 w 12192000"/>
              <a:gd name="connsiteY2803" fmla="*/ 4913578 h 6858000"/>
              <a:gd name="connsiteX2804" fmla="*/ 8777330 w 12192000"/>
              <a:gd name="connsiteY2804" fmla="*/ 4913578 h 6858000"/>
              <a:gd name="connsiteX2805" fmla="*/ 8736699 w 12192000"/>
              <a:gd name="connsiteY2805" fmla="*/ 4930247 h 6858000"/>
              <a:gd name="connsiteX2806" fmla="*/ 8738634 w 12192000"/>
              <a:gd name="connsiteY2806" fmla="*/ 4935456 h 6858000"/>
              <a:gd name="connsiteX2807" fmla="*/ 8748903 w 12192000"/>
              <a:gd name="connsiteY2807" fmla="*/ 4933075 h 6858000"/>
              <a:gd name="connsiteX2808" fmla="*/ 8754856 w 12192000"/>
              <a:gd name="connsiteY2808" fmla="*/ 4935010 h 6858000"/>
              <a:gd name="connsiteX2809" fmla="*/ 8758354 w 12192000"/>
              <a:gd name="connsiteY2809" fmla="*/ 4942302 h 6858000"/>
              <a:gd name="connsiteX2810" fmla="*/ 8759470 w 12192000"/>
              <a:gd name="connsiteY2810" fmla="*/ 4971026 h 6858000"/>
              <a:gd name="connsiteX2811" fmla="*/ 8759470 w 12192000"/>
              <a:gd name="connsiteY2811" fmla="*/ 4996178 h 6858000"/>
              <a:gd name="connsiteX2812" fmla="*/ 8729704 w 12192000"/>
              <a:gd name="connsiteY2812" fmla="*/ 4984718 h 6858000"/>
              <a:gd name="connsiteX2813" fmla="*/ 8682228 w 12192000"/>
              <a:gd name="connsiteY2813" fmla="*/ 5009052 h 6858000"/>
              <a:gd name="connsiteX2814" fmla="*/ 8663773 w 12192000"/>
              <a:gd name="connsiteY2814" fmla="*/ 5062704 h 6858000"/>
              <a:gd name="connsiteX2815" fmla="*/ 8680442 w 12192000"/>
              <a:gd name="connsiteY2815" fmla="*/ 5110701 h 6858000"/>
              <a:gd name="connsiteX2816" fmla="*/ 8719435 w 12192000"/>
              <a:gd name="connsiteY2816" fmla="*/ 5129379 h 6858000"/>
              <a:gd name="connsiteX2817" fmla="*/ 8739973 w 12192000"/>
              <a:gd name="connsiteY2817" fmla="*/ 5124840 h 6858000"/>
              <a:gd name="connsiteX2818" fmla="*/ 8759470 w 12192000"/>
              <a:gd name="connsiteY2818" fmla="*/ 5109883 h 6858000"/>
              <a:gd name="connsiteX2819" fmla="*/ 8759470 w 12192000"/>
              <a:gd name="connsiteY2819" fmla="*/ 5129379 h 6858000"/>
              <a:gd name="connsiteX2820" fmla="*/ 8766316 w 12192000"/>
              <a:gd name="connsiteY2820" fmla="*/ 5129379 h 6858000"/>
              <a:gd name="connsiteX2821" fmla="*/ 8806797 w 12192000"/>
              <a:gd name="connsiteY2821" fmla="*/ 5112562 h 6858000"/>
              <a:gd name="connsiteX2822" fmla="*/ 8805160 w 12192000"/>
              <a:gd name="connsiteY2822" fmla="*/ 5107353 h 6858000"/>
              <a:gd name="connsiteX2823" fmla="*/ 8794444 w 12192000"/>
              <a:gd name="connsiteY2823" fmla="*/ 5109883 h 6858000"/>
              <a:gd name="connsiteX2824" fmla="*/ 8788714 w 12192000"/>
              <a:gd name="connsiteY2824" fmla="*/ 5107799 h 6858000"/>
              <a:gd name="connsiteX2825" fmla="*/ 8785142 w 12192000"/>
              <a:gd name="connsiteY2825" fmla="*/ 5100432 h 6858000"/>
              <a:gd name="connsiteX2826" fmla="*/ 8784027 w 12192000"/>
              <a:gd name="connsiteY2826" fmla="*/ 5071187 h 6858000"/>
              <a:gd name="connsiteX2827" fmla="*/ 8784027 w 12192000"/>
              <a:gd name="connsiteY2827" fmla="*/ 4913578 h 6858000"/>
              <a:gd name="connsiteX2828" fmla="*/ 8405854 w 12192000"/>
              <a:gd name="connsiteY2828" fmla="*/ 4913578 h 6858000"/>
              <a:gd name="connsiteX2829" fmla="*/ 8365225 w 12192000"/>
              <a:gd name="connsiteY2829" fmla="*/ 4930247 h 6858000"/>
              <a:gd name="connsiteX2830" fmla="*/ 8367159 w 12192000"/>
              <a:gd name="connsiteY2830" fmla="*/ 4935456 h 6858000"/>
              <a:gd name="connsiteX2831" fmla="*/ 8377428 w 12192000"/>
              <a:gd name="connsiteY2831" fmla="*/ 4933075 h 6858000"/>
              <a:gd name="connsiteX2832" fmla="*/ 8383381 w 12192000"/>
              <a:gd name="connsiteY2832" fmla="*/ 4935010 h 6858000"/>
              <a:gd name="connsiteX2833" fmla="*/ 8386879 w 12192000"/>
              <a:gd name="connsiteY2833" fmla="*/ 4942302 h 6858000"/>
              <a:gd name="connsiteX2834" fmla="*/ 8387995 w 12192000"/>
              <a:gd name="connsiteY2834" fmla="*/ 4971026 h 6858000"/>
              <a:gd name="connsiteX2835" fmla="*/ 8387995 w 12192000"/>
              <a:gd name="connsiteY2835" fmla="*/ 4996178 h 6858000"/>
              <a:gd name="connsiteX2836" fmla="*/ 8358229 w 12192000"/>
              <a:gd name="connsiteY2836" fmla="*/ 4984718 h 6858000"/>
              <a:gd name="connsiteX2837" fmla="*/ 8310753 w 12192000"/>
              <a:gd name="connsiteY2837" fmla="*/ 5009052 h 6858000"/>
              <a:gd name="connsiteX2838" fmla="*/ 8292299 w 12192000"/>
              <a:gd name="connsiteY2838" fmla="*/ 5062704 h 6858000"/>
              <a:gd name="connsiteX2839" fmla="*/ 8308967 w 12192000"/>
              <a:gd name="connsiteY2839" fmla="*/ 5110701 h 6858000"/>
              <a:gd name="connsiteX2840" fmla="*/ 8347960 w 12192000"/>
              <a:gd name="connsiteY2840" fmla="*/ 5129379 h 6858000"/>
              <a:gd name="connsiteX2841" fmla="*/ 8368498 w 12192000"/>
              <a:gd name="connsiteY2841" fmla="*/ 5124840 h 6858000"/>
              <a:gd name="connsiteX2842" fmla="*/ 8387995 w 12192000"/>
              <a:gd name="connsiteY2842" fmla="*/ 5109883 h 6858000"/>
              <a:gd name="connsiteX2843" fmla="*/ 8387995 w 12192000"/>
              <a:gd name="connsiteY2843" fmla="*/ 5129379 h 6858000"/>
              <a:gd name="connsiteX2844" fmla="*/ 8394840 w 12192000"/>
              <a:gd name="connsiteY2844" fmla="*/ 5129379 h 6858000"/>
              <a:gd name="connsiteX2845" fmla="*/ 8435322 w 12192000"/>
              <a:gd name="connsiteY2845" fmla="*/ 5112562 h 6858000"/>
              <a:gd name="connsiteX2846" fmla="*/ 8433686 w 12192000"/>
              <a:gd name="connsiteY2846" fmla="*/ 5107353 h 6858000"/>
              <a:gd name="connsiteX2847" fmla="*/ 8422970 w 12192000"/>
              <a:gd name="connsiteY2847" fmla="*/ 5109883 h 6858000"/>
              <a:gd name="connsiteX2848" fmla="*/ 8417240 w 12192000"/>
              <a:gd name="connsiteY2848" fmla="*/ 5107799 h 6858000"/>
              <a:gd name="connsiteX2849" fmla="*/ 8413668 w 12192000"/>
              <a:gd name="connsiteY2849" fmla="*/ 5100432 h 6858000"/>
              <a:gd name="connsiteX2850" fmla="*/ 8412551 w 12192000"/>
              <a:gd name="connsiteY2850" fmla="*/ 5071187 h 6858000"/>
              <a:gd name="connsiteX2851" fmla="*/ 8412551 w 12192000"/>
              <a:gd name="connsiteY2851" fmla="*/ 4913578 h 6858000"/>
              <a:gd name="connsiteX2852" fmla="*/ 7478655 w 12192000"/>
              <a:gd name="connsiteY2852" fmla="*/ 4913578 h 6858000"/>
              <a:gd name="connsiteX2853" fmla="*/ 7467866 w 12192000"/>
              <a:gd name="connsiteY2853" fmla="*/ 4917969 h 6858000"/>
              <a:gd name="connsiteX2854" fmla="*/ 7463475 w 12192000"/>
              <a:gd name="connsiteY2854" fmla="*/ 4928610 h 6858000"/>
              <a:gd name="connsiteX2855" fmla="*/ 7467939 w 12192000"/>
              <a:gd name="connsiteY2855" fmla="*/ 4939326 h 6858000"/>
              <a:gd name="connsiteX2856" fmla="*/ 7478655 w 12192000"/>
              <a:gd name="connsiteY2856" fmla="*/ 4943791 h 6858000"/>
              <a:gd name="connsiteX2857" fmla="*/ 7489297 w 12192000"/>
              <a:gd name="connsiteY2857" fmla="*/ 4939326 h 6858000"/>
              <a:gd name="connsiteX2858" fmla="*/ 7493687 w 12192000"/>
              <a:gd name="connsiteY2858" fmla="*/ 4928610 h 6858000"/>
              <a:gd name="connsiteX2859" fmla="*/ 7489297 w 12192000"/>
              <a:gd name="connsiteY2859" fmla="*/ 4917969 h 6858000"/>
              <a:gd name="connsiteX2860" fmla="*/ 7478655 w 12192000"/>
              <a:gd name="connsiteY2860" fmla="*/ 4913578 h 6858000"/>
              <a:gd name="connsiteX2861" fmla="*/ 7325064 w 12192000"/>
              <a:gd name="connsiteY2861" fmla="*/ 4913578 h 6858000"/>
              <a:gd name="connsiteX2862" fmla="*/ 7284583 w 12192000"/>
              <a:gd name="connsiteY2862" fmla="*/ 4930247 h 6858000"/>
              <a:gd name="connsiteX2863" fmla="*/ 7287114 w 12192000"/>
              <a:gd name="connsiteY2863" fmla="*/ 4935456 h 6858000"/>
              <a:gd name="connsiteX2864" fmla="*/ 7296489 w 12192000"/>
              <a:gd name="connsiteY2864" fmla="*/ 4932926 h 6858000"/>
              <a:gd name="connsiteX2865" fmla="*/ 7302741 w 12192000"/>
              <a:gd name="connsiteY2865" fmla="*/ 4934935 h 6858000"/>
              <a:gd name="connsiteX2866" fmla="*/ 7306164 w 12192000"/>
              <a:gd name="connsiteY2866" fmla="*/ 4942228 h 6858000"/>
              <a:gd name="connsiteX2867" fmla="*/ 7307205 w 12192000"/>
              <a:gd name="connsiteY2867" fmla="*/ 4971175 h 6858000"/>
              <a:gd name="connsiteX2868" fmla="*/ 7307205 w 12192000"/>
              <a:gd name="connsiteY2868" fmla="*/ 5095298 h 6858000"/>
              <a:gd name="connsiteX2869" fmla="*/ 7304973 w 12192000"/>
              <a:gd name="connsiteY2869" fmla="*/ 5112264 h 6858000"/>
              <a:gd name="connsiteX2870" fmla="*/ 7300211 w 12192000"/>
              <a:gd name="connsiteY2870" fmla="*/ 5117324 h 6858000"/>
              <a:gd name="connsiteX2871" fmla="*/ 7284583 w 12192000"/>
              <a:gd name="connsiteY2871" fmla="*/ 5119854 h 6858000"/>
              <a:gd name="connsiteX2872" fmla="*/ 7284583 w 12192000"/>
              <a:gd name="connsiteY2872" fmla="*/ 5125212 h 6858000"/>
              <a:gd name="connsiteX2873" fmla="*/ 7353938 w 12192000"/>
              <a:gd name="connsiteY2873" fmla="*/ 5125212 h 6858000"/>
              <a:gd name="connsiteX2874" fmla="*/ 7353938 w 12192000"/>
              <a:gd name="connsiteY2874" fmla="*/ 5119854 h 6858000"/>
              <a:gd name="connsiteX2875" fmla="*/ 7339054 w 12192000"/>
              <a:gd name="connsiteY2875" fmla="*/ 5117919 h 6858000"/>
              <a:gd name="connsiteX2876" fmla="*/ 7333771 w 12192000"/>
              <a:gd name="connsiteY2876" fmla="*/ 5111966 h 6858000"/>
              <a:gd name="connsiteX2877" fmla="*/ 7331911 w 12192000"/>
              <a:gd name="connsiteY2877" fmla="*/ 5094553 h 6858000"/>
              <a:gd name="connsiteX2878" fmla="*/ 7331911 w 12192000"/>
              <a:gd name="connsiteY2878" fmla="*/ 5049310 h 6858000"/>
              <a:gd name="connsiteX2879" fmla="*/ 7373731 w 12192000"/>
              <a:gd name="connsiteY2879" fmla="*/ 5102739 h 6858000"/>
              <a:gd name="connsiteX2880" fmla="*/ 7379685 w 12192000"/>
              <a:gd name="connsiteY2880" fmla="*/ 5113752 h 6858000"/>
              <a:gd name="connsiteX2881" fmla="*/ 7377676 w 12192000"/>
              <a:gd name="connsiteY2881" fmla="*/ 5118143 h 6858000"/>
              <a:gd name="connsiteX2882" fmla="*/ 7370010 w 12192000"/>
              <a:gd name="connsiteY2882" fmla="*/ 5119854 h 6858000"/>
              <a:gd name="connsiteX2883" fmla="*/ 7370010 w 12192000"/>
              <a:gd name="connsiteY2883" fmla="*/ 5125212 h 6858000"/>
              <a:gd name="connsiteX2884" fmla="*/ 7436240 w 12192000"/>
              <a:gd name="connsiteY2884" fmla="*/ 5125212 h 6858000"/>
              <a:gd name="connsiteX2885" fmla="*/ 7436240 w 12192000"/>
              <a:gd name="connsiteY2885" fmla="*/ 5119854 h 6858000"/>
              <a:gd name="connsiteX2886" fmla="*/ 7423291 w 12192000"/>
              <a:gd name="connsiteY2886" fmla="*/ 5118366 h 6858000"/>
              <a:gd name="connsiteX2887" fmla="*/ 7410789 w 12192000"/>
              <a:gd name="connsiteY2887" fmla="*/ 5109287 h 6858000"/>
              <a:gd name="connsiteX2888" fmla="*/ 7391144 w 12192000"/>
              <a:gd name="connsiteY2888" fmla="*/ 5086070 h 6858000"/>
              <a:gd name="connsiteX2889" fmla="*/ 7356170 w 12192000"/>
              <a:gd name="connsiteY2889" fmla="*/ 5041868 h 6858000"/>
              <a:gd name="connsiteX2890" fmla="*/ 7391144 w 12192000"/>
              <a:gd name="connsiteY2890" fmla="*/ 5009573 h 6858000"/>
              <a:gd name="connsiteX2891" fmla="*/ 7408929 w 12192000"/>
              <a:gd name="connsiteY2891" fmla="*/ 4997369 h 6858000"/>
              <a:gd name="connsiteX2892" fmla="*/ 7429244 w 12192000"/>
              <a:gd name="connsiteY2892" fmla="*/ 4993648 h 6858000"/>
              <a:gd name="connsiteX2893" fmla="*/ 7429244 w 12192000"/>
              <a:gd name="connsiteY2893" fmla="*/ 4988885 h 6858000"/>
              <a:gd name="connsiteX2894" fmla="*/ 7370010 w 12192000"/>
              <a:gd name="connsiteY2894" fmla="*/ 4988885 h 6858000"/>
              <a:gd name="connsiteX2895" fmla="*/ 7370010 w 12192000"/>
              <a:gd name="connsiteY2895" fmla="*/ 4993648 h 6858000"/>
              <a:gd name="connsiteX2896" fmla="*/ 7378122 w 12192000"/>
              <a:gd name="connsiteY2896" fmla="*/ 4996104 h 6858000"/>
              <a:gd name="connsiteX2897" fmla="*/ 7380577 w 12192000"/>
              <a:gd name="connsiteY2897" fmla="*/ 5001238 h 6858000"/>
              <a:gd name="connsiteX2898" fmla="*/ 7379387 w 12192000"/>
              <a:gd name="connsiteY2898" fmla="*/ 5004810 h 6858000"/>
              <a:gd name="connsiteX2899" fmla="*/ 7366587 w 12192000"/>
              <a:gd name="connsiteY2899" fmla="*/ 5017609 h 6858000"/>
              <a:gd name="connsiteX2900" fmla="*/ 7331911 w 12192000"/>
              <a:gd name="connsiteY2900" fmla="*/ 5049161 h 6858000"/>
              <a:gd name="connsiteX2901" fmla="*/ 7331911 w 12192000"/>
              <a:gd name="connsiteY2901" fmla="*/ 4913578 h 6858000"/>
              <a:gd name="connsiteX2902" fmla="*/ 6516630 w 12192000"/>
              <a:gd name="connsiteY2902" fmla="*/ 4913578 h 6858000"/>
              <a:gd name="connsiteX2903" fmla="*/ 6505840 w 12192000"/>
              <a:gd name="connsiteY2903" fmla="*/ 4917969 h 6858000"/>
              <a:gd name="connsiteX2904" fmla="*/ 6501450 w 12192000"/>
              <a:gd name="connsiteY2904" fmla="*/ 4928610 h 6858000"/>
              <a:gd name="connsiteX2905" fmla="*/ 6505914 w 12192000"/>
              <a:gd name="connsiteY2905" fmla="*/ 4939326 h 6858000"/>
              <a:gd name="connsiteX2906" fmla="*/ 6516630 w 12192000"/>
              <a:gd name="connsiteY2906" fmla="*/ 4943791 h 6858000"/>
              <a:gd name="connsiteX2907" fmla="*/ 6527271 w 12192000"/>
              <a:gd name="connsiteY2907" fmla="*/ 4939326 h 6858000"/>
              <a:gd name="connsiteX2908" fmla="*/ 6531662 w 12192000"/>
              <a:gd name="connsiteY2908" fmla="*/ 4928610 h 6858000"/>
              <a:gd name="connsiteX2909" fmla="*/ 6527271 w 12192000"/>
              <a:gd name="connsiteY2909" fmla="*/ 4917969 h 6858000"/>
              <a:gd name="connsiteX2910" fmla="*/ 6516630 w 12192000"/>
              <a:gd name="connsiteY2910" fmla="*/ 4913578 h 6858000"/>
              <a:gd name="connsiteX2911" fmla="*/ 6436412 w 12192000"/>
              <a:gd name="connsiteY2911" fmla="*/ 4913578 h 6858000"/>
              <a:gd name="connsiteX2912" fmla="*/ 6395782 w 12192000"/>
              <a:gd name="connsiteY2912" fmla="*/ 4930247 h 6858000"/>
              <a:gd name="connsiteX2913" fmla="*/ 6398312 w 12192000"/>
              <a:gd name="connsiteY2913" fmla="*/ 4935456 h 6858000"/>
              <a:gd name="connsiteX2914" fmla="*/ 6408134 w 12192000"/>
              <a:gd name="connsiteY2914" fmla="*/ 4933075 h 6858000"/>
              <a:gd name="connsiteX2915" fmla="*/ 6414013 w 12192000"/>
              <a:gd name="connsiteY2915" fmla="*/ 4935010 h 6858000"/>
              <a:gd name="connsiteX2916" fmla="*/ 6417362 w 12192000"/>
              <a:gd name="connsiteY2916" fmla="*/ 4942228 h 6858000"/>
              <a:gd name="connsiteX2917" fmla="*/ 6418403 w 12192000"/>
              <a:gd name="connsiteY2917" fmla="*/ 4970580 h 6858000"/>
              <a:gd name="connsiteX2918" fmla="*/ 6418403 w 12192000"/>
              <a:gd name="connsiteY2918" fmla="*/ 5094405 h 6858000"/>
              <a:gd name="connsiteX2919" fmla="*/ 6416469 w 12192000"/>
              <a:gd name="connsiteY2919" fmla="*/ 5111520 h 6858000"/>
              <a:gd name="connsiteX2920" fmla="*/ 6411111 w 12192000"/>
              <a:gd name="connsiteY2920" fmla="*/ 5117919 h 6858000"/>
              <a:gd name="connsiteX2921" fmla="*/ 6398312 w 12192000"/>
              <a:gd name="connsiteY2921" fmla="*/ 5119854 h 6858000"/>
              <a:gd name="connsiteX2922" fmla="*/ 6398312 w 12192000"/>
              <a:gd name="connsiteY2922" fmla="*/ 5125212 h 6858000"/>
              <a:gd name="connsiteX2923" fmla="*/ 6465135 w 12192000"/>
              <a:gd name="connsiteY2923" fmla="*/ 5125212 h 6858000"/>
              <a:gd name="connsiteX2924" fmla="*/ 6465135 w 12192000"/>
              <a:gd name="connsiteY2924" fmla="*/ 5119854 h 6858000"/>
              <a:gd name="connsiteX2925" fmla="*/ 6450699 w 12192000"/>
              <a:gd name="connsiteY2925" fmla="*/ 5117696 h 6858000"/>
              <a:gd name="connsiteX2926" fmla="*/ 6444969 w 12192000"/>
              <a:gd name="connsiteY2926" fmla="*/ 5111371 h 6858000"/>
              <a:gd name="connsiteX2927" fmla="*/ 6443109 w 12192000"/>
              <a:gd name="connsiteY2927" fmla="*/ 5094405 h 6858000"/>
              <a:gd name="connsiteX2928" fmla="*/ 6443109 w 12192000"/>
              <a:gd name="connsiteY2928" fmla="*/ 4913578 h 6858000"/>
              <a:gd name="connsiteX2929" fmla="*/ 5800767 w 12192000"/>
              <a:gd name="connsiteY2929" fmla="*/ 4913578 h 6858000"/>
              <a:gd name="connsiteX2930" fmla="*/ 5759988 w 12192000"/>
              <a:gd name="connsiteY2930" fmla="*/ 4930247 h 6858000"/>
              <a:gd name="connsiteX2931" fmla="*/ 5762071 w 12192000"/>
              <a:gd name="connsiteY2931" fmla="*/ 4935456 h 6858000"/>
              <a:gd name="connsiteX2932" fmla="*/ 5772192 w 12192000"/>
              <a:gd name="connsiteY2932" fmla="*/ 4933075 h 6858000"/>
              <a:gd name="connsiteX2933" fmla="*/ 5778368 w 12192000"/>
              <a:gd name="connsiteY2933" fmla="*/ 4935010 h 6858000"/>
              <a:gd name="connsiteX2934" fmla="*/ 5781792 w 12192000"/>
              <a:gd name="connsiteY2934" fmla="*/ 4942302 h 6858000"/>
              <a:gd name="connsiteX2935" fmla="*/ 5782907 w 12192000"/>
              <a:gd name="connsiteY2935" fmla="*/ 4971026 h 6858000"/>
              <a:gd name="connsiteX2936" fmla="*/ 5782907 w 12192000"/>
              <a:gd name="connsiteY2936" fmla="*/ 5094405 h 6858000"/>
              <a:gd name="connsiteX2937" fmla="*/ 5781121 w 12192000"/>
              <a:gd name="connsiteY2937" fmla="*/ 5111371 h 6858000"/>
              <a:gd name="connsiteX2938" fmla="*/ 5776359 w 12192000"/>
              <a:gd name="connsiteY2938" fmla="*/ 5117026 h 6858000"/>
              <a:gd name="connsiteX2939" fmla="*/ 5762071 w 12192000"/>
              <a:gd name="connsiteY2939" fmla="*/ 5119854 h 6858000"/>
              <a:gd name="connsiteX2940" fmla="*/ 5762071 w 12192000"/>
              <a:gd name="connsiteY2940" fmla="*/ 5125212 h 6858000"/>
              <a:gd name="connsiteX2941" fmla="*/ 5829639 w 12192000"/>
              <a:gd name="connsiteY2941" fmla="*/ 5125212 h 6858000"/>
              <a:gd name="connsiteX2942" fmla="*/ 5829639 w 12192000"/>
              <a:gd name="connsiteY2942" fmla="*/ 5119854 h 6858000"/>
              <a:gd name="connsiteX2943" fmla="*/ 5814980 w 12192000"/>
              <a:gd name="connsiteY2943" fmla="*/ 5117547 h 6858000"/>
              <a:gd name="connsiteX2944" fmla="*/ 5809175 w 12192000"/>
              <a:gd name="connsiteY2944" fmla="*/ 5111817 h 6858000"/>
              <a:gd name="connsiteX2945" fmla="*/ 5807613 w 12192000"/>
              <a:gd name="connsiteY2945" fmla="*/ 5094405 h 6858000"/>
              <a:gd name="connsiteX2946" fmla="*/ 5807613 w 12192000"/>
              <a:gd name="connsiteY2946" fmla="*/ 5022372 h 6858000"/>
              <a:gd name="connsiteX2947" fmla="*/ 5826514 w 12192000"/>
              <a:gd name="connsiteY2947" fmla="*/ 5006745 h 6858000"/>
              <a:gd name="connsiteX2948" fmla="*/ 5841694 w 12192000"/>
              <a:gd name="connsiteY2948" fmla="*/ 5002875 h 6858000"/>
              <a:gd name="connsiteX2949" fmla="*/ 5853898 w 12192000"/>
              <a:gd name="connsiteY2949" fmla="*/ 5006373 h 6858000"/>
              <a:gd name="connsiteX2950" fmla="*/ 5861265 w 12192000"/>
              <a:gd name="connsiteY2950" fmla="*/ 5016865 h 6858000"/>
              <a:gd name="connsiteX2951" fmla="*/ 5863572 w 12192000"/>
              <a:gd name="connsiteY2951" fmla="*/ 5046184 h 6858000"/>
              <a:gd name="connsiteX2952" fmla="*/ 5863572 w 12192000"/>
              <a:gd name="connsiteY2952" fmla="*/ 5094405 h 6858000"/>
              <a:gd name="connsiteX2953" fmla="*/ 5863126 w 12192000"/>
              <a:gd name="connsiteY2953" fmla="*/ 5108394 h 6858000"/>
              <a:gd name="connsiteX2954" fmla="*/ 5857917 w 12192000"/>
              <a:gd name="connsiteY2954" fmla="*/ 5116952 h 6858000"/>
              <a:gd name="connsiteX2955" fmla="*/ 5844671 w 12192000"/>
              <a:gd name="connsiteY2955" fmla="*/ 5119854 h 6858000"/>
              <a:gd name="connsiteX2956" fmla="*/ 5841546 w 12192000"/>
              <a:gd name="connsiteY2956" fmla="*/ 5119854 h 6858000"/>
              <a:gd name="connsiteX2957" fmla="*/ 5841546 w 12192000"/>
              <a:gd name="connsiteY2957" fmla="*/ 5125212 h 6858000"/>
              <a:gd name="connsiteX2958" fmla="*/ 5908519 w 12192000"/>
              <a:gd name="connsiteY2958" fmla="*/ 5125212 h 6858000"/>
              <a:gd name="connsiteX2959" fmla="*/ 5908519 w 12192000"/>
              <a:gd name="connsiteY2959" fmla="*/ 5119854 h 6858000"/>
              <a:gd name="connsiteX2960" fmla="*/ 5895421 w 12192000"/>
              <a:gd name="connsiteY2960" fmla="*/ 5117771 h 6858000"/>
              <a:gd name="connsiteX2961" fmla="*/ 5890361 w 12192000"/>
              <a:gd name="connsiteY2961" fmla="*/ 5112115 h 6858000"/>
              <a:gd name="connsiteX2962" fmla="*/ 5888278 w 12192000"/>
              <a:gd name="connsiteY2962" fmla="*/ 5094405 h 6858000"/>
              <a:gd name="connsiteX2963" fmla="*/ 5888278 w 12192000"/>
              <a:gd name="connsiteY2963" fmla="*/ 5046184 h 6858000"/>
              <a:gd name="connsiteX2964" fmla="*/ 5885450 w 12192000"/>
              <a:gd name="connsiteY2964" fmla="*/ 5011358 h 6858000"/>
              <a:gd name="connsiteX2965" fmla="*/ 5873097 w 12192000"/>
              <a:gd name="connsiteY2965" fmla="*/ 4991267 h 6858000"/>
              <a:gd name="connsiteX2966" fmla="*/ 5853155 w 12192000"/>
              <a:gd name="connsiteY2966" fmla="*/ 4984867 h 6858000"/>
              <a:gd name="connsiteX2967" fmla="*/ 5833807 w 12192000"/>
              <a:gd name="connsiteY2967" fmla="*/ 4990002 h 6858000"/>
              <a:gd name="connsiteX2968" fmla="*/ 5807613 w 12192000"/>
              <a:gd name="connsiteY2968" fmla="*/ 5013293 h 6858000"/>
              <a:gd name="connsiteX2969" fmla="*/ 5807613 w 12192000"/>
              <a:gd name="connsiteY2969" fmla="*/ 4913578 h 6858000"/>
              <a:gd name="connsiteX2970" fmla="*/ 4348205 w 12192000"/>
              <a:gd name="connsiteY2970" fmla="*/ 4913578 h 6858000"/>
              <a:gd name="connsiteX2971" fmla="*/ 4307575 w 12192000"/>
              <a:gd name="connsiteY2971" fmla="*/ 4930247 h 6858000"/>
              <a:gd name="connsiteX2972" fmla="*/ 4309509 w 12192000"/>
              <a:gd name="connsiteY2972" fmla="*/ 4935456 h 6858000"/>
              <a:gd name="connsiteX2973" fmla="*/ 4319778 w 12192000"/>
              <a:gd name="connsiteY2973" fmla="*/ 4933075 h 6858000"/>
              <a:gd name="connsiteX2974" fmla="*/ 4325732 w 12192000"/>
              <a:gd name="connsiteY2974" fmla="*/ 4935010 h 6858000"/>
              <a:gd name="connsiteX2975" fmla="*/ 4329229 w 12192000"/>
              <a:gd name="connsiteY2975" fmla="*/ 4942302 h 6858000"/>
              <a:gd name="connsiteX2976" fmla="*/ 4330345 w 12192000"/>
              <a:gd name="connsiteY2976" fmla="*/ 4971026 h 6858000"/>
              <a:gd name="connsiteX2977" fmla="*/ 4330345 w 12192000"/>
              <a:gd name="connsiteY2977" fmla="*/ 4996178 h 6858000"/>
              <a:gd name="connsiteX2978" fmla="*/ 4300579 w 12192000"/>
              <a:gd name="connsiteY2978" fmla="*/ 4984718 h 6858000"/>
              <a:gd name="connsiteX2979" fmla="*/ 4253103 w 12192000"/>
              <a:gd name="connsiteY2979" fmla="*/ 5009052 h 6858000"/>
              <a:gd name="connsiteX2980" fmla="*/ 4234649 w 12192000"/>
              <a:gd name="connsiteY2980" fmla="*/ 5062704 h 6858000"/>
              <a:gd name="connsiteX2981" fmla="*/ 4251317 w 12192000"/>
              <a:gd name="connsiteY2981" fmla="*/ 5110701 h 6858000"/>
              <a:gd name="connsiteX2982" fmla="*/ 4290310 w 12192000"/>
              <a:gd name="connsiteY2982" fmla="*/ 5129379 h 6858000"/>
              <a:gd name="connsiteX2983" fmla="*/ 4310848 w 12192000"/>
              <a:gd name="connsiteY2983" fmla="*/ 5124840 h 6858000"/>
              <a:gd name="connsiteX2984" fmla="*/ 4330345 w 12192000"/>
              <a:gd name="connsiteY2984" fmla="*/ 5109883 h 6858000"/>
              <a:gd name="connsiteX2985" fmla="*/ 4330345 w 12192000"/>
              <a:gd name="connsiteY2985" fmla="*/ 5129379 h 6858000"/>
              <a:gd name="connsiteX2986" fmla="*/ 4337191 w 12192000"/>
              <a:gd name="connsiteY2986" fmla="*/ 5129379 h 6858000"/>
              <a:gd name="connsiteX2987" fmla="*/ 4377673 w 12192000"/>
              <a:gd name="connsiteY2987" fmla="*/ 5112562 h 6858000"/>
              <a:gd name="connsiteX2988" fmla="*/ 4376035 w 12192000"/>
              <a:gd name="connsiteY2988" fmla="*/ 5107353 h 6858000"/>
              <a:gd name="connsiteX2989" fmla="*/ 4365321 w 12192000"/>
              <a:gd name="connsiteY2989" fmla="*/ 5109883 h 6858000"/>
              <a:gd name="connsiteX2990" fmla="*/ 4359590 w 12192000"/>
              <a:gd name="connsiteY2990" fmla="*/ 5107799 h 6858000"/>
              <a:gd name="connsiteX2991" fmla="*/ 4356018 w 12192000"/>
              <a:gd name="connsiteY2991" fmla="*/ 5100432 h 6858000"/>
              <a:gd name="connsiteX2992" fmla="*/ 4354902 w 12192000"/>
              <a:gd name="connsiteY2992" fmla="*/ 5071187 h 6858000"/>
              <a:gd name="connsiteX2993" fmla="*/ 4354902 w 12192000"/>
              <a:gd name="connsiteY2993" fmla="*/ 4913578 h 6858000"/>
              <a:gd name="connsiteX2994" fmla="*/ 3521763 w 12192000"/>
              <a:gd name="connsiteY2994" fmla="*/ 4913578 h 6858000"/>
              <a:gd name="connsiteX2995" fmla="*/ 3480835 w 12192000"/>
              <a:gd name="connsiteY2995" fmla="*/ 4930247 h 6858000"/>
              <a:gd name="connsiteX2996" fmla="*/ 3482918 w 12192000"/>
              <a:gd name="connsiteY2996" fmla="*/ 4935456 h 6858000"/>
              <a:gd name="connsiteX2997" fmla="*/ 3493337 w 12192000"/>
              <a:gd name="connsiteY2997" fmla="*/ 4933075 h 6858000"/>
              <a:gd name="connsiteX2998" fmla="*/ 3499290 w 12192000"/>
              <a:gd name="connsiteY2998" fmla="*/ 4935010 h 6858000"/>
              <a:gd name="connsiteX2999" fmla="*/ 3502787 w 12192000"/>
              <a:gd name="connsiteY2999" fmla="*/ 4942302 h 6858000"/>
              <a:gd name="connsiteX3000" fmla="*/ 3503903 w 12192000"/>
              <a:gd name="connsiteY3000" fmla="*/ 4970877 h 6858000"/>
              <a:gd name="connsiteX3001" fmla="*/ 3503903 w 12192000"/>
              <a:gd name="connsiteY3001" fmla="*/ 5112115 h 6858000"/>
              <a:gd name="connsiteX3002" fmla="*/ 3528981 w 12192000"/>
              <a:gd name="connsiteY3002" fmla="*/ 5125063 h 6858000"/>
              <a:gd name="connsiteX3003" fmla="*/ 3553165 w 12192000"/>
              <a:gd name="connsiteY3003" fmla="*/ 5129379 h 6858000"/>
              <a:gd name="connsiteX3004" fmla="*/ 3599302 w 12192000"/>
              <a:gd name="connsiteY3004" fmla="*/ 5110329 h 6858000"/>
              <a:gd name="connsiteX3005" fmla="*/ 3623413 w 12192000"/>
              <a:gd name="connsiteY3005" fmla="*/ 5051840 h 6858000"/>
              <a:gd name="connsiteX3006" fmla="*/ 3607785 w 12192000"/>
              <a:gd name="connsiteY3006" fmla="*/ 5002801 h 6858000"/>
              <a:gd name="connsiteX3007" fmla="*/ 3571173 w 12192000"/>
              <a:gd name="connsiteY3007" fmla="*/ 4984867 h 6858000"/>
              <a:gd name="connsiteX3008" fmla="*/ 3528460 w 12192000"/>
              <a:gd name="connsiteY3008" fmla="*/ 5012400 h 6858000"/>
              <a:gd name="connsiteX3009" fmla="*/ 3528460 w 12192000"/>
              <a:gd name="connsiteY3009" fmla="*/ 4913578 h 6858000"/>
              <a:gd name="connsiteX3010" fmla="*/ 2535181 w 12192000"/>
              <a:gd name="connsiteY3010" fmla="*/ 4913578 h 6858000"/>
              <a:gd name="connsiteX3011" fmla="*/ 2524391 w 12192000"/>
              <a:gd name="connsiteY3011" fmla="*/ 4917969 h 6858000"/>
              <a:gd name="connsiteX3012" fmla="*/ 2520001 w 12192000"/>
              <a:gd name="connsiteY3012" fmla="*/ 4928610 h 6858000"/>
              <a:gd name="connsiteX3013" fmla="*/ 2524466 w 12192000"/>
              <a:gd name="connsiteY3013" fmla="*/ 4939326 h 6858000"/>
              <a:gd name="connsiteX3014" fmla="*/ 2535181 w 12192000"/>
              <a:gd name="connsiteY3014" fmla="*/ 4943791 h 6858000"/>
              <a:gd name="connsiteX3015" fmla="*/ 2545822 w 12192000"/>
              <a:gd name="connsiteY3015" fmla="*/ 4939326 h 6858000"/>
              <a:gd name="connsiteX3016" fmla="*/ 2550213 w 12192000"/>
              <a:gd name="connsiteY3016" fmla="*/ 4928610 h 6858000"/>
              <a:gd name="connsiteX3017" fmla="*/ 2545822 w 12192000"/>
              <a:gd name="connsiteY3017" fmla="*/ 4917969 h 6858000"/>
              <a:gd name="connsiteX3018" fmla="*/ 2535181 w 12192000"/>
              <a:gd name="connsiteY3018" fmla="*/ 4913578 h 6858000"/>
              <a:gd name="connsiteX3019" fmla="*/ 1516006 w 12192000"/>
              <a:gd name="connsiteY3019" fmla="*/ 4913578 h 6858000"/>
              <a:gd name="connsiteX3020" fmla="*/ 1505216 w 12192000"/>
              <a:gd name="connsiteY3020" fmla="*/ 4917969 h 6858000"/>
              <a:gd name="connsiteX3021" fmla="*/ 1500826 w 12192000"/>
              <a:gd name="connsiteY3021" fmla="*/ 4928610 h 6858000"/>
              <a:gd name="connsiteX3022" fmla="*/ 1505290 w 12192000"/>
              <a:gd name="connsiteY3022" fmla="*/ 4939326 h 6858000"/>
              <a:gd name="connsiteX3023" fmla="*/ 1516006 w 12192000"/>
              <a:gd name="connsiteY3023" fmla="*/ 4943791 h 6858000"/>
              <a:gd name="connsiteX3024" fmla="*/ 1526647 w 12192000"/>
              <a:gd name="connsiteY3024" fmla="*/ 4939326 h 6858000"/>
              <a:gd name="connsiteX3025" fmla="*/ 1531038 w 12192000"/>
              <a:gd name="connsiteY3025" fmla="*/ 4928610 h 6858000"/>
              <a:gd name="connsiteX3026" fmla="*/ 1526647 w 12192000"/>
              <a:gd name="connsiteY3026" fmla="*/ 4917969 h 6858000"/>
              <a:gd name="connsiteX3027" fmla="*/ 1516006 w 12192000"/>
              <a:gd name="connsiteY3027" fmla="*/ 4913578 h 6858000"/>
              <a:gd name="connsiteX3028" fmla="*/ 1220731 w 12192000"/>
              <a:gd name="connsiteY3028" fmla="*/ 4913578 h 6858000"/>
              <a:gd name="connsiteX3029" fmla="*/ 1209941 w 12192000"/>
              <a:gd name="connsiteY3029" fmla="*/ 4917969 h 6858000"/>
              <a:gd name="connsiteX3030" fmla="*/ 1205550 w 12192000"/>
              <a:gd name="connsiteY3030" fmla="*/ 4928610 h 6858000"/>
              <a:gd name="connsiteX3031" fmla="*/ 1210015 w 12192000"/>
              <a:gd name="connsiteY3031" fmla="*/ 4939326 h 6858000"/>
              <a:gd name="connsiteX3032" fmla="*/ 1220731 w 12192000"/>
              <a:gd name="connsiteY3032" fmla="*/ 4943791 h 6858000"/>
              <a:gd name="connsiteX3033" fmla="*/ 1231372 w 12192000"/>
              <a:gd name="connsiteY3033" fmla="*/ 4939326 h 6858000"/>
              <a:gd name="connsiteX3034" fmla="*/ 1235762 w 12192000"/>
              <a:gd name="connsiteY3034" fmla="*/ 4928610 h 6858000"/>
              <a:gd name="connsiteX3035" fmla="*/ 1231372 w 12192000"/>
              <a:gd name="connsiteY3035" fmla="*/ 4917969 h 6858000"/>
              <a:gd name="connsiteX3036" fmla="*/ 1220731 w 12192000"/>
              <a:gd name="connsiteY3036" fmla="*/ 4913578 h 6858000"/>
              <a:gd name="connsiteX3037" fmla="*/ 1076368 w 12192000"/>
              <a:gd name="connsiteY3037" fmla="*/ 4913578 h 6858000"/>
              <a:gd name="connsiteX3038" fmla="*/ 1035589 w 12192000"/>
              <a:gd name="connsiteY3038" fmla="*/ 4930247 h 6858000"/>
              <a:gd name="connsiteX3039" fmla="*/ 1037672 w 12192000"/>
              <a:gd name="connsiteY3039" fmla="*/ 4935456 h 6858000"/>
              <a:gd name="connsiteX3040" fmla="*/ 1047793 w 12192000"/>
              <a:gd name="connsiteY3040" fmla="*/ 4933075 h 6858000"/>
              <a:gd name="connsiteX3041" fmla="*/ 1053969 w 12192000"/>
              <a:gd name="connsiteY3041" fmla="*/ 4935010 h 6858000"/>
              <a:gd name="connsiteX3042" fmla="*/ 1057392 w 12192000"/>
              <a:gd name="connsiteY3042" fmla="*/ 4942302 h 6858000"/>
              <a:gd name="connsiteX3043" fmla="*/ 1058508 w 12192000"/>
              <a:gd name="connsiteY3043" fmla="*/ 4971026 h 6858000"/>
              <a:gd name="connsiteX3044" fmla="*/ 1058508 w 12192000"/>
              <a:gd name="connsiteY3044" fmla="*/ 5094405 h 6858000"/>
              <a:gd name="connsiteX3045" fmla="*/ 1056722 w 12192000"/>
              <a:gd name="connsiteY3045" fmla="*/ 5111371 h 6858000"/>
              <a:gd name="connsiteX3046" fmla="*/ 1051960 w 12192000"/>
              <a:gd name="connsiteY3046" fmla="*/ 5117026 h 6858000"/>
              <a:gd name="connsiteX3047" fmla="*/ 1037672 w 12192000"/>
              <a:gd name="connsiteY3047" fmla="*/ 5119854 h 6858000"/>
              <a:gd name="connsiteX3048" fmla="*/ 1037672 w 12192000"/>
              <a:gd name="connsiteY3048" fmla="*/ 5125212 h 6858000"/>
              <a:gd name="connsiteX3049" fmla="*/ 1105240 w 12192000"/>
              <a:gd name="connsiteY3049" fmla="*/ 5125212 h 6858000"/>
              <a:gd name="connsiteX3050" fmla="*/ 1105240 w 12192000"/>
              <a:gd name="connsiteY3050" fmla="*/ 5119854 h 6858000"/>
              <a:gd name="connsiteX3051" fmla="*/ 1090580 w 12192000"/>
              <a:gd name="connsiteY3051" fmla="*/ 5117547 h 6858000"/>
              <a:gd name="connsiteX3052" fmla="*/ 1084776 w 12192000"/>
              <a:gd name="connsiteY3052" fmla="*/ 5111817 h 6858000"/>
              <a:gd name="connsiteX3053" fmla="*/ 1083214 w 12192000"/>
              <a:gd name="connsiteY3053" fmla="*/ 5094405 h 6858000"/>
              <a:gd name="connsiteX3054" fmla="*/ 1083214 w 12192000"/>
              <a:gd name="connsiteY3054" fmla="*/ 5022372 h 6858000"/>
              <a:gd name="connsiteX3055" fmla="*/ 1102115 w 12192000"/>
              <a:gd name="connsiteY3055" fmla="*/ 5006745 h 6858000"/>
              <a:gd name="connsiteX3056" fmla="*/ 1117295 w 12192000"/>
              <a:gd name="connsiteY3056" fmla="*/ 5002875 h 6858000"/>
              <a:gd name="connsiteX3057" fmla="*/ 1129499 w 12192000"/>
              <a:gd name="connsiteY3057" fmla="*/ 5006373 h 6858000"/>
              <a:gd name="connsiteX3058" fmla="*/ 1136866 w 12192000"/>
              <a:gd name="connsiteY3058" fmla="*/ 5016865 h 6858000"/>
              <a:gd name="connsiteX3059" fmla="*/ 1139173 w 12192000"/>
              <a:gd name="connsiteY3059" fmla="*/ 5046184 h 6858000"/>
              <a:gd name="connsiteX3060" fmla="*/ 1139173 w 12192000"/>
              <a:gd name="connsiteY3060" fmla="*/ 5094405 h 6858000"/>
              <a:gd name="connsiteX3061" fmla="*/ 1138727 w 12192000"/>
              <a:gd name="connsiteY3061" fmla="*/ 5108394 h 6858000"/>
              <a:gd name="connsiteX3062" fmla="*/ 1133518 w 12192000"/>
              <a:gd name="connsiteY3062" fmla="*/ 5116952 h 6858000"/>
              <a:gd name="connsiteX3063" fmla="*/ 1120272 w 12192000"/>
              <a:gd name="connsiteY3063" fmla="*/ 5119854 h 6858000"/>
              <a:gd name="connsiteX3064" fmla="*/ 1117147 w 12192000"/>
              <a:gd name="connsiteY3064" fmla="*/ 5119854 h 6858000"/>
              <a:gd name="connsiteX3065" fmla="*/ 1117147 w 12192000"/>
              <a:gd name="connsiteY3065" fmla="*/ 5125212 h 6858000"/>
              <a:gd name="connsiteX3066" fmla="*/ 1184119 w 12192000"/>
              <a:gd name="connsiteY3066" fmla="*/ 5125212 h 6858000"/>
              <a:gd name="connsiteX3067" fmla="*/ 1184119 w 12192000"/>
              <a:gd name="connsiteY3067" fmla="*/ 5119854 h 6858000"/>
              <a:gd name="connsiteX3068" fmla="*/ 1171022 w 12192000"/>
              <a:gd name="connsiteY3068" fmla="*/ 5117771 h 6858000"/>
              <a:gd name="connsiteX3069" fmla="*/ 1165962 w 12192000"/>
              <a:gd name="connsiteY3069" fmla="*/ 5112115 h 6858000"/>
              <a:gd name="connsiteX3070" fmla="*/ 1163878 w 12192000"/>
              <a:gd name="connsiteY3070" fmla="*/ 5094405 h 6858000"/>
              <a:gd name="connsiteX3071" fmla="*/ 1163878 w 12192000"/>
              <a:gd name="connsiteY3071" fmla="*/ 5046184 h 6858000"/>
              <a:gd name="connsiteX3072" fmla="*/ 1161051 w 12192000"/>
              <a:gd name="connsiteY3072" fmla="*/ 5011358 h 6858000"/>
              <a:gd name="connsiteX3073" fmla="*/ 1148698 w 12192000"/>
              <a:gd name="connsiteY3073" fmla="*/ 4991267 h 6858000"/>
              <a:gd name="connsiteX3074" fmla="*/ 1128755 w 12192000"/>
              <a:gd name="connsiteY3074" fmla="*/ 4984867 h 6858000"/>
              <a:gd name="connsiteX3075" fmla="*/ 1109407 w 12192000"/>
              <a:gd name="connsiteY3075" fmla="*/ 4990002 h 6858000"/>
              <a:gd name="connsiteX3076" fmla="*/ 1083214 w 12192000"/>
              <a:gd name="connsiteY3076" fmla="*/ 5013293 h 6858000"/>
              <a:gd name="connsiteX3077" fmla="*/ 1083214 w 12192000"/>
              <a:gd name="connsiteY3077" fmla="*/ 4913578 h 6858000"/>
              <a:gd name="connsiteX3078" fmla="*/ 702809 w 12192000"/>
              <a:gd name="connsiteY3078" fmla="*/ 4904946 h 6858000"/>
              <a:gd name="connsiteX3079" fmla="*/ 658161 w 12192000"/>
              <a:gd name="connsiteY3079" fmla="*/ 4949595 h 6858000"/>
              <a:gd name="connsiteX3080" fmla="*/ 702809 w 12192000"/>
              <a:gd name="connsiteY3080" fmla="*/ 4994392 h 6858000"/>
              <a:gd name="connsiteX3081" fmla="*/ 747606 w 12192000"/>
              <a:gd name="connsiteY3081" fmla="*/ 4949595 h 6858000"/>
              <a:gd name="connsiteX3082" fmla="*/ 10758678 w 12192000"/>
              <a:gd name="connsiteY3082" fmla="*/ 4362914 h 6858000"/>
              <a:gd name="connsiteX3083" fmla="*/ 10746995 w 12192000"/>
              <a:gd name="connsiteY3083" fmla="*/ 4367677 h 6858000"/>
              <a:gd name="connsiteX3084" fmla="*/ 10742158 w 12192000"/>
              <a:gd name="connsiteY3084" fmla="*/ 4379434 h 6858000"/>
              <a:gd name="connsiteX3085" fmla="*/ 10746995 w 12192000"/>
              <a:gd name="connsiteY3085" fmla="*/ 4391117 h 6858000"/>
              <a:gd name="connsiteX3086" fmla="*/ 10758678 w 12192000"/>
              <a:gd name="connsiteY3086" fmla="*/ 4395954 h 6858000"/>
              <a:gd name="connsiteX3087" fmla="*/ 10770361 w 12192000"/>
              <a:gd name="connsiteY3087" fmla="*/ 4391117 h 6858000"/>
              <a:gd name="connsiteX3088" fmla="*/ 10775198 w 12192000"/>
              <a:gd name="connsiteY3088" fmla="*/ 4379434 h 6858000"/>
              <a:gd name="connsiteX3089" fmla="*/ 10770435 w 12192000"/>
              <a:gd name="connsiteY3089" fmla="*/ 4367751 h 6858000"/>
              <a:gd name="connsiteX3090" fmla="*/ 10758678 w 12192000"/>
              <a:gd name="connsiteY3090" fmla="*/ 4362914 h 6858000"/>
              <a:gd name="connsiteX3091" fmla="*/ 10454920 w 12192000"/>
              <a:gd name="connsiteY3091" fmla="*/ 4310527 h 6858000"/>
              <a:gd name="connsiteX3092" fmla="*/ 10454920 w 12192000"/>
              <a:gd name="connsiteY3092" fmla="*/ 4362468 h 6858000"/>
              <a:gd name="connsiteX3093" fmla="*/ 10425154 w 12192000"/>
              <a:gd name="connsiteY3093" fmla="*/ 4377351 h 6858000"/>
              <a:gd name="connsiteX3094" fmla="*/ 10410420 w 12192000"/>
              <a:gd name="connsiteY3094" fmla="*/ 4370281 h 6858000"/>
              <a:gd name="connsiteX3095" fmla="*/ 10404020 w 12192000"/>
              <a:gd name="connsiteY3095" fmla="*/ 4352497 h 6858000"/>
              <a:gd name="connsiteX3096" fmla="*/ 10409081 w 12192000"/>
              <a:gd name="connsiteY3096" fmla="*/ 4336870 h 6858000"/>
              <a:gd name="connsiteX3097" fmla="*/ 10425898 w 12192000"/>
              <a:gd name="connsiteY3097" fmla="*/ 4323177 h 6858000"/>
              <a:gd name="connsiteX3098" fmla="*/ 10454920 w 12192000"/>
              <a:gd name="connsiteY3098" fmla="*/ 4310527 h 6858000"/>
              <a:gd name="connsiteX3099" fmla="*/ 8921395 w 12192000"/>
              <a:gd name="connsiteY3099" fmla="*/ 4310527 h 6858000"/>
              <a:gd name="connsiteX3100" fmla="*/ 8921395 w 12192000"/>
              <a:gd name="connsiteY3100" fmla="*/ 4362468 h 6858000"/>
              <a:gd name="connsiteX3101" fmla="*/ 8891629 w 12192000"/>
              <a:gd name="connsiteY3101" fmla="*/ 4377351 h 6858000"/>
              <a:gd name="connsiteX3102" fmla="*/ 8876895 w 12192000"/>
              <a:gd name="connsiteY3102" fmla="*/ 4370281 h 6858000"/>
              <a:gd name="connsiteX3103" fmla="*/ 8870495 w 12192000"/>
              <a:gd name="connsiteY3103" fmla="*/ 4352497 h 6858000"/>
              <a:gd name="connsiteX3104" fmla="*/ 8875556 w 12192000"/>
              <a:gd name="connsiteY3104" fmla="*/ 4336870 h 6858000"/>
              <a:gd name="connsiteX3105" fmla="*/ 8892373 w 12192000"/>
              <a:gd name="connsiteY3105" fmla="*/ 4323177 h 6858000"/>
              <a:gd name="connsiteX3106" fmla="*/ 8921395 w 12192000"/>
              <a:gd name="connsiteY3106" fmla="*/ 4310527 h 6858000"/>
              <a:gd name="connsiteX3107" fmla="*/ 7568845 w 12192000"/>
              <a:gd name="connsiteY3107" fmla="*/ 4310527 h 6858000"/>
              <a:gd name="connsiteX3108" fmla="*/ 7568845 w 12192000"/>
              <a:gd name="connsiteY3108" fmla="*/ 4362468 h 6858000"/>
              <a:gd name="connsiteX3109" fmla="*/ 7539079 w 12192000"/>
              <a:gd name="connsiteY3109" fmla="*/ 4377351 h 6858000"/>
              <a:gd name="connsiteX3110" fmla="*/ 7524345 w 12192000"/>
              <a:gd name="connsiteY3110" fmla="*/ 4370281 h 6858000"/>
              <a:gd name="connsiteX3111" fmla="*/ 7517946 w 12192000"/>
              <a:gd name="connsiteY3111" fmla="*/ 4352497 h 6858000"/>
              <a:gd name="connsiteX3112" fmla="*/ 7523006 w 12192000"/>
              <a:gd name="connsiteY3112" fmla="*/ 4336870 h 6858000"/>
              <a:gd name="connsiteX3113" fmla="*/ 7539823 w 12192000"/>
              <a:gd name="connsiteY3113" fmla="*/ 4323177 h 6858000"/>
              <a:gd name="connsiteX3114" fmla="*/ 7568845 w 12192000"/>
              <a:gd name="connsiteY3114" fmla="*/ 4310527 h 6858000"/>
              <a:gd name="connsiteX3115" fmla="*/ 7349770 w 12192000"/>
              <a:gd name="connsiteY3115" fmla="*/ 4310527 h 6858000"/>
              <a:gd name="connsiteX3116" fmla="*/ 7349770 w 12192000"/>
              <a:gd name="connsiteY3116" fmla="*/ 4362468 h 6858000"/>
              <a:gd name="connsiteX3117" fmla="*/ 7320004 w 12192000"/>
              <a:gd name="connsiteY3117" fmla="*/ 4377351 h 6858000"/>
              <a:gd name="connsiteX3118" fmla="*/ 7305270 w 12192000"/>
              <a:gd name="connsiteY3118" fmla="*/ 4370281 h 6858000"/>
              <a:gd name="connsiteX3119" fmla="*/ 7298871 w 12192000"/>
              <a:gd name="connsiteY3119" fmla="*/ 4352497 h 6858000"/>
              <a:gd name="connsiteX3120" fmla="*/ 7303931 w 12192000"/>
              <a:gd name="connsiteY3120" fmla="*/ 4336870 h 6858000"/>
              <a:gd name="connsiteX3121" fmla="*/ 7320748 w 12192000"/>
              <a:gd name="connsiteY3121" fmla="*/ 4323177 h 6858000"/>
              <a:gd name="connsiteX3122" fmla="*/ 7349770 w 12192000"/>
              <a:gd name="connsiteY3122" fmla="*/ 4310527 h 6858000"/>
              <a:gd name="connsiteX3123" fmla="*/ 4568471 w 12192000"/>
              <a:gd name="connsiteY3123" fmla="*/ 4310527 h 6858000"/>
              <a:gd name="connsiteX3124" fmla="*/ 4568471 w 12192000"/>
              <a:gd name="connsiteY3124" fmla="*/ 4362468 h 6858000"/>
              <a:gd name="connsiteX3125" fmla="*/ 4538705 w 12192000"/>
              <a:gd name="connsiteY3125" fmla="*/ 4377351 h 6858000"/>
              <a:gd name="connsiteX3126" fmla="*/ 4523971 w 12192000"/>
              <a:gd name="connsiteY3126" fmla="*/ 4370281 h 6858000"/>
              <a:gd name="connsiteX3127" fmla="*/ 4517571 w 12192000"/>
              <a:gd name="connsiteY3127" fmla="*/ 4352497 h 6858000"/>
              <a:gd name="connsiteX3128" fmla="*/ 4522631 w 12192000"/>
              <a:gd name="connsiteY3128" fmla="*/ 4336870 h 6858000"/>
              <a:gd name="connsiteX3129" fmla="*/ 4539448 w 12192000"/>
              <a:gd name="connsiteY3129" fmla="*/ 4323177 h 6858000"/>
              <a:gd name="connsiteX3130" fmla="*/ 4568471 w 12192000"/>
              <a:gd name="connsiteY3130" fmla="*/ 4310527 h 6858000"/>
              <a:gd name="connsiteX3131" fmla="*/ 3349271 w 12192000"/>
              <a:gd name="connsiteY3131" fmla="*/ 4310527 h 6858000"/>
              <a:gd name="connsiteX3132" fmla="*/ 3349271 w 12192000"/>
              <a:gd name="connsiteY3132" fmla="*/ 4362468 h 6858000"/>
              <a:gd name="connsiteX3133" fmla="*/ 3319506 w 12192000"/>
              <a:gd name="connsiteY3133" fmla="*/ 4377351 h 6858000"/>
              <a:gd name="connsiteX3134" fmla="*/ 3304772 w 12192000"/>
              <a:gd name="connsiteY3134" fmla="*/ 4370281 h 6858000"/>
              <a:gd name="connsiteX3135" fmla="*/ 3298373 w 12192000"/>
              <a:gd name="connsiteY3135" fmla="*/ 4352497 h 6858000"/>
              <a:gd name="connsiteX3136" fmla="*/ 3303433 w 12192000"/>
              <a:gd name="connsiteY3136" fmla="*/ 4336870 h 6858000"/>
              <a:gd name="connsiteX3137" fmla="*/ 3320251 w 12192000"/>
              <a:gd name="connsiteY3137" fmla="*/ 4323177 h 6858000"/>
              <a:gd name="connsiteX3138" fmla="*/ 3349271 w 12192000"/>
              <a:gd name="connsiteY3138" fmla="*/ 4310527 h 6858000"/>
              <a:gd name="connsiteX3139" fmla="*/ 702809 w 12192000"/>
              <a:gd name="connsiteY3139" fmla="*/ 4302490 h 6858000"/>
              <a:gd name="connsiteX3140" fmla="*/ 658161 w 12192000"/>
              <a:gd name="connsiteY3140" fmla="*/ 4347139 h 6858000"/>
              <a:gd name="connsiteX3141" fmla="*/ 702809 w 12192000"/>
              <a:gd name="connsiteY3141" fmla="*/ 4391787 h 6858000"/>
              <a:gd name="connsiteX3142" fmla="*/ 747458 w 12192000"/>
              <a:gd name="connsiteY3142" fmla="*/ 4347139 h 6858000"/>
              <a:gd name="connsiteX3143" fmla="*/ 7770805 w 12192000"/>
              <a:gd name="connsiteY3143" fmla="*/ 4273022 h 6858000"/>
              <a:gd name="connsiteX3144" fmla="*/ 7793426 w 12192000"/>
              <a:gd name="connsiteY3144" fmla="*/ 4284631 h 6858000"/>
              <a:gd name="connsiteX3145" fmla="*/ 7807119 w 12192000"/>
              <a:gd name="connsiteY3145" fmla="*/ 4332702 h 6858000"/>
              <a:gd name="connsiteX3146" fmla="*/ 7795064 w 12192000"/>
              <a:gd name="connsiteY3146" fmla="*/ 4375416 h 6858000"/>
              <a:gd name="connsiteX3147" fmla="*/ 7770953 w 12192000"/>
              <a:gd name="connsiteY3147" fmla="*/ 4387025 h 6858000"/>
              <a:gd name="connsiteX3148" fmla="*/ 7750490 w 12192000"/>
              <a:gd name="connsiteY3148" fmla="*/ 4380476 h 6858000"/>
              <a:gd name="connsiteX3149" fmla="*/ 7740295 w 12192000"/>
              <a:gd name="connsiteY3149" fmla="*/ 4365296 h 6858000"/>
              <a:gd name="connsiteX3150" fmla="*/ 7738955 w 12192000"/>
              <a:gd name="connsiteY3150" fmla="*/ 4343567 h 6858000"/>
              <a:gd name="connsiteX3151" fmla="*/ 7738955 w 12192000"/>
              <a:gd name="connsiteY3151" fmla="*/ 4292668 h 6858000"/>
              <a:gd name="connsiteX3152" fmla="*/ 7756666 w 12192000"/>
              <a:gd name="connsiteY3152" fmla="*/ 4276594 h 6858000"/>
              <a:gd name="connsiteX3153" fmla="*/ 7770805 w 12192000"/>
              <a:gd name="connsiteY3153" fmla="*/ 4273022 h 6858000"/>
              <a:gd name="connsiteX3154" fmla="*/ 6180130 w 12192000"/>
              <a:gd name="connsiteY3154" fmla="*/ 4273022 h 6858000"/>
              <a:gd name="connsiteX3155" fmla="*/ 6202751 w 12192000"/>
              <a:gd name="connsiteY3155" fmla="*/ 4284631 h 6858000"/>
              <a:gd name="connsiteX3156" fmla="*/ 6216444 w 12192000"/>
              <a:gd name="connsiteY3156" fmla="*/ 4332702 h 6858000"/>
              <a:gd name="connsiteX3157" fmla="*/ 6204389 w 12192000"/>
              <a:gd name="connsiteY3157" fmla="*/ 4375416 h 6858000"/>
              <a:gd name="connsiteX3158" fmla="*/ 6180278 w 12192000"/>
              <a:gd name="connsiteY3158" fmla="*/ 4387025 h 6858000"/>
              <a:gd name="connsiteX3159" fmla="*/ 6159815 w 12192000"/>
              <a:gd name="connsiteY3159" fmla="*/ 4380476 h 6858000"/>
              <a:gd name="connsiteX3160" fmla="*/ 6149620 w 12192000"/>
              <a:gd name="connsiteY3160" fmla="*/ 4365296 h 6858000"/>
              <a:gd name="connsiteX3161" fmla="*/ 6148280 w 12192000"/>
              <a:gd name="connsiteY3161" fmla="*/ 4343567 h 6858000"/>
              <a:gd name="connsiteX3162" fmla="*/ 6148280 w 12192000"/>
              <a:gd name="connsiteY3162" fmla="*/ 4292668 h 6858000"/>
              <a:gd name="connsiteX3163" fmla="*/ 6165991 w 12192000"/>
              <a:gd name="connsiteY3163" fmla="*/ 4276594 h 6858000"/>
              <a:gd name="connsiteX3164" fmla="*/ 6180130 w 12192000"/>
              <a:gd name="connsiteY3164" fmla="*/ 4273022 h 6858000"/>
              <a:gd name="connsiteX3165" fmla="*/ 2389181 w 12192000"/>
              <a:gd name="connsiteY3165" fmla="*/ 4273022 h 6858000"/>
              <a:gd name="connsiteX3166" fmla="*/ 2411803 w 12192000"/>
              <a:gd name="connsiteY3166" fmla="*/ 4284631 h 6858000"/>
              <a:gd name="connsiteX3167" fmla="*/ 2425496 w 12192000"/>
              <a:gd name="connsiteY3167" fmla="*/ 4332702 h 6858000"/>
              <a:gd name="connsiteX3168" fmla="*/ 2413440 w 12192000"/>
              <a:gd name="connsiteY3168" fmla="*/ 4375416 h 6858000"/>
              <a:gd name="connsiteX3169" fmla="*/ 2389330 w 12192000"/>
              <a:gd name="connsiteY3169" fmla="*/ 4387025 h 6858000"/>
              <a:gd name="connsiteX3170" fmla="*/ 2368866 w 12192000"/>
              <a:gd name="connsiteY3170" fmla="*/ 4380476 h 6858000"/>
              <a:gd name="connsiteX3171" fmla="*/ 2358671 w 12192000"/>
              <a:gd name="connsiteY3171" fmla="*/ 4365296 h 6858000"/>
              <a:gd name="connsiteX3172" fmla="*/ 2357331 w 12192000"/>
              <a:gd name="connsiteY3172" fmla="*/ 4343567 h 6858000"/>
              <a:gd name="connsiteX3173" fmla="*/ 2357331 w 12192000"/>
              <a:gd name="connsiteY3173" fmla="*/ 4292668 h 6858000"/>
              <a:gd name="connsiteX3174" fmla="*/ 2375043 w 12192000"/>
              <a:gd name="connsiteY3174" fmla="*/ 4276594 h 6858000"/>
              <a:gd name="connsiteX3175" fmla="*/ 2389181 w 12192000"/>
              <a:gd name="connsiteY3175" fmla="*/ 4273022 h 6858000"/>
              <a:gd name="connsiteX3176" fmla="*/ 10653159 w 12192000"/>
              <a:gd name="connsiteY3176" fmla="*/ 4261860 h 6858000"/>
              <a:gd name="connsiteX3177" fmla="*/ 10668562 w 12192000"/>
              <a:gd name="connsiteY3177" fmla="*/ 4266623 h 6858000"/>
              <a:gd name="connsiteX3178" fmla="*/ 10679650 w 12192000"/>
              <a:gd name="connsiteY3178" fmla="*/ 4279720 h 6858000"/>
              <a:gd name="connsiteX3179" fmla="*/ 10682775 w 12192000"/>
              <a:gd name="connsiteY3179" fmla="*/ 4298174 h 6858000"/>
              <a:gd name="connsiteX3180" fmla="*/ 10619672 w 12192000"/>
              <a:gd name="connsiteY3180" fmla="*/ 4298174 h 6858000"/>
              <a:gd name="connsiteX3181" fmla="*/ 10631058 w 12192000"/>
              <a:gd name="connsiteY3181" fmla="*/ 4271460 h 6858000"/>
              <a:gd name="connsiteX3182" fmla="*/ 10653159 w 12192000"/>
              <a:gd name="connsiteY3182" fmla="*/ 4261860 h 6858000"/>
              <a:gd name="connsiteX3183" fmla="*/ 10024509 w 12192000"/>
              <a:gd name="connsiteY3183" fmla="*/ 4261860 h 6858000"/>
              <a:gd name="connsiteX3184" fmla="*/ 10039912 w 12192000"/>
              <a:gd name="connsiteY3184" fmla="*/ 4266623 h 6858000"/>
              <a:gd name="connsiteX3185" fmla="*/ 10051000 w 12192000"/>
              <a:gd name="connsiteY3185" fmla="*/ 4279720 h 6858000"/>
              <a:gd name="connsiteX3186" fmla="*/ 10054125 w 12192000"/>
              <a:gd name="connsiteY3186" fmla="*/ 4298174 h 6858000"/>
              <a:gd name="connsiteX3187" fmla="*/ 9991022 w 12192000"/>
              <a:gd name="connsiteY3187" fmla="*/ 4298174 h 6858000"/>
              <a:gd name="connsiteX3188" fmla="*/ 10002408 w 12192000"/>
              <a:gd name="connsiteY3188" fmla="*/ 4271460 h 6858000"/>
              <a:gd name="connsiteX3189" fmla="*/ 10024509 w 12192000"/>
              <a:gd name="connsiteY3189" fmla="*/ 4261860 h 6858000"/>
              <a:gd name="connsiteX3190" fmla="*/ 9119634 w 12192000"/>
              <a:gd name="connsiteY3190" fmla="*/ 4261860 h 6858000"/>
              <a:gd name="connsiteX3191" fmla="*/ 9135037 w 12192000"/>
              <a:gd name="connsiteY3191" fmla="*/ 4266623 h 6858000"/>
              <a:gd name="connsiteX3192" fmla="*/ 9146125 w 12192000"/>
              <a:gd name="connsiteY3192" fmla="*/ 4279720 h 6858000"/>
              <a:gd name="connsiteX3193" fmla="*/ 9149250 w 12192000"/>
              <a:gd name="connsiteY3193" fmla="*/ 4298174 h 6858000"/>
              <a:gd name="connsiteX3194" fmla="*/ 9086147 w 12192000"/>
              <a:gd name="connsiteY3194" fmla="*/ 4298174 h 6858000"/>
              <a:gd name="connsiteX3195" fmla="*/ 9097533 w 12192000"/>
              <a:gd name="connsiteY3195" fmla="*/ 4271460 h 6858000"/>
              <a:gd name="connsiteX3196" fmla="*/ 9119634 w 12192000"/>
              <a:gd name="connsiteY3196" fmla="*/ 4261860 h 6858000"/>
              <a:gd name="connsiteX3197" fmla="*/ 8681484 w 12192000"/>
              <a:gd name="connsiteY3197" fmla="*/ 4261860 h 6858000"/>
              <a:gd name="connsiteX3198" fmla="*/ 8696888 w 12192000"/>
              <a:gd name="connsiteY3198" fmla="*/ 4266623 h 6858000"/>
              <a:gd name="connsiteX3199" fmla="*/ 8707975 w 12192000"/>
              <a:gd name="connsiteY3199" fmla="*/ 4279720 h 6858000"/>
              <a:gd name="connsiteX3200" fmla="*/ 8711100 w 12192000"/>
              <a:gd name="connsiteY3200" fmla="*/ 4298174 h 6858000"/>
              <a:gd name="connsiteX3201" fmla="*/ 8647998 w 12192000"/>
              <a:gd name="connsiteY3201" fmla="*/ 4298174 h 6858000"/>
              <a:gd name="connsiteX3202" fmla="*/ 8659382 w 12192000"/>
              <a:gd name="connsiteY3202" fmla="*/ 4271460 h 6858000"/>
              <a:gd name="connsiteX3203" fmla="*/ 8681484 w 12192000"/>
              <a:gd name="connsiteY3203" fmla="*/ 4261860 h 6858000"/>
              <a:gd name="connsiteX3204" fmla="*/ 6957459 w 12192000"/>
              <a:gd name="connsiteY3204" fmla="*/ 4261860 h 6858000"/>
              <a:gd name="connsiteX3205" fmla="*/ 6972863 w 12192000"/>
              <a:gd name="connsiteY3205" fmla="*/ 4266623 h 6858000"/>
              <a:gd name="connsiteX3206" fmla="*/ 6983950 w 12192000"/>
              <a:gd name="connsiteY3206" fmla="*/ 4279720 h 6858000"/>
              <a:gd name="connsiteX3207" fmla="*/ 6987076 w 12192000"/>
              <a:gd name="connsiteY3207" fmla="*/ 4298174 h 6858000"/>
              <a:gd name="connsiteX3208" fmla="*/ 6923973 w 12192000"/>
              <a:gd name="connsiteY3208" fmla="*/ 4298174 h 6858000"/>
              <a:gd name="connsiteX3209" fmla="*/ 6935358 w 12192000"/>
              <a:gd name="connsiteY3209" fmla="*/ 4271460 h 6858000"/>
              <a:gd name="connsiteX3210" fmla="*/ 6957459 w 12192000"/>
              <a:gd name="connsiteY3210" fmla="*/ 4261860 h 6858000"/>
              <a:gd name="connsiteX3211" fmla="*/ 2871235 w 12192000"/>
              <a:gd name="connsiteY3211" fmla="*/ 4261860 h 6858000"/>
              <a:gd name="connsiteX3212" fmla="*/ 2886639 w 12192000"/>
              <a:gd name="connsiteY3212" fmla="*/ 4266623 h 6858000"/>
              <a:gd name="connsiteX3213" fmla="*/ 2897727 w 12192000"/>
              <a:gd name="connsiteY3213" fmla="*/ 4279720 h 6858000"/>
              <a:gd name="connsiteX3214" fmla="*/ 2900852 w 12192000"/>
              <a:gd name="connsiteY3214" fmla="*/ 4298174 h 6858000"/>
              <a:gd name="connsiteX3215" fmla="*/ 2837749 w 12192000"/>
              <a:gd name="connsiteY3215" fmla="*/ 4298174 h 6858000"/>
              <a:gd name="connsiteX3216" fmla="*/ 2849134 w 12192000"/>
              <a:gd name="connsiteY3216" fmla="*/ 4271460 h 6858000"/>
              <a:gd name="connsiteX3217" fmla="*/ 2871235 w 12192000"/>
              <a:gd name="connsiteY3217" fmla="*/ 4261860 h 6858000"/>
              <a:gd name="connsiteX3218" fmla="*/ 2633110 w 12192000"/>
              <a:gd name="connsiteY3218" fmla="*/ 4261860 h 6858000"/>
              <a:gd name="connsiteX3219" fmla="*/ 2648514 w 12192000"/>
              <a:gd name="connsiteY3219" fmla="*/ 4266623 h 6858000"/>
              <a:gd name="connsiteX3220" fmla="*/ 2659602 w 12192000"/>
              <a:gd name="connsiteY3220" fmla="*/ 4279720 h 6858000"/>
              <a:gd name="connsiteX3221" fmla="*/ 2662727 w 12192000"/>
              <a:gd name="connsiteY3221" fmla="*/ 4298174 h 6858000"/>
              <a:gd name="connsiteX3222" fmla="*/ 2599624 w 12192000"/>
              <a:gd name="connsiteY3222" fmla="*/ 4298174 h 6858000"/>
              <a:gd name="connsiteX3223" fmla="*/ 2611009 w 12192000"/>
              <a:gd name="connsiteY3223" fmla="*/ 4271460 h 6858000"/>
              <a:gd name="connsiteX3224" fmla="*/ 2633110 w 12192000"/>
              <a:gd name="connsiteY3224" fmla="*/ 4261860 h 6858000"/>
              <a:gd name="connsiteX3225" fmla="*/ 2242585 w 12192000"/>
              <a:gd name="connsiteY3225" fmla="*/ 4261860 h 6858000"/>
              <a:gd name="connsiteX3226" fmla="*/ 2257989 w 12192000"/>
              <a:gd name="connsiteY3226" fmla="*/ 4266623 h 6858000"/>
              <a:gd name="connsiteX3227" fmla="*/ 2269077 w 12192000"/>
              <a:gd name="connsiteY3227" fmla="*/ 4279720 h 6858000"/>
              <a:gd name="connsiteX3228" fmla="*/ 2272202 w 12192000"/>
              <a:gd name="connsiteY3228" fmla="*/ 4298174 h 6858000"/>
              <a:gd name="connsiteX3229" fmla="*/ 2209099 w 12192000"/>
              <a:gd name="connsiteY3229" fmla="*/ 4298174 h 6858000"/>
              <a:gd name="connsiteX3230" fmla="*/ 2220484 w 12192000"/>
              <a:gd name="connsiteY3230" fmla="*/ 4271460 h 6858000"/>
              <a:gd name="connsiteX3231" fmla="*/ 2242585 w 12192000"/>
              <a:gd name="connsiteY3231" fmla="*/ 4261860 h 6858000"/>
              <a:gd name="connsiteX3232" fmla="*/ 1242460 w 12192000"/>
              <a:gd name="connsiteY3232" fmla="*/ 4261860 h 6858000"/>
              <a:gd name="connsiteX3233" fmla="*/ 1257864 w 12192000"/>
              <a:gd name="connsiteY3233" fmla="*/ 4266623 h 6858000"/>
              <a:gd name="connsiteX3234" fmla="*/ 1268952 w 12192000"/>
              <a:gd name="connsiteY3234" fmla="*/ 4279720 h 6858000"/>
              <a:gd name="connsiteX3235" fmla="*/ 1272077 w 12192000"/>
              <a:gd name="connsiteY3235" fmla="*/ 4298174 h 6858000"/>
              <a:gd name="connsiteX3236" fmla="*/ 1208974 w 12192000"/>
              <a:gd name="connsiteY3236" fmla="*/ 4298174 h 6858000"/>
              <a:gd name="connsiteX3237" fmla="*/ 1220359 w 12192000"/>
              <a:gd name="connsiteY3237" fmla="*/ 4271460 h 6858000"/>
              <a:gd name="connsiteX3238" fmla="*/ 1242460 w 12192000"/>
              <a:gd name="connsiteY3238" fmla="*/ 4261860 h 6858000"/>
              <a:gd name="connsiteX3239" fmla="*/ 9572964 w 12192000"/>
              <a:gd name="connsiteY3239" fmla="*/ 4261116 h 6858000"/>
              <a:gd name="connsiteX3240" fmla="*/ 9599902 w 12192000"/>
              <a:gd name="connsiteY3240" fmla="*/ 4275404 h 6858000"/>
              <a:gd name="connsiteX3241" fmla="*/ 9615529 w 12192000"/>
              <a:gd name="connsiteY3241" fmla="*/ 4332554 h 6858000"/>
              <a:gd name="connsiteX3242" fmla="*/ 9606153 w 12192000"/>
              <a:gd name="connsiteY3242" fmla="*/ 4373481 h 6858000"/>
              <a:gd name="connsiteX3243" fmla="*/ 9582340 w 12192000"/>
              <a:gd name="connsiteY3243" fmla="*/ 4385388 h 6858000"/>
              <a:gd name="connsiteX3244" fmla="*/ 9551161 w 12192000"/>
              <a:gd name="connsiteY3244" fmla="*/ 4363807 h 6858000"/>
              <a:gd name="connsiteX3245" fmla="*/ 9539329 w 12192000"/>
              <a:gd name="connsiteY3245" fmla="*/ 4312462 h 6858000"/>
              <a:gd name="connsiteX3246" fmla="*/ 9544240 w 12192000"/>
              <a:gd name="connsiteY3246" fmla="*/ 4282250 h 6858000"/>
              <a:gd name="connsiteX3247" fmla="*/ 9557114 w 12192000"/>
              <a:gd name="connsiteY3247" fmla="*/ 4265804 h 6858000"/>
              <a:gd name="connsiteX3248" fmla="*/ 9572964 w 12192000"/>
              <a:gd name="connsiteY3248" fmla="*/ 4261116 h 6858000"/>
              <a:gd name="connsiteX3249" fmla="*/ 7915614 w 12192000"/>
              <a:gd name="connsiteY3249" fmla="*/ 4261116 h 6858000"/>
              <a:gd name="connsiteX3250" fmla="*/ 7942552 w 12192000"/>
              <a:gd name="connsiteY3250" fmla="*/ 4275404 h 6858000"/>
              <a:gd name="connsiteX3251" fmla="*/ 7958179 w 12192000"/>
              <a:gd name="connsiteY3251" fmla="*/ 4332554 h 6858000"/>
              <a:gd name="connsiteX3252" fmla="*/ 7948803 w 12192000"/>
              <a:gd name="connsiteY3252" fmla="*/ 4373481 h 6858000"/>
              <a:gd name="connsiteX3253" fmla="*/ 7924991 w 12192000"/>
              <a:gd name="connsiteY3253" fmla="*/ 4385388 h 6858000"/>
              <a:gd name="connsiteX3254" fmla="*/ 7893811 w 12192000"/>
              <a:gd name="connsiteY3254" fmla="*/ 4363807 h 6858000"/>
              <a:gd name="connsiteX3255" fmla="*/ 7881979 w 12192000"/>
              <a:gd name="connsiteY3255" fmla="*/ 4312462 h 6858000"/>
              <a:gd name="connsiteX3256" fmla="*/ 7886891 w 12192000"/>
              <a:gd name="connsiteY3256" fmla="*/ 4282250 h 6858000"/>
              <a:gd name="connsiteX3257" fmla="*/ 7899764 w 12192000"/>
              <a:gd name="connsiteY3257" fmla="*/ 4265804 h 6858000"/>
              <a:gd name="connsiteX3258" fmla="*/ 7915614 w 12192000"/>
              <a:gd name="connsiteY3258" fmla="*/ 4261116 h 6858000"/>
              <a:gd name="connsiteX3259" fmla="*/ 6429714 w 12192000"/>
              <a:gd name="connsiteY3259" fmla="*/ 4261116 h 6858000"/>
              <a:gd name="connsiteX3260" fmla="*/ 6456652 w 12192000"/>
              <a:gd name="connsiteY3260" fmla="*/ 4275404 h 6858000"/>
              <a:gd name="connsiteX3261" fmla="*/ 6472279 w 12192000"/>
              <a:gd name="connsiteY3261" fmla="*/ 4332554 h 6858000"/>
              <a:gd name="connsiteX3262" fmla="*/ 6462903 w 12192000"/>
              <a:gd name="connsiteY3262" fmla="*/ 4373481 h 6858000"/>
              <a:gd name="connsiteX3263" fmla="*/ 6439091 w 12192000"/>
              <a:gd name="connsiteY3263" fmla="*/ 4385388 h 6858000"/>
              <a:gd name="connsiteX3264" fmla="*/ 6407911 w 12192000"/>
              <a:gd name="connsiteY3264" fmla="*/ 4363807 h 6858000"/>
              <a:gd name="connsiteX3265" fmla="*/ 6396079 w 12192000"/>
              <a:gd name="connsiteY3265" fmla="*/ 4312462 h 6858000"/>
              <a:gd name="connsiteX3266" fmla="*/ 6400991 w 12192000"/>
              <a:gd name="connsiteY3266" fmla="*/ 4282250 h 6858000"/>
              <a:gd name="connsiteX3267" fmla="*/ 6413864 w 12192000"/>
              <a:gd name="connsiteY3267" fmla="*/ 4265804 h 6858000"/>
              <a:gd name="connsiteX3268" fmla="*/ 6429714 w 12192000"/>
              <a:gd name="connsiteY3268" fmla="*/ 4261116 h 6858000"/>
              <a:gd name="connsiteX3269" fmla="*/ 5200990 w 12192000"/>
              <a:gd name="connsiteY3269" fmla="*/ 4261116 h 6858000"/>
              <a:gd name="connsiteX3270" fmla="*/ 5227928 w 12192000"/>
              <a:gd name="connsiteY3270" fmla="*/ 4275404 h 6858000"/>
              <a:gd name="connsiteX3271" fmla="*/ 5243555 w 12192000"/>
              <a:gd name="connsiteY3271" fmla="*/ 4332554 h 6858000"/>
              <a:gd name="connsiteX3272" fmla="*/ 5234180 w 12192000"/>
              <a:gd name="connsiteY3272" fmla="*/ 4373481 h 6858000"/>
              <a:gd name="connsiteX3273" fmla="*/ 5210366 w 12192000"/>
              <a:gd name="connsiteY3273" fmla="*/ 4385388 h 6858000"/>
              <a:gd name="connsiteX3274" fmla="*/ 5179186 w 12192000"/>
              <a:gd name="connsiteY3274" fmla="*/ 4363807 h 6858000"/>
              <a:gd name="connsiteX3275" fmla="*/ 5167355 w 12192000"/>
              <a:gd name="connsiteY3275" fmla="*/ 4312462 h 6858000"/>
              <a:gd name="connsiteX3276" fmla="*/ 5172267 w 12192000"/>
              <a:gd name="connsiteY3276" fmla="*/ 4282250 h 6858000"/>
              <a:gd name="connsiteX3277" fmla="*/ 5185139 w 12192000"/>
              <a:gd name="connsiteY3277" fmla="*/ 4265804 h 6858000"/>
              <a:gd name="connsiteX3278" fmla="*/ 5200990 w 12192000"/>
              <a:gd name="connsiteY3278" fmla="*/ 4261116 h 6858000"/>
              <a:gd name="connsiteX3279" fmla="*/ 3676991 w 12192000"/>
              <a:gd name="connsiteY3279" fmla="*/ 4261116 h 6858000"/>
              <a:gd name="connsiteX3280" fmla="*/ 3703929 w 12192000"/>
              <a:gd name="connsiteY3280" fmla="*/ 4275404 h 6858000"/>
              <a:gd name="connsiteX3281" fmla="*/ 3719556 w 12192000"/>
              <a:gd name="connsiteY3281" fmla="*/ 4332554 h 6858000"/>
              <a:gd name="connsiteX3282" fmla="*/ 3710180 w 12192000"/>
              <a:gd name="connsiteY3282" fmla="*/ 4373481 h 6858000"/>
              <a:gd name="connsiteX3283" fmla="*/ 3686367 w 12192000"/>
              <a:gd name="connsiteY3283" fmla="*/ 4385388 h 6858000"/>
              <a:gd name="connsiteX3284" fmla="*/ 3655188 w 12192000"/>
              <a:gd name="connsiteY3284" fmla="*/ 4363807 h 6858000"/>
              <a:gd name="connsiteX3285" fmla="*/ 3643356 w 12192000"/>
              <a:gd name="connsiteY3285" fmla="*/ 4312462 h 6858000"/>
              <a:gd name="connsiteX3286" fmla="*/ 3648267 w 12192000"/>
              <a:gd name="connsiteY3286" fmla="*/ 4282250 h 6858000"/>
              <a:gd name="connsiteX3287" fmla="*/ 3661141 w 12192000"/>
              <a:gd name="connsiteY3287" fmla="*/ 4265804 h 6858000"/>
              <a:gd name="connsiteX3288" fmla="*/ 3676991 w 12192000"/>
              <a:gd name="connsiteY3288" fmla="*/ 4261116 h 6858000"/>
              <a:gd name="connsiteX3289" fmla="*/ 1581491 w 12192000"/>
              <a:gd name="connsiteY3289" fmla="*/ 4261116 h 6858000"/>
              <a:gd name="connsiteX3290" fmla="*/ 1608429 w 12192000"/>
              <a:gd name="connsiteY3290" fmla="*/ 4275404 h 6858000"/>
              <a:gd name="connsiteX3291" fmla="*/ 1624056 w 12192000"/>
              <a:gd name="connsiteY3291" fmla="*/ 4332554 h 6858000"/>
              <a:gd name="connsiteX3292" fmla="*/ 1614679 w 12192000"/>
              <a:gd name="connsiteY3292" fmla="*/ 4373481 h 6858000"/>
              <a:gd name="connsiteX3293" fmla="*/ 1590867 w 12192000"/>
              <a:gd name="connsiteY3293" fmla="*/ 4385388 h 6858000"/>
              <a:gd name="connsiteX3294" fmla="*/ 1559687 w 12192000"/>
              <a:gd name="connsiteY3294" fmla="*/ 4363807 h 6858000"/>
              <a:gd name="connsiteX3295" fmla="*/ 1547855 w 12192000"/>
              <a:gd name="connsiteY3295" fmla="*/ 4312462 h 6858000"/>
              <a:gd name="connsiteX3296" fmla="*/ 1552767 w 12192000"/>
              <a:gd name="connsiteY3296" fmla="*/ 4282250 h 6858000"/>
              <a:gd name="connsiteX3297" fmla="*/ 1565640 w 12192000"/>
              <a:gd name="connsiteY3297" fmla="*/ 4265804 h 6858000"/>
              <a:gd name="connsiteX3298" fmla="*/ 1581491 w 12192000"/>
              <a:gd name="connsiteY3298" fmla="*/ 4261116 h 6858000"/>
              <a:gd name="connsiteX3299" fmla="*/ 9261318 w 12192000"/>
              <a:gd name="connsiteY3299" fmla="*/ 4260521 h 6858000"/>
              <a:gd name="connsiteX3300" fmla="*/ 9275680 w 12192000"/>
              <a:gd name="connsiteY3300" fmla="*/ 4264762 h 6858000"/>
              <a:gd name="connsiteX3301" fmla="*/ 9287512 w 12192000"/>
              <a:gd name="connsiteY3301" fmla="*/ 4277338 h 6858000"/>
              <a:gd name="connsiteX3302" fmla="*/ 9292870 w 12192000"/>
              <a:gd name="connsiteY3302" fmla="*/ 4295793 h 6858000"/>
              <a:gd name="connsiteX3303" fmla="*/ 9292870 w 12192000"/>
              <a:gd name="connsiteY3303" fmla="*/ 4366040 h 6858000"/>
              <a:gd name="connsiteX3304" fmla="*/ 9266676 w 12192000"/>
              <a:gd name="connsiteY3304" fmla="*/ 4379583 h 6858000"/>
              <a:gd name="connsiteX3305" fmla="*/ 9237506 w 12192000"/>
              <a:gd name="connsiteY3305" fmla="*/ 4363584 h 6858000"/>
              <a:gd name="connsiteX3306" fmla="*/ 9224409 w 12192000"/>
              <a:gd name="connsiteY3306" fmla="*/ 4317522 h 6858000"/>
              <a:gd name="connsiteX3307" fmla="*/ 9237952 w 12192000"/>
              <a:gd name="connsiteY3307" fmla="*/ 4272278 h 6858000"/>
              <a:gd name="connsiteX3308" fmla="*/ 9261318 w 12192000"/>
              <a:gd name="connsiteY3308" fmla="*/ 4260521 h 6858000"/>
              <a:gd name="connsiteX3309" fmla="*/ 7184868 w 12192000"/>
              <a:gd name="connsiteY3309" fmla="*/ 4260521 h 6858000"/>
              <a:gd name="connsiteX3310" fmla="*/ 7199230 w 12192000"/>
              <a:gd name="connsiteY3310" fmla="*/ 4264762 h 6858000"/>
              <a:gd name="connsiteX3311" fmla="*/ 7211062 w 12192000"/>
              <a:gd name="connsiteY3311" fmla="*/ 4277338 h 6858000"/>
              <a:gd name="connsiteX3312" fmla="*/ 7216420 w 12192000"/>
              <a:gd name="connsiteY3312" fmla="*/ 4295793 h 6858000"/>
              <a:gd name="connsiteX3313" fmla="*/ 7216420 w 12192000"/>
              <a:gd name="connsiteY3313" fmla="*/ 4366040 h 6858000"/>
              <a:gd name="connsiteX3314" fmla="*/ 7190226 w 12192000"/>
              <a:gd name="connsiteY3314" fmla="*/ 4379583 h 6858000"/>
              <a:gd name="connsiteX3315" fmla="*/ 7161056 w 12192000"/>
              <a:gd name="connsiteY3315" fmla="*/ 4363584 h 6858000"/>
              <a:gd name="connsiteX3316" fmla="*/ 7147959 w 12192000"/>
              <a:gd name="connsiteY3316" fmla="*/ 4317522 h 6858000"/>
              <a:gd name="connsiteX3317" fmla="*/ 7161502 w 12192000"/>
              <a:gd name="connsiteY3317" fmla="*/ 4272278 h 6858000"/>
              <a:gd name="connsiteX3318" fmla="*/ 7184868 w 12192000"/>
              <a:gd name="connsiteY3318" fmla="*/ 4260521 h 6858000"/>
              <a:gd name="connsiteX3319" fmla="*/ 6813393 w 12192000"/>
              <a:gd name="connsiteY3319" fmla="*/ 4260521 h 6858000"/>
              <a:gd name="connsiteX3320" fmla="*/ 6827755 w 12192000"/>
              <a:gd name="connsiteY3320" fmla="*/ 4264762 h 6858000"/>
              <a:gd name="connsiteX3321" fmla="*/ 6839587 w 12192000"/>
              <a:gd name="connsiteY3321" fmla="*/ 4277338 h 6858000"/>
              <a:gd name="connsiteX3322" fmla="*/ 6844945 w 12192000"/>
              <a:gd name="connsiteY3322" fmla="*/ 4295793 h 6858000"/>
              <a:gd name="connsiteX3323" fmla="*/ 6844945 w 12192000"/>
              <a:gd name="connsiteY3323" fmla="*/ 4366040 h 6858000"/>
              <a:gd name="connsiteX3324" fmla="*/ 6818751 w 12192000"/>
              <a:gd name="connsiteY3324" fmla="*/ 4379583 h 6858000"/>
              <a:gd name="connsiteX3325" fmla="*/ 6789581 w 12192000"/>
              <a:gd name="connsiteY3325" fmla="*/ 4363584 h 6858000"/>
              <a:gd name="connsiteX3326" fmla="*/ 6776484 w 12192000"/>
              <a:gd name="connsiteY3326" fmla="*/ 4317522 h 6858000"/>
              <a:gd name="connsiteX3327" fmla="*/ 6790027 w 12192000"/>
              <a:gd name="connsiteY3327" fmla="*/ 4272278 h 6858000"/>
              <a:gd name="connsiteX3328" fmla="*/ 6813393 w 12192000"/>
              <a:gd name="connsiteY3328" fmla="*/ 4260521 h 6858000"/>
              <a:gd name="connsiteX3329" fmla="*/ 4832194 w 12192000"/>
              <a:gd name="connsiteY3329" fmla="*/ 4260521 h 6858000"/>
              <a:gd name="connsiteX3330" fmla="*/ 4846556 w 12192000"/>
              <a:gd name="connsiteY3330" fmla="*/ 4264762 h 6858000"/>
              <a:gd name="connsiteX3331" fmla="*/ 4858387 w 12192000"/>
              <a:gd name="connsiteY3331" fmla="*/ 4277338 h 6858000"/>
              <a:gd name="connsiteX3332" fmla="*/ 4863745 w 12192000"/>
              <a:gd name="connsiteY3332" fmla="*/ 4295793 h 6858000"/>
              <a:gd name="connsiteX3333" fmla="*/ 4863745 w 12192000"/>
              <a:gd name="connsiteY3333" fmla="*/ 4366040 h 6858000"/>
              <a:gd name="connsiteX3334" fmla="*/ 4837552 w 12192000"/>
              <a:gd name="connsiteY3334" fmla="*/ 4379583 h 6858000"/>
              <a:gd name="connsiteX3335" fmla="*/ 4808381 w 12192000"/>
              <a:gd name="connsiteY3335" fmla="*/ 4363584 h 6858000"/>
              <a:gd name="connsiteX3336" fmla="*/ 4795286 w 12192000"/>
              <a:gd name="connsiteY3336" fmla="*/ 4317522 h 6858000"/>
              <a:gd name="connsiteX3337" fmla="*/ 4808828 w 12192000"/>
              <a:gd name="connsiteY3337" fmla="*/ 4272278 h 6858000"/>
              <a:gd name="connsiteX3338" fmla="*/ 4832194 w 12192000"/>
              <a:gd name="connsiteY3338" fmla="*/ 4260521 h 6858000"/>
              <a:gd name="connsiteX3339" fmla="*/ 6513058 w 12192000"/>
              <a:gd name="connsiteY3339" fmla="*/ 4255461 h 6858000"/>
              <a:gd name="connsiteX3340" fmla="*/ 6513058 w 12192000"/>
              <a:gd name="connsiteY3340" fmla="*/ 4260967 h 6858000"/>
              <a:gd name="connsiteX3341" fmla="*/ 6523030 w 12192000"/>
              <a:gd name="connsiteY3341" fmla="*/ 4263497 h 6858000"/>
              <a:gd name="connsiteX3342" fmla="*/ 6530620 w 12192000"/>
              <a:gd name="connsiteY3342" fmla="*/ 4269376 h 6858000"/>
              <a:gd name="connsiteX3343" fmla="*/ 6536871 w 12192000"/>
              <a:gd name="connsiteY3343" fmla="*/ 4280910 h 6858000"/>
              <a:gd name="connsiteX3344" fmla="*/ 6585537 w 12192000"/>
              <a:gd name="connsiteY3344" fmla="*/ 4395954 h 6858000"/>
              <a:gd name="connsiteX3345" fmla="*/ 6591639 w 12192000"/>
              <a:gd name="connsiteY3345" fmla="*/ 4395954 h 6858000"/>
              <a:gd name="connsiteX3346" fmla="*/ 6640008 w 12192000"/>
              <a:gd name="connsiteY3346" fmla="*/ 4278975 h 6858000"/>
              <a:gd name="connsiteX3347" fmla="*/ 6649385 w 12192000"/>
              <a:gd name="connsiteY3347" fmla="*/ 4264093 h 6858000"/>
              <a:gd name="connsiteX3348" fmla="*/ 6660100 w 12192000"/>
              <a:gd name="connsiteY3348" fmla="*/ 4260967 h 6858000"/>
              <a:gd name="connsiteX3349" fmla="*/ 6660100 w 12192000"/>
              <a:gd name="connsiteY3349" fmla="*/ 4255461 h 6858000"/>
              <a:gd name="connsiteX3350" fmla="*/ 6615601 w 12192000"/>
              <a:gd name="connsiteY3350" fmla="*/ 4255461 h 6858000"/>
              <a:gd name="connsiteX3351" fmla="*/ 6615601 w 12192000"/>
              <a:gd name="connsiteY3351" fmla="*/ 4260967 h 6858000"/>
              <a:gd name="connsiteX3352" fmla="*/ 6625870 w 12192000"/>
              <a:gd name="connsiteY3352" fmla="*/ 4261786 h 6858000"/>
              <a:gd name="connsiteX3353" fmla="*/ 6630037 w 12192000"/>
              <a:gd name="connsiteY3353" fmla="*/ 4264837 h 6858000"/>
              <a:gd name="connsiteX3354" fmla="*/ 6631228 w 12192000"/>
              <a:gd name="connsiteY3354" fmla="*/ 4268260 h 6858000"/>
              <a:gd name="connsiteX3355" fmla="*/ 6627805 w 12192000"/>
              <a:gd name="connsiteY3355" fmla="*/ 4280910 h 6858000"/>
              <a:gd name="connsiteX3356" fmla="*/ 6595955 w 12192000"/>
              <a:gd name="connsiteY3356" fmla="*/ 4359045 h 6858000"/>
              <a:gd name="connsiteX3357" fmla="*/ 6564255 w 12192000"/>
              <a:gd name="connsiteY3357" fmla="*/ 4283738 h 6858000"/>
              <a:gd name="connsiteX3358" fmla="*/ 6561130 w 12192000"/>
              <a:gd name="connsiteY3358" fmla="*/ 4271385 h 6858000"/>
              <a:gd name="connsiteX3359" fmla="*/ 6564181 w 12192000"/>
              <a:gd name="connsiteY3359" fmla="*/ 4263795 h 6858000"/>
              <a:gd name="connsiteX3360" fmla="*/ 6573036 w 12192000"/>
              <a:gd name="connsiteY3360" fmla="*/ 4260967 h 6858000"/>
              <a:gd name="connsiteX3361" fmla="*/ 6577203 w 12192000"/>
              <a:gd name="connsiteY3361" fmla="*/ 4260967 h 6858000"/>
              <a:gd name="connsiteX3362" fmla="*/ 6577203 w 12192000"/>
              <a:gd name="connsiteY3362" fmla="*/ 4255461 h 6858000"/>
              <a:gd name="connsiteX3363" fmla="*/ 5367827 w 12192000"/>
              <a:gd name="connsiteY3363" fmla="*/ 4255461 h 6858000"/>
              <a:gd name="connsiteX3364" fmla="*/ 5367827 w 12192000"/>
              <a:gd name="connsiteY3364" fmla="*/ 4260967 h 6858000"/>
              <a:gd name="connsiteX3365" fmla="*/ 5382635 w 12192000"/>
              <a:gd name="connsiteY3365" fmla="*/ 4262828 h 6858000"/>
              <a:gd name="connsiteX3366" fmla="*/ 5388810 w 12192000"/>
              <a:gd name="connsiteY3366" fmla="*/ 4268558 h 6858000"/>
              <a:gd name="connsiteX3367" fmla="*/ 5390895 w 12192000"/>
              <a:gd name="connsiteY3367" fmla="*/ 4281952 h 6858000"/>
              <a:gd name="connsiteX3368" fmla="*/ 5390895 w 12192000"/>
              <a:gd name="connsiteY3368" fmla="*/ 4342823 h 6858000"/>
              <a:gd name="connsiteX3369" fmla="*/ 5394168 w 12192000"/>
              <a:gd name="connsiteY3369" fmla="*/ 4372291 h 6858000"/>
              <a:gd name="connsiteX3370" fmla="*/ 5405852 w 12192000"/>
              <a:gd name="connsiteY3370" fmla="*/ 4389331 h 6858000"/>
              <a:gd name="connsiteX3371" fmla="*/ 5425720 w 12192000"/>
              <a:gd name="connsiteY3371" fmla="*/ 4395954 h 6858000"/>
              <a:gd name="connsiteX3372" fmla="*/ 5445216 w 12192000"/>
              <a:gd name="connsiteY3372" fmla="*/ 4391043 h 6858000"/>
              <a:gd name="connsiteX3373" fmla="*/ 5472005 w 12192000"/>
              <a:gd name="connsiteY3373" fmla="*/ 4367082 h 6858000"/>
              <a:gd name="connsiteX3374" fmla="*/ 5472005 w 12192000"/>
              <a:gd name="connsiteY3374" fmla="*/ 4395954 h 6858000"/>
              <a:gd name="connsiteX3375" fmla="*/ 5478704 w 12192000"/>
              <a:gd name="connsiteY3375" fmla="*/ 4395954 h 6858000"/>
              <a:gd name="connsiteX3376" fmla="*/ 5519482 w 12192000"/>
              <a:gd name="connsiteY3376" fmla="*/ 4379137 h 6858000"/>
              <a:gd name="connsiteX3377" fmla="*/ 5517398 w 12192000"/>
              <a:gd name="connsiteY3377" fmla="*/ 4373928 h 6858000"/>
              <a:gd name="connsiteX3378" fmla="*/ 5506982 w 12192000"/>
              <a:gd name="connsiteY3378" fmla="*/ 4376458 h 6858000"/>
              <a:gd name="connsiteX3379" fmla="*/ 5501251 w 12192000"/>
              <a:gd name="connsiteY3379" fmla="*/ 4374374 h 6858000"/>
              <a:gd name="connsiteX3380" fmla="*/ 5497679 w 12192000"/>
              <a:gd name="connsiteY3380" fmla="*/ 4367007 h 6858000"/>
              <a:gd name="connsiteX3381" fmla="*/ 5496562 w 12192000"/>
              <a:gd name="connsiteY3381" fmla="*/ 4338060 h 6858000"/>
              <a:gd name="connsiteX3382" fmla="*/ 5496562 w 12192000"/>
              <a:gd name="connsiteY3382" fmla="*/ 4255461 h 6858000"/>
              <a:gd name="connsiteX3383" fmla="*/ 5450128 w 12192000"/>
              <a:gd name="connsiteY3383" fmla="*/ 4255461 h 6858000"/>
              <a:gd name="connsiteX3384" fmla="*/ 5450128 w 12192000"/>
              <a:gd name="connsiteY3384" fmla="*/ 4260967 h 6858000"/>
              <a:gd name="connsiteX3385" fmla="*/ 5467765 w 12192000"/>
              <a:gd name="connsiteY3385" fmla="*/ 4265358 h 6858000"/>
              <a:gd name="connsiteX3386" fmla="*/ 5472005 w 12192000"/>
              <a:gd name="connsiteY3386" fmla="*/ 4281059 h 6858000"/>
              <a:gd name="connsiteX3387" fmla="*/ 5472005 w 12192000"/>
              <a:gd name="connsiteY3387" fmla="*/ 4358301 h 6858000"/>
              <a:gd name="connsiteX3388" fmla="*/ 5452732 w 12192000"/>
              <a:gd name="connsiteY3388" fmla="*/ 4373630 h 6858000"/>
              <a:gd name="connsiteX3389" fmla="*/ 5438222 w 12192000"/>
              <a:gd name="connsiteY3389" fmla="*/ 4377648 h 6858000"/>
              <a:gd name="connsiteX3390" fmla="*/ 5422223 w 12192000"/>
              <a:gd name="connsiteY3390" fmla="*/ 4371695 h 6858000"/>
              <a:gd name="connsiteX3391" fmla="*/ 5415601 w 12192000"/>
              <a:gd name="connsiteY3391" fmla="*/ 4346692 h 6858000"/>
              <a:gd name="connsiteX3392" fmla="*/ 5415601 w 12192000"/>
              <a:gd name="connsiteY3392" fmla="*/ 4255461 h 6858000"/>
              <a:gd name="connsiteX3393" fmla="*/ 4235839 w 12192000"/>
              <a:gd name="connsiteY3393" fmla="*/ 4255461 h 6858000"/>
              <a:gd name="connsiteX3394" fmla="*/ 4235839 w 12192000"/>
              <a:gd name="connsiteY3394" fmla="*/ 4260967 h 6858000"/>
              <a:gd name="connsiteX3395" fmla="*/ 4246854 w 12192000"/>
              <a:gd name="connsiteY3395" fmla="*/ 4265134 h 6858000"/>
              <a:gd name="connsiteX3396" fmla="*/ 4252954 w 12192000"/>
              <a:gd name="connsiteY3396" fmla="*/ 4272129 h 6858000"/>
              <a:gd name="connsiteX3397" fmla="*/ 4260098 w 12192000"/>
              <a:gd name="connsiteY3397" fmla="*/ 4283589 h 6858000"/>
              <a:gd name="connsiteX3398" fmla="*/ 4309063 w 12192000"/>
              <a:gd name="connsiteY3398" fmla="*/ 4386429 h 6858000"/>
              <a:gd name="connsiteX3399" fmla="*/ 4299389 w 12192000"/>
              <a:gd name="connsiteY3399" fmla="*/ 4410093 h 6858000"/>
              <a:gd name="connsiteX3400" fmla="*/ 4288748 w 12192000"/>
              <a:gd name="connsiteY3400" fmla="*/ 4427952 h 6858000"/>
              <a:gd name="connsiteX3401" fmla="*/ 4278999 w 12192000"/>
              <a:gd name="connsiteY3401" fmla="*/ 4432566 h 6858000"/>
              <a:gd name="connsiteX3402" fmla="*/ 4271558 w 12192000"/>
              <a:gd name="connsiteY3402" fmla="*/ 4430334 h 6858000"/>
              <a:gd name="connsiteX3403" fmla="*/ 4258164 w 12192000"/>
              <a:gd name="connsiteY3403" fmla="*/ 4427059 h 6858000"/>
              <a:gd name="connsiteX3404" fmla="*/ 4246927 w 12192000"/>
              <a:gd name="connsiteY3404" fmla="*/ 4430855 h 6858000"/>
              <a:gd name="connsiteX3405" fmla="*/ 4242834 w 12192000"/>
              <a:gd name="connsiteY3405" fmla="*/ 4440900 h 6858000"/>
              <a:gd name="connsiteX3406" fmla="*/ 4248490 w 12192000"/>
              <a:gd name="connsiteY3406" fmla="*/ 4452509 h 6858000"/>
              <a:gd name="connsiteX3407" fmla="*/ 4262926 w 12192000"/>
              <a:gd name="connsiteY3407" fmla="*/ 4457569 h 6858000"/>
              <a:gd name="connsiteX3408" fmla="*/ 4288003 w 12192000"/>
              <a:gd name="connsiteY3408" fmla="*/ 4447449 h 6858000"/>
              <a:gd name="connsiteX3409" fmla="*/ 4309063 w 12192000"/>
              <a:gd name="connsiteY3409" fmla="*/ 4417534 h 6858000"/>
              <a:gd name="connsiteX3410" fmla="*/ 4364576 w 12192000"/>
              <a:gd name="connsiteY3410" fmla="*/ 4281506 h 6858000"/>
              <a:gd name="connsiteX3411" fmla="*/ 4369636 w 12192000"/>
              <a:gd name="connsiteY3411" fmla="*/ 4270046 h 6858000"/>
              <a:gd name="connsiteX3412" fmla="*/ 4376184 w 12192000"/>
              <a:gd name="connsiteY3412" fmla="*/ 4263349 h 6858000"/>
              <a:gd name="connsiteX3413" fmla="*/ 4384668 w 12192000"/>
              <a:gd name="connsiteY3413" fmla="*/ 4260967 h 6858000"/>
              <a:gd name="connsiteX3414" fmla="*/ 4384668 w 12192000"/>
              <a:gd name="connsiteY3414" fmla="*/ 4255461 h 6858000"/>
              <a:gd name="connsiteX3415" fmla="*/ 4340316 w 12192000"/>
              <a:gd name="connsiteY3415" fmla="*/ 4255461 h 6858000"/>
              <a:gd name="connsiteX3416" fmla="*/ 4340316 w 12192000"/>
              <a:gd name="connsiteY3416" fmla="*/ 4260967 h 6858000"/>
              <a:gd name="connsiteX3417" fmla="*/ 4349247 w 12192000"/>
              <a:gd name="connsiteY3417" fmla="*/ 4261935 h 6858000"/>
              <a:gd name="connsiteX3418" fmla="*/ 4352967 w 12192000"/>
              <a:gd name="connsiteY3418" fmla="*/ 4264539 h 6858000"/>
              <a:gd name="connsiteX3419" fmla="*/ 4354010 w 12192000"/>
              <a:gd name="connsiteY3419" fmla="*/ 4268558 h 6858000"/>
              <a:gd name="connsiteX3420" fmla="*/ 4351479 w 12192000"/>
              <a:gd name="connsiteY3420" fmla="*/ 4280613 h 6858000"/>
              <a:gd name="connsiteX3421" fmla="*/ 4320969 w 12192000"/>
              <a:gd name="connsiteY3421" fmla="*/ 4355920 h 6858000"/>
              <a:gd name="connsiteX3422" fmla="*/ 4287780 w 12192000"/>
              <a:gd name="connsiteY3422" fmla="*/ 4287161 h 6858000"/>
              <a:gd name="connsiteX3423" fmla="*/ 4282869 w 12192000"/>
              <a:gd name="connsiteY3423" fmla="*/ 4271088 h 6858000"/>
              <a:gd name="connsiteX3424" fmla="*/ 4286217 w 12192000"/>
              <a:gd name="connsiteY3424" fmla="*/ 4263869 h 6858000"/>
              <a:gd name="connsiteX3425" fmla="*/ 4296264 w 12192000"/>
              <a:gd name="connsiteY3425" fmla="*/ 4260967 h 6858000"/>
              <a:gd name="connsiteX3426" fmla="*/ 4299389 w 12192000"/>
              <a:gd name="connsiteY3426" fmla="*/ 4260967 h 6858000"/>
              <a:gd name="connsiteX3427" fmla="*/ 4299389 w 12192000"/>
              <a:gd name="connsiteY3427" fmla="*/ 4255461 h 6858000"/>
              <a:gd name="connsiteX3428" fmla="*/ 3758103 w 12192000"/>
              <a:gd name="connsiteY3428" fmla="*/ 4255461 h 6858000"/>
              <a:gd name="connsiteX3429" fmla="*/ 3758103 w 12192000"/>
              <a:gd name="connsiteY3429" fmla="*/ 4260967 h 6858000"/>
              <a:gd name="connsiteX3430" fmla="*/ 3772911 w 12192000"/>
              <a:gd name="connsiteY3430" fmla="*/ 4262828 h 6858000"/>
              <a:gd name="connsiteX3431" fmla="*/ 3779087 w 12192000"/>
              <a:gd name="connsiteY3431" fmla="*/ 4268558 h 6858000"/>
              <a:gd name="connsiteX3432" fmla="*/ 3781171 w 12192000"/>
              <a:gd name="connsiteY3432" fmla="*/ 4281952 h 6858000"/>
              <a:gd name="connsiteX3433" fmla="*/ 3781171 w 12192000"/>
              <a:gd name="connsiteY3433" fmla="*/ 4342823 h 6858000"/>
              <a:gd name="connsiteX3434" fmla="*/ 3784445 w 12192000"/>
              <a:gd name="connsiteY3434" fmla="*/ 4372291 h 6858000"/>
              <a:gd name="connsiteX3435" fmla="*/ 3796128 w 12192000"/>
              <a:gd name="connsiteY3435" fmla="*/ 4389331 h 6858000"/>
              <a:gd name="connsiteX3436" fmla="*/ 3815997 w 12192000"/>
              <a:gd name="connsiteY3436" fmla="*/ 4395954 h 6858000"/>
              <a:gd name="connsiteX3437" fmla="*/ 3835493 w 12192000"/>
              <a:gd name="connsiteY3437" fmla="*/ 4391043 h 6858000"/>
              <a:gd name="connsiteX3438" fmla="*/ 3862282 w 12192000"/>
              <a:gd name="connsiteY3438" fmla="*/ 4367082 h 6858000"/>
              <a:gd name="connsiteX3439" fmla="*/ 3862282 w 12192000"/>
              <a:gd name="connsiteY3439" fmla="*/ 4395954 h 6858000"/>
              <a:gd name="connsiteX3440" fmla="*/ 3868980 w 12192000"/>
              <a:gd name="connsiteY3440" fmla="*/ 4395954 h 6858000"/>
              <a:gd name="connsiteX3441" fmla="*/ 3909758 w 12192000"/>
              <a:gd name="connsiteY3441" fmla="*/ 4379137 h 6858000"/>
              <a:gd name="connsiteX3442" fmla="*/ 3907675 w 12192000"/>
              <a:gd name="connsiteY3442" fmla="*/ 4373928 h 6858000"/>
              <a:gd name="connsiteX3443" fmla="*/ 3897257 w 12192000"/>
              <a:gd name="connsiteY3443" fmla="*/ 4376458 h 6858000"/>
              <a:gd name="connsiteX3444" fmla="*/ 3891527 w 12192000"/>
              <a:gd name="connsiteY3444" fmla="*/ 4374374 h 6858000"/>
              <a:gd name="connsiteX3445" fmla="*/ 3887955 w 12192000"/>
              <a:gd name="connsiteY3445" fmla="*/ 4367007 h 6858000"/>
              <a:gd name="connsiteX3446" fmla="*/ 3886839 w 12192000"/>
              <a:gd name="connsiteY3446" fmla="*/ 4338060 h 6858000"/>
              <a:gd name="connsiteX3447" fmla="*/ 3886839 w 12192000"/>
              <a:gd name="connsiteY3447" fmla="*/ 4255461 h 6858000"/>
              <a:gd name="connsiteX3448" fmla="*/ 3840405 w 12192000"/>
              <a:gd name="connsiteY3448" fmla="*/ 4255461 h 6858000"/>
              <a:gd name="connsiteX3449" fmla="*/ 3840405 w 12192000"/>
              <a:gd name="connsiteY3449" fmla="*/ 4260967 h 6858000"/>
              <a:gd name="connsiteX3450" fmla="*/ 3858041 w 12192000"/>
              <a:gd name="connsiteY3450" fmla="*/ 4265358 h 6858000"/>
              <a:gd name="connsiteX3451" fmla="*/ 3862282 w 12192000"/>
              <a:gd name="connsiteY3451" fmla="*/ 4281059 h 6858000"/>
              <a:gd name="connsiteX3452" fmla="*/ 3862282 w 12192000"/>
              <a:gd name="connsiteY3452" fmla="*/ 4358301 h 6858000"/>
              <a:gd name="connsiteX3453" fmla="*/ 3843009 w 12192000"/>
              <a:gd name="connsiteY3453" fmla="*/ 4373630 h 6858000"/>
              <a:gd name="connsiteX3454" fmla="*/ 3828498 w 12192000"/>
              <a:gd name="connsiteY3454" fmla="*/ 4377648 h 6858000"/>
              <a:gd name="connsiteX3455" fmla="*/ 3812500 w 12192000"/>
              <a:gd name="connsiteY3455" fmla="*/ 4371695 h 6858000"/>
              <a:gd name="connsiteX3456" fmla="*/ 3805877 w 12192000"/>
              <a:gd name="connsiteY3456" fmla="*/ 4346692 h 6858000"/>
              <a:gd name="connsiteX3457" fmla="*/ 3805877 w 12192000"/>
              <a:gd name="connsiteY3457" fmla="*/ 4255461 h 6858000"/>
              <a:gd name="connsiteX3458" fmla="*/ 1664239 w 12192000"/>
              <a:gd name="connsiteY3458" fmla="*/ 4255461 h 6858000"/>
              <a:gd name="connsiteX3459" fmla="*/ 1664239 w 12192000"/>
              <a:gd name="connsiteY3459" fmla="*/ 4260967 h 6858000"/>
              <a:gd name="connsiteX3460" fmla="*/ 1677336 w 12192000"/>
              <a:gd name="connsiteY3460" fmla="*/ 4266697 h 6858000"/>
              <a:gd name="connsiteX3461" fmla="*/ 1685819 w 12192000"/>
              <a:gd name="connsiteY3461" fmla="*/ 4281357 h 6858000"/>
              <a:gd name="connsiteX3462" fmla="*/ 1729575 w 12192000"/>
              <a:gd name="connsiteY3462" fmla="*/ 4395954 h 6858000"/>
              <a:gd name="connsiteX3463" fmla="*/ 1735081 w 12192000"/>
              <a:gd name="connsiteY3463" fmla="*/ 4395954 h 6858000"/>
              <a:gd name="connsiteX3464" fmla="*/ 1774818 w 12192000"/>
              <a:gd name="connsiteY3464" fmla="*/ 4308890 h 6858000"/>
              <a:gd name="connsiteX3465" fmla="*/ 1808900 w 12192000"/>
              <a:gd name="connsiteY3465" fmla="*/ 4395954 h 6858000"/>
              <a:gd name="connsiteX3466" fmla="*/ 1815002 w 12192000"/>
              <a:gd name="connsiteY3466" fmla="*/ 4395954 h 6858000"/>
              <a:gd name="connsiteX3467" fmla="*/ 1860543 w 12192000"/>
              <a:gd name="connsiteY3467" fmla="*/ 4278529 h 6858000"/>
              <a:gd name="connsiteX3468" fmla="*/ 1879594 w 12192000"/>
              <a:gd name="connsiteY3468" fmla="*/ 4260967 h 6858000"/>
              <a:gd name="connsiteX3469" fmla="*/ 1879594 w 12192000"/>
              <a:gd name="connsiteY3469" fmla="*/ 4255461 h 6858000"/>
              <a:gd name="connsiteX3470" fmla="*/ 1836582 w 12192000"/>
              <a:gd name="connsiteY3470" fmla="*/ 4255461 h 6858000"/>
              <a:gd name="connsiteX3471" fmla="*/ 1836582 w 12192000"/>
              <a:gd name="connsiteY3471" fmla="*/ 4260967 h 6858000"/>
              <a:gd name="connsiteX3472" fmla="*/ 1847967 w 12192000"/>
              <a:gd name="connsiteY3472" fmla="*/ 4263497 h 6858000"/>
              <a:gd name="connsiteX3473" fmla="*/ 1850869 w 12192000"/>
              <a:gd name="connsiteY3473" fmla="*/ 4268558 h 6858000"/>
              <a:gd name="connsiteX3474" fmla="*/ 1847893 w 12192000"/>
              <a:gd name="connsiteY3474" fmla="*/ 4281357 h 6858000"/>
              <a:gd name="connsiteX3475" fmla="*/ 1819169 w 12192000"/>
              <a:gd name="connsiteY3475" fmla="*/ 4356813 h 6858000"/>
              <a:gd name="connsiteX3476" fmla="*/ 1788213 w 12192000"/>
              <a:gd name="connsiteY3476" fmla="*/ 4278529 h 6858000"/>
              <a:gd name="connsiteX3477" fmla="*/ 1787022 w 12192000"/>
              <a:gd name="connsiteY3477" fmla="*/ 4272427 h 6858000"/>
              <a:gd name="connsiteX3478" fmla="*/ 1789999 w 12192000"/>
              <a:gd name="connsiteY3478" fmla="*/ 4264837 h 6858000"/>
              <a:gd name="connsiteX3479" fmla="*/ 1805179 w 12192000"/>
              <a:gd name="connsiteY3479" fmla="*/ 4260967 h 6858000"/>
              <a:gd name="connsiteX3480" fmla="*/ 1805179 w 12192000"/>
              <a:gd name="connsiteY3480" fmla="*/ 4255461 h 6858000"/>
              <a:gd name="connsiteX3481" fmla="*/ 1740290 w 12192000"/>
              <a:gd name="connsiteY3481" fmla="*/ 4255461 h 6858000"/>
              <a:gd name="connsiteX3482" fmla="*/ 1740290 w 12192000"/>
              <a:gd name="connsiteY3482" fmla="*/ 4260967 h 6858000"/>
              <a:gd name="connsiteX3483" fmla="*/ 1752494 w 12192000"/>
              <a:gd name="connsiteY3483" fmla="*/ 4263497 h 6858000"/>
              <a:gd name="connsiteX3484" fmla="*/ 1761871 w 12192000"/>
              <a:gd name="connsiteY3484" fmla="*/ 4275850 h 6858000"/>
              <a:gd name="connsiteX3485" fmla="*/ 1769609 w 12192000"/>
              <a:gd name="connsiteY3485" fmla="*/ 4295942 h 6858000"/>
              <a:gd name="connsiteX3486" fmla="*/ 1740290 w 12192000"/>
              <a:gd name="connsiteY3486" fmla="*/ 4359789 h 6858000"/>
              <a:gd name="connsiteX3487" fmla="*/ 1711120 w 12192000"/>
              <a:gd name="connsiteY3487" fmla="*/ 4281357 h 6858000"/>
              <a:gd name="connsiteX3488" fmla="*/ 1708590 w 12192000"/>
              <a:gd name="connsiteY3488" fmla="*/ 4270195 h 6858000"/>
              <a:gd name="connsiteX3489" fmla="*/ 1711045 w 12192000"/>
              <a:gd name="connsiteY3489" fmla="*/ 4263795 h 6858000"/>
              <a:gd name="connsiteX3490" fmla="*/ 1721389 w 12192000"/>
              <a:gd name="connsiteY3490" fmla="*/ 4260967 h 6858000"/>
              <a:gd name="connsiteX3491" fmla="*/ 1721389 w 12192000"/>
              <a:gd name="connsiteY3491" fmla="*/ 4255461 h 6858000"/>
              <a:gd name="connsiteX3492" fmla="*/ 10434084 w 12192000"/>
              <a:gd name="connsiteY3492" fmla="*/ 4251442 h 6858000"/>
              <a:gd name="connsiteX3493" fmla="*/ 10397323 w 12192000"/>
              <a:gd name="connsiteY3493" fmla="*/ 4262158 h 6858000"/>
              <a:gd name="connsiteX3494" fmla="*/ 10384226 w 12192000"/>
              <a:gd name="connsiteY3494" fmla="*/ 4285673 h 6858000"/>
              <a:gd name="connsiteX3495" fmla="*/ 10387724 w 12192000"/>
              <a:gd name="connsiteY3495" fmla="*/ 4296240 h 6858000"/>
              <a:gd name="connsiteX3496" fmla="*/ 10396728 w 12192000"/>
              <a:gd name="connsiteY3496" fmla="*/ 4300109 h 6858000"/>
              <a:gd name="connsiteX3497" fmla="*/ 10405881 w 12192000"/>
              <a:gd name="connsiteY3497" fmla="*/ 4296388 h 6858000"/>
              <a:gd name="connsiteX3498" fmla="*/ 10409378 w 12192000"/>
              <a:gd name="connsiteY3498" fmla="*/ 4285822 h 6858000"/>
              <a:gd name="connsiteX3499" fmla="*/ 10409081 w 12192000"/>
              <a:gd name="connsiteY3499" fmla="*/ 4277190 h 6858000"/>
              <a:gd name="connsiteX3500" fmla="*/ 10414736 w 12192000"/>
              <a:gd name="connsiteY3500" fmla="*/ 4265581 h 6858000"/>
              <a:gd name="connsiteX3501" fmla="*/ 10429619 w 12192000"/>
              <a:gd name="connsiteY3501" fmla="*/ 4260521 h 6858000"/>
              <a:gd name="connsiteX3502" fmla="*/ 10448446 w 12192000"/>
              <a:gd name="connsiteY3502" fmla="*/ 4268111 h 6858000"/>
              <a:gd name="connsiteX3503" fmla="*/ 10454920 w 12192000"/>
              <a:gd name="connsiteY3503" fmla="*/ 4296091 h 6858000"/>
              <a:gd name="connsiteX3504" fmla="*/ 10454920 w 12192000"/>
              <a:gd name="connsiteY3504" fmla="*/ 4301449 h 6858000"/>
              <a:gd name="connsiteX3505" fmla="*/ 10404690 w 12192000"/>
              <a:gd name="connsiteY3505" fmla="*/ 4323177 h 6858000"/>
              <a:gd name="connsiteX3506" fmla="*/ 10383482 w 12192000"/>
              <a:gd name="connsiteY3506" fmla="*/ 4342227 h 6858000"/>
              <a:gd name="connsiteX3507" fmla="*/ 10379017 w 12192000"/>
              <a:gd name="connsiteY3507" fmla="*/ 4359491 h 6858000"/>
              <a:gd name="connsiteX3508" fmla="*/ 10388170 w 12192000"/>
              <a:gd name="connsiteY3508" fmla="*/ 4384941 h 6858000"/>
              <a:gd name="connsiteX3509" fmla="*/ 10411462 w 12192000"/>
              <a:gd name="connsiteY3509" fmla="*/ 4394615 h 6858000"/>
              <a:gd name="connsiteX3510" fmla="*/ 10428577 w 12192000"/>
              <a:gd name="connsiteY3510" fmla="*/ 4390894 h 6858000"/>
              <a:gd name="connsiteX3511" fmla="*/ 10454920 w 12192000"/>
              <a:gd name="connsiteY3511" fmla="*/ 4372142 h 6858000"/>
              <a:gd name="connsiteX3512" fmla="*/ 10459384 w 12192000"/>
              <a:gd name="connsiteY3512" fmla="*/ 4389406 h 6858000"/>
              <a:gd name="connsiteX3513" fmla="*/ 10470993 w 12192000"/>
              <a:gd name="connsiteY3513" fmla="*/ 4394466 h 6858000"/>
              <a:gd name="connsiteX3514" fmla="*/ 10502842 w 12192000"/>
              <a:gd name="connsiteY3514" fmla="*/ 4372142 h 6858000"/>
              <a:gd name="connsiteX3515" fmla="*/ 10502842 w 12192000"/>
              <a:gd name="connsiteY3515" fmla="*/ 4363807 h 6858000"/>
              <a:gd name="connsiteX3516" fmla="*/ 10490787 w 12192000"/>
              <a:gd name="connsiteY3516" fmla="*/ 4374672 h 6858000"/>
              <a:gd name="connsiteX3517" fmla="*/ 10486620 w 12192000"/>
              <a:gd name="connsiteY3517" fmla="*/ 4375714 h 6858000"/>
              <a:gd name="connsiteX3518" fmla="*/ 10482676 w 12192000"/>
              <a:gd name="connsiteY3518" fmla="*/ 4374225 h 6858000"/>
              <a:gd name="connsiteX3519" fmla="*/ 10480220 w 12192000"/>
              <a:gd name="connsiteY3519" fmla="*/ 4368347 h 6858000"/>
              <a:gd name="connsiteX3520" fmla="*/ 10479476 w 12192000"/>
              <a:gd name="connsiteY3520" fmla="*/ 4344460 h 6858000"/>
              <a:gd name="connsiteX3521" fmla="*/ 10479476 w 12192000"/>
              <a:gd name="connsiteY3521" fmla="*/ 4298174 h 6858000"/>
              <a:gd name="connsiteX3522" fmla="*/ 10476797 w 12192000"/>
              <a:gd name="connsiteY3522" fmla="*/ 4271981 h 6858000"/>
              <a:gd name="connsiteX3523" fmla="*/ 10463849 w 12192000"/>
              <a:gd name="connsiteY3523" fmla="*/ 4257544 h 6858000"/>
              <a:gd name="connsiteX3524" fmla="*/ 10434084 w 12192000"/>
              <a:gd name="connsiteY3524" fmla="*/ 4251442 h 6858000"/>
              <a:gd name="connsiteX3525" fmla="*/ 10233910 w 12192000"/>
              <a:gd name="connsiteY3525" fmla="*/ 4251442 h 6858000"/>
              <a:gd name="connsiteX3526" fmla="*/ 10204070 w 12192000"/>
              <a:gd name="connsiteY3526" fmla="*/ 4262753 h 6858000"/>
              <a:gd name="connsiteX3527" fmla="*/ 10192536 w 12192000"/>
              <a:gd name="connsiteY3527" fmla="*/ 4290882 h 6858000"/>
              <a:gd name="connsiteX3528" fmla="*/ 10199233 w 12192000"/>
              <a:gd name="connsiteY3528" fmla="*/ 4312313 h 6858000"/>
              <a:gd name="connsiteX3529" fmla="*/ 10227510 w 12192000"/>
              <a:gd name="connsiteY3529" fmla="*/ 4331661 h 6858000"/>
              <a:gd name="connsiteX3530" fmla="*/ 10256308 w 12192000"/>
              <a:gd name="connsiteY3530" fmla="*/ 4349371 h 6858000"/>
              <a:gd name="connsiteX3531" fmla="*/ 10263527 w 12192000"/>
              <a:gd name="connsiteY3531" fmla="*/ 4366635 h 6858000"/>
              <a:gd name="connsiteX3532" fmla="*/ 10257053 w 12192000"/>
              <a:gd name="connsiteY3532" fmla="*/ 4381146 h 6858000"/>
              <a:gd name="connsiteX3533" fmla="*/ 10240309 w 12192000"/>
              <a:gd name="connsiteY3533" fmla="*/ 4387173 h 6858000"/>
              <a:gd name="connsiteX3534" fmla="*/ 10213967 w 12192000"/>
              <a:gd name="connsiteY3534" fmla="*/ 4376607 h 6858000"/>
              <a:gd name="connsiteX3535" fmla="*/ 10198042 w 12192000"/>
              <a:gd name="connsiteY3535" fmla="*/ 4345204 h 6858000"/>
              <a:gd name="connsiteX3536" fmla="*/ 10193131 w 12192000"/>
              <a:gd name="connsiteY3536" fmla="*/ 4345204 h 6858000"/>
              <a:gd name="connsiteX3537" fmla="*/ 10193131 w 12192000"/>
              <a:gd name="connsiteY3537" fmla="*/ 4393871 h 6858000"/>
              <a:gd name="connsiteX3538" fmla="*/ 10198042 w 12192000"/>
              <a:gd name="connsiteY3538" fmla="*/ 4393871 h 6858000"/>
              <a:gd name="connsiteX3539" fmla="*/ 10203400 w 12192000"/>
              <a:gd name="connsiteY3539" fmla="*/ 4390001 h 6858000"/>
              <a:gd name="connsiteX3540" fmla="*/ 10211437 w 12192000"/>
              <a:gd name="connsiteY3540" fmla="*/ 4391489 h 6858000"/>
              <a:gd name="connsiteX3541" fmla="*/ 10240012 w 12192000"/>
              <a:gd name="connsiteY3541" fmla="*/ 4395954 h 6858000"/>
              <a:gd name="connsiteX3542" fmla="*/ 10271489 w 12192000"/>
              <a:gd name="connsiteY3542" fmla="*/ 4384569 h 6858000"/>
              <a:gd name="connsiteX3543" fmla="*/ 10285553 w 12192000"/>
              <a:gd name="connsiteY3543" fmla="*/ 4354580 h 6858000"/>
              <a:gd name="connsiteX3544" fmla="*/ 10255341 w 12192000"/>
              <a:gd name="connsiteY3544" fmla="*/ 4315736 h 6858000"/>
              <a:gd name="connsiteX3545" fmla="*/ 10233612 w 12192000"/>
              <a:gd name="connsiteY3545" fmla="*/ 4305169 h 6858000"/>
              <a:gd name="connsiteX3546" fmla="*/ 10214860 w 12192000"/>
              <a:gd name="connsiteY3546" fmla="*/ 4292221 h 6858000"/>
              <a:gd name="connsiteX3547" fmla="*/ 10210097 w 12192000"/>
              <a:gd name="connsiteY3547" fmla="*/ 4277934 h 6858000"/>
              <a:gd name="connsiteX3548" fmla="*/ 10216497 w 12192000"/>
              <a:gd name="connsiteY3548" fmla="*/ 4265730 h 6858000"/>
              <a:gd name="connsiteX3549" fmla="*/ 10233314 w 12192000"/>
              <a:gd name="connsiteY3549" fmla="*/ 4260223 h 6858000"/>
              <a:gd name="connsiteX3550" fmla="*/ 10255862 w 12192000"/>
              <a:gd name="connsiteY3550" fmla="*/ 4268111 h 6858000"/>
              <a:gd name="connsiteX3551" fmla="*/ 10270373 w 12192000"/>
              <a:gd name="connsiteY3551" fmla="*/ 4297877 h 6858000"/>
              <a:gd name="connsiteX3552" fmla="*/ 10275284 w 12192000"/>
              <a:gd name="connsiteY3552" fmla="*/ 4297877 h 6858000"/>
              <a:gd name="connsiteX3553" fmla="*/ 10275284 w 12192000"/>
              <a:gd name="connsiteY3553" fmla="*/ 4251442 h 6858000"/>
              <a:gd name="connsiteX3554" fmla="*/ 10270373 w 12192000"/>
              <a:gd name="connsiteY3554" fmla="*/ 4251442 h 6858000"/>
              <a:gd name="connsiteX3555" fmla="*/ 10267247 w 12192000"/>
              <a:gd name="connsiteY3555" fmla="*/ 4256056 h 6858000"/>
              <a:gd name="connsiteX3556" fmla="*/ 10263527 w 12192000"/>
              <a:gd name="connsiteY3556" fmla="*/ 4257098 h 6858000"/>
              <a:gd name="connsiteX3557" fmla="*/ 10253406 w 12192000"/>
              <a:gd name="connsiteY3557" fmla="*/ 4254865 h 6858000"/>
              <a:gd name="connsiteX3558" fmla="*/ 10233910 w 12192000"/>
              <a:gd name="connsiteY3558" fmla="*/ 4251442 h 6858000"/>
              <a:gd name="connsiteX3559" fmla="*/ 9577578 w 12192000"/>
              <a:gd name="connsiteY3559" fmla="*/ 4251442 h 6858000"/>
              <a:gd name="connsiteX3560" fmla="*/ 9545431 w 12192000"/>
              <a:gd name="connsiteY3560" fmla="*/ 4260298 h 6858000"/>
              <a:gd name="connsiteX3561" fmla="*/ 9520949 w 12192000"/>
              <a:gd name="connsiteY3561" fmla="*/ 4287682 h 6858000"/>
              <a:gd name="connsiteX3562" fmla="*/ 9511647 w 12192000"/>
              <a:gd name="connsiteY3562" fmla="*/ 4324963 h 6858000"/>
              <a:gd name="connsiteX3563" fmla="*/ 9526976 w 12192000"/>
              <a:gd name="connsiteY3563" fmla="*/ 4371398 h 6858000"/>
              <a:gd name="connsiteX3564" fmla="*/ 9575941 w 12192000"/>
              <a:gd name="connsiteY3564" fmla="*/ 4395954 h 6858000"/>
              <a:gd name="connsiteX3565" fmla="*/ 9610246 w 12192000"/>
              <a:gd name="connsiteY3565" fmla="*/ 4386429 h 6858000"/>
              <a:gd name="connsiteX3566" fmla="*/ 9634430 w 12192000"/>
              <a:gd name="connsiteY3566" fmla="*/ 4358152 h 6858000"/>
              <a:gd name="connsiteX3567" fmla="*/ 9643211 w 12192000"/>
              <a:gd name="connsiteY3567" fmla="*/ 4321094 h 6858000"/>
              <a:gd name="connsiteX3568" fmla="*/ 9627286 w 12192000"/>
              <a:gd name="connsiteY3568" fmla="*/ 4274957 h 6858000"/>
              <a:gd name="connsiteX3569" fmla="*/ 9577578 w 12192000"/>
              <a:gd name="connsiteY3569" fmla="*/ 4251442 h 6858000"/>
              <a:gd name="connsiteX3570" fmla="*/ 8900559 w 12192000"/>
              <a:gd name="connsiteY3570" fmla="*/ 4251442 h 6858000"/>
              <a:gd name="connsiteX3571" fmla="*/ 8863798 w 12192000"/>
              <a:gd name="connsiteY3571" fmla="*/ 4262158 h 6858000"/>
              <a:gd name="connsiteX3572" fmla="*/ 8850701 w 12192000"/>
              <a:gd name="connsiteY3572" fmla="*/ 4285673 h 6858000"/>
              <a:gd name="connsiteX3573" fmla="*/ 8854198 w 12192000"/>
              <a:gd name="connsiteY3573" fmla="*/ 4296240 h 6858000"/>
              <a:gd name="connsiteX3574" fmla="*/ 8863203 w 12192000"/>
              <a:gd name="connsiteY3574" fmla="*/ 4300109 h 6858000"/>
              <a:gd name="connsiteX3575" fmla="*/ 8872356 w 12192000"/>
              <a:gd name="connsiteY3575" fmla="*/ 4296388 h 6858000"/>
              <a:gd name="connsiteX3576" fmla="*/ 8875853 w 12192000"/>
              <a:gd name="connsiteY3576" fmla="*/ 4285822 h 6858000"/>
              <a:gd name="connsiteX3577" fmla="*/ 8875556 w 12192000"/>
              <a:gd name="connsiteY3577" fmla="*/ 4277190 h 6858000"/>
              <a:gd name="connsiteX3578" fmla="*/ 8881211 w 12192000"/>
              <a:gd name="connsiteY3578" fmla="*/ 4265581 h 6858000"/>
              <a:gd name="connsiteX3579" fmla="*/ 8896094 w 12192000"/>
              <a:gd name="connsiteY3579" fmla="*/ 4260521 h 6858000"/>
              <a:gd name="connsiteX3580" fmla="*/ 8914921 w 12192000"/>
              <a:gd name="connsiteY3580" fmla="*/ 4268111 h 6858000"/>
              <a:gd name="connsiteX3581" fmla="*/ 8921395 w 12192000"/>
              <a:gd name="connsiteY3581" fmla="*/ 4296091 h 6858000"/>
              <a:gd name="connsiteX3582" fmla="*/ 8921395 w 12192000"/>
              <a:gd name="connsiteY3582" fmla="*/ 4301449 h 6858000"/>
              <a:gd name="connsiteX3583" fmla="*/ 8871165 w 12192000"/>
              <a:gd name="connsiteY3583" fmla="*/ 4323177 h 6858000"/>
              <a:gd name="connsiteX3584" fmla="*/ 8849957 w 12192000"/>
              <a:gd name="connsiteY3584" fmla="*/ 4342227 h 6858000"/>
              <a:gd name="connsiteX3585" fmla="*/ 8845492 w 12192000"/>
              <a:gd name="connsiteY3585" fmla="*/ 4359491 h 6858000"/>
              <a:gd name="connsiteX3586" fmla="*/ 8854645 w 12192000"/>
              <a:gd name="connsiteY3586" fmla="*/ 4384941 h 6858000"/>
              <a:gd name="connsiteX3587" fmla="*/ 8877937 w 12192000"/>
              <a:gd name="connsiteY3587" fmla="*/ 4394615 h 6858000"/>
              <a:gd name="connsiteX3588" fmla="*/ 8895052 w 12192000"/>
              <a:gd name="connsiteY3588" fmla="*/ 4390894 h 6858000"/>
              <a:gd name="connsiteX3589" fmla="*/ 8921395 w 12192000"/>
              <a:gd name="connsiteY3589" fmla="*/ 4372142 h 6858000"/>
              <a:gd name="connsiteX3590" fmla="*/ 8925859 w 12192000"/>
              <a:gd name="connsiteY3590" fmla="*/ 4389406 h 6858000"/>
              <a:gd name="connsiteX3591" fmla="*/ 8937468 w 12192000"/>
              <a:gd name="connsiteY3591" fmla="*/ 4394466 h 6858000"/>
              <a:gd name="connsiteX3592" fmla="*/ 8969317 w 12192000"/>
              <a:gd name="connsiteY3592" fmla="*/ 4372142 h 6858000"/>
              <a:gd name="connsiteX3593" fmla="*/ 8969317 w 12192000"/>
              <a:gd name="connsiteY3593" fmla="*/ 4363807 h 6858000"/>
              <a:gd name="connsiteX3594" fmla="*/ 8957262 w 12192000"/>
              <a:gd name="connsiteY3594" fmla="*/ 4374672 h 6858000"/>
              <a:gd name="connsiteX3595" fmla="*/ 8953095 w 12192000"/>
              <a:gd name="connsiteY3595" fmla="*/ 4375714 h 6858000"/>
              <a:gd name="connsiteX3596" fmla="*/ 8949151 w 12192000"/>
              <a:gd name="connsiteY3596" fmla="*/ 4374225 h 6858000"/>
              <a:gd name="connsiteX3597" fmla="*/ 8946695 w 12192000"/>
              <a:gd name="connsiteY3597" fmla="*/ 4368347 h 6858000"/>
              <a:gd name="connsiteX3598" fmla="*/ 8945951 w 12192000"/>
              <a:gd name="connsiteY3598" fmla="*/ 4344460 h 6858000"/>
              <a:gd name="connsiteX3599" fmla="*/ 8945951 w 12192000"/>
              <a:gd name="connsiteY3599" fmla="*/ 4298174 h 6858000"/>
              <a:gd name="connsiteX3600" fmla="*/ 8943272 w 12192000"/>
              <a:gd name="connsiteY3600" fmla="*/ 4271981 h 6858000"/>
              <a:gd name="connsiteX3601" fmla="*/ 8930324 w 12192000"/>
              <a:gd name="connsiteY3601" fmla="*/ 4257544 h 6858000"/>
              <a:gd name="connsiteX3602" fmla="*/ 8900559 w 12192000"/>
              <a:gd name="connsiteY3602" fmla="*/ 4251442 h 6858000"/>
              <a:gd name="connsiteX3603" fmla="*/ 8553938 w 12192000"/>
              <a:gd name="connsiteY3603" fmla="*/ 4251442 h 6858000"/>
              <a:gd name="connsiteX3604" fmla="*/ 8512712 w 12192000"/>
              <a:gd name="connsiteY3604" fmla="*/ 4268111 h 6858000"/>
              <a:gd name="connsiteX3605" fmla="*/ 8514201 w 12192000"/>
              <a:gd name="connsiteY3605" fmla="*/ 4273469 h 6858000"/>
              <a:gd name="connsiteX3606" fmla="*/ 8524619 w 12192000"/>
              <a:gd name="connsiteY3606" fmla="*/ 4271236 h 6858000"/>
              <a:gd name="connsiteX3607" fmla="*/ 8531093 w 12192000"/>
              <a:gd name="connsiteY3607" fmla="*/ 4273320 h 6858000"/>
              <a:gd name="connsiteX3608" fmla="*/ 8534664 w 12192000"/>
              <a:gd name="connsiteY3608" fmla="*/ 4279943 h 6858000"/>
              <a:gd name="connsiteX3609" fmla="*/ 8535632 w 12192000"/>
              <a:gd name="connsiteY3609" fmla="*/ 4308295 h 6858000"/>
              <a:gd name="connsiteX3610" fmla="*/ 8535632 w 12192000"/>
              <a:gd name="connsiteY3610" fmla="*/ 4361129 h 6858000"/>
              <a:gd name="connsiteX3611" fmla="*/ 8534888 w 12192000"/>
              <a:gd name="connsiteY3611" fmla="*/ 4375565 h 6858000"/>
              <a:gd name="connsiteX3612" fmla="*/ 8529679 w 12192000"/>
              <a:gd name="connsiteY3612" fmla="*/ 4383155 h 6858000"/>
              <a:gd name="connsiteX3613" fmla="*/ 8514201 w 12192000"/>
              <a:gd name="connsiteY3613" fmla="*/ 4386429 h 6858000"/>
              <a:gd name="connsiteX3614" fmla="*/ 8514201 w 12192000"/>
              <a:gd name="connsiteY3614" fmla="*/ 4391787 h 6858000"/>
              <a:gd name="connsiteX3615" fmla="*/ 8584001 w 12192000"/>
              <a:gd name="connsiteY3615" fmla="*/ 4391787 h 6858000"/>
              <a:gd name="connsiteX3616" fmla="*/ 8584001 w 12192000"/>
              <a:gd name="connsiteY3616" fmla="*/ 4386429 h 6858000"/>
              <a:gd name="connsiteX3617" fmla="*/ 8569862 w 12192000"/>
              <a:gd name="connsiteY3617" fmla="*/ 4383750 h 6858000"/>
              <a:gd name="connsiteX3618" fmla="*/ 8563016 w 12192000"/>
              <a:gd name="connsiteY3618" fmla="*/ 4377053 h 6858000"/>
              <a:gd name="connsiteX3619" fmla="*/ 8560188 w 12192000"/>
              <a:gd name="connsiteY3619" fmla="*/ 4359938 h 6858000"/>
              <a:gd name="connsiteX3620" fmla="*/ 8560188 w 12192000"/>
              <a:gd name="connsiteY3620" fmla="*/ 4294602 h 6858000"/>
              <a:gd name="connsiteX3621" fmla="*/ 8574030 w 12192000"/>
              <a:gd name="connsiteY3621" fmla="*/ 4274511 h 6858000"/>
              <a:gd name="connsiteX3622" fmla="*/ 8579834 w 12192000"/>
              <a:gd name="connsiteY3622" fmla="*/ 4271534 h 6858000"/>
              <a:gd name="connsiteX3623" fmla="*/ 8589434 w 12192000"/>
              <a:gd name="connsiteY3623" fmla="*/ 4276669 h 6858000"/>
              <a:gd name="connsiteX3624" fmla="*/ 8601116 w 12192000"/>
              <a:gd name="connsiteY3624" fmla="*/ 4281803 h 6858000"/>
              <a:gd name="connsiteX3625" fmla="*/ 8610344 w 12192000"/>
              <a:gd name="connsiteY3625" fmla="*/ 4277785 h 6858000"/>
              <a:gd name="connsiteX3626" fmla="*/ 8614214 w 12192000"/>
              <a:gd name="connsiteY3626" fmla="*/ 4267962 h 6858000"/>
              <a:gd name="connsiteX3627" fmla="*/ 8608856 w 12192000"/>
              <a:gd name="connsiteY3627" fmla="*/ 4256428 h 6858000"/>
              <a:gd name="connsiteX3628" fmla="*/ 8595312 w 12192000"/>
              <a:gd name="connsiteY3628" fmla="*/ 4251442 h 6858000"/>
              <a:gd name="connsiteX3629" fmla="*/ 8560188 w 12192000"/>
              <a:gd name="connsiteY3629" fmla="*/ 4282101 h 6858000"/>
              <a:gd name="connsiteX3630" fmla="*/ 8560188 w 12192000"/>
              <a:gd name="connsiteY3630" fmla="*/ 4251442 h 6858000"/>
              <a:gd name="connsiteX3631" fmla="*/ 8367010 w 12192000"/>
              <a:gd name="connsiteY3631" fmla="*/ 4251442 h 6858000"/>
              <a:gd name="connsiteX3632" fmla="*/ 8337170 w 12192000"/>
              <a:gd name="connsiteY3632" fmla="*/ 4262753 h 6858000"/>
              <a:gd name="connsiteX3633" fmla="*/ 8325636 w 12192000"/>
              <a:gd name="connsiteY3633" fmla="*/ 4290882 h 6858000"/>
              <a:gd name="connsiteX3634" fmla="*/ 8332333 w 12192000"/>
              <a:gd name="connsiteY3634" fmla="*/ 4312313 h 6858000"/>
              <a:gd name="connsiteX3635" fmla="*/ 8360610 w 12192000"/>
              <a:gd name="connsiteY3635" fmla="*/ 4331661 h 6858000"/>
              <a:gd name="connsiteX3636" fmla="*/ 8389408 w 12192000"/>
              <a:gd name="connsiteY3636" fmla="*/ 4349371 h 6858000"/>
              <a:gd name="connsiteX3637" fmla="*/ 8396626 w 12192000"/>
              <a:gd name="connsiteY3637" fmla="*/ 4366635 h 6858000"/>
              <a:gd name="connsiteX3638" fmla="*/ 8390152 w 12192000"/>
              <a:gd name="connsiteY3638" fmla="*/ 4381146 h 6858000"/>
              <a:gd name="connsiteX3639" fmla="*/ 8373410 w 12192000"/>
              <a:gd name="connsiteY3639" fmla="*/ 4387173 h 6858000"/>
              <a:gd name="connsiteX3640" fmla="*/ 8347067 w 12192000"/>
              <a:gd name="connsiteY3640" fmla="*/ 4376607 h 6858000"/>
              <a:gd name="connsiteX3641" fmla="*/ 8331142 w 12192000"/>
              <a:gd name="connsiteY3641" fmla="*/ 4345204 h 6858000"/>
              <a:gd name="connsiteX3642" fmla="*/ 8326231 w 12192000"/>
              <a:gd name="connsiteY3642" fmla="*/ 4345204 h 6858000"/>
              <a:gd name="connsiteX3643" fmla="*/ 8326231 w 12192000"/>
              <a:gd name="connsiteY3643" fmla="*/ 4393871 h 6858000"/>
              <a:gd name="connsiteX3644" fmla="*/ 8331142 w 12192000"/>
              <a:gd name="connsiteY3644" fmla="*/ 4393871 h 6858000"/>
              <a:gd name="connsiteX3645" fmla="*/ 8336500 w 12192000"/>
              <a:gd name="connsiteY3645" fmla="*/ 4390001 h 6858000"/>
              <a:gd name="connsiteX3646" fmla="*/ 8344537 w 12192000"/>
              <a:gd name="connsiteY3646" fmla="*/ 4391489 h 6858000"/>
              <a:gd name="connsiteX3647" fmla="*/ 8373112 w 12192000"/>
              <a:gd name="connsiteY3647" fmla="*/ 4395954 h 6858000"/>
              <a:gd name="connsiteX3648" fmla="*/ 8404589 w 12192000"/>
              <a:gd name="connsiteY3648" fmla="*/ 4384569 h 6858000"/>
              <a:gd name="connsiteX3649" fmla="*/ 8418653 w 12192000"/>
              <a:gd name="connsiteY3649" fmla="*/ 4354580 h 6858000"/>
              <a:gd name="connsiteX3650" fmla="*/ 8388441 w 12192000"/>
              <a:gd name="connsiteY3650" fmla="*/ 4315736 h 6858000"/>
              <a:gd name="connsiteX3651" fmla="*/ 8366712 w 12192000"/>
              <a:gd name="connsiteY3651" fmla="*/ 4305169 h 6858000"/>
              <a:gd name="connsiteX3652" fmla="*/ 8347960 w 12192000"/>
              <a:gd name="connsiteY3652" fmla="*/ 4292221 h 6858000"/>
              <a:gd name="connsiteX3653" fmla="*/ 8343198 w 12192000"/>
              <a:gd name="connsiteY3653" fmla="*/ 4277934 h 6858000"/>
              <a:gd name="connsiteX3654" fmla="*/ 8349597 w 12192000"/>
              <a:gd name="connsiteY3654" fmla="*/ 4265730 h 6858000"/>
              <a:gd name="connsiteX3655" fmla="*/ 8366415 w 12192000"/>
              <a:gd name="connsiteY3655" fmla="*/ 4260223 h 6858000"/>
              <a:gd name="connsiteX3656" fmla="*/ 8388962 w 12192000"/>
              <a:gd name="connsiteY3656" fmla="*/ 4268111 h 6858000"/>
              <a:gd name="connsiteX3657" fmla="*/ 8403472 w 12192000"/>
              <a:gd name="connsiteY3657" fmla="*/ 4297877 h 6858000"/>
              <a:gd name="connsiteX3658" fmla="*/ 8408384 w 12192000"/>
              <a:gd name="connsiteY3658" fmla="*/ 4297877 h 6858000"/>
              <a:gd name="connsiteX3659" fmla="*/ 8408384 w 12192000"/>
              <a:gd name="connsiteY3659" fmla="*/ 4251442 h 6858000"/>
              <a:gd name="connsiteX3660" fmla="*/ 8403472 w 12192000"/>
              <a:gd name="connsiteY3660" fmla="*/ 4251442 h 6858000"/>
              <a:gd name="connsiteX3661" fmla="*/ 8400348 w 12192000"/>
              <a:gd name="connsiteY3661" fmla="*/ 4256056 h 6858000"/>
              <a:gd name="connsiteX3662" fmla="*/ 8396626 w 12192000"/>
              <a:gd name="connsiteY3662" fmla="*/ 4257098 h 6858000"/>
              <a:gd name="connsiteX3663" fmla="*/ 8386507 w 12192000"/>
              <a:gd name="connsiteY3663" fmla="*/ 4254865 h 6858000"/>
              <a:gd name="connsiteX3664" fmla="*/ 8367010 w 12192000"/>
              <a:gd name="connsiteY3664" fmla="*/ 4251442 h 6858000"/>
              <a:gd name="connsiteX3665" fmla="*/ 8125016 w 12192000"/>
              <a:gd name="connsiteY3665" fmla="*/ 4251442 h 6858000"/>
              <a:gd name="connsiteX3666" fmla="*/ 8083939 w 12192000"/>
              <a:gd name="connsiteY3666" fmla="*/ 4268111 h 6858000"/>
              <a:gd name="connsiteX3667" fmla="*/ 8086171 w 12192000"/>
              <a:gd name="connsiteY3667" fmla="*/ 4273469 h 6858000"/>
              <a:gd name="connsiteX3668" fmla="*/ 8096143 w 12192000"/>
              <a:gd name="connsiteY3668" fmla="*/ 4271236 h 6858000"/>
              <a:gd name="connsiteX3669" fmla="*/ 8102319 w 12192000"/>
              <a:gd name="connsiteY3669" fmla="*/ 4273171 h 6858000"/>
              <a:gd name="connsiteX3670" fmla="*/ 8105742 w 12192000"/>
              <a:gd name="connsiteY3670" fmla="*/ 4280464 h 6858000"/>
              <a:gd name="connsiteX3671" fmla="*/ 8106858 w 12192000"/>
              <a:gd name="connsiteY3671" fmla="*/ 4310378 h 6858000"/>
              <a:gd name="connsiteX3672" fmla="*/ 8106858 w 12192000"/>
              <a:gd name="connsiteY3672" fmla="*/ 4360980 h 6858000"/>
              <a:gd name="connsiteX3673" fmla="*/ 8103212 w 12192000"/>
              <a:gd name="connsiteY3673" fmla="*/ 4381146 h 6858000"/>
              <a:gd name="connsiteX3674" fmla="*/ 8089148 w 12192000"/>
              <a:gd name="connsiteY3674" fmla="*/ 4386429 h 6858000"/>
              <a:gd name="connsiteX3675" fmla="*/ 8086171 w 12192000"/>
              <a:gd name="connsiteY3675" fmla="*/ 4386429 h 6858000"/>
              <a:gd name="connsiteX3676" fmla="*/ 8086171 w 12192000"/>
              <a:gd name="connsiteY3676" fmla="*/ 4391787 h 6858000"/>
              <a:gd name="connsiteX3677" fmla="*/ 8153591 w 12192000"/>
              <a:gd name="connsiteY3677" fmla="*/ 4391787 h 6858000"/>
              <a:gd name="connsiteX3678" fmla="*/ 8153591 w 12192000"/>
              <a:gd name="connsiteY3678" fmla="*/ 4386429 h 6858000"/>
              <a:gd name="connsiteX3679" fmla="*/ 8138782 w 12192000"/>
              <a:gd name="connsiteY3679" fmla="*/ 4384420 h 6858000"/>
              <a:gd name="connsiteX3680" fmla="*/ 8133052 w 12192000"/>
              <a:gd name="connsiteY3680" fmla="*/ 4378095 h 6858000"/>
              <a:gd name="connsiteX3681" fmla="*/ 8131415 w 12192000"/>
              <a:gd name="connsiteY3681" fmla="*/ 4360980 h 6858000"/>
              <a:gd name="connsiteX3682" fmla="*/ 8131415 w 12192000"/>
              <a:gd name="connsiteY3682" fmla="*/ 4289096 h 6858000"/>
              <a:gd name="connsiteX3683" fmla="*/ 8166687 w 12192000"/>
              <a:gd name="connsiteY3683" fmla="*/ 4269748 h 6858000"/>
              <a:gd name="connsiteX3684" fmla="*/ 8182984 w 12192000"/>
              <a:gd name="connsiteY3684" fmla="*/ 4278157 h 6858000"/>
              <a:gd name="connsiteX3685" fmla="*/ 8187821 w 12192000"/>
              <a:gd name="connsiteY3685" fmla="*/ 4305169 h 6858000"/>
              <a:gd name="connsiteX3686" fmla="*/ 8187821 w 12192000"/>
              <a:gd name="connsiteY3686" fmla="*/ 4360980 h 6858000"/>
              <a:gd name="connsiteX3687" fmla="*/ 8187226 w 12192000"/>
              <a:gd name="connsiteY3687" fmla="*/ 4374970 h 6858000"/>
              <a:gd name="connsiteX3688" fmla="*/ 8181942 w 12192000"/>
              <a:gd name="connsiteY3688" fmla="*/ 4383527 h 6858000"/>
              <a:gd name="connsiteX3689" fmla="*/ 8168622 w 12192000"/>
              <a:gd name="connsiteY3689" fmla="*/ 4386429 h 6858000"/>
              <a:gd name="connsiteX3690" fmla="*/ 8165794 w 12192000"/>
              <a:gd name="connsiteY3690" fmla="*/ 4386429 h 6858000"/>
              <a:gd name="connsiteX3691" fmla="*/ 8165794 w 12192000"/>
              <a:gd name="connsiteY3691" fmla="*/ 4391787 h 6858000"/>
              <a:gd name="connsiteX3692" fmla="*/ 8233214 w 12192000"/>
              <a:gd name="connsiteY3692" fmla="*/ 4391787 h 6858000"/>
              <a:gd name="connsiteX3693" fmla="*/ 8233214 w 12192000"/>
              <a:gd name="connsiteY3693" fmla="*/ 4386429 h 6858000"/>
              <a:gd name="connsiteX3694" fmla="*/ 8219745 w 12192000"/>
              <a:gd name="connsiteY3694" fmla="*/ 4384346 h 6858000"/>
              <a:gd name="connsiteX3695" fmla="*/ 8214461 w 12192000"/>
              <a:gd name="connsiteY3695" fmla="*/ 4378541 h 6858000"/>
              <a:gd name="connsiteX3696" fmla="*/ 8212378 w 12192000"/>
              <a:gd name="connsiteY3696" fmla="*/ 4360980 h 6858000"/>
              <a:gd name="connsiteX3697" fmla="*/ 8212378 w 12192000"/>
              <a:gd name="connsiteY3697" fmla="*/ 4302788 h 6858000"/>
              <a:gd name="connsiteX3698" fmla="*/ 8209103 w 12192000"/>
              <a:gd name="connsiteY3698" fmla="*/ 4275404 h 6858000"/>
              <a:gd name="connsiteX3699" fmla="*/ 8196304 w 12192000"/>
              <a:gd name="connsiteY3699" fmla="*/ 4257023 h 6858000"/>
              <a:gd name="connsiteX3700" fmla="*/ 8177105 w 12192000"/>
              <a:gd name="connsiteY3700" fmla="*/ 4251442 h 6858000"/>
              <a:gd name="connsiteX3701" fmla="*/ 8131415 w 12192000"/>
              <a:gd name="connsiteY3701" fmla="*/ 4280315 h 6858000"/>
              <a:gd name="connsiteX3702" fmla="*/ 8131415 w 12192000"/>
              <a:gd name="connsiteY3702" fmla="*/ 4251442 h 6858000"/>
              <a:gd name="connsiteX3703" fmla="*/ 8046434 w 12192000"/>
              <a:gd name="connsiteY3703" fmla="*/ 4251442 h 6858000"/>
              <a:gd name="connsiteX3704" fmla="*/ 8005358 w 12192000"/>
              <a:gd name="connsiteY3704" fmla="*/ 4268111 h 6858000"/>
              <a:gd name="connsiteX3705" fmla="*/ 8007441 w 12192000"/>
              <a:gd name="connsiteY3705" fmla="*/ 4273469 h 6858000"/>
              <a:gd name="connsiteX3706" fmla="*/ 8017562 w 12192000"/>
              <a:gd name="connsiteY3706" fmla="*/ 4271236 h 6858000"/>
              <a:gd name="connsiteX3707" fmla="*/ 8023664 w 12192000"/>
              <a:gd name="connsiteY3707" fmla="*/ 4273097 h 6858000"/>
              <a:gd name="connsiteX3708" fmla="*/ 8026938 w 12192000"/>
              <a:gd name="connsiteY3708" fmla="*/ 4279720 h 6858000"/>
              <a:gd name="connsiteX3709" fmla="*/ 8028277 w 12192000"/>
              <a:gd name="connsiteY3709" fmla="*/ 4308443 h 6858000"/>
              <a:gd name="connsiteX3710" fmla="*/ 8028277 w 12192000"/>
              <a:gd name="connsiteY3710" fmla="*/ 4360980 h 6858000"/>
              <a:gd name="connsiteX3711" fmla="*/ 8026268 w 12192000"/>
              <a:gd name="connsiteY3711" fmla="*/ 4378095 h 6858000"/>
              <a:gd name="connsiteX3712" fmla="*/ 8020836 w 12192000"/>
              <a:gd name="connsiteY3712" fmla="*/ 4384495 h 6858000"/>
              <a:gd name="connsiteX3713" fmla="*/ 8007441 w 12192000"/>
              <a:gd name="connsiteY3713" fmla="*/ 4386429 h 6858000"/>
              <a:gd name="connsiteX3714" fmla="*/ 8007441 w 12192000"/>
              <a:gd name="connsiteY3714" fmla="*/ 4391787 h 6858000"/>
              <a:gd name="connsiteX3715" fmla="*/ 8073670 w 12192000"/>
              <a:gd name="connsiteY3715" fmla="*/ 4391787 h 6858000"/>
              <a:gd name="connsiteX3716" fmla="*/ 8073670 w 12192000"/>
              <a:gd name="connsiteY3716" fmla="*/ 4386429 h 6858000"/>
              <a:gd name="connsiteX3717" fmla="*/ 8060350 w 12192000"/>
              <a:gd name="connsiteY3717" fmla="*/ 4384346 h 6858000"/>
              <a:gd name="connsiteX3718" fmla="*/ 8054843 w 12192000"/>
              <a:gd name="connsiteY3718" fmla="*/ 4378021 h 6858000"/>
              <a:gd name="connsiteX3719" fmla="*/ 8052983 w 12192000"/>
              <a:gd name="connsiteY3719" fmla="*/ 4360980 h 6858000"/>
              <a:gd name="connsiteX3720" fmla="*/ 8052983 w 12192000"/>
              <a:gd name="connsiteY3720" fmla="*/ 4251442 h 6858000"/>
              <a:gd name="connsiteX3721" fmla="*/ 7920228 w 12192000"/>
              <a:gd name="connsiteY3721" fmla="*/ 4251442 h 6858000"/>
              <a:gd name="connsiteX3722" fmla="*/ 7888081 w 12192000"/>
              <a:gd name="connsiteY3722" fmla="*/ 4260298 h 6858000"/>
              <a:gd name="connsiteX3723" fmla="*/ 7863599 w 12192000"/>
              <a:gd name="connsiteY3723" fmla="*/ 4287682 h 6858000"/>
              <a:gd name="connsiteX3724" fmla="*/ 7854297 w 12192000"/>
              <a:gd name="connsiteY3724" fmla="*/ 4324963 h 6858000"/>
              <a:gd name="connsiteX3725" fmla="*/ 7869626 w 12192000"/>
              <a:gd name="connsiteY3725" fmla="*/ 4371398 h 6858000"/>
              <a:gd name="connsiteX3726" fmla="*/ 7918591 w 12192000"/>
              <a:gd name="connsiteY3726" fmla="*/ 4395954 h 6858000"/>
              <a:gd name="connsiteX3727" fmla="*/ 7952896 w 12192000"/>
              <a:gd name="connsiteY3727" fmla="*/ 4386429 h 6858000"/>
              <a:gd name="connsiteX3728" fmla="*/ 7977080 w 12192000"/>
              <a:gd name="connsiteY3728" fmla="*/ 4358152 h 6858000"/>
              <a:gd name="connsiteX3729" fmla="*/ 7985861 w 12192000"/>
              <a:gd name="connsiteY3729" fmla="*/ 4321094 h 6858000"/>
              <a:gd name="connsiteX3730" fmla="*/ 7969937 w 12192000"/>
              <a:gd name="connsiteY3730" fmla="*/ 4274957 h 6858000"/>
              <a:gd name="connsiteX3731" fmla="*/ 7920228 w 12192000"/>
              <a:gd name="connsiteY3731" fmla="*/ 4251442 h 6858000"/>
              <a:gd name="connsiteX3732" fmla="*/ 7782562 w 12192000"/>
              <a:gd name="connsiteY3732" fmla="*/ 4251442 h 6858000"/>
              <a:gd name="connsiteX3733" fmla="*/ 7760163 w 12192000"/>
              <a:gd name="connsiteY3733" fmla="*/ 4258660 h 6858000"/>
              <a:gd name="connsiteX3734" fmla="*/ 7738955 w 12192000"/>
              <a:gd name="connsiteY3734" fmla="*/ 4283887 h 6858000"/>
              <a:gd name="connsiteX3735" fmla="*/ 7738955 w 12192000"/>
              <a:gd name="connsiteY3735" fmla="*/ 4252038 h 6858000"/>
              <a:gd name="connsiteX3736" fmla="*/ 7733300 w 12192000"/>
              <a:gd name="connsiteY3736" fmla="*/ 4252038 h 6858000"/>
              <a:gd name="connsiteX3737" fmla="*/ 7691330 w 12192000"/>
              <a:gd name="connsiteY3737" fmla="*/ 4269004 h 6858000"/>
              <a:gd name="connsiteX3738" fmla="*/ 7693116 w 12192000"/>
              <a:gd name="connsiteY3738" fmla="*/ 4273767 h 6858000"/>
              <a:gd name="connsiteX3739" fmla="*/ 7702195 w 12192000"/>
              <a:gd name="connsiteY3739" fmla="*/ 4271683 h 6858000"/>
              <a:gd name="connsiteX3740" fmla="*/ 7709264 w 12192000"/>
              <a:gd name="connsiteY3740" fmla="*/ 4273469 h 6858000"/>
              <a:gd name="connsiteX3741" fmla="*/ 7713059 w 12192000"/>
              <a:gd name="connsiteY3741" fmla="*/ 4278827 h 6858000"/>
              <a:gd name="connsiteX3742" fmla="*/ 7714250 w 12192000"/>
              <a:gd name="connsiteY3742" fmla="*/ 4295644 h 6858000"/>
              <a:gd name="connsiteX3743" fmla="*/ 7714250 w 12192000"/>
              <a:gd name="connsiteY3743" fmla="*/ 4424529 h 6858000"/>
              <a:gd name="connsiteX3744" fmla="*/ 7712687 w 12192000"/>
              <a:gd name="connsiteY3744" fmla="*/ 4443058 h 6858000"/>
              <a:gd name="connsiteX3745" fmla="*/ 7708297 w 12192000"/>
              <a:gd name="connsiteY3745" fmla="*/ 4448342 h 6858000"/>
              <a:gd name="connsiteX3746" fmla="*/ 7694307 w 12192000"/>
              <a:gd name="connsiteY3746" fmla="*/ 4451467 h 6858000"/>
              <a:gd name="connsiteX3747" fmla="*/ 7690586 w 12192000"/>
              <a:gd name="connsiteY3747" fmla="*/ 4451467 h 6858000"/>
              <a:gd name="connsiteX3748" fmla="*/ 7690586 w 12192000"/>
              <a:gd name="connsiteY3748" fmla="*/ 4456974 h 6858000"/>
              <a:gd name="connsiteX3749" fmla="*/ 7762024 w 12192000"/>
              <a:gd name="connsiteY3749" fmla="*/ 4456974 h 6858000"/>
              <a:gd name="connsiteX3750" fmla="*/ 7762024 w 12192000"/>
              <a:gd name="connsiteY3750" fmla="*/ 4451467 h 6858000"/>
              <a:gd name="connsiteX3751" fmla="*/ 7746620 w 12192000"/>
              <a:gd name="connsiteY3751" fmla="*/ 4449235 h 6858000"/>
              <a:gd name="connsiteX3752" fmla="*/ 7740667 w 12192000"/>
              <a:gd name="connsiteY3752" fmla="*/ 4443207 h 6858000"/>
              <a:gd name="connsiteX3753" fmla="*/ 7738955 w 12192000"/>
              <a:gd name="connsiteY3753" fmla="*/ 4425422 h 6858000"/>
              <a:gd name="connsiteX3754" fmla="*/ 7738955 w 12192000"/>
              <a:gd name="connsiteY3754" fmla="*/ 4383899 h 6858000"/>
              <a:gd name="connsiteX3755" fmla="*/ 7752350 w 12192000"/>
              <a:gd name="connsiteY3755" fmla="*/ 4392829 h 6858000"/>
              <a:gd name="connsiteX3756" fmla="*/ 7771400 w 12192000"/>
              <a:gd name="connsiteY3756" fmla="*/ 4395954 h 6858000"/>
              <a:gd name="connsiteX3757" fmla="*/ 7813369 w 12192000"/>
              <a:gd name="connsiteY3757" fmla="*/ 4377053 h 6858000"/>
              <a:gd name="connsiteX3758" fmla="*/ 7833610 w 12192000"/>
              <a:gd name="connsiteY3758" fmla="*/ 4318713 h 6858000"/>
              <a:gd name="connsiteX3759" fmla="*/ 7816792 w 12192000"/>
              <a:gd name="connsiteY3759" fmla="*/ 4267516 h 6858000"/>
              <a:gd name="connsiteX3760" fmla="*/ 7782562 w 12192000"/>
              <a:gd name="connsiteY3760" fmla="*/ 4251442 h 6858000"/>
              <a:gd name="connsiteX3761" fmla="*/ 7548009 w 12192000"/>
              <a:gd name="connsiteY3761" fmla="*/ 4251442 h 6858000"/>
              <a:gd name="connsiteX3762" fmla="*/ 7511248 w 12192000"/>
              <a:gd name="connsiteY3762" fmla="*/ 4262158 h 6858000"/>
              <a:gd name="connsiteX3763" fmla="*/ 7498151 w 12192000"/>
              <a:gd name="connsiteY3763" fmla="*/ 4285673 h 6858000"/>
              <a:gd name="connsiteX3764" fmla="*/ 7501649 w 12192000"/>
              <a:gd name="connsiteY3764" fmla="*/ 4296240 h 6858000"/>
              <a:gd name="connsiteX3765" fmla="*/ 7510653 w 12192000"/>
              <a:gd name="connsiteY3765" fmla="*/ 4300109 h 6858000"/>
              <a:gd name="connsiteX3766" fmla="*/ 7519806 w 12192000"/>
              <a:gd name="connsiteY3766" fmla="*/ 4296388 h 6858000"/>
              <a:gd name="connsiteX3767" fmla="*/ 7523303 w 12192000"/>
              <a:gd name="connsiteY3767" fmla="*/ 4285822 h 6858000"/>
              <a:gd name="connsiteX3768" fmla="*/ 7523006 w 12192000"/>
              <a:gd name="connsiteY3768" fmla="*/ 4277190 h 6858000"/>
              <a:gd name="connsiteX3769" fmla="*/ 7528661 w 12192000"/>
              <a:gd name="connsiteY3769" fmla="*/ 4265581 h 6858000"/>
              <a:gd name="connsiteX3770" fmla="*/ 7543544 w 12192000"/>
              <a:gd name="connsiteY3770" fmla="*/ 4260521 h 6858000"/>
              <a:gd name="connsiteX3771" fmla="*/ 7562371 w 12192000"/>
              <a:gd name="connsiteY3771" fmla="*/ 4268111 h 6858000"/>
              <a:gd name="connsiteX3772" fmla="*/ 7568845 w 12192000"/>
              <a:gd name="connsiteY3772" fmla="*/ 4296091 h 6858000"/>
              <a:gd name="connsiteX3773" fmla="*/ 7568845 w 12192000"/>
              <a:gd name="connsiteY3773" fmla="*/ 4301449 h 6858000"/>
              <a:gd name="connsiteX3774" fmla="*/ 7518615 w 12192000"/>
              <a:gd name="connsiteY3774" fmla="*/ 4323177 h 6858000"/>
              <a:gd name="connsiteX3775" fmla="*/ 7497407 w 12192000"/>
              <a:gd name="connsiteY3775" fmla="*/ 4342227 h 6858000"/>
              <a:gd name="connsiteX3776" fmla="*/ 7492942 w 12192000"/>
              <a:gd name="connsiteY3776" fmla="*/ 4359491 h 6858000"/>
              <a:gd name="connsiteX3777" fmla="*/ 7502095 w 12192000"/>
              <a:gd name="connsiteY3777" fmla="*/ 4384941 h 6858000"/>
              <a:gd name="connsiteX3778" fmla="*/ 7525387 w 12192000"/>
              <a:gd name="connsiteY3778" fmla="*/ 4394615 h 6858000"/>
              <a:gd name="connsiteX3779" fmla="*/ 7542502 w 12192000"/>
              <a:gd name="connsiteY3779" fmla="*/ 4390894 h 6858000"/>
              <a:gd name="connsiteX3780" fmla="*/ 7568845 w 12192000"/>
              <a:gd name="connsiteY3780" fmla="*/ 4372142 h 6858000"/>
              <a:gd name="connsiteX3781" fmla="*/ 7573310 w 12192000"/>
              <a:gd name="connsiteY3781" fmla="*/ 4389406 h 6858000"/>
              <a:gd name="connsiteX3782" fmla="*/ 7584918 w 12192000"/>
              <a:gd name="connsiteY3782" fmla="*/ 4394466 h 6858000"/>
              <a:gd name="connsiteX3783" fmla="*/ 7616767 w 12192000"/>
              <a:gd name="connsiteY3783" fmla="*/ 4372142 h 6858000"/>
              <a:gd name="connsiteX3784" fmla="*/ 7616767 w 12192000"/>
              <a:gd name="connsiteY3784" fmla="*/ 4363807 h 6858000"/>
              <a:gd name="connsiteX3785" fmla="*/ 7604712 w 12192000"/>
              <a:gd name="connsiteY3785" fmla="*/ 4374672 h 6858000"/>
              <a:gd name="connsiteX3786" fmla="*/ 7600545 w 12192000"/>
              <a:gd name="connsiteY3786" fmla="*/ 4375714 h 6858000"/>
              <a:gd name="connsiteX3787" fmla="*/ 7596601 w 12192000"/>
              <a:gd name="connsiteY3787" fmla="*/ 4374225 h 6858000"/>
              <a:gd name="connsiteX3788" fmla="*/ 7594146 w 12192000"/>
              <a:gd name="connsiteY3788" fmla="*/ 4368347 h 6858000"/>
              <a:gd name="connsiteX3789" fmla="*/ 7593401 w 12192000"/>
              <a:gd name="connsiteY3789" fmla="*/ 4344460 h 6858000"/>
              <a:gd name="connsiteX3790" fmla="*/ 7593401 w 12192000"/>
              <a:gd name="connsiteY3790" fmla="*/ 4298174 h 6858000"/>
              <a:gd name="connsiteX3791" fmla="*/ 7590723 w 12192000"/>
              <a:gd name="connsiteY3791" fmla="*/ 4271981 h 6858000"/>
              <a:gd name="connsiteX3792" fmla="*/ 7577775 w 12192000"/>
              <a:gd name="connsiteY3792" fmla="*/ 4257544 h 6858000"/>
              <a:gd name="connsiteX3793" fmla="*/ 7548009 w 12192000"/>
              <a:gd name="connsiteY3793" fmla="*/ 4251442 h 6858000"/>
              <a:gd name="connsiteX3794" fmla="*/ 7328934 w 12192000"/>
              <a:gd name="connsiteY3794" fmla="*/ 4251442 h 6858000"/>
              <a:gd name="connsiteX3795" fmla="*/ 7292173 w 12192000"/>
              <a:gd name="connsiteY3795" fmla="*/ 4262158 h 6858000"/>
              <a:gd name="connsiteX3796" fmla="*/ 7279076 w 12192000"/>
              <a:gd name="connsiteY3796" fmla="*/ 4285673 h 6858000"/>
              <a:gd name="connsiteX3797" fmla="*/ 7282574 w 12192000"/>
              <a:gd name="connsiteY3797" fmla="*/ 4296240 h 6858000"/>
              <a:gd name="connsiteX3798" fmla="*/ 7291578 w 12192000"/>
              <a:gd name="connsiteY3798" fmla="*/ 4300109 h 6858000"/>
              <a:gd name="connsiteX3799" fmla="*/ 7300731 w 12192000"/>
              <a:gd name="connsiteY3799" fmla="*/ 4296388 h 6858000"/>
              <a:gd name="connsiteX3800" fmla="*/ 7304228 w 12192000"/>
              <a:gd name="connsiteY3800" fmla="*/ 4285822 h 6858000"/>
              <a:gd name="connsiteX3801" fmla="*/ 7303931 w 12192000"/>
              <a:gd name="connsiteY3801" fmla="*/ 4277190 h 6858000"/>
              <a:gd name="connsiteX3802" fmla="*/ 7309586 w 12192000"/>
              <a:gd name="connsiteY3802" fmla="*/ 4265581 h 6858000"/>
              <a:gd name="connsiteX3803" fmla="*/ 7324469 w 12192000"/>
              <a:gd name="connsiteY3803" fmla="*/ 4260521 h 6858000"/>
              <a:gd name="connsiteX3804" fmla="*/ 7343296 w 12192000"/>
              <a:gd name="connsiteY3804" fmla="*/ 4268111 h 6858000"/>
              <a:gd name="connsiteX3805" fmla="*/ 7349770 w 12192000"/>
              <a:gd name="connsiteY3805" fmla="*/ 4296091 h 6858000"/>
              <a:gd name="connsiteX3806" fmla="*/ 7349770 w 12192000"/>
              <a:gd name="connsiteY3806" fmla="*/ 4301449 h 6858000"/>
              <a:gd name="connsiteX3807" fmla="*/ 7299540 w 12192000"/>
              <a:gd name="connsiteY3807" fmla="*/ 4323177 h 6858000"/>
              <a:gd name="connsiteX3808" fmla="*/ 7278332 w 12192000"/>
              <a:gd name="connsiteY3808" fmla="*/ 4342227 h 6858000"/>
              <a:gd name="connsiteX3809" fmla="*/ 7273867 w 12192000"/>
              <a:gd name="connsiteY3809" fmla="*/ 4359491 h 6858000"/>
              <a:gd name="connsiteX3810" fmla="*/ 7283020 w 12192000"/>
              <a:gd name="connsiteY3810" fmla="*/ 4384941 h 6858000"/>
              <a:gd name="connsiteX3811" fmla="*/ 7306312 w 12192000"/>
              <a:gd name="connsiteY3811" fmla="*/ 4394615 h 6858000"/>
              <a:gd name="connsiteX3812" fmla="*/ 7323427 w 12192000"/>
              <a:gd name="connsiteY3812" fmla="*/ 4390894 h 6858000"/>
              <a:gd name="connsiteX3813" fmla="*/ 7349770 w 12192000"/>
              <a:gd name="connsiteY3813" fmla="*/ 4372142 h 6858000"/>
              <a:gd name="connsiteX3814" fmla="*/ 7354235 w 12192000"/>
              <a:gd name="connsiteY3814" fmla="*/ 4389406 h 6858000"/>
              <a:gd name="connsiteX3815" fmla="*/ 7365843 w 12192000"/>
              <a:gd name="connsiteY3815" fmla="*/ 4394466 h 6858000"/>
              <a:gd name="connsiteX3816" fmla="*/ 7397692 w 12192000"/>
              <a:gd name="connsiteY3816" fmla="*/ 4372142 h 6858000"/>
              <a:gd name="connsiteX3817" fmla="*/ 7397692 w 12192000"/>
              <a:gd name="connsiteY3817" fmla="*/ 4363807 h 6858000"/>
              <a:gd name="connsiteX3818" fmla="*/ 7385637 w 12192000"/>
              <a:gd name="connsiteY3818" fmla="*/ 4374672 h 6858000"/>
              <a:gd name="connsiteX3819" fmla="*/ 7381470 w 12192000"/>
              <a:gd name="connsiteY3819" fmla="*/ 4375714 h 6858000"/>
              <a:gd name="connsiteX3820" fmla="*/ 7377526 w 12192000"/>
              <a:gd name="connsiteY3820" fmla="*/ 4374225 h 6858000"/>
              <a:gd name="connsiteX3821" fmla="*/ 7375071 w 12192000"/>
              <a:gd name="connsiteY3821" fmla="*/ 4368347 h 6858000"/>
              <a:gd name="connsiteX3822" fmla="*/ 7374326 w 12192000"/>
              <a:gd name="connsiteY3822" fmla="*/ 4344460 h 6858000"/>
              <a:gd name="connsiteX3823" fmla="*/ 7374326 w 12192000"/>
              <a:gd name="connsiteY3823" fmla="*/ 4298174 h 6858000"/>
              <a:gd name="connsiteX3824" fmla="*/ 7371648 w 12192000"/>
              <a:gd name="connsiteY3824" fmla="*/ 4271981 h 6858000"/>
              <a:gd name="connsiteX3825" fmla="*/ 7358700 w 12192000"/>
              <a:gd name="connsiteY3825" fmla="*/ 4257544 h 6858000"/>
              <a:gd name="connsiteX3826" fmla="*/ 7328934 w 12192000"/>
              <a:gd name="connsiteY3826" fmla="*/ 4251442 h 6858000"/>
              <a:gd name="connsiteX3827" fmla="*/ 6703409 w 12192000"/>
              <a:gd name="connsiteY3827" fmla="*/ 4251442 h 6858000"/>
              <a:gd name="connsiteX3828" fmla="*/ 6662333 w 12192000"/>
              <a:gd name="connsiteY3828" fmla="*/ 4268111 h 6858000"/>
              <a:gd name="connsiteX3829" fmla="*/ 6664416 w 12192000"/>
              <a:gd name="connsiteY3829" fmla="*/ 4273469 h 6858000"/>
              <a:gd name="connsiteX3830" fmla="*/ 6674537 w 12192000"/>
              <a:gd name="connsiteY3830" fmla="*/ 4271236 h 6858000"/>
              <a:gd name="connsiteX3831" fmla="*/ 6680639 w 12192000"/>
              <a:gd name="connsiteY3831" fmla="*/ 4273097 h 6858000"/>
              <a:gd name="connsiteX3832" fmla="*/ 6683913 w 12192000"/>
              <a:gd name="connsiteY3832" fmla="*/ 4279720 h 6858000"/>
              <a:gd name="connsiteX3833" fmla="*/ 6685252 w 12192000"/>
              <a:gd name="connsiteY3833" fmla="*/ 4308443 h 6858000"/>
              <a:gd name="connsiteX3834" fmla="*/ 6685252 w 12192000"/>
              <a:gd name="connsiteY3834" fmla="*/ 4360980 h 6858000"/>
              <a:gd name="connsiteX3835" fmla="*/ 6683243 w 12192000"/>
              <a:gd name="connsiteY3835" fmla="*/ 4378095 h 6858000"/>
              <a:gd name="connsiteX3836" fmla="*/ 6677811 w 12192000"/>
              <a:gd name="connsiteY3836" fmla="*/ 4384495 h 6858000"/>
              <a:gd name="connsiteX3837" fmla="*/ 6664416 w 12192000"/>
              <a:gd name="connsiteY3837" fmla="*/ 4386429 h 6858000"/>
              <a:gd name="connsiteX3838" fmla="*/ 6664416 w 12192000"/>
              <a:gd name="connsiteY3838" fmla="*/ 4391787 h 6858000"/>
              <a:gd name="connsiteX3839" fmla="*/ 6730645 w 12192000"/>
              <a:gd name="connsiteY3839" fmla="*/ 4391787 h 6858000"/>
              <a:gd name="connsiteX3840" fmla="*/ 6730645 w 12192000"/>
              <a:gd name="connsiteY3840" fmla="*/ 4386429 h 6858000"/>
              <a:gd name="connsiteX3841" fmla="*/ 6717325 w 12192000"/>
              <a:gd name="connsiteY3841" fmla="*/ 4384346 h 6858000"/>
              <a:gd name="connsiteX3842" fmla="*/ 6711818 w 12192000"/>
              <a:gd name="connsiteY3842" fmla="*/ 4378021 h 6858000"/>
              <a:gd name="connsiteX3843" fmla="*/ 6709958 w 12192000"/>
              <a:gd name="connsiteY3843" fmla="*/ 4360980 h 6858000"/>
              <a:gd name="connsiteX3844" fmla="*/ 6709958 w 12192000"/>
              <a:gd name="connsiteY3844" fmla="*/ 4251442 h 6858000"/>
              <a:gd name="connsiteX3845" fmla="*/ 6434328 w 12192000"/>
              <a:gd name="connsiteY3845" fmla="*/ 4251442 h 6858000"/>
              <a:gd name="connsiteX3846" fmla="*/ 6402181 w 12192000"/>
              <a:gd name="connsiteY3846" fmla="*/ 4260298 h 6858000"/>
              <a:gd name="connsiteX3847" fmla="*/ 6377699 w 12192000"/>
              <a:gd name="connsiteY3847" fmla="*/ 4287682 h 6858000"/>
              <a:gd name="connsiteX3848" fmla="*/ 6368397 w 12192000"/>
              <a:gd name="connsiteY3848" fmla="*/ 4324963 h 6858000"/>
              <a:gd name="connsiteX3849" fmla="*/ 6383726 w 12192000"/>
              <a:gd name="connsiteY3849" fmla="*/ 4371398 h 6858000"/>
              <a:gd name="connsiteX3850" fmla="*/ 6432691 w 12192000"/>
              <a:gd name="connsiteY3850" fmla="*/ 4395954 h 6858000"/>
              <a:gd name="connsiteX3851" fmla="*/ 6466996 w 12192000"/>
              <a:gd name="connsiteY3851" fmla="*/ 4386429 h 6858000"/>
              <a:gd name="connsiteX3852" fmla="*/ 6491180 w 12192000"/>
              <a:gd name="connsiteY3852" fmla="*/ 4358152 h 6858000"/>
              <a:gd name="connsiteX3853" fmla="*/ 6499961 w 12192000"/>
              <a:gd name="connsiteY3853" fmla="*/ 4321094 h 6858000"/>
              <a:gd name="connsiteX3854" fmla="*/ 6484037 w 12192000"/>
              <a:gd name="connsiteY3854" fmla="*/ 4274957 h 6858000"/>
              <a:gd name="connsiteX3855" fmla="*/ 6434328 w 12192000"/>
              <a:gd name="connsiteY3855" fmla="*/ 4251442 h 6858000"/>
              <a:gd name="connsiteX3856" fmla="*/ 6296513 w 12192000"/>
              <a:gd name="connsiteY3856" fmla="*/ 4251442 h 6858000"/>
              <a:gd name="connsiteX3857" fmla="*/ 6255288 w 12192000"/>
              <a:gd name="connsiteY3857" fmla="*/ 4268111 h 6858000"/>
              <a:gd name="connsiteX3858" fmla="*/ 6256776 w 12192000"/>
              <a:gd name="connsiteY3858" fmla="*/ 4273469 h 6858000"/>
              <a:gd name="connsiteX3859" fmla="*/ 6267194 w 12192000"/>
              <a:gd name="connsiteY3859" fmla="*/ 4271236 h 6858000"/>
              <a:gd name="connsiteX3860" fmla="*/ 6273668 w 12192000"/>
              <a:gd name="connsiteY3860" fmla="*/ 4273320 h 6858000"/>
              <a:gd name="connsiteX3861" fmla="*/ 6277240 w 12192000"/>
              <a:gd name="connsiteY3861" fmla="*/ 4279943 h 6858000"/>
              <a:gd name="connsiteX3862" fmla="*/ 6278207 w 12192000"/>
              <a:gd name="connsiteY3862" fmla="*/ 4308295 h 6858000"/>
              <a:gd name="connsiteX3863" fmla="*/ 6278207 w 12192000"/>
              <a:gd name="connsiteY3863" fmla="*/ 4361129 h 6858000"/>
              <a:gd name="connsiteX3864" fmla="*/ 6277463 w 12192000"/>
              <a:gd name="connsiteY3864" fmla="*/ 4375565 h 6858000"/>
              <a:gd name="connsiteX3865" fmla="*/ 6272254 w 12192000"/>
              <a:gd name="connsiteY3865" fmla="*/ 4383155 h 6858000"/>
              <a:gd name="connsiteX3866" fmla="*/ 6256776 w 12192000"/>
              <a:gd name="connsiteY3866" fmla="*/ 4386429 h 6858000"/>
              <a:gd name="connsiteX3867" fmla="*/ 6256776 w 12192000"/>
              <a:gd name="connsiteY3867" fmla="*/ 4391787 h 6858000"/>
              <a:gd name="connsiteX3868" fmla="*/ 6326576 w 12192000"/>
              <a:gd name="connsiteY3868" fmla="*/ 4391787 h 6858000"/>
              <a:gd name="connsiteX3869" fmla="*/ 6326576 w 12192000"/>
              <a:gd name="connsiteY3869" fmla="*/ 4386429 h 6858000"/>
              <a:gd name="connsiteX3870" fmla="*/ 6312438 w 12192000"/>
              <a:gd name="connsiteY3870" fmla="*/ 4383750 h 6858000"/>
              <a:gd name="connsiteX3871" fmla="*/ 6305592 w 12192000"/>
              <a:gd name="connsiteY3871" fmla="*/ 4377053 h 6858000"/>
              <a:gd name="connsiteX3872" fmla="*/ 6302764 w 12192000"/>
              <a:gd name="connsiteY3872" fmla="*/ 4359938 h 6858000"/>
              <a:gd name="connsiteX3873" fmla="*/ 6302764 w 12192000"/>
              <a:gd name="connsiteY3873" fmla="*/ 4294602 h 6858000"/>
              <a:gd name="connsiteX3874" fmla="*/ 6316605 w 12192000"/>
              <a:gd name="connsiteY3874" fmla="*/ 4274511 h 6858000"/>
              <a:gd name="connsiteX3875" fmla="*/ 6322409 w 12192000"/>
              <a:gd name="connsiteY3875" fmla="*/ 4271534 h 6858000"/>
              <a:gd name="connsiteX3876" fmla="*/ 6332009 w 12192000"/>
              <a:gd name="connsiteY3876" fmla="*/ 4276669 h 6858000"/>
              <a:gd name="connsiteX3877" fmla="*/ 6343692 w 12192000"/>
              <a:gd name="connsiteY3877" fmla="*/ 4281803 h 6858000"/>
              <a:gd name="connsiteX3878" fmla="*/ 6352919 w 12192000"/>
              <a:gd name="connsiteY3878" fmla="*/ 4277785 h 6858000"/>
              <a:gd name="connsiteX3879" fmla="*/ 6356789 w 12192000"/>
              <a:gd name="connsiteY3879" fmla="*/ 4267962 h 6858000"/>
              <a:gd name="connsiteX3880" fmla="*/ 6351431 w 12192000"/>
              <a:gd name="connsiteY3880" fmla="*/ 4256428 h 6858000"/>
              <a:gd name="connsiteX3881" fmla="*/ 6337887 w 12192000"/>
              <a:gd name="connsiteY3881" fmla="*/ 4251442 h 6858000"/>
              <a:gd name="connsiteX3882" fmla="*/ 6302764 w 12192000"/>
              <a:gd name="connsiteY3882" fmla="*/ 4282101 h 6858000"/>
              <a:gd name="connsiteX3883" fmla="*/ 6302764 w 12192000"/>
              <a:gd name="connsiteY3883" fmla="*/ 4251442 h 6858000"/>
              <a:gd name="connsiteX3884" fmla="*/ 6191887 w 12192000"/>
              <a:gd name="connsiteY3884" fmla="*/ 4251442 h 6858000"/>
              <a:gd name="connsiteX3885" fmla="*/ 6169488 w 12192000"/>
              <a:gd name="connsiteY3885" fmla="*/ 4258660 h 6858000"/>
              <a:gd name="connsiteX3886" fmla="*/ 6148280 w 12192000"/>
              <a:gd name="connsiteY3886" fmla="*/ 4283887 h 6858000"/>
              <a:gd name="connsiteX3887" fmla="*/ 6148280 w 12192000"/>
              <a:gd name="connsiteY3887" fmla="*/ 4252038 h 6858000"/>
              <a:gd name="connsiteX3888" fmla="*/ 6142625 w 12192000"/>
              <a:gd name="connsiteY3888" fmla="*/ 4252038 h 6858000"/>
              <a:gd name="connsiteX3889" fmla="*/ 6100655 w 12192000"/>
              <a:gd name="connsiteY3889" fmla="*/ 4269004 h 6858000"/>
              <a:gd name="connsiteX3890" fmla="*/ 6102441 w 12192000"/>
              <a:gd name="connsiteY3890" fmla="*/ 4273767 h 6858000"/>
              <a:gd name="connsiteX3891" fmla="*/ 6111520 w 12192000"/>
              <a:gd name="connsiteY3891" fmla="*/ 4271683 h 6858000"/>
              <a:gd name="connsiteX3892" fmla="*/ 6118589 w 12192000"/>
              <a:gd name="connsiteY3892" fmla="*/ 4273469 h 6858000"/>
              <a:gd name="connsiteX3893" fmla="*/ 6122384 w 12192000"/>
              <a:gd name="connsiteY3893" fmla="*/ 4278827 h 6858000"/>
              <a:gd name="connsiteX3894" fmla="*/ 6123575 w 12192000"/>
              <a:gd name="connsiteY3894" fmla="*/ 4295644 h 6858000"/>
              <a:gd name="connsiteX3895" fmla="*/ 6123575 w 12192000"/>
              <a:gd name="connsiteY3895" fmla="*/ 4424529 h 6858000"/>
              <a:gd name="connsiteX3896" fmla="*/ 6122012 w 12192000"/>
              <a:gd name="connsiteY3896" fmla="*/ 4443058 h 6858000"/>
              <a:gd name="connsiteX3897" fmla="*/ 6117622 w 12192000"/>
              <a:gd name="connsiteY3897" fmla="*/ 4448342 h 6858000"/>
              <a:gd name="connsiteX3898" fmla="*/ 6103632 w 12192000"/>
              <a:gd name="connsiteY3898" fmla="*/ 4451467 h 6858000"/>
              <a:gd name="connsiteX3899" fmla="*/ 6099911 w 12192000"/>
              <a:gd name="connsiteY3899" fmla="*/ 4451467 h 6858000"/>
              <a:gd name="connsiteX3900" fmla="*/ 6099911 w 12192000"/>
              <a:gd name="connsiteY3900" fmla="*/ 4456974 h 6858000"/>
              <a:gd name="connsiteX3901" fmla="*/ 6171349 w 12192000"/>
              <a:gd name="connsiteY3901" fmla="*/ 4456974 h 6858000"/>
              <a:gd name="connsiteX3902" fmla="*/ 6171349 w 12192000"/>
              <a:gd name="connsiteY3902" fmla="*/ 4451467 h 6858000"/>
              <a:gd name="connsiteX3903" fmla="*/ 6155945 w 12192000"/>
              <a:gd name="connsiteY3903" fmla="*/ 4449235 h 6858000"/>
              <a:gd name="connsiteX3904" fmla="*/ 6149992 w 12192000"/>
              <a:gd name="connsiteY3904" fmla="*/ 4443207 h 6858000"/>
              <a:gd name="connsiteX3905" fmla="*/ 6148280 w 12192000"/>
              <a:gd name="connsiteY3905" fmla="*/ 4425422 h 6858000"/>
              <a:gd name="connsiteX3906" fmla="*/ 6148280 w 12192000"/>
              <a:gd name="connsiteY3906" fmla="*/ 4383899 h 6858000"/>
              <a:gd name="connsiteX3907" fmla="*/ 6161675 w 12192000"/>
              <a:gd name="connsiteY3907" fmla="*/ 4392829 h 6858000"/>
              <a:gd name="connsiteX3908" fmla="*/ 6180725 w 12192000"/>
              <a:gd name="connsiteY3908" fmla="*/ 4395954 h 6858000"/>
              <a:gd name="connsiteX3909" fmla="*/ 6222694 w 12192000"/>
              <a:gd name="connsiteY3909" fmla="*/ 4377053 h 6858000"/>
              <a:gd name="connsiteX3910" fmla="*/ 6242935 w 12192000"/>
              <a:gd name="connsiteY3910" fmla="*/ 4318713 h 6858000"/>
              <a:gd name="connsiteX3911" fmla="*/ 6226117 w 12192000"/>
              <a:gd name="connsiteY3911" fmla="*/ 4267516 h 6858000"/>
              <a:gd name="connsiteX3912" fmla="*/ 6191887 w 12192000"/>
              <a:gd name="connsiteY3912" fmla="*/ 4251442 h 6858000"/>
              <a:gd name="connsiteX3913" fmla="*/ 5928610 w 12192000"/>
              <a:gd name="connsiteY3913" fmla="*/ 4251442 h 6858000"/>
              <a:gd name="connsiteX3914" fmla="*/ 5898770 w 12192000"/>
              <a:gd name="connsiteY3914" fmla="*/ 4262753 h 6858000"/>
              <a:gd name="connsiteX3915" fmla="*/ 5887236 w 12192000"/>
              <a:gd name="connsiteY3915" fmla="*/ 4290882 h 6858000"/>
              <a:gd name="connsiteX3916" fmla="*/ 5893933 w 12192000"/>
              <a:gd name="connsiteY3916" fmla="*/ 4312313 h 6858000"/>
              <a:gd name="connsiteX3917" fmla="*/ 5922211 w 12192000"/>
              <a:gd name="connsiteY3917" fmla="*/ 4331661 h 6858000"/>
              <a:gd name="connsiteX3918" fmla="*/ 5951009 w 12192000"/>
              <a:gd name="connsiteY3918" fmla="*/ 4349371 h 6858000"/>
              <a:gd name="connsiteX3919" fmla="*/ 5958228 w 12192000"/>
              <a:gd name="connsiteY3919" fmla="*/ 4366635 h 6858000"/>
              <a:gd name="connsiteX3920" fmla="*/ 5951753 w 12192000"/>
              <a:gd name="connsiteY3920" fmla="*/ 4381146 h 6858000"/>
              <a:gd name="connsiteX3921" fmla="*/ 5935010 w 12192000"/>
              <a:gd name="connsiteY3921" fmla="*/ 4387173 h 6858000"/>
              <a:gd name="connsiteX3922" fmla="*/ 5908667 w 12192000"/>
              <a:gd name="connsiteY3922" fmla="*/ 4376607 h 6858000"/>
              <a:gd name="connsiteX3923" fmla="*/ 5892743 w 12192000"/>
              <a:gd name="connsiteY3923" fmla="*/ 4345204 h 6858000"/>
              <a:gd name="connsiteX3924" fmla="*/ 5887831 w 12192000"/>
              <a:gd name="connsiteY3924" fmla="*/ 4345204 h 6858000"/>
              <a:gd name="connsiteX3925" fmla="*/ 5887831 w 12192000"/>
              <a:gd name="connsiteY3925" fmla="*/ 4393871 h 6858000"/>
              <a:gd name="connsiteX3926" fmla="*/ 5892743 w 12192000"/>
              <a:gd name="connsiteY3926" fmla="*/ 4393871 h 6858000"/>
              <a:gd name="connsiteX3927" fmla="*/ 5898100 w 12192000"/>
              <a:gd name="connsiteY3927" fmla="*/ 4390001 h 6858000"/>
              <a:gd name="connsiteX3928" fmla="*/ 5906137 w 12192000"/>
              <a:gd name="connsiteY3928" fmla="*/ 4391489 h 6858000"/>
              <a:gd name="connsiteX3929" fmla="*/ 5934712 w 12192000"/>
              <a:gd name="connsiteY3929" fmla="*/ 4395954 h 6858000"/>
              <a:gd name="connsiteX3930" fmla="*/ 5966189 w 12192000"/>
              <a:gd name="connsiteY3930" fmla="*/ 4384569 h 6858000"/>
              <a:gd name="connsiteX3931" fmla="*/ 5980253 w 12192000"/>
              <a:gd name="connsiteY3931" fmla="*/ 4354580 h 6858000"/>
              <a:gd name="connsiteX3932" fmla="*/ 5950041 w 12192000"/>
              <a:gd name="connsiteY3932" fmla="*/ 4315736 h 6858000"/>
              <a:gd name="connsiteX3933" fmla="*/ 5928312 w 12192000"/>
              <a:gd name="connsiteY3933" fmla="*/ 4305169 h 6858000"/>
              <a:gd name="connsiteX3934" fmla="*/ 5909560 w 12192000"/>
              <a:gd name="connsiteY3934" fmla="*/ 4292221 h 6858000"/>
              <a:gd name="connsiteX3935" fmla="*/ 5904798 w 12192000"/>
              <a:gd name="connsiteY3935" fmla="*/ 4277934 h 6858000"/>
              <a:gd name="connsiteX3936" fmla="*/ 5911197 w 12192000"/>
              <a:gd name="connsiteY3936" fmla="*/ 4265730 h 6858000"/>
              <a:gd name="connsiteX3937" fmla="*/ 5928015 w 12192000"/>
              <a:gd name="connsiteY3937" fmla="*/ 4260223 h 6858000"/>
              <a:gd name="connsiteX3938" fmla="*/ 5950562 w 12192000"/>
              <a:gd name="connsiteY3938" fmla="*/ 4268111 h 6858000"/>
              <a:gd name="connsiteX3939" fmla="*/ 5965073 w 12192000"/>
              <a:gd name="connsiteY3939" fmla="*/ 4297877 h 6858000"/>
              <a:gd name="connsiteX3940" fmla="*/ 5969985 w 12192000"/>
              <a:gd name="connsiteY3940" fmla="*/ 4297877 h 6858000"/>
              <a:gd name="connsiteX3941" fmla="*/ 5969985 w 12192000"/>
              <a:gd name="connsiteY3941" fmla="*/ 4251442 h 6858000"/>
              <a:gd name="connsiteX3942" fmla="*/ 5965073 w 12192000"/>
              <a:gd name="connsiteY3942" fmla="*/ 4251442 h 6858000"/>
              <a:gd name="connsiteX3943" fmla="*/ 5961948 w 12192000"/>
              <a:gd name="connsiteY3943" fmla="*/ 4256056 h 6858000"/>
              <a:gd name="connsiteX3944" fmla="*/ 5958228 w 12192000"/>
              <a:gd name="connsiteY3944" fmla="*/ 4257098 h 6858000"/>
              <a:gd name="connsiteX3945" fmla="*/ 5948107 w 12192000"/>
              <a:gd name="connsiteY3945" fmla="*/ 4254865 h 6858000"/>
              <a:gd name="connsiteX3946" fmla="*/ 5928610 w 12192000"/>
              <a:gd name="connsiteY3946" fmla="*/ 4251442 h 6858000"/>
              <a:gd name="connsiteX3947" fmla="*/ 5554010 w 12192000"/>
              <a:gd name="connsiteY3947" fmla="*/ 4251442 h 6858000"/>
              <a:gd name="connsiteX3948" fmla="*/ 5512934 w 12192000"/>
              <a:gd name="connsiteY3948" fmla="*/ 4268111 h 6858000"/>
              <a:gd name="connsiteX3949" fmla="*/ 5515167 w 12192000"/>
              <a:gd name="connsiteY3949" fmla="*/ 4273469 h 6858000"/>
              <a:gd name="connsiteX3950" fmla="*/ 5525137 w 12192000"/>
              <a:gd name="connsiteY3950" fmla="*/ 4271236 h 6858000"/>
              <a:gd name="connsiteX3951" fmla="*/ 5531240 w 12192000"/>
              <a:gd name="connsiteY3951" fmla="*/ 4273097 h 6858000"/>
              <a:gd name="connsiteX3952" fmla="*/ 5534513 w 12192000"/>
              <a:gd name="connsiteY3952" fmla="*/ 4279868 h 6858000"/>
              <a:gd name="connsiteX3953" fmla="*/ 5535853 w 12192000"/>
              <a:gd name="connsiteY3953" fmla="*/ 4308890 h 6858000"/>
              <a:gd name="connsiteX3954" fmla="*/ 5535853 w 12192000"/>
              <a:gd name="connsiteY3954" fmla="*/ 4360980 h 6858000"/>
              <a:gd name="connsiteX3955" fmla="*/ 5533918 w 12192000"/>
              <a:gd name="connsiteY3955" fmla="*/ 4378021 h 6858000"/>
              <a:gd name="connsiteX3956" fmla="*/ 5528263 w 12192000"/>
              <a:gd name="connsiteY3956" fmla="*/ 4384420 h 6858000"/>
              <a:gd name="connsiteX3957" fmla="*/ 5515167 w 12192000"/>
              <a:gd name="connsiteY3957" fmla="*/ 4386429 h 6858000"/>
              <a:gd name="connsiteX3958" fmla="*/ 5515167 w 12192000"/>
              <a:gd name="connsiteY3958" fmla="*/ 4391787 h 6858000"/>
              <a:gd name="connsiteX3959" fmla="*/ 5582585 w 12192000"/>
              <a:gd name="connsiteY3959" fmla="*/ 4391787 h 6858000"/>
              <a:gd name="connsiteX3960" fmla="*/ 5582585 w 12192000"/>
              <a:gd name="connsiteY3960" fmla="*/ 4386429 h 6858000"/>
              <a:gd name="connsiteX3961" fmla="*/ 5567776 w 12192000"/>
              <a:gd name="connsiteY3961" fmla="*/ 4384420 h 6858000"/>
              <a:gd name="connsiteX3962" fmla="*/ 5562270 w 12192000"/>
              <a:gd name="connsiteY3962" fmla="*/ 4378393 h 6858000"/>
              <a:gd name="connsiteX3963" fmla="*/ 5560410 w 12192000"/>
              <a:gd name="connsiteY3963" fmla="*/ 4360980 h 6858000"/>
              <a:gd name="connsiteX3964" fmla="*/ 5560410 w 12192000"/>
              <a:gd name="connsiteY3964" fmla="*/ 4287905 h 6858000"/>
              <a:gd name="connsiteX3965" fmla="*/ 5579459 w 12192000"/>
              <a:gd name="connsiteY3965" fmla="*/ 4273171 h 6858000"/>
              <a:gd name="connsiteX3966" fmla="*/ 5595384 w 12192000"/>
              <a:gd name="connsiteY3966" fmla="*/ 4268855 h 6858000"/>
              <a:gd name="connsiteX3967" fmla="*/ 5613690 w 12192000"/>
              <a:gd name="connsiteY3967" fmla="*/ 4278380 h 6858000"/>
              <a:gd name="connsiteX3968" fmla="*/ 5618601 w 12192000"/>
              <a:gd name="connsiteY3968" fmla="*/ 4302342 h 6858000"/>
              <a:gd name="connsiteX3969" fmla="*/ 5618601 w 12192000"/>
              <a:gd name="connsiteY3969" fmla="*/ 4360980 h 6858000"/>
              <a:gd name="connsiteX3970" fmla="*/ 5617858 w 12192000"/>
              <a:gd name="connsiteY3970" fmla="*/ 4375714 h 6858000"/>
              <a:gd name="connsiteX3971" fmla="*/ 5611978 w 12192000"/>
              <a:gd name="connsiteY3971" fmla="*/ 4383750 h 6858000"/>
              <a:gd name="connsiteX3972" fmla="*/ 5596427 w 12192000"/>
              <a:gd name="connsiteY3972" fmla="*/ 4386429 h 6858000"/>
              <a:gd name="connsiteX3973" fmla="*/ 5596427 w 12192000"/>
              <a:gd name="connsiteY3973" fmla="*/ 4391787 h 6858000"/>
              <a:gd name="connsiteX3974" fmla="*/ 5665335 w 12192000"/>
              <a:gd name="connsiteY3974" fmla="*/ 4391787 h 6858000"/>
              <a:gd name="connsiteX3975" fmla="*/ 5665335 w 12192000"/>
              <a:gd name="connsiteY3975" fmla="*/ 4386429 h 6858000"/>
              <a:gd name="connsiteX3976" fmla="*/ 5650601 w 12192000"/>
              <a:gd name="connsiteY3976" fmla="*/ 4384123 h 6858000"/>
              <a:gd name="connsiteX3977" fmla="*/ 5644720 w 12192000"/>
              <a:gd name="connsiteY3977" fmla="*/ 4378393 h 6858000"/>
              <a:gd name="connsiteX3978" fmla="*/ 5643158 w 12192000"/>
              <a:gd name="connsiteY3978" fmla="*/ 4360980 h 6858000"/>
              <a:gd name="connsiteX3979" fmla="*/ 5643158 w 12192000"/>
              <a:gd name="connsiteY3979" fmla="*/ 4295942 h 6858000"/>
              <a:gd name="connsiteX3980" fmla="*/ 5642860 w 12192000"/>
              <a:gd name="connsiteY3980" fmla="*/ 4289542 h 6858000"/>
              <a:gd name="connsiteX3981" fmla="*/ 5643158 w 12192000"/>
              <a:gd name="connsiteY3981" fmla="*/ 4287905 h 6858000"/>
              <a:gd name="connsiteX3982" fmla="*/ 5662431 w 12192000"/>
              <a:gd name="connsiteY3982" fmla="*/ 4273246 h 6858000"/>
              <a:gd name="connsiteX3983" fmla="*/ 5678282 w 12192000"/>
              <a:gd name="connsiteY3983" fmla="*/ 4269302 h 6858000"/>
              <a:gd name="connsiteX3984" fmla="*/ 5696885 w 12192000"/>
              <a:gd name="connsiteY3984" fmla="*/ 4278827 h 6858000"/>
              <a:gd name="connsiteX3985" fmla="*/ 5700904 w 12192000"/>
              <a:gd name="connsiteY3985" fmla="*/ 4302342 h 6858000"/>
              <a:gd name="connsiteX3986" fmla="*/ 5700904 w 12192000"/>
              <a:gd name="connsiteY3986" fmla="*/ 4360980 h 6858000"/>
              <a:gd name="connsiteX3987" fmla="*/ 5700308 w 12192000"/>
              <a:gd name="connsiteY3987" fmla="*/ 4375416 h 6858000"/>
              <a:gd name="connsiteX3988" fmla="*/ 5695396 w 12192000"/>
              <a:gd name="connsiteY3988" fmla="*/ 4383006 h 6858000"/>
              <a:gd name="connsiteX3989" fmla="*/ 5681705 w 12192000"/>
              <a:gd name="connsiteY3989" fmla="*/ 4386429 h 6858000"/>
              <a:gd name="connsiteX3990" fmla="*/ 5678877 w 12192000"/>
              <a:gd name="connsiteY3990" fmla="*/ 4386429 h 6858000"/>
              <a:gd name="connsiteX3991" fmla="*/ 5678877 w 12192000"/>
              <a:gd name="connsiteY3991" fmla="*/ 4391787 h 6858000"/>
              <a:gd name="connsiteX3992" fmla="*/ 5733496 w 12192000"/>
              <a:gd name="connsiteY3992" fmla="*/ 4391787 h 6858000"/>
              <a:gd name="connsiteX3993" fmla="*/ 5746147 w 12192000"/>
              <a:gd name="connsiteY3993" fmla="*/ 4391787 h 6858000"/>
              <a:gd name="connsiteX3994" fmla="*/ 5800916 w 12192000"/>
              <a:gd name="connsiteY3994" fmla="*/ 4391787 h 6858000"/>
              <a:gd name="connsiteX3995" fmla="*/ 5800916 w 12192000"/>
              <a:gd name="connsiteY3995" fmla="*/ 4386429 h 6858000"/>
              <a:gd name="connsiteX3996" fmla="*/ 5786107 w 12192000"/>
              <a:gd name="connsiteY3996" fmla="*/ 4384420 h 6858000"/>
              <a:gd name="connsiteX3997" fmla="*/ 5780377 w 12192000"/>
              <a:gd name="connsiteY3997" fmla="*/ 4378095 h 6858000"/>
              <a:gd name="connsiteX3998" fmla="*/ 5778740 w 12192000"/>
              <a:gd name="connsiteY3998" fmla="*/ 4360980 h 6858000"/>
              <a:gd name="connsiteX3999" fmla="*/ 5778740 w 12192000"/>
              <a:gd name="connsiteY3999" fmla="*/ 4289096 h 6858000"/>
              <a:gd name="connsiteX4000" fmla="*/ 5814012 w 12192000"/>
              <a:gd name="connsiteY4000" fmla="*/ 4269748 h 6858000"/>
              <a:gd name="connsiteX4001" fmla="*/ 5830309 w 12192000"/>
              <a:gd name="connsiteY4001" fmla="*/ 4278157 h 6858000"/>
              <a:gd name="connsiteX4002" fmla="*/ 5835146 w 12192000"/>
              <a:gd name="connsiteY4002" fmla="*/ 4305169 h 6858000"/>
              <a:gd name="connsiteX4003" fmla="*/ 5835146 w 12192000"/>
              <a:gd name="connsiteY4003" fmla="*/ 4360980 h 6858000"/>
              <a:gd name="connsiteX4004" fmla="*/ 5834551 w 12192000"/>
              <a:gd name="connsiteY4004" fmla="*/ 4374970 h 6858000"/>
              <a:gd name="connsiteX4005" fmla="*/ 5829267 w 12192000"/>
              <a:gd name="connsiteY4005" fmla="*/ 4383527 h 6858000"/>
              <a:gd name="connsiteX4006" fmla="*/ 5815947 w 12192000"/>
              <a:gd name="connsiteY4006" fmla="*/ 4386429 h 6858000"/>
              <a:gd name="connsiteX4007" fmla="*/ 5813119 w 12192000"/>
              <a:gd name="connsiteY4007" fmla="*/ 4386429 h 6858000"/>
              <a:gd name="connsiteX4008" fmla="*/ 5813119 w 12192000"/>
              <a:gd name="connsiteY4008" fmla="*/ 4391787 h 6858000"/>
              <a:gd name="connsiteX4009" fmla="*/ 5880539 w 12192000"/>
              <a:gd name="connsiteY4009" fmla="*/ 4391787 h 6858000"/>
              <a:gd name="connsiteX4010" fmla="*/ 5880539 w 12192000"/>
              <a:gd name="connsiteY4010" fmla="*/ 4386429 h 6858000"/>
              <a:gd name="connsiteX4011" fmla="*/ 5867070 w 12192000"/>
              <a:gd name="connsiteY4011" fmla="*/ 4384346 h 6858000"/>
              <a:gd name="connsiteX4012" fmla="*/ 5861786 w 12192000"/>
              <a:gd name="connsiteY4012" fmla="*/ 4378541 h 6858000"/>
              <a:gd name="connsiteX4013" fmla="*/ 5859703 w 12192000"/>
              <a:gd name="connsiteY4013" fmla="*/ 4360980 h 6858000"/>
              <a:gd name="connsiteX4014" fmla="*/ 5859703 w 12192000"/>
              <a:gd name="connsiteY4014" fmla="*/ 4302788 h 6858000"/>
              <a:gd name="connsiteX4015" fmla="*/ 5856428 w 12192000"/>
              <a:gd name="connsiteY4015" fmla="*/ 4275404 h 6858000"/>
              <a:gd name="connsiteX4016" fmla="*/ 5843629 w 12192000"/>
              <a:gd name="connsiteY4016" fmla="*/ 4257023 h 6858000"/>
              <a:gd name="connsiteX4017" fmla="*/ 5824430 w 12192000"/>
              <a:gd name="connsiteY4017" fmla="*/ 4251442 h 6858000"/>
              <a:gd name="connsiteX4018" fmla="*/ 5778740 w 12192000"/>
              <a:gd name="connsiteY4018" fmla="*/ 4280315 h 6858000"/>
              <a:gd name="connsiteX4019" fmla="*/ 5778740 w 12192000"/>
              <a:gd name="connsiteY4019" fmla="*/ 4251442 h 6858000"/>
              <a:gd name="connsiteX4020" fmla="*/ 5772341 w 12192000"/>
              <a:gd name="connsiteY4020" fmla="*/ 4251442 h 6858000"/>
              <a:gd name="connsiteX4021" fmla="*/ 5731264 w 12192000"/>
              <a:gd name="connsiteY4021" fmla="*/ 4268111 h 6858000"/>
              <a:gd name="connsiteX4022" fmla="*/ 5733496 w 12192000"/>
              <a:gd name="connsiteY4022" fmla="*/ 4273469 h 6858000"/>
              <a:gd name="connsiteX4023" fmla="*/ 5743468 w 12192000"/>
              <a:gd name="connsiteY4023" fmla="*/ 4271236 h 6858000"/>
              <a:gd name="connsiteX4024" fmla="*/ 5749644 w 12192000"/>
              <a:gd name="connsiteY4024" fmla="*/ 4273171 h 6858000"/>
              <a:gd name="connsiteX4025" fmla="*/ 5753067 w 12192000"/>
              <a:gd name="connsiteY4025" fmla="*/ 4280464 h 6858000"/>
              <a:gd name="connsiteX4026" fmla="*/ 5754183 w 12192000"/>
              <a:gd name="connsiteY4026" fmla="*/ 4310378 h 6858000"/>
              <a:gd name="connsiteX4027" fmla="*/ 5754183 w 12192000"/>
              <a:gd name="connsiteY4027" fmla="*/ 4360980 h 6858000"/>
              <a:gd name="connsiteX4028" fmla="*/ 5750537 w 12192000"/>
              <a:gd name="connsiteY4028" fmla="*/ 4381146 h 6858000"/>
              <a:gd name="connsiteX4029" fmla="*/ 5745199 w 12192000"/>
              <a:gd name="connsiteY4029" fmla="*/ 4385108 h 6858000"/>
              <a:gd name="connsiteX4030" fmla="*/ 5741676 w 12192000"/>
              <a:gd name="connsiteY4030" fmla="*/ 4385642 h 6858000"/>
              <a:gd name="connsiteX4031" fmla="*/ 5733051 w 12192000"/>
              <a:gd name="connsiteY4031" fmla="*/ 4384123 h 6858000"/>
              <a:gd name="connsiteX4032" fmla="*/ 5727543 w 12192000"/>
              <a:gd name="connsiteY4032" fmla="*/ 4378541 h 6858000"/>
              <a:gd name="connsiteX4033" fmla="*/ 5725609 w 12192000"/>
              <a:gd name="connsiteY4033" fmla="*/ 4360980 h 6858000"/>
              <a:gd name="connsiteX4034" fmla="*/ 5725609 w 12192000"/>
              <a:gd name="connsiteY4034" fmla="*/ 4302342 h 6858000"/>
              <a:gd name="connsiteX4035" fmla="*/ 5722335 w 12192000"/>
              <a:gd name="connsiteY4035" fmla="*/ 4275255 h 6858000"/>
              <a:gd name="connsiteX4036" fmla="*/ 5709015 w 12192000"/>
              <a:gd name="connsiteY4036" fmla="*/ 4257023 h 6858000"/>
              <a:gd name="connsiteX4037" fmla="*/ 5689741 w 12192000"/>
              <a:gd name="connsiteY4037" fmla="*/ 4251442 h 6858000"/>
              <a:gd name="connsiteX4038" fmla="*/ 5668013 w 12192000"/>
              <a:gd name="connsiteY4038" fmla="*/ 4257023 h 6858000"/>
              <a:gd name="connsiteX4039" fmla="*/ 5642116 w 12192000"/>
              <a:gd name="connsiteY4039" fmla="*/ 4280464 h 6858000"/>
              <a:gd name="connsiteX4040" fmla="*/ 5629764 w 12192000"/>
              <a:gd name="connsiteY4040" fmla="*/ 4258884 h 6858000"/>
              <a:gd name="connsiteX4041" fmla="*/ 5607737 w 12192000"/>
              <a:gd name="connsiteY4041" fmla="*/ 4251442 h 6858000"/>
              <a:gd name="connsiteX4042" fmla="*/ 5592407 w 12192000"/>
              <a:gd name="connsiteY4042" fmla="*/ 4254568 h 6858000"/>
              <a:gd name="connsiteX4043" fmla="*/ 5577971 w 12192000"/>
              <a:gd name="connsiteY4043" fmla="*/ 4263349 h 6858000"/>
              <a:gd name="connsiteX4044" fmla="*/ 5560410 w 12192000"/>
              <a:gd name="connsiteY4044" fmla="*/ 4280464 h 6858000"/>
              <a:gd name="connsiteX4045" fmla="*/ 5560410 w 12192000"/>
              <a:gd name="connsiteY4045" fmla="*/ 4251442 h 6858000"/>
              <a:gd name="connsiteX4046" fmla="*/ 5205603 w 12192000"/>
              <a:gd name="connsiteY4046" fmla="*/ 4251442 h 6858000"/>
              <a:gd name="connsiteX4047" fmla="*/ 5173457 w 12192000"/>
              <a:gd name="connsiteY4047" fmla="*/ 4260298 h 6858000"/>
              <a:gd name="connsiteX4048" fmla="*/ 5148974 w 12192000"/>
              <a:gd name="connsiteY4048" fmla="*/ 4287682 h 6858000"/>
              <a:gd name="connsiteX4049" fmla="*/ 5139673 w 12192000"/>
              <a:gd name="connsiteY4049" fmla="*/ 4324963 h 6858000"/>
              <a:gd name="connsiteX4050" fmla="*/ 5155002 w 12192000"/>
              <a:gd name="connsiteY4050" fmla="*/ 4371398 h 6858000"/>
              <a:gd name="connsiteX4051" fmla="*/ 5203967 w 12192000"/>
              <a:gd name="connsiteY4051" fmla="*/ 4395954 h 6858000"/>
              <a:gd name="connsiteX4052" fmla="*/ 5238271 w 12192000"/>
              <a:gd name="connsiteY4052" fmla="*/ 4386429 h 6858000"/>
              <a:gd name="connsiteX4053" fmla="*/ 5262456 w 12192000"/>
              <a:gd name="connsiteY4053" fmla="*/ 4358152 h 6858000"/>
              <a:gd name="connsiteX4054" fmla="*/ 5271238 w 12192000"/>
              <a:gd name="connsiteY4054" fmla="*/ 4321094 h 6858000"/>
              <a:gd name="connsiteX4055" fmla="*/ 5255312 w 12192000"/>
              <a:gd name="connsiteY4055" fmla="*/ 4274957 h 6858000"/>
              <a:gd name="connsiteX4056" fmla="*/ 5205603 w 12192000"/>
              <a:gd name="connsiteY4056" fmla="*/ 4251442 h 6858000"/>
              <a:gd name="connsiteX4057" fmla="*/ 5071509 w 12192000"/>
              <a:gd name="connsiteY4057" fmla="*/ 4251442 h 6858000"/>
              <a:gd name="connsiteX4058" fmla="*/ 5025596 w 12192000"/>
              <a:gd name="connsiteY4058" fmla="*/ 4271534 h 6858000"/>
              <a:gd name="connsiteX4059" fmla="*/ 5006471 w 12192000"/>
              <a:gd name="connsiteY4059" fmla="*/ 4323773 h 6858000"/>
              <a:gd name="connsiteX4060" fmla="*/ 5023736 w 12192000"/>
              <a:gd name="connsiteY4060" fmla="*/ 4376458 h 6858000"/>
              <a:gd name="connsiteX4061" fmla="*/ 5064217 w 12192000"/>
              <a:gd name="connsiteY4061" fmla="*/ 4395954 h 6858000"/>
              <a:gd name="connsiteX4062" fmla="*/ 5099787 w 12192000"/>
              <a:gd name="connsiteY4062" fmla="*/ 4381444 h 6858000"/>
              <a:gd name="connsiteX4063" fmla="*/ 5121367 w 12192000"/>
              <a:gd name="connsiteY4063" fmla="*/ 4339995 h 6858000"/>
              <a:gd name="connsiteX4064" fmla="*/ 5117051 w 12192000"/>
              <a:gd name="connsiteY4064" fmla="*/ 4337911 h 6858000"/>
              <a:gd name="connsiteX4065" fmla="*/ 5101126 w 12192000"/>
              <a:gd name="connsiteY4065" fmla="*/ 4362766 h 6858000"/>
              <a:gd name="connsiteX4066" fmla="*/ 5074932 w 12192000"/>
              <a:gd name="connsiteY4066" fmla="*/ 4372737 h 6858000"/>
              <a:gd name="connsiteX4067" fmla="*/ 5042562 w 12192000"/>
              <a:gd name="connsiteY4067" fmla="*/ 4354059 h 6858000"/>
              <a:gd name="connsiteX4068" fmla="*/ 5030582 w 12192000"/>
              <a:gd name="connsiteY4068" fmla="*/ 4310974 h 6858000"/>
              <a:gd name="connsiteX4069" fmla="*/ 5042637 w 12192000"/>
              <a:gd name="connsiteY4069" fmla="*/ 4272427 h 6858000"/>
              <a:gd name="connsiteX4070" fmla="*/ 5066598 w 12192000"/>
              <a:gd name="connsiteY4070" fmla="*/ 4261414 h 6858000"/>
              <a:gd name="connsiteX4071" fmla="*/ 5081035 w 12192000"/>
              <a:gd name="connsiteY4071" fmla="*/ 4265879 h 6858000"/>
              <a:gd name="connsiteX4072" fmla="*/ 5087062 w 12192000"/>
              <a:gd name="connsiteY4072" fmla="*/ 4279273 h 6858000"/>
              <a:gd name="connsiteX4073" fmla="*/ 5090412 w 12192000"/>
              <a:gd name="connsiteY4073" fmla="*/ 4291179 h 6858000"/>
              <a:gd name="connsiteX4074" fmla="*/ 5103656 w 12192000"/>
              <a:gd name="connsiteY4074" fmla="*/ 4296835 h 6858000"/>
              <a:gd name="connsiteX4075" fmla="*/ 5113851 w 12192000"/>
              <a:gd name="connsiteY4075" fmla="*/ 4293337 h 6858000"/>
              <a:gd name="connsiteX4076" fmla="*/ 5117498 w 12192000"/>
              <a:gd name="connsiteY4076" fmla="*/ 4284184 h 6858000"/>
              <a:gd name="connsiteX4077" fmla="*/ 5104549 w 12192000"/>
              <a:gd name="connsiteY4077" fmla="*/ 4262084 h 6858000"/>
              <a:gd name="connsiteX4078" fmla="*/ 5071509 w 12192000"/>
              <a:gd name="connsiteY4078" fmla="*/ 4251442 h 6858000"/>
              <a:gd name="connsiteX4079" fmla="*/ 4657916 w 12192000"/>
              <a:gd name="connsiteY4079" fmla="*/ 4251442 h 6858000"/>
              <a:gd name="connsiteX4080" fmla="*/ 4616840 w 12192000"/>
              <a:gd name="connsiteY4080" fmla="*/ 4268111 h 6858000"/>
              <a:gd name="connsiteX4081" fmla="*/ 4619072 w 12192000"/>
              <a:gd name="connsiteY4081" fmla="*/ 4273469 h 6858000"/>
              <a:gd name="connsiteX4082" fmla="*/ 4629043 w 12192000"/>
              <a:gd name="connsiteY4082" fmla="*/ 4271236 h 6858000"/>
              <a:gd name="connsiteX4083" fmla="*/ 4635219 w 12192000"/>
              <a:gd name="connsiteY4083" fmla="*/ 4273171 h 6858000"/>
              <a:gd name="connsiteX4084" fmla="*/ 4638643 w 12192000"/>
              <a:gd name="connsiteY4084" fmla="*/ 4280464 h 6858000"/>
              <a:gd name="connsiteX4085" fmla="*/ 4639759 w 12192000"/>
              <a:gd name="connsiteY4085" fmla="*/ 4310378 h 6858000"/>
              <a:gd name="connsiteX4086" fmla="*/ 4639759 w 12192000"/>
              <a:gd name="connsiteY4086" fmla="*/ 4360980 h 6858000"/>
              <a:gd name="connsiteX4087" fmla="*/ 4636112 w 12192000"/>
              <a:gd name="connsiteY4087" fmla="*/ 4381146 h 6858000"/>
              <a:gd name="connsiteX4088" fmla="*/ 4622048 w 12192000"/>
              <a:gd name="connsiteY4088" fmla="*/ 4386429 h 6858000"/>
              <a:gd name="connsiteX4089" fmla="*/ 4619072 w 12192000"/>
              <a:gd name="connsiteY4089" fmla="*/ 4386429 h 6858000"/>
              <a:gd name="connsiteX4090" fmla="*/ 4619072 w 12192000"/>
              <a:gd name="connsiteY4090" fmla="*/ 4391787 h 6858000"/>
              <a:gd name="connsiteX4091" fmla="*/ 4686491 w 12192000"/>
              <a:gd name="connsiteY4091" fmla="*/ 4391787 h 6858000"/>
              <a:gd name="connsiteX4092" fmla="*/ 4686491 w 12192000"/>
              <a:gd name="connsiteY4092" fmla="*/ 4386429 h 6858000"/>
              <a:gd name="connsiteX4093" fmla="*/ 4671683 w 12192000"/>
              <a:gd name="connsiteY4093" fmla="*/ 4384420 h 6858000"/>
              <a:gd name="connsiteX4094" fmla="*/ 4665952 w 12192000"/>
              <a:gd name="connsiteY4094" fmla="*/ 4378095 h 6858000"/>
              <a:gd name="connsiteX4095" fmla="*/ 4664316 w 12192000"/>
              <a:gd name="connsiteY4095" fmla="*/ 4360980 h 6858000"/>
              <a:gd name="connsiteX4096" fmla="*/ 4664316 w 12192000"/>
              <a:gd name="connsiteY4096" fmla="*/ 4289096 h 6858000"/>
              <a:gd name="connsiteX4097" fmla="*/ 4699588 w 12192000"/>
              <a:gd name="connsiteY4097" fmla="*/ 4269748 h 6858000"/>
              <a:gd name="connsiteX4098" fmla="*/ 4715885 w 12192000"/>
              <a:gd name="connsiteY4098" fmla="*/ 4278157 h 6858000"/>
              <a:gd name="connsiteX4099" fmla="*/ 4720722 w 12192000"/>
              <a:gd name="connsiteY4099" fmla="*/ 4305169 h 6858000"/>
              <a:gd name="connsiteX4100" fmla="*/ 4720722 w 12192000"/>
              <a:gd name="connsiteY4100" fmla="*/ 4360980 h 6858000"/>
              <a:gd name="connsiteX4101" fmla="*/ 4720126 w 12192000"/>
              <a:gd name="connsiteY4101" fmla="*/ 4374970 h 6858000"/>
              <a:gd name="connsiteX4102" fmla="*/ 4714844 w 12192000"/>
              <a:gd name="connsiteY4102" fmla="*/ 4383527 h 6858000"/>
              <a:gd name="connsiteX4103" fmla="*/ 4701523 w 12192000"/>
              <a:gd name="connsiteY4103" fmla="*/ 4386429 h 6858000"/>
              <a:gd name="connsiteX4104" fmla="*/ 4698695 w 12192000"/>
              <a:gd name="connsiteY4104" fmla="*/ 4386429 h 6858000"/>
              <a:gd name="connsiteX4105" fmla="*/ 4698695 w 12192000"/>
              <a:gd name="connsiteY4105" fmla="*/ 4391787 h 6858000"/>
              <a:gd name="connsiteX4106" fmla="*/ 4766114 w 12192000"/>
              <a:gd name="connsiteY4106" fmla="*/ 4391787 h 6858000"/>
              <a:gd name="connsiteX4107" fmla="*/ 4766114 w 12192000"/>
              <a:gd name="connsiteY4107" fmla="*/ 4386429 h 6858000"/>
              <a:gd name="connsiteX4108" fmla="*/ 4752646 w 12192000"/>
              <a:gd name="connsiteY4108" fmla="*/ 4384346 h 6858000"/>
              <a:gd name="connsiteX4109" fmla="*/ 4747362 w 12192000"/>
              <a:gd name="connsiteY4109" fmla="*/ 4378541 h 6858000"/>
              <a:gd name="connsiteX4110" fmla="*/ 4745279 w 12192000"/>
              <a:gd name="connsiteY4110" fmla="*/ 4360980 h 6858000"/>
              <a:gd name="connsiteX4111" fmla="*/ 4745279 w 12192000"/>
              <a:gd name="connsiteY4111" fmla="*/ 4302788 h 6858000"/>
              <a:gd name="connsiteX4112" fmla="*/ 4742004 w 12192000"/>
              <a:gd name="connsiteY4112" fmla="*/ 4275404 h 6858000"/>
              <a:gd name="connsiteX4113" fmla="*/ 4729204 w 12192000"/>
              <a:gd name="connsiteY4113" fmla="*/ 4257023 h 6858000"/>
              <a:gd name="connsiteX4114" fmla="*/ 4710006 w 12192000"/>
              <a:gd name="connsiteY4114" fmla="*/ 4251442 h 6858000"/>
              <a:gd name="connsiteX4115" fmla="*/ 4664316 w 12192000"/>
              <a:gd name="connsiteY4115" fmla="*/ 4280315 h 6858000"/>
              <a:gd name="connsiteX4116" fmla="*/ 4664316 w 12192000"/>
              <a:gd name="connsiteY4116" fmla="*/ 4251442 h 6858000"/>
              <a:gd name="connsiteX4117" fmla="*/ 4547634 w 12192000"/>
              <a:gd name="connsiteY4117" fmla="*/ 4251442 h 6858000"/>
              <a:gd name="connsiteX4118" fmla="*/ 4510873 w 12192000"/>
              <a:gd name="connsiteY4118" fmla="*/ 4262158 h 6858000"/>
              <a:gd name="connsiteX4119" fmla="*/ 4497778 w 12192000"/>
              <a:gd name="connsiteY4119" fmla="*/ 4285673 h 6858000"/>
              <a:gd name="connsiteX4120" fmla="*/ 4501274 w 12192000"/>
              <a:gd name="connsiteY4120" fmla="*/ 4296240 h 6858000"/>
              <a:gd name="connsiteX4121" fmla="*/ 4510278 w 12192000"/>
              <a:gd name="connsiteY4121" fmla="*/ 4300109 h 6858000"/>
              <a:gd name="connsiteX4122" fmla="*/ 4519431 w 12192000"/>
              <a:gd name="connsiteY4122" fmla="*/ 4296388 h 6858000"/>
              <a:gd name="connsiteX4123" fmla="*/ 4522929 w 12192000"/>
              <a:gd name="connsiteY4123" fmla="*/ 4285822 h 6858000"/>
              <a:gd name="connsiteX4124" fmla="*/ 4522631 w 12192000"/>
              <a:gd name="connsiteY4124" fmla="*/ 4277190 h 6858000"/>
              <a:gd name="connsiteX4125" fmla="*/ 4528286 w 12192000"/>
              <a:gd name="connsiteY4125" fmla="*/ 4265581 h 6858000"/>
              <a:gd name="connsiteX4126" fmla="*/ 4543170 w 12192000"/>
              <a:gd name="connsiteY4126" fmla="*/ 4260521 h 6858000"/>
              <a:gd name="connsiteX4127" fmla="*/ 4561996 w 12192000"/>
              <a:gd name="connsiteY4127" fmla="*/ 4268111 h 6858000"/>
              <a:gd name="connsiteX4128" fmla="*/ 4568471 w 12192000"/>
              <a:gd name="connsiteY4128" fmla="*/ 4296091 h 6858000"/>
              <a:gd name="connsiteX4129" fmla="*/ 4568471 w 12192000"/>
              <a:gd name="connsiteY4129" fmla="*/ 4301449 h 6858000"/>
              <a:gd name="connsiteX4130" fmla="*/ 4518241 w 12192000"/>
              <a:gd name="connsiteY4130" fmla="*/ 4323177 h 6858000"/>
              <a:gd name="connsiteX4131" fmla="*/ 4497033 w 12192000"/>
              <a:gd name="connsiteY4131" fmla="*/ 4342227 h 6858000"/>
              <a:gd name="connsiteX4132" fmla="*/ 4492568 w 12192000"/>
              <a:gd name="connsiteY4132" fmla="*/ 4359491 h 6858000"/>
              <a:gd name="connsiteX4133" fmla="*/ 4501721 w 12192000"/>
              <a:gd name="connsiteY4133" fmla="*/ 4384941 h 6858000"/>
              <a:gd name="connsiteX4134" fmla="*/ 4525012 w 12192000"/>
              <a:gd name="connsiteY4134" fmla="*/ 4394615 h 6858000"/>
              <a:gd name="connsiteX4135" fmla="*/ 4542127 w 12192000"/>
              <a:gd name="connsiteY4135" fmla="*/ 4390894 h 6858000"/>
              <a:gd name="connsiteX4136" fmla="*/ 4568471 w 12192000"/>
              <a:gd name="connsiteY4136" fmla="*/ 4372142 h 6858000"/>
              <a:gd name="connsiteX4137" fmla="*/ 4572935 w 12192000"/>
              <a:gd name="connsiteY4137" fmla="*/ 4389406 h 6858000"/>
              <a:gd name="connsiteX4138" fmla="*/ 4584543 w 12192000"/>
              <a:gd name="connsiteY4138" fmla="*/ 4394466 h 6858000"/>
              <a:gd name="connsiteX4139" fmla="*/ 4616393 w 12192000"/>
              <a:gd name="connsiteY4139" fmla="*/ 4372142 h 6858000"/>
              <a:gd name="connsiteX4140" fmla="*/ 4616393 w 12192000"/>
              <a:gd name="connsiteY4140" fmla="*/ 4363807 h 6858000"/>
              <a:gd name="connsiteX4141" fmla="*/ 4604338 w 12192000"/>
              <a:gd name="connsiteY4141" fmla="*/ 4374672 h 6858000"/>
              <a:gd name="connsiteX4142" fmla="*/ 4600171 w 12192000"/>
              <a:gd name="connsiteY4142" fmla="*/ 4375714 h 6858000"/>
              <a:gd name="connsiteX4143" fmla="*/ 4596226 w 12192000"/>
              <a:gd name="connsiteY4143" fmla="*/ 4374225 h 6858000"/>
              <a:gd name="connsiteX4144" fmla="*/ 4593772 w 12192000"/>
              <a:gd name="connsiteY4144" fmla="*/ 4368347 h 6858000"/>
              <a:gd name="connsiteX4145" fmla="*/ 4593027 w 12192000"/>
              <a:gd name="connsiteY4145" fmla="*/ 4344460 h 6858000"/>
              <a:gd name="connsiteX4146" fmla="*/ 4593027 w 12192000"/>
              <a:gd name="connsiteY4146" fmla="*/ 4298174 h 6858000"/>
              <a:gd name="connsiteX4147" fmla="*/ 4590349 w 12192000"/>
              <a:gd name="connsiteY4147" fmla="*/ 4271981 h 6858000"/>
              <a:gd name="connsiteX4148" fmla="*/ 4577400 w 12192000"/>
              <a:gd name="connsiteY4148" fmla="*/ 4257544 h 6858000"/>
              <a:gd name="connsiteX4149" fmla="*/ 4547634 w 12192000"/>
              <a:gd name="connsiteY4149" fmla="*/ 4251442 h 6858000"/>
              <a:gd name="connsiteX4150" fmla="*/ 4172440 w 12192000"/>
              <a:gd name="connsiteY4150" fmla="*/ 4251442 h 6858000"/>
              <a:gd name="connsiteX4151" fmla="*/ 4131215 w 12192000"/>
              <a:gd name="connsiteY4151" fmla="*/ 4268111 h 6858000"/>
              <a:gd name="connsiteX4152" fmla="*/ 4132703 w 12192000"/>
              <a:gd name="connsiteY4152" fmla="*/ 4273469 h 6858000"/>
              <a:gd name="connsiteX4153" fmla="*/ 4143121 w 12192000"/>
              <a:gd name="connsiteY4153" fmla="*/ 4271236 h 6858000"/>
              <a:gd name="connsiteX4154" fmla="*/ 4149595 w 12192000"/>
              <a:gd name="connsiteY4154" fmla="*/ 4273320 h 6858000"/>
              <a:gd name="connsiteX4155" fmla="*/ 4153167 w 12192000"/>
              <a:gd name="connsiteY4155" fmla="*/ 4279943 h 6858000"/>
              <a:gd name="connsiteX4156" fmla="*/ 4154134 w 12192000"/>
              <a:gd name="connsiteY4156" fmla="*/ 4308295 h 6858000"/>
              <a:gd name="connsiteX4157" fmla="*/ 4154134 w 12192000"/>
              <a:gd name="connsiteY4157" fmla="*/ 4361129 h 6858000"/>
              <a:gd name="connsiteX4158" fmla="*/ 4153390 w 12192000"/>
              <a:gd name="connsiteY4158" fmla="*/ 4375565 h 6858000"/>
              <a:gd name="connsiteX4159" fmla="*/ 4148181 w 12192000"/>
              <a:gd name="connsiteY4159" fmla="*/ 4383155 h 6858000"/>
              <a:gd name="connsiteX4160" fmla="*/ 4132703 w 12192000"/>
              <a:gd name="connsiteY4160" fmla="*/ 4386429 h 6858000"/>
              <a:gd name="connsiteX4161" fmla="*/ 4132703 w 12192000"/>
              <a:gd name="connsiteY4161" fmla="*/ 4391787 h 6858000"/>
              <a:gd name="connsiteX4162" fmla="*/ 4202502 w 12192000"/>
              <a:gd name="connsiteY4162" fmla="*/ 4391787 h 6858000"/>
              <a:gd name="connsiteX4163" fmla="*/ 4202502 w 12192000"/>
              <a:gd name="connsiteY4163" fmla="*/ 4386429 h 6858000"/>
              <a:gd name="connsiteX4164" fmla="*/ 4188364 w 12192000"/>
              <a:gd name="connsiteY4164" fmla="*/ 4383750 h 6858000"/>
              <a:gd name="connsiteX4165" fmla="*/ 4181518 w 12192000"/>
              <a:gd name="connsiteY4165" fmla="*/ 4377053 h 6858000"/>
              <a:gd name="connsiteX4166" fmla="*/ 4178690 w 12192000"/>
              <a:gd name="connsiteY4166" fmla="*/ 4359938 h 6858000"/>
              <a:gd name="connsiteX4167" fmla="*/ 4178690 w 12192000"/>
              <a:gd name="connsiteY4167" fmla="*/ 4294602 h 6858000"/>
              <a:gd name="connsiteX4168" fmla="*/ 4192532 w 12192000"/>
              <a:gd name="connsiteY4168" fmla="*/ 4274511 h 6858000"/>
              <a:gd name="connsiteX4169" fmla="*/ 4198334 w 12192000"/>
              <a:gd name="connsiteY4169" fmla="*/ 4271534 h 6858000"/>
              <a:gd name="connsiteX4170" fmla="*/ 4207934 w 12192000"/>
              <a:gd name="connsiteY4170" fmla="*/ 4276669 h 6858000"/>
              <a:gd name="connsiteX4171" fmla="*/ 4219617 w 12192000"/>
              <a:gd name="connsiteY4171" fmla="*/ 4281803 h 6858000"/>
              <a:gd name="connsiteX4172" fmla="*/ 4228844 w 12192000"/>
              <a:gd name="connsiteY4172" fmla="*/ 4277785 h 6858000"/>
              <a:gd name="connsiteX4173" fmla="*/ 4232715 w 12192000"/>
              <a:gd name="connsiteY4173" fmla="*/ 4267962 h 6858000"/>
              <a:gd name="connsiteX4174" fmla="*/ 4227356 w 12192000"/>
              <a:gd name="connsiteY4174" fmla="*/ 4256428 h 6858000"/>
              <a:gd name="connsiteX4175" fmla="*/ 4213814 w 12192000"/>
              <a:gd name="connsiteY4175" fmla="*/ 4251442 h 6858000"/>
              <a:gd name="connsiteX4176" fmla="*/ 4178690 w 12192000"/>
              <a:gd name="connsiteY4176" fmla="*/ 4282101 h 6858000"/>
              <a:gd name="connsiteX4177" fmla="*/ 4178690 w 12192000"/>
              <a:gd name="connsiteY4177" fmla="*/ 4251442 h 6858000"/>
              <a:gd name="connsiteX4178" fmla="*/ 3943542 w 12192000"/>
              <a:gd name="connsiteY4178" fmla="*/ 4251442 h 6858000"/>
              <a:gd name="connsiteX4179" fmla="*/ 3902466 w 12192000"/>
              <a:gd name="connsiteY4179" fmla="*/ 4268111 h 6858000"/>
              <a:gd name="connsiteX4180" fmla="*/ 3904698 w 12192000"/>
              <a:gd name="connsiteY4180" fmla="*/ 4273469 h 6858000"/>
              <a:gd name="connsiteX4181" fmla="*/ 3914670 w 12192000"/>
              <a:gd name="connsiteY4181" fmla="*/ 4271236 h 6858000"/>
              <a:gd name="connsiteX4182" fmla="*/ 3920846 w 12192000"/>
              <a:gd name="connsiteY4182" fmla="*/ 4273171 h 6858000"/>
              <a:gd name="connsiteX4183" fmla="*/ 3924269 w 12192000"/>
              <a:gd name="connsiteY4183" fmla="*/ 4280464 h 6858000"/>
              <a:gd name="connsiteX4184" fmla="*/ 3925385 w 12192000"/>
              <a:gd name="connsiteY4184" fmla="*/ 4310378 h 6858000"/>
              <a:gd name="connsiteX4185" fmla="*/ 3925385 w 12192000"/>
              <a:gd name="connsiteY4185" fmla="*/ 4360980 h 6858000"/>
              <a:gd name="connsiteX4186" fmla="*/ 3921739 w 12192000"/>
              <a:gd name="connsiteY4186" fmla="*/ 4381146 h 6858000"/>
              <a:gd name="connsiteX4187" fmla="*/ 3907675 w 12192000"/>
              <a:gd name="connsiteY4187" fmla="*/ 4386429 h 6858000"/>
              <a:gd name="connsiteX4188" fmla="*/ 3904698 w 12192000"/>
              <a:gd name="connsiteY4188" fmla="*/ 4386429 h 6858000"/>
              <a:gd name="connsiteX4189" fmla="*/ 3904698 w 12192000"/>
              <a:gd name="connsiteY4189" fmla="*/ 4391787 h 6858000"/>
              <a:gd name="connsiteX4190" fmla="*/ 3972117 w 12192000"/>
              <a:gd name="connsiteY4190" fmla="*/ 4391787 h 6858000"/>
              <a:gd name="connsiteX4191" fmla="*/ 3972117 w 12192000"/>
              <a:gd name="connsiteY4191" fmla="*/ 4386429 h 6858000"/>
              <a:gd name="connsiteX4192" fmla="*/ 3957309 w 12192000"/>
              <a:gd name="connsiteY4192" fmla="*/ 4384420 h 6858000"/>
              <a:gd name="connsiteX4193" fmla="*/ 3951579 w 12192000"/>
              <a:gd name="connsiteY4193" fmla="*/ 4378095 h 6858000"/>
              <a:gd name="connsiteX4194" fmla="*/ 3949942 w 12192000"/>
              <a:gd name="connsiteY4194" fmla="*/ 4360980 h 6858000"/>
              <a:gd name="connsiteX4195" fmla="*/ 3949942 w 12192000"/>
              <a:gd name="connsiteY4195" fmla="*/ 4289096 h 6858000"/>
              <a:gd name="connsiteX4196" fmla="*/ 3985214 w 12192000"/>
              <a:gd name="connsiteY4196" fmla="*/ 4269748 h 6858000"/>
              <a:gd name="connsiteX4197" fmla="*/ 4001511 w 12192000"/>
              <a:gd name="connsiteY4197" fmla="*/ 4278157 h 6858000"/>
              <a:gd name="connsiteX4198" fmla="*/ 4006348 w 12192000"/>
              <a:gd name="connsiteY4198" fmla="*/ 4305169 h 6858000"/>
              <a:gd name="connsiteX4199" fmla="*/ 4006348 w 12192000"/>
              <a:gd name="connsiteY4199" fmla="*/ 4360980 h 6858000"/>
              <a:gd name="connsiteX4200" fmla="*/ 4005752 w 12192000"/>
              <a:gd name="connsiteY4200" fmla="*/ 4374970 h 6858000"/>
              <a:gd name="connsiteX4201" fmla="*/ 4000469 w 12192000"/>
              <a:gd name="connsiteY4201" fmla="*/ 4383527 h 6858000"/>
              <a:gd name="connsiteX4202" fmla="*/ 3987149 w 12192000"/>
              <a:gd name="connsiteY4202" fmla="*/ 4386429 h 6858000"/>
              <a:gd name="connsiteX4203" fmla="*/ 3984321 w 12192000"/>
              <a:gd name="connsiteY4203" fmla="*/ 4386429 h 6858000"/>
              <a:gd name="connsiteX4204" fmla="*/ 3984321 w 12192000"/>
              <a:gd name="connsiteY4204" fmla="*/ 4391787 h 6858000"/>
              <a:gd name="connsiteX4205" fmla="*/ 4051740 w 12192000"/>
              <a:gd name="connsiteY4205" fmla="*/ 4391787 h 6858000"/>
              <a:gd name="connsiteX4206" fmla="*/ 4051740 w 12192000"/>
              <a:gd name="connsiteY4206" fmla="*/ 4386429 h 6858000"/>
              <a:gd name="connsiteX4207" fmla="*/ 4038271 w 12192000"/>
              <a:gd name="connsiteY4207" fmla="*/ 4384346 h 6858000"/>
              <a:gd name="connsiteX4208" fmla="*/ 4032988 w 12192000"/>
              <a:gd name="connsiteY4208" fmla="*/ 4378541 h 6858000"/>
              <a:gd name="connsiteX4209" fmla="*/ 4030905 w 12192000"/>
              <a:gd name="connsiteY4209" fmla="*/ 4360980 h 6858000"/>
              <a:gd name="connsiteX4210" fmla="*/ 4030905 w 12192000"/>
              <a:gd name="connsiteY4210" fmla="*/ 4302788 h 6858000"/>
              <a:gd name="connsiteX4211" fmla="*/ 4027630 w 12192000"/>
              <a:gd name="connsiteY4211" fmla="*/ 4275404 h 6858000"/>
              <a:gd name="connsiteX4212" fmla="*/ 4014831 w 12192000"/>
              <a:gd name="connsiteY4212" fmla="*/ 4257023 h 6858000"/>
              <a:gd name="connsiteX4213" fmla="*/ 3995633 w 12192000"/>
              <a:gd name="connsiteY4213" fmla="*/ 4251442 h 6858000"/>
              <a:gd name="connsiteX4214" fmla="*/ 3949942 w 12192000"/>
              <a:gd name="connsiteY4214" fmla="*/ 4280315 h 6858000"/>
              <a:gd name="connsiteX4215" fmla="*/ 3949942 w 12192000"/>
              <a:gd name="connsiteY4215" fmla="*/ 4251442 h 6858000"/>
              <a:gd name="connsiteX4216" fmla="*/ 3681605 w 12192000"/>
              <a:gd name="connsiteY4216" fmla="*/ 4251442 h 6858000"/>
              <a:gd name="connsiteX4217" fmla="*/ 3649458 w 12192000"/>
              <a:gd name="connsiteY4217" fmla="*/ 4260298 h 6858000"/>
              <a:gd name="connsiteX4218" fmla="*/ 3624976 w 12192000"/>
              <a:gd name="connsiteY4218" fmla="*/ 4287682 h 6858000"/>
              <a:gd name="connsiteX4219" fmla="*/ 3615674 w 12192000"/>
              <a:gd name="connsiteY4219" fmla="*/ 4324963 h 6858000"/>
              <a:gd name="connsiteX4220" fmla="*/ 3631003 w 12192000"/>
              <a:gd name="connsiteY4220" fmla="*/ 4371398 h 6858000"/>
              <a:gd name="connsiteX4221" fmla="*/ 3679967 w 12192000"/>
              <a:gd name="connsiteY4221" fmla="*/ 4395954 h 6858000"/>
              <a:gd name="connsiteX4222" fmla="*/ 3714272 w 12192000"/>
              <a:gd name="connsiteY4222" fmla="*/ 4386429 h 6858000"/>
              <a:gd name="connsiteX4223" fmla="*/ 3738457 w 12192000"/>
              <a:gd name="connsiteY4223" fmla="*/ 4358152 h 6858000"/>
              <a:gd name="connsiteX4224" fmla="*/ 3747238 w 12192000"/>
              <a:gd name="connsiteY4224" fmla="*/ 4321094 h 6858000"/>
              <a:gd name="connsiteX4225" fmla="*/ 3731314 w 12192000"/>
              <a:gd name="connsiteY4225" fmla="*/ 4274957 h 6858000"/>
              <a:gd name="connsiteX4226" fmla="*/ 3681605 w 12192000"/>
              <a:gd name="connsiteY4226" fmla="*/ 4251442 h 6858000"/>
              <a:gd name="connsiteX4227" fmla="*/ 3547511 w 12192000"/>
              <a:gd name="connsiteY4227" fmla="*/ 4251442 h 6858000"/>
              <a:gd name="connsiteX4228" fmla="*/ 3501598 w 12192000"/>
              <a:gd name="connsiteY4228" fmla="*/ 4271534 h 6858000"/>
              <a:gd name="connsiteX4229" fmla="*/ 3482473 w 12192000"/>
              <a:gd name="connsiteY4229" fmla="*/ 4323773 h 6858000"/>
              <a:gd name="connsiteX4230" fmla="*/ 3499736 w 12192000"/>
              <a:gd name="connsiteY4230" fmla="*/ 4376458 h 6858000"/>
              <a:gd name="connsiteX4231" fmla="*/ 3540218 w 12192000"/>
              <a:gd name="connsiteY4231" fmla="*/ 4395954 h 6858000"/>
              <a:gd name="connsiteX4232" fmla="*/ 3575788 w 12192000"/>
              <a:gd name="connsiteY4232" fmla="*/ 4381444 h 6858000"/>
              <a:gd name="connsiteX4233" fmla="*/ 3597368 w 12192000"/>
              <a:gd name="connsiteY4233" fmla="*/ 4339995 h 6858000"/>
              <a:gd name="connsiteX4234" fmla="*/ 3593052 w 12192000"/>
              <a:gd name="connsiteY4234" fmla="*/ 4337911 h 6858000"/>
              <a:gd name="connsiteX4235" fmla="*/ 3577127 w 12192000"/>
              <a:gd name="connsiteY4235" fmla="*/ 4362766 h 6858000"/>
              <a:gd name="connsiteX4236" fmla="*/ 3550934 w 12192000"/>
              <a:gd name="connsiteY4236" fmla="*/ 4372737 h 6858000"/>
              <a:gd name="connsiteX4237" fmla="*/ 3518564 w 12192000"/>
              <a:gd name="connsiteY4237" fmla="*/ 4354059 h 6858000"/>
              <a:gd name="connsiteX4238" fmla="*/ 3506583 w 12192000"/>
              <a:gd name="connsiteY4238" fmla="*/ 4310974 h 6858000"/>
              <a:gd name="connsiteX4239" fmla="*/ 3518638 w 12192000"/>
              <a:gd name="connsiteY4239" fmla="*/ 4272427 h 6858000"/>
              <a:gd name="connsiteX4240" fmla="*/ 3542599 w 12192000"/>
              <a:gd name="connsiteY4240" fmla="*/ 4261414 h 6858000"/>
              <a:gd name="connsiteX4241" fmla="*/ 3557036 w 12192000"/>
              <a:gd name="connsiteY4241" fmla="*/ 4265879 h 6858000"/>
              <a:gd name="connsiteX4242" fmla="*/ 3563063 w 12192000"/>
              <a:gd name="connsiteY4242" fmla="*/ 4279273 h 6858000"/>
              <a:gd name="connsiteX4243" fmla="*/ 3566412 w 12192000"/>
              <a:gd name="connsiteY4243" fmla="*/ 4291179 h 6858000"/>
              <a:gd name="connsiteX4244" fmla="*/ 3579657 w 12192000"/>
              <a:gd name="connsiteY4244" fmla="*/ 4296835 h 6858000"/>
              <a:gd name="connsiteX4245" fmla="*/ 3589852 w 12192000"/>
              <a:gd name="connsiteY4245" fmla="*/ 4293337 h 6858000"/>
              <a:gd name="connsiteX4246" fmla="*/ 3593499 w 12192000"/>
              <a:gd name="connsiteY4246" fmla="*/ 4284184 h 6858000"/>
              <a:gd name="connsiteX4247" fmla="*/ 3580550 w 12192000"/>
              <a:gd name="connsiteY4247" fmla="*/ 4262084 h 6858000"/>
              <a:gd name="connsiteX4248" fmla="*/ 3547511 w 12192000"/>
              <a:gd name="connsiteY4248" fmla="*/ 4251442 h 6858000"/>
              <a:gd name="connsiteX4249" fmla="*/ 3328436 w 12192000"/>
              <a:gd name="connsiteY4249" fmla="*/ 4251442 h 6858000"/>
              <a:gd name="connsiteX4250" fmla="*/ 3291676 w 12192000"/>
              <a:gd name="connsiteY4250" fmla="*/ 4262158 h 6858000"/>
              <a:gd name="connsiteX4251" fmla="*/ 3278578 w 12192000"/>
              <a:gd name="connsiteY4251" fmla="*/ 4285673 h 6858000"/>
              <a:gd name="connsiteX4252" fmla="*/ 3282076 w 12192000"/>
              <a:gd name="connsiteY4252" fmla="*/ 4296240 h 6858000"/>
              <a:gd name="connsiteX4253" fmla="*/ 3291080 w 12192000"/>
              <a:gd name="connsiteY4253" fmla="*/ 4300109 h 6858000"/>
              <a:gd name="connsiteX4254" fmla="*/ 3300232 w 12192000"/>
              <a:gd name="connsiteY4254" fmla="*/ 4296388 h 6858000"/>
              <a:gd name="connsiteX4255" fmla="*/ 3303730 w 12192000"/>
              <a:gd name="connsiteY4255" fmla="*/ 4285822 h 6858000"/>
              <a:gd name="connsiteX4256" fmla="*/ 3303433 w 12192000"/>
              <a:gd name="connsiteY4256" fmla="*/ 4277190 h 6858000"/>
              <a:gd name="connsiteX4257" fmla="*/ 3309088 w 12192000"/>
              <a:gd name="connsiteY4257" fmla="*/ 4265581 h 6858000"/>
              <a:gd name="connsiteX4258" fmla="*/ 3323970 w 12192000"/>
              <a:gd name="connsiteY4258" fmla="*/ 4260521 h 6858000"/>
              <a:gd name="connsiteX4259" fmla="*/ 3342797 w 12192000"/>
              <a:gd name="connsiteY4259" fmla="*/ 4268111 h 6858000"/>
              <a:gd name="connsiteX4260" fmla="*/ 3349271 w 12192000"/>
              <a:gd name="connsiteY4260" fmla="*/ 4296091 h 6858000"/>
              <a:gd name="connsiteX4261" fmla="*/ 3349271 w 12192000"/>
              <a:gd name="connsiteY4261" fmla="*/ 4301449 h 6858000"/>
              <a:gd name="connsiteX4262" fmla="*/ 3299042 w 12192000"/>
              <a:gd name="connsiteY4262" fmla="*/ 4323177 h 6858000"/>
              <a:gd name="connsiteX4263" fmla="*/ 3277834 w 12192000"/>
              <a:gd name="connsiteY4263" fmla="*/ 4342227 h 6858000"/>
              <a:gd name="connsiteX4264" fmla="*/ 3273369 w 12192000"/>
              <a:gd name="connsiteY4264" fmla="*/ 4359491 h 6858000"/>
              <a:gd name="connsiteX4265" fmla="*/ 3282522 w 12192000"/>
              <a:gd name="connsiteY4265" fmla="*/ 4384941 h 6858000"/>
              <a:gd name="connsiteX4266" fmla="*/ 3305814 w 12192000"/>
              <a:gd name="connsiteY4266" fmla="*/ 4394615 h 6858000"/>
              <a:gd name="connsiteX4267" fmla="*/ 3322929 w 12192000"/>
              <a:gd name="connsiteY4267" fmla="*/ 4390894 h 6858000"/>
              <a:gd name="connsiteX4268" fmla="*/ 3349271 w 12192000"/>
              <a:gd name="connsiteY4268" fmla="*/ 4372142 h 6858000"/>
              <a:gd name="connsiteX4269" fmla="*/ 3353736 w 12192000"/>
              <a:gd name="connsiteY4269" fmla="*/ 4389406 h 6858000"/>
              <a:gd name="connsiteX4270" fmla="*/ 3365345 w 12192000"/>
              <a:gd name="connsiteY4270" fmla="*/ 4394466 h 6858000"/>
              <a:gd name="connsiteX4271" fmla="*/ 3397194 w 12192000"/>
              <a:gd name="connsiteY4271" fmla="*/ 4372142 h 6858000"/>
              <a:gd name="connsiteX4272" fmla="*/ 3397194 w 12192000"/>
              <a:gd name="connsiteY4272" fmla="*/ 4363807 h 6858000"/>
              <a:gd name="connsiteX4273" fmla="*/ 3385140 w 12192000"/>
              <a:gd name="connsiteY4273" fmla="*/ 4374672 h 6858000"/>
              <a:gd name="connsiteX4274" fmla="*/ 3380972 w 12192000"/>
              <a:gd name="connsiteY4274" fmla="*/ 4375714 h 6858000"/>
              <a:gd name="connsiteX4275" fmla="*/ 3377028 w 12192000"/>
              <a:gd name="connsiteY4275" fmla="*/ 4374225 h 6858000"/>
              <a:gd name="connsiteX4276" fmla="*/ 3374573 w 12192000"/>
              <a:gd name="connsiteY4276" fmla="*/ 4368347 h 6858000"/>
              <a:gd name="connsiteX4277" fmla="*/ 3373828 w 12192000"/>
              <a:gd name="connsiteY4277" fmla="*/ 4344460 h 6858000"/>
              <a:gd name="connsiteX4278" fmla="*/ 3373828 w 12192000"/>
              <a:gd name="connsiteY4278" fmla="*/ 4298174 h 6858000"/>
              <a:gd name="connsiteX4279" fmla="*/ 3371149 w 12192000"/>
              <a:gd name="connsiteY4279" fmla="*/ 4271981 h 6858000"/>
              <a:gd name="connsiteX4280" fmla="*/ 3358201 w 12192000"/>
              <a:gd name="connsiteY4280" fmla="*/ 4257544 h 6858000"/>
              <a:gd name="connsiteX4281" fmla="*/ 3328436 w 12192000"/>
              <a:gd name="connsiteY4281" fmla="*/ 4251442 h 6858000"/>
              <a:gd name="connsiteX4282" fmla="*/ 2981517 w 12192000"/>
              <a:gd name="connsiteY4282" fmla="*/ 4251442 h 6858000"/>
              <a:gd name="connsiteX4283" fmla="*/ 2940441 w 12192000"/>
              <a:gd name="connsiteY4283" fmla="*/ 4268111 h 6858000"/>
              <a:gd name="connsiteX4284" fmla="*/ 2942673 w 12192000"/>
              <a:gd name="connsiteY4284" fmla="*/ 4273469 h 6858000"/>
              <a:gd name="connsiteX4285" fmla="*/ 2952645 w 12192000"/>
              <a:gd name="connsiteY4285" fmla="*/ 4271236 h 6858000"/>
              <a:gd name="connsiteX4286" fmla="*/ 2958821 w 12192000"/>
              <a:gd name="connsiteY4286" fmla="*/ 4273171 h 6858000"/>
              <a:gd name="connsiteX4287" fmla="*/ 2962244 w 12192000"/>
              <a:gd name="connsiteY4287" fmla="*/ 4280464 h 6858000"/>
              <a:gd name="connsiteX4288" fmla="*/ 2963360 w 12192000"/>
              <a:gd name="connsiteY4288" fmla="*/ 4310378 h 6858000"/>
              <a:gd name="connsiteX4289" fmla="*/ 2963360 w 12192000"/>
              <a:gd name="connsiteY4289" fmla="*/ 4360980 h 6858000"/>
              <a:gd name="connsiteX4290" fmla="*/ 2959714 w 12192000"/>
              <a:gd name="connsiteY4290" fmla="*/ 4381146 h 6858000"/>
              <a:gd name="connsiteX4291" fmla="*/ 2945649 w 12192000"/>
              <a:gd name="connsiteY4291" fmla="*/ 4386429 h 6858000"/>
              <a:gd name="connsiteX4292" fmla="*/ 2942673 w 12192000"/>
              <a:gd name="connsiteY4292" fmla="*/ 4386429 h 6858000"/>
              <a:gd name="connsiteX4293" fmla="*/ 2942673 w 12192000"/>
              <a:gd name="connsiteY4293" fmla="*/ 4391787 h 6858000"/>
              <a:gd name="connsiteX4294" fmla="*/ 3010092 w 12192000"/>
              <a:gd name="connsiteY4294" fmla="*/ 4391787 h 6858000"/>
              <a:gd name="connsiteX4295" fmla="*/ 3010092 w 12192000"/>
              <a:gd name="connsiteY4295" fmla="*/ 4386429 h 6858000"/>
              <a:gd name="connsiteX4296" fmla="*/ 2995284 w 12192000"/>
              <a:gd name="connsiteY4296" fmla="*/ 4384420 h 6858000"/>
              <a:gd name="connsiteX4297" fmla="*/ 2989554 w 12192000"/>
              <a:gd name="connsiteY4297" fmla="*/ 4378095 h 6858000"/>
              <a:gd name="connsiteX4298" fmla="*/ 2987917 w 12192000"/>
              <a:gd name="connsiteY4298" fmla="*/ 4360980 h 6858000"/>
              <a:gd name="connsiteX4299" fmla="*/ 2987917 w 12192000"/>
              <a:gd name="connsiteY4299" fmla="*/ 4289096 h 6858000"/>
              <a:gd name="connsiteX4300" fmla="*/ 3023189 w 12192000"/>
              <a:gd name="connsiteY4300" fmla="*/ 4269748 h 6858000"/>
              <a:gd name="connsiteX4301" fmla="*/ 3039486 w 12192000"/>
              <a:gd name="connsiteY4301" fmla="*/ 4278157 h 6858000"/>
              <a:gd name="connsiteX4302" fmla="*/ 3044322 w 12192000"/>
              <a:gd name="connsiteY4302" fmla="*/ 4305169 h 6858000"/>
              <a:gd name="connsiteX4303" fmla="*/ 3044322 w 12192000"/>
              <a:gd name="connsiteY4303" fmla="*/ 4360980 h 6858000"/>
              <a:gd name="connsiteX4304" fmla="*/ 3043727 w 12192000"/>
              <a:gd name="connsiteY4304" fmla="*/ 4374970 h 6858000"/>
              <a:gd name="connsiteX4305" fmla="*/ 3038444 w 12192000"/>
              <a:gd name="connsiteY4305" fmla="*/ 4383527 h 6858000"/>
              <a:gd name="connsiteX4306" fmla="*/ 3025124 w 12192000"/>
              <a:gd name="connsiteY4306" fmla="*/ 4386429 h 6858000"/>
              <a:gd name="connsiteX4307" fmla="*/ 3022296 w 12192000"/>
              <a:gd name="connsiteY4307" fmla="*/ 4386429 h 6858000"/>
              <a:gd name="connsiteX4308" fmla="*/ 3022296 w 12192000"/>
              <a:gd name="connsiteY4308" fmla="*/ 4391787 h 6858000"/>
              <a:gd name="connsiteX4309" fmla="*/ 3089715 w 12192000"/>
              <a:gd name="connsiteY4309" fmla="*/ 4391787 h 6858000"/>
              <a:gd name="connsiteX4310" fmla="*/ 3089715 w 12192000"/>
              <a:gd name="connsiteY4310" fmla="*/ 4386429 h 6858000"/>
              <a:gd name="connsiteX4311" fmla="*/ 3076246 w 12192000"/>
              <a:gd name="connsiteY4311" fmla="*/ 4384346 h 6858000"/>
              <a:gd name="connsiteX4312" fmla="*/ 3070963 w 12192000"/>
              <a:gd name="connsiteY4312" fmla="*/ 4378541 h 6858000"/>
              <a:gd name="connsiteX4313" fmla="*/ 3068879 w 12192000"/>
              <a:gd name="connsiteY4313" fmla="*/ 4360980 h 6858000"/>
              <a:gd name="connsiteX4314" fmla="*/ 3068879 w 12192000"/>
              <a:gd name="connsiteY4314" fmla="*/ 4302788 h 6858000"/>
              <a:gd name="connsiteX4315" fmla="*/ 3065605 w 12192000"/>
              <a:gd name="connsiteY4315" fmla="*/ 4275404 h 6858000"/>
              <a:gd name="connsiteX4316" fmla="*/ 3052806 w 12192000"/>
              <a:gd name="connsiteY4316" fmla="*/ 4257023 h 6858000"/>
              <a:gd name="connsiteX4317" fmla="*/ 3033607 w 12192000"/>
              <a:gd name="connsiteY4317" fmla="*/ 4251442 h 6858000"/>
              <a:gd name="connsiteX4318" fmla="*/ 2987917 w 12192000"/>
              <a:gd name="connsiteY4318" fmla="*/ 4280315 h 6858000"/>
              <a:gd name="connsiteX4319" fmla="*/ 2987917 w 12192000"/>
              <a:gd name="connsiteY4319" fmla="*/ 4251442 h 6858000"/>
              <a:gd name="connsiteX4320" fmla="*/ 2756787 w 12192000"/>
              <a:gd name="connsiteY4320" fmla="*/ 4251442 h 6858000"/>
              <a:gd name="connsiteX4321" fmla="*/ 2726947 w 12192000"/>
              <a:gd name="connsiteY4321" fmla="*/ 4262753 h 6858000"/>
              <a:gd name="connsiteX4322" fmla="*/ 2715412 w 12192000"/>
              <a:gd name="connsiteY4322" fmla="*/ 4290882 h 6858000"/>
              <a:gd name="connsiteX4323" fmla="*/ 2722110 w 12192000"/>
              <a:gd name="connsiteY4323" fmla="*/ 4312313 h 6858000"/>
              <a:gd name="connsiteX4324" fmla="*/ 2750387 w 12192000"/>
              <a:gd name="connsiteY4324" fmla="*/ 4331661 h 6858000"/>
              <a:gd name="connsiteX4325" fmla="*/ 2779186 w 12192000"/>
              <a:gd name="connsiteY4325" fmla="*/ 4349371 h 6858000"/>
              <a:gd name="connsiteX4326" fmla="*/ 2786404 w 12192000"/>
              <a:gd name="connsiteY4326" fmla="*/ 4366635 h 6858000"/>
              <a:gd name="connsiteX4327" fmla="*/ 2779929 w 12192000"/>
              <a:gd name="connsiteY4327" fmla="*/ 4381146 h 6858000"/>
              <a:gd name="connsiteX4328" fmla="*/ 2763186 w 12192000"/>
              <a:gd name="connsiteY4328" fmla="*/ 4387173 h 6858000"/>
              <a:gd name="connsiteX4329" fmla="*/ 2736844 w 12192000"/>
              <a:gd name="connsiteY4329" fmla="*/ 4376607 h 6858000"/>
              <a:gd name="connsiteX4330" fmla="*/ 2720919 w 12192000"/>
              <a:gd name="connsiteY4330" fmla="*/ 4345204 h 6858000"/>
              <a:gd name="connsiteX4331" fmla="*/ 2716008 w 12192000"/>
              <a:gd name="connsiteY4331" fmla="*/ 4345204 h 6858000"/>
              <a:gd name="connsiteX4332" fmla="*/ 2716008 w 12192000"/>
              <a:gd name="connsiteY4332" fmla="*/ 4393871 h 6858000"/>
              <a:gd name="connsiteX4333" fmla="*/ 2720919 w 12192000"/>
              <a:gd name="connsiteY4333" fmla="*/ 4393871 h 6858000"/>
              <a:gd name="connsiteX4334" fmla="*/ 2726277 w 12192000"/>
              <a:gd name="connsiteY4334" fmla="*/ 4390001 h 6858000"/>
              <a:gd name="connsiteX4335" fmla="*/ 2734314 w 12192000"/>
              <a:gd name="connsiteY4335" fmla="*/ 4391489 h 6858000"/>
              <a:gd name="connsiteX4336" fmla="*/ 2762888 w 12192000"/>
              <a:gd name="connsiteY4336" fmla="*/ 4395954 h 6858000"/>
              <a:gd name="connsiteX4337" fmla="*/ 2794365 w 12192000"/>
              <a:gd name="connsiteY4337" fmla="*/ 4384569 h 6858000"/>
              <a:gd name="connsiteX4338" fmla="*/ 2808430 w 12192000"/>
              <a:gd name="connsiteY4338" fmla="*/ 4354580 h 6858000"/>
              <a:gd name="connsiteX4339" fmla="*/ 2778218 w 12192000"/>
              <a:gd name="connsiteY4339" fmla="*/ 4315736 h 6858000"/>
              <a:gd name="connsiteX4340" fmla="*/ 2756489 w 12192000"/>
              <a:gd name="connsiteY4340" fmla="*/ 4305169 h 6858000"/>
              <a:gd name="connsiteX4341" fmla="*/ 2737737 w 12192000"/>
              <a:gd name="connsiteY4341" fmla="*/ 4292221 h 6858000"/>
              <a:gd name="connsiteX4342" fmla="*/ 2732974 w 12192000"/>
              <a:gd name="connsiteY4342" fmla="*/ 4277934 h 6858000"/>
              <a:gd name="connsiteX4343" fmla="*/ 2739374 w 12192000"/>
              <a:gd name="connsiteY4343" fmla="*/ 4265730 h 6858000"/>
              <a:gd name="connsiteX4344" fmla="*/ 2756192 w 12192000"/>
              <a:gd name="connsiteY4344" fmla="*/ 4260223 h 6858000"/>
              <a:gd name="connsiteX4345" fmla="*/ 2778739 w 12192000"/>
              <a:gd name="connsiteY4345" fmla="*/ 4268111 h 6858000"/>
              <a:gd name="connsiteX4346" fmla="*/ 2793250 w 12192000"/>
              <a:gd name="connsiteY4346" fmla="*/ 4297877 h 6858000"/>
              <a:gd name="connsiteX4347" fmla="*/ 2798161 w 12192000"/>
              <a:gd name="connsiteY4347" fmla="*/ 4297877 h 6858000"/>
              <a:gd name="connsiteX4348" fmla="*/ 2798161 w 12192000"/>
              <a:gd name="connsiteY4348" fmla="*/ 4251442 h 6858000"/>
              <a:gd name="connsiteX4349" fmla="*/ 2793250 w 12192000"/>
              <a:gd name="connsiteY4349" fmla="*/ 4251442 h 6858000"/>
              <a:gd name="connsiteX4350" fmla="*/ 2790124 w 12192000"/>
              <a:gd name="connsiteY4350" fmla="*/ 4256056 h 6858000"/>
              <a:gd name="connsiteX4351" fmla="*/ 2786404 w 12192000"/>
              <a:gd name="connsiteY4351" fmla="*/ 4257098 h 6858000"/>
              <a:gd name="connsiteX4352" fmla="*/ 2776284 w 12192000"/>
              <a:gd name="connsiteY4352" fmla="*/ 4254865 h 6858000"/>
              <a:gd name="connsiteX4353" fmla="*/ 2756787 w 12192000"/>
              <a:gd name="connsiteY4353" fmla="*/ 4251442 h 6858000"/>
              <a:gd name="connsiteX4354" fmla="*/ 2505565 w 12192000"/>
              <a:gd name="connsiteY4354" fmla="*/ 4251442 h 6858000"/>
              <a:gd name="connsiteX4355" fmla="*/ 2464339 w 12192000"/>
              <a:gd name="connsiteY4355" fmla="*/ 4268111 h 6858000"/>
              <a:gd name="connsiteX4356" fmla="*/ 2465828 w 12192000"/>
              <a:gd name="connsiteY4356" fmla="*/ 4273469 h 6858000"/>
              <a:gd name="connsiteX4357" fmla="*/ 2476246 w 12192000"/>
              <a:gd name="connsiteY4357" fmla="*/ 4271236 h 6858000"/>
              <a:gd name="connsiteX4358" fmla="*/ 2482720 w 12192000"/>
              <a:gd name="connsiteY4358" fmla="*/ 4273320 h 6858000"/>
              <a:gd name="connsiteX4359" fmla="*/ 2486291 w 12192000"/>
              <a:gd name="connsiteY4359" fmla="*/ 4279943 h 6858000"/>
              <a:gd name="connsiteX4360" fmla="*/ 2487259 w 12192000"/>
              <a:gd name="connsiteY4360" fmla="*/ 4308295 h 6858000"/>
              <a:gd name="connsiteX4361" fmla="*/ 2487259 w 12192000"/>
              <a:gd name="connsiteY4361" fmla="*/ 4361129 h 6858000"/>
              <a:gd name="connsiteX4362" fmla="*/ 2486515 w 12192000"/>
              <a:gd name="connsiteY4362" fmla="*/ 4375565 h 6858000"/>
              <a:gd name="connsiteX4363" fmla="*/ 2481306 w 12192000"/>
              <a:gd name="connsiteY4363" fmla="*/ 4383155 h 6858000"/>
              <a:gd name="connsiteX4364" fmla="*/ 2465828 w 12192000"/>
              <a:gd name="connsiteY4364" fmla="*/ 4386429 h 6858000"/>
              <a:gd name="connsiteX4365" fmla="*/ 2465828 w 12192000"/>
              <a:gd name="connsiteY4365" fmla="*/ 4391787 h 6858000"/>
              <a:gd name="connsiteX4366" fmla="*/ 2535628 w 12192000"/>
              <a:gd name="connsiteY4366" fmla="*/ 4391787 h 6858000"/>
              <a:gd name="connsiteX4367" fmla="*/ 2535628 w 12192000"/>
              <a:gd name="connsiteY4367" fmla="*/ 4386429 h 6858000"/>
              <a:gd name="connsiteX4368" fmla="*/ 2521490 w 12192000"/>
              <a:gd name="connsiteY4368" fmla="*/ 4383750 h 6858000"/>
              <a:gd name="connsiteX4369" fmla="*/ 2514643 w 12192000"/>
              <a:gd name="connsiteY4369" fmla="*/ 4377053 h 6858000"/>
              <a:gd name="connsiteX4370" fmla="*/ 2511816 w 12192000"/>
              <a:gd name="connsiteY4370" fmla="*/ 4359938 h 6858000"/>
              <a:gd name="connsiteX4371" fmla="*/ 2511816 w 12192000"/>
              <a:gd name="connsiteY4371" fmla="*/ 4294602 h 6858000"/>
              <a:gd name="connsiteX4372" fmla="*/ 2525656 w 12192000"/>
              <a:gd name="connsiteY4372" fmla="*/ 4274511 h 6858000"/>
              <a:gd name="connsiteX4373" fmla="*/ 2531461 w 12192000"/>
              <a:gd name="connsiteY4373" fmla="*/ 4271534 h 6858000"/>
              <a:gd name="connsiteX4374" fmla="*/ 2541061 w 12192000"/>
              <a:gd name="connsiteY4374" fmla="*/ 4276669 h 6858000"/>
              <a:gd name="connsiteX4375" fmla="*/ 2552744 w 12192000"/>
              <a:gd name="connsiteY4375" fmla="*/ 4281803 h 6858000"/>
              <a:gd name="connsiteX4376" fmla="*/ 2561971 w 12192000"/>
              <a:gd name="connsiteY4376" fmla="*/ 4277785 h 6858000"/>
              <a:gd name="connsiteX4377" fmla="*/ 2565840 w 12192000"/>
              <a:gd name="connsiteY4377" fmla="*/ 4267962 h 6858000"/>
              <a:gd name="connsiteX4378" fmla="*/ 2560483 w 12192000"/>
              <a:gd name="connsiteY4378" fmla="*/ 4256428 h 6858000"/>
              <a:gd name="connsiteX4379" fmla="*/ 2546939 w 12192000"/>
              <a:gd name="connsiteY4379" fmla="*/ 4251442 h 6858000"/>
              <a:gd name="connsiteX4380" fmla="*/ 2511816 w 12192000"/>
              <a:gd name="connsiteY4380" fmla="*/ 4282101 h 6858000"/>
              <a:gd name="connsiteX4381" fmla="*/ 2511816 w 12192000"/>
              <a:gd name="connsiteY4381" fmla="*/ 4251442 h 6858000"/>
              <a:gd name="connsiteX4382" fmla="*/ 2400939 w 12192000"/>
              <a:gd name="connsiteY4382" fmla="*/ 4251442 h 6858000"/>
              <a:gd name="connsiteX4383" fmla="*/ 2378540 w 12192000"/>
              <a:gd name="connsiteY4383" fmla="*/ 4258660 h 6858000"/>
              <a:gd name="connsiteX4384" fmla="*/ 2357331 w 12192000"/>
              <a:gd name="connsiteY4384" fmla="*/ 4283887 h 6858000"/>
              <a:gd name="connsiteX4385" fmla="*/ 2357331 w 12192000"/>
              <a:gd name="connsiteY4385" fmla="*/ 4252038 h 6858000"/>
              <a:gd name="connsiteX4386" fmla="*/ 2351676 w 12192000"/>
              <a:gd name="connsiteY4386" fmla="*/ 4252038 h 6858000"/>
              <a:gd name="connsiteX4387" fmla="*/ 2309706 w 12192000"/>
              <a:gd name="connsiteY4387" fmla="*/ 4269004 h 6858000"/>
              <a:gd name="connsiteX4388" fmla="*/ 2311493 w 12192000"/>
              <a:gd name="connsiteY4388" fmla="*/ 4273767 h 6858000"/>
              <a:gd name="connsiteX4389" fmla="*/ 2320571 w 12192000"/>
              <a:gd name="connsiteY4389" fmla="*/ 4271683 h 6858000"/>
              <a:gd name="connsiteX4390" fmla="*/ 2327641 w 12192000"/>
              <a:gd name="connsiteY4390" fmla="*/ 4273469 h 6858000"/>
              <a:gd name="connsiteX4391" fmla="*/ 2331436 w 12192000"/>
              <a:gd name="connsiteY4391" fmla="*/ 4278827 h 6858000"/>
              <a:gd name="connsiteX4392" fmla="*/ 2332627 w 12192000"/>
              <a:gd name="connsiteY4392" fmla="*/ 4295644 h 6858000"/>
              <a:gd name="connsiteX4393" fmla="*/ 2332627 w 12192000"/>
              <a:gd name="connsiteY4393" fmla="*/ 4424529 h 6858000"/>
              <a:gd name="connsiteX4394" fmla="*/ 2331064 w 12192000"/>
              <a:gd name="connsiteY4394" fmla="*/ 4443058 h 6858000"/>
              <a:gd name="connsiteX4395" fmla="*/ 2326673 w 12192000"/>
              <a:gd name="connsiteY4395" fmla="*/ 4448342 h 6858000"/>
              <a:gd name="connsiteX4396" fmla="*/ 2312683 w 12192000"/>
              <a:gd name="connsiteY4396" fmla="*/ 4451467 h 6858000"/>
              <a:gd name="connsiteX4397" fmla="*/ 2308963 w 12192000"/>
              <a:gd name="connsiteY4397" fmla="*/ 4451467 h 6858000"/>
              <a:gd name="connsiteX4398" fmla="*/ 2308963 w 12192000"/>
              <a:gd name="connsiteY4398" fmla="*/ 4456974 h 6858000"/>
              <a:gd name="connsiteX4399" fmla="*/ 2380400 w 12192000"/>
              <a:gd name="connsiteY4399" fmla="*/ 4456974 h 6858000"/>
              <a:gd name="connsiteX4400" fmla="*/ 2380400 w 12192000"/>
              <a:gd name="connsiteY4400" fmla="*/ 4451467 h 6858000"/>
              <a:gd name="connsiteX4401" fmla="*/ 2364997 w 12192000"/>
              <a:gd name="connsiteY4401" fmla="*/ 4449235 h 6858000"/>
              <a:gd name="connsiteX4402" fmla="*/ 2359044 w 12192000"/>
              <a:gd name="connsiteY4402" fmla="*/ 4443207 h 6858000"/>
              <a:gd name="connsiteX4403" fmla="*/ 2357331 w 12192000"/>
              <a:gd name="connsiteY4403" fmla="*/ 4425422 h 6858000"/>
              <a:gd name="connsiteX4404" fmla="*/ 2357331 w 12192000"/>
              <a:gd name="connsiteY4404" fmla="*/ 4383899 h 6858000"/>
              <a:gd name="connsiteX4405" fmla="*/ 2370727 w 12192000"/>
              <a:gd name="connsiteY4405" fmla="*/ 4392829 h 6858000"/>
              <a:gd name="connsiteX4406" fmla="*/ 2389777 w 12192000"/>
              <a:gd name="connsiteY4406" fmla="*/ 4395954 h 6858000"/>
              <a:gd name="connsiteX4407" fmla="*/ 2431746 w 12192000"/>
              <a:gd name="connsiteY4407" fmla="*/ 4377053 h 6858000"/>
              <a:gd name="connsiteX4408" fmla="*/ 2451987 w 12192000"/>
              <a:gd name="connsiteY4408" fmla="*/ 4318713 h 6858000"/>
              <a:gd name="connsiteX4409" fmla="*/ 2435169 w 12192000"/>
              <a:gd name="connsiteY4409" fmla="*/ 4267516 h 6858000"/>
              <a:gd name="connsiteX4410" fmla="*/ 2400939 w 12192000"/>
              <a:gd name="connsiteY4410" fmla="*/ 4251442 h 6858000"/>
              <a:gd name="connsiteX4411" fmla="*/ 2115040 w 12192000"/>
              <a:gd name="connsiteY4411" fmla="*/ 4251442 h 6858000"/>
              <a:gd name="connsiteX4412" fmla="*/ 2073814 w 12192000"/>
              <a:gd name="connsiteY4412" fmla="*/ 4268111 h 6858000"/>
              <a:gd name="connsiteX4413" fmla="*/ 2075302 w 12192000"/>
              <a:gd name="connsiteY4413" fmla="*/ 4273469 h 6858000"/>
              <a:gd name="connsiteX4414" fmla="*/ 2085720 w 12192000"/>
              <a:gd name="connsiteY4414" fmla="*/ 4271236 h 6858000"/>
              <a:gd name="connsiteX4415" fmla="*/ 2092194 w 12192000"/>
              <a:gd name="connsiteY4415" fmla="*/ 4273320 h 6858000"/>
              <a:gd name="connsiteX4416" fmla="*/ 2095766 w 12192000"/>
              <a:gd name="connsiteY4416" fmla="*/ 4279943 h 6858000"/>
              <a:gd name="connsiteX4417" fmla="*/ 2096734 w 12192000"/>
              <a:gd name="connsiteY4417" fmla="*/ 4308295 h 6858000"/>
              <a:gd name="connsiteX4418" fmla="*/ 2096734 w 12192000"/>
              <a:gd name="connsiteY4418" fmla="*/ 4361129 h 6858000"/>
              <a:gd name="connsiteX4419" fmla="*/ 2095989 w 12192000"/>
              <a:gd name="connsiteY4419" fmla="*/ 4375565 h 6858000"/>
              <a:gd name="connsiteX4420" fmla="*/ 2090780 w 12192000"/>
              <a:gd name="connsiteY4420" fmla="*/ 4383155 h 6858000"/>
              <a:gd name="connsiteX4421" fmla="*/ 2075302 w 12192000"/>
              <a:gd name="connsiteY4421" fmla="*/ 4386429 h 6858000"/>
              <a:gd name="connsiteX4422" fmla="*/ 2075302 w 12192000"/>
              <a:gd name="connsiteY4422" fmla="*/ 4391787 h 6858000"/>
              <a:gd name="connsiteX4423" fmla="*/ 2145103 w 12192000"/>
              <a:gd name="connsiteY4423" fmla="*/ 4391787 h 6858000"/>
              <a:gd name="connsiteX4424" fmla="*/ 2145103 w 12192000"/>
              <a:gd name="connsiteY4424" fmla="*/ 4386429 h 6858000"/>
              <a:gd name="connsiteX4425" fmla="*/ 2130964 w 12192000"/>
              <a:gd name="connsiteY4425" fmla="*/ 4383750 h 6858000"/>
              <a:gd name="connsiteX4426" fmla="*/ 2124119 w 12192000"/>
              <a:gd name="connsiteY4426" fmla="*/ 4377053 h 6858000"/>
              <a:gd name="connsiteX4427" fmla="*/ 2121290 w 12192000"/>
              <a:gd name="connsiteY4427" fmla="*/ 4359938 h 6858000"/>
              <a:gd name="connsiteX4428" fmla="*/ 2121290 w 12192000"/>
              <a:gd name="connsiteY4428" fmla="*/ 4294602 h 6858000"/>
              <a:gd name="connsiteX4429" fmla="*/ 2135131 w 12192000"/>
              <a:gd name="connsiteY4429" fmla="*/ 4274511 h 6858000"/>
              <a:gd name="connsiteX4430" fmla="*/ 2140936 w 12192000"/>
              <a:gd name="connsiteY4430" fmla="*/ 4271534 h 6858000"/>
              <a:gd name="connsiteX4431" fmla="*/ 2150536 w 12192000"/>
              <a:gd name="connsiteY4431" fmla="*/ 4276669 h 6858000"/>
              <a:gd name="connsiteX4432" fmla="*/ 2162219 w 12192000"/>
              <a:gd name="connsiteY4432" fmla="*/ 4281803 h 6858000"/>
              <a:gd name="connsiteX4433" fmla="*/ 2171445 w 12192000"/>
              <a:gd name="connsiteY4433" fmla="*/ 4277785 h 6858000"/>
              <a:gd name="connsiteX4434" fmla="*/ 2175315 w 12192000"/>
              <a:gd name="connsiteY4434" fmla="*/ 4267962 h 6858000"/>
              <a:gd name="connsiteX4435" fmla="*/ 2169957 w 12192000"/>
              <a:gd name="connsiteY4435" fmla="*/ 4256428 h 6858000"/>
              <a:gd name="connsiteX4436" fmla="*/ 2156414 w 12192000"/>
              <a:gd name="connsiteY4436" fmla="*/ 4251442 h 6858000"/>
              <a:gd name="connsiteX4437" fmla="*/ 2121290 w 12192000"/>
              <a:gd name="connsiteY4437" fmla="*/ 4282101 h 6858000"/>
              <a:gd name="connsiteX4438" fmla="*/ 2121290 w 12192000"/>
              <a:gd name="connsiteY4438" fmla="*/ 4251442 h 6858000"/>
              <a:gd name="connsiteX4439" fmla="*/ 1937636 w 12192000"/>
              <a:gd name="connsiteY4439" fmla="*/ 4251442 h 6858000"/>
              <a:gd name="connsiteX4440" fmla="*/ 1907796 w 12192000"/>
              <a:gd name="connsiteY4440" fmla="*/ 4262753 h 6858000"/>
              <a:gd name="connsiteX4441" fmla="*/ 1896262 w 12192000"/>
              <a:gd name="connsiteY4441" fmla="*/ 4290882 h 6858000"/>
              <a:gd name="connsiteX4442" fmla="*/ 1902959 w 12192000"/>
              <a:gd name="connsiteY4442" fmla="*/ 4312313 h 6858000"/>
              <a:gd name="connsiteX4443" fmla="*/ 1931237 w 12192000"/>
              <a:gd name="connsiteY4443" fmla="*/ 4331661 h 6858000"/>
              <a:gd name="connsiteX4444" fmla="*/ 1960035 w 12192000"/>
              <a:gd name="connsiteY4444" fmla="*/ 4349371 h 6858000"/>
              <a:gd name="connsiteX4445" fmla="*/ 1967253 w 12192000"/>
              <a:gd name="connsiteY4445" fmla="*/ 4366635 h 6858000"/>
              <a:gd name="connsiteX4446" fmla="*/ 1960779 w 12192000"/>
              <a:gd name="connsiteY4446" fmla="*/ 4381146 h 6858000"/>
              <a:gd name="connsiteX4447" fmla="*/ 1944036 w 12192000"/>
              <a:gd name="connsiteY4447" fmla="*/ 4387173 h 6858000"/>
              <a:gd name="connsiteX4448" fmla="*/ 1917693 w 12192000"/>
              <a:gd name="connsiteY4448" fmla="*/ 4376607 h 6858000"/>
              <a:gd name="connsiteX4449" fmla="*/ 1901769 w 12192000"/>
              <a:gd name="connsiteY4449" fmla="*/ 4345204 h 6858000"/>
              <a:gd name="connsiteX4450" fmla="*/ 1896858 w 12192000"/>
              <a:gd name="connsiteY4450" fmla="*/ 4345204 h 6858000"/>
              <a:gd name="connsiteX4451" fmla="*/ 1896858 w 12192000"/>
              <a:gd name="connsiteY4451" fmla="*/ 4393871 h 6858000"/>
              <a:gd name="connsiteX4452" fmla="*/ 1901769 w 12192000"/>
              <a:gd name="connsiteY4452" fmla="*/ 4393871 h 6858000"/>
              <a:gd name="connsiteX4453" fmla="*/ 1907127 w 12192000"/>
              <a:gd name="connsiteY4453" fmla="*/ 4390001 h 6858000"/>
              <a:gd name="connsiteX4454" fmla="*/ 1915163 w 12192000"/>
              <a:gd name="connsiteY4454" fmla="*/ 4391489 h 6858000"/>
              <a:gd name="connsiteX4455" fmla="*/ 1943738 w 12192000"/>
              <a:gd name="connsiteY4455" fmla="*/ 4395954 h 6858000"/>
              <a:gd name="connsiteX4456" fmla="*/ 1975215 w 12192000"/>
              <a:gd name="connsiteY4456" fmla="*/ 4384569 h 6858000"/>
              <a:gd name="connsiteX4457" fmla="*/ 1989280 w 12192000"/>
              <a:gd name="connsiteY4457" fmla="*/ 4354580 h 6858000"/>
              <a:gd name="connsiteX4458" fmla="*/ 1959068 w 12192000"/>
              <a:gd name="connsiteY4458" fmla="*/ 4315736 h 6858000"/>
              <a:gd name="connsiteX4459" fmla="*/ 1937339 w 12192000"/>
              <a:gd name="connsiteY4459" fmla="*/ 4305169 h 6858000"/>
              <a:gd name="connsiteX4460" fmla="*/ 1918586 w 12192000"/>
              <a:gd name="connsiteY4460" fmla="*/ 4292221 h 6858000"/>
              <a:gd name="connsiteX4461" fmla="*/ 1913824 w 12192000"/>
              <a:gd name="connsiteY4461" fmla="*/ 4277934 h 6858000"/>
              <a:gd name="connsiteX4462" fmla="*/ 1920223 w 12192000"/>
              <a:gd name="connsiteY4462" fmla="*/ 4265730 h 6858000"/>
              <a:gd name="connsiteX4463" fmla="*/ 1937041 w 12192000"/>
              <a:gd name="connsiteY4463" fmla="*/ 4260223 h 6858000"/>
              <a:gd name="connsiteX4464" fmla="*/ 1959588 w 12192000"/>
              <a:gd name="connsiteY4464" fmla="*/ 4268111 h 6858000"/>
              <a:gd name="connsiteX4465" fmla="*/ 1974099 w 12192000"/>
              <a:gd name="connsiteY4465" fmla="*/ 4297877 h 6858000"/>
              <a:gd name="connsiteX4466" fmla="*/ 1979010 w 12192000"/>
              <a:gd name="connsiteY4466" fmla="*/ 4297877 h 6858000"/>
              <a:gd name="connsiteX4467" fmla="*/ 1979010 w 12192000"/>
              <a:gd name="connsiteY4467" fmla="*/ 4251442 h 6858000"/>
              <a:gd name="connsiteX4468" fmla="*/ 1974099 w 12192000"/>
              <a:gd name="connsiteY4468" fmla="*/ 4251442 h 6858000"/>
              <a:gd name="connsiteX4469" fmla="*/ 1970974 w 12192000"/>
              <a:gd name="connsiteY4469" fmla="*/ 4256056 h 6858000"/>
              <a:gd name="connsiteX4470" fmla="*/ 1967253 w 12192000"/>
              <a:gd name="connsiteY4470" fmla="*/ 4257098 h 6858000"/>
              <a:gd name="connsiteX4471" fmla="*/ 1957133 w 12192000"/>
              <a:gd name="connsiteY4471" fmla="*/ 4254865 h 6858000"/>
              <a:gd name="connsiteX4472" fmla="*/ 1937636 w 12192000"/>
              <a:gd name="connsiteY4472" fmla="*/ 4251442 h 6858000"/>
              <a:gd name="connsiteX4473" fmla="*/ 1586104 w 12192000"/>
              <a:gd name="connsiteY4473" fmla="*/ 4251442 h 6858000"/>
              <a:gd name="connsiteX4474" fmla="*/ 1553957 w 12192000"/>
              <a:gd name="connsiteY4474" fmla="*/ 4260298 h 6858000"/>
              <a:gd name="connsiteX4475" fmla="*/ 1529475 w 12192000"/>
              <a:gd name="connsiteY4475" fmla="*/ 4287682 h 6858000"/>
              <a:gd name="connsiteX4476" fmla="*/ 1520173 w 12192000"/>
              <a:gd name="connsiteY4476" fmla="*/ 4324963 h 6858000"/>
              <a:gd name="connsiteX4477" fmla="*/ 1535503 w 12192000"/>
              <a:gd name="connsiteY4477" fmla="*/ 4371398 h 6858000"/>
              <a:gd name="connsiteX4478" fmla="*/ 1584467 w 12192000"/>
              <a:gd name="connsiteY4478" fmla="*/ 4395954 h 6858000"/>
              <a:gd name="connsiteX4479" fmla="*/ 1618772 w 12192000"/>
              <a:gd name="connsiteY4479" fmla="*/ 4386429 h 6858000"/>
              <a:gd name="connsiteX4480" fmla="*/ 1642957 w 12192000"/>
              <a:gd name="connsiteY4480" fmla="*/ 4358152 h 6858000"/>
              <a:gd name="connsiteX4481" fmla="*/ 1651737 w 12192000"/>
              <a:gd name="connsiteY4481" fmla="*/ 4321094 h 6858000"/>
              <a:gd name="connsiteX4482" fmla="*/ 1635813 w 12192000"/>
              <a:gd name="connsiteY4482" fmla="*/ 4274957 h 6858000"/>
              <a:gd name="connsiteX4483" fmla="*/ 1586104 w 12192000"/>
              <a:gd name="connsiteY4483" fmla="*/ 4251442 h 6858000"/>
              <a:gd name="connsiteX4484" fmla="*/ 1448290 w 12192000"/>
              <a:gd name="connsiteY4484" fmla="*/ 4251442 h 6858000"/>
              <a:gd name="connsiteX4485" fmla="*/ 1407064 w 12192000"/>
              <a:gd name="connsiteY4485" fmla="*/ 4268111 h 6858000"/>
              <a:gd name="connsiteX4486" fmla="*/ 1408552 w 12192000"/>
              <a:gd name="connsiteY4486" fmla="*/ 4273469 h 6858000"/>
              <a:gd name="connsiteX4487" fmla="*/ 1418970 w 12192000"/>
              <a:gd name="connsiteY4487" fmla="*/ 4271236 h 6858000"/>
              <a:gd name="connsiteX4488" fmla="*/ 1425444 w 12192000"/>
              <a:gd name="connsiteY4488" fmla="*/ 4273320 h 6858000"/>
              <a:gd name="connsiteX4489" fmla="*/ 1429016 w 12192000"/>
              <a:gd name="connsiteY4489" fmla="*/ 4279943 h 6858000"/>
              <a:gd name="connsiteX4490" fmla="*/ 1429984 w 12192000"/>
              <a:gd name="connsiteY4490" fmla="*/ 4308295 h 6858000"/>
              <a:gd name="connsiteX4491" fmla="*/ 1429984 w 12192000"/>
              <a:gd name="connsiteY4491" fmla="*/ 4361129 h 6858000"/>
              <a:gd name="connsiteX4492" fmla="*/ 1429239 w 12192000"/>
              <a:gd name="connsiteY4492" fmla="*/ 4375565 h 6858000"/>
              <a:gd name="connsiteX4493" fmla="*/ 1424030 w 12192000"/>
              <a:gd name="connsiteY4493" fmla="*/ 4383155 h 6858000"/>
              <a:gd name="connsiteX4494" fmla="*/ 1408552 w 12192000"/>
              <a:gd name="connsiteY4494" fmla="*/ 4386429 h 6858000"/>
              <a:gd name="connsiteX4495" fmla="*/ 1408552 w 12192000"/>
              <a:gd name="connsiteY4495" fmla="*/ 4391787 h 6858000"/>
              <a:gd name="connsiteX4496" fmla="*/ 1478353 w 12192000"/>
              <a:gd name="connsiteY4496" fmla="*/ 4391787 h 6858000"/>
              <a:gd name="connsiteX4497" fmla="*/ 1478353 w 12192000"/>
              <a:gd name="connsiteY4497" fmla="*/ 4386429 h 6858000"/>
              <a:gd name="connsiteX4498" fmla="*/ 1464214 w 12192000"/>
              <a:gd name="connsiteY4498" fmla="*/ 4383750 h 6858000"/>
              <a:gd name="connsiteX4499" fmla="*/ 1457368 w 12192000"/>
              <a:gd name="connsiteY4499" fmla="*/ 4377053 h 6858000"/>
              <a:gd name="connsiteX4500" fmla="*/ 1454540 w 12192000"/>
              <a:gd name="connsiteY4500" fmla="*/ 4359938 h 6858000"/>
              <a:gd name="connsiteX4501" fmla="*/ 1454540 w 12192000"/>
              <a:gd name="connsiteY4501" fmla="*/ 4294602 h 6858000"/>
              <a:gd name="connsiteX4502" fmla="*/ 1468381 w 12192000"/>
              <a:gd name="connsiteY4502" fmla="*/ 4274511 h 6858000"/>
              <a:gd name="connsiteX4503" fmla="*/ 1474186 w 12192000"/>
              <a:gd name="connsiteY4503" fmla="*/ 4271534 h 6858000"/>
              <a:gd name="connsiteX4504" fmla="*/ 1483785 w 12192000"/>
              <a:gd name="connsiteY4504" fmla="*/ 4276669 h 6858000"/>
              <a:gd name="connsiteX4505" fmla="*/ 1495468 w 12192000"/>
              <a:gd name="connsiteY4505" fmla="*/ 4281803 h 6858000"/>
              <a:gd name="connsiteX4506" fmla="*/ 1504695 w 12192000"/>
              <a:gd name="connsiteY4506" fmla="*/ 4277785 h 6858000"/>
              <a:gd name="connsiteX4507" fmla="*/ 1508565 w 12192000"/>
              <a:gd name="connsiteY4507" fmla="*/ 4267962 h 6858000"/>
              <a:gd name="connsiteX4508" fmla="*/ 1503207 w 12192000"/>
              <a:gd name="connsiteY4508" fmla="*/ 4256428 h 6858000"/>
              <a:gd name="connsiteX4509" fmla="*/ 1489664 w 12192000"/>
              <a:gd name="connsiteY4509" fmla="*/ 4251442 h 6858000"/>
              <a:gd name="connsiteX4510" fmla="*/ 1454540 w 12192000"/>
              <a:gd name="connsiteY4510" fmla="*/ 4282101 h 6858000"/>
              <a:gd name="connsiteX4511" fmla="*/ 1454540 w 12192000"/>
              <a:gd name="connsiteY4511" fmla="*/ 4251442 h 6858000"/>
              <a:gd name="connsiteX4512" fmla="*/ 10661493 w 12192000"/>
              <a:gd name="connsiteY4512" fmla="*/ 4251293 h 6858000"/>
              <a:gd name="connsiteX4513" fmla="*/ 10616472 w 12192000"/>
              <a:gd name="connsiteY4513" fmla="*/ 4270864 h 6858000"/>
              <a:gd name="connsiteX4514" fmla="*/ 10598539 w 12192000"/>
              <a:gd name="connsiteY4514" fmla="*/ 4325410 h 6858000"/>
              <a:gd name="connsiteX4515" fmla="*/ 10616026 w 12192000"/>
              <a:gd name="connsiteY4515" fmla="*/ 4376830 h 6858000"/>
              <a:gd name="connsiteX4516" fmla="*/ 10658070 w 12192000"/>
              <a:gd name="connsiteY4516" fmla="*/ 4395954 h 6858000"/>
              <a:gd name="connsiteX4517" fmla="*/ 10695723 w 12192000"/>
              <a:gd name="connsiteY4517" fmla="*/ 4379211 h 6858000"/>
              <a:gd name="connsiteX4518" fmla="*/ 10713881 w 12192000"/>
              <a:gd name="connsiteY4518" fmla="*/ 4342079 h 6858000"/>
              <a:gd name="connsiteX4519" fmla="*/ 10709267 w 12192000"/>
              <a:gd name="connsiteY4519" fmla="*/ 4339102 h 6858000"/>
              <a:gd name="connsiteX4520" fmla="*/ 10692672 w 12192000"/>
              <a:gd name="connsiteY4520" fmla="*/ 4364328 h 6858000"/>
              <a:gd name="connsiteX4521" fmla="*/ 10669381 w 12192000"/>
              <a:gd name="connsiteY4521" fmla="*/ 4371695 h 6858000"/>
              <a:gd name="connsiteX4522" fmla="*/ 10634406 w 12192000"/>
              <a:gd name="connsiteY4522" fmla="*/ 4354431 h 6858000"/>
              <a:gd name="connsiteX4523" fmla="*/ 10619672 w 12192000"/>
              <a:gd name="connsiteY4523" fmla="*/ 4306806 h 6858000"/>
              <a:gd name="connsiteX4524" fmla="*/ 10713881 w 12192000"/>
              <a:gd name="connsiteY4524" fmla="*/ 4306806 h 6858000"/>
              <a:gd name="connsiteX4525" fmla="*/ 10699147 w 12192000"/>
              <a:gd name="connsiteY4525" fmla="*/ 4266400 h 6858000"/>
              <a:gd name="connsiteX4526" fmla="*/ 10661493 w 12192000"/>
              <a:gd name="connsiteY4526" fmla="*/ 4251293 h 6858000"/>
              <a:gd name="connsiteX4527" fmla="*/ 10032843 w 12192000"/>
              <a:gd name="connsiteY4527" fmla="*/ 4251293 h 6858000"/>
              <a:gd name="connsiteX4528" fmla="*/ 9987822 w 12192000"/>
              <a:gd name="connsiteY4528" fmla="*/ 4270864 h 6858000"/>
              <a:gd name="connsiteX4529" fmla="*/ 9969889 w 12192000"/>
              <a:gd name="connsiteY4529" fmla="*/ 4325410 h 6858000"/>
              <a:gd name="connsiteX4530" fmla="*/ 9987376 w 12192000"/>
              <a:gd name="connsiteY4530" fmla="*/ 4376830 h 6858000"/>
              <a:gd name="connsiteX4531" fmla="*/ 10029420 w 12192000"/>
              <a:gd name="connsiteY4531" fmla="*/ 4395954 h 6858000"/>
              <a:gd name="connsiteX4532" fmla="*/ 10067073 w 12192000"/>
              <a:gd name="connsiteY4532" fmla="*/ 4379211 h 6858000"/>
              <a:gd name="connsiteX4533" fmla="*/ 10085231 w 12192000"/>
              <a:gd name="connsiteY4533" fmla="*/ 4342079 h 6858000"/>
              <a:gd name="connsiteX4534" fmla="*/ 10080617 w 12192000"/>
              <a:gd name="connsiteY4534" fmla="*/ 4339102 h 6858000"/>
              <a:gd name="connsiteX4535" fmla="*/ 10064022 w 12192000"/>
              <a:gd name="connsiteY4535" fmla="*/ 4364328 h 6858000"/>
              <a:gd name="connsiteX4536" fmla="*/ 10040731 w 12192000"/>
              <a:gd name="connsiteY4536" fmla="*/ 4371695 h 6858000"/>
              <a:gd name="connsiteX4537" fmla="*/ 10005756 w 12192000"/>
              <a:gd name="connsiteY4537" fmla="*/ 4354431 h 6858000"/>
              <a:gd name="connsiteX4538" fmla="*/ 9991022 w 12192000"/>
              <a:gd name="connsiteY4538" fmla="*/ 4306806 h 6858000"/>
              <a:gd name="connsiteX4539" fmla="*/ 10085231 w 12192000"/>
              <a:gd name="connsiteY4539" fmla="*/ 4306806 h 6858000"/>
              <a:gd name="connsiteX4540" fmla="*/ 10070497 w 12192000"/>
              <a:gd name="connsiteY4540" fmla="*/ 4266400 h 6858000"/>
              <a:gd name="connsiteX4541" fmla="*/ 10032843 w 12192000"/>
              <a:gd name="connsiteY4541" fmla="*/ 4251293 h 6858000"/>
              <a:gd name="connsiteX4542" fmla="*/ 9127968 w 12192000"/>
              <a:gd name="connsiteY4542" fmla="*/ 4251293 h 6858000"/>
              <a:gd name="connsiteX4543" fmla="*/ 9082947 w 12192000"/>
              <a:gd name="connsiteY4543" fmla="*/ 4270864 h 6858000"/>
              <a:gd name="connsiteX4544" fmla="*/ 9065014 w 12192000"/>
              <a:gd name="connsiteY4544" fmla="*/ 4325410 h 6858000"/>
              <a:gd name="connsiteX4545" fmla="*/ 9082501 w 12192000"/>
              <a:gd name="connsiteY4545" fmla="*/ 4376830 h 6858000"/>
              <a:gd name="connsiteX4546" fmla="*/ 9124545 w 12192000"/>
              <a:gd name="connsiteY4546" fmla="*/ 4395954 h 6858000"/>
              <a:gd name="connsiteX4547" fmla="*/ 9162198 w 12192000"/>
              <a:gd name="connsiteY4547" fmla="*/ 4379211 h 6858000"/>
              <a:gd name="connsiteX4548" fmla="*/ 9180356 w 12192000"/>
              <a:gd name="connsiteY4548" fmla="*/ 4342079 h 6858000"/>
              <a:gd name="connsiteX4549" fmla="*/ 9175742 w 12192000"/>
              <a:gd name="connsiteY4549" fmla="*/ 4339102 h 6858000"/>
              <a:gd name="connsiteX4550" fmla="*/ 9159147 w 12192000"/>
              <a:gd name="connsiteY4550" fmla="*/ 4364328 h 6858000"/>
              <a:gd name="connsiteX4551" fmla="*/ 9135856 w 12192000"/>
              <a:gd name="connsiteY4551" fmla="*/ 4371695 h 6858000"/>
              <a:gd name="connsiteX4552" fmla="*/ 9100881 w 12192000"/>
              <a:gd name="connsiteY4552" fmla="*/ 4354431 h 6858000"/>
              <a:gd name="connsiteX4553" fmla="*/ 9086147 w 12192000"/>
              <a:gd name="connsiteY4553" fmla="*/ 4306806 h 6858000"/>
              <a:gd name="connsiteX4554" fmla="*/ 9180356 w 12192000"/>
              <a:gd name="connsiteY4554" fmla="*/ 4306806 h 6858000"/>
              <a:gd name="connsiteX4555" fmla="*/ 9165622 w 12192000"/>
              <a:gd name="connsiteY4555" fmla="*/ 4266400 h 6858000"/>
              <a:gd name="connsiteX4556" fmla="*/ 9127968 w 12192000"/>
              <a:gd name="connsiteY4556" fmla="*/ 4251293 h 6858000"/>
              <a:gd name="connsiteX4557" fmla="*/ 8689818 w 12192000"/>
              <a:gd name="connsiteY4557" fmla="*/ 4251293 h 6858000"/>
              <a:gd name="connsiteX4558" fmla="*/ 8644798 w 12192000"/>
              <a:gd name="connsiteY4558" fmla="*/ 4270864 h 6858000"/>
              <a:gd name="connsiteX4559" fmla="*/ 8626864 w 12192000"/>
              <a:gd name="connsiteY4559" fmla="*/ 4325410 h 6858000"/>
              <a:gd name="connsiteX4560" fmla="*/ 8644351 w 12192000"/>
              <a:gd name="connsiteY4560" fmla="*/ 4376830 h 6858000"/>
              <a:gd name="connsiteX4561" fmla="*/ 8686395 w 12192000"/>
              <a:gd name="connsiteY4561" fmla="*/ 4395954 h 6858000"/>
              <a:gd name="connsiteX4562" fmla="*/ 8724048 w 12192000"/>
              <a:gd name="connsiteY4562" fmla="*/ 4379211 h 6858000"/>
              <a:gd name="connsiteX4563" fmla="*/ 8742206 w 12192000"/>
              <a:gd name="connsiteY4563" fmla="*/ 4342079 h 6858000"/>
              <a:gd name="connsiteX4564" fmla="*/ 8737592 w 12192000"/>
              <a:gd name="connsiteY4564" fmla="*/ 4339102 h 6858000"/>
              <a:gd name="connsiteX4565" fmla="*/ 8720998 w 12192000"/>
              <a:gd name="connsiteY4565" fmla="*/ 4364328 h 6858000"/>
              <a:gd name="connsiteX4566" fmla="*/ 8697706 w 12192000"/>
              <a:gd name="connsiteY4566" fmla="*/ 4371695 h 6858000"/>
              <a:gd name="connsiteX4567" fmla="*/ 8662732 w 12192000"/>
              <a:gd name="connsiteY4567" fmla="*/ 4354431 h 6858000"/>
              <a:gd name="connsiteX4568" fmla="*/ 8647998 w 12192000"/>
              <a:gd name="connsiteY4568" fmla="*/ 4306806 h 6858000"/>
              <a:gd name="connsiteX4569" fmla="*/ 8742206 w 12192000"/>
              <a:gd name="connsiteY4569" fmla="*/ 4306806 h 6858000"/>
              <a:gd name="connsiteX4570" fmla="*/ 8727472 w 12192000"/>
              <a:gd name="connsiteY4570" fmla="*/ 4266400 h 6858000"/>
              <a:gd name="connsiteX4571" fmla="*/ 8689818 w 12192000"/>
              <a:gd name="connsiteY4571" fmla="*/ 4251293 h 6858000"/>
              <a:gd name="connsiteX4572" fmla="*/ 6965793 w 12192000"/>
              <a:gd name="connsiteY4572" fmla="*/ 4251293 h 6858000"/>
              <a:gd name="connsiteX4573" fmla="*/ 6920773 w 12192000"/>
              <a:gd name="connsiteY4573" fmla="*/ 4270864 h 6858000"/>
              <a:gd name="connsiteX4574" fmla="*/ 6902839 w 12192000"/>
              <a:gd name="connsiteY4574" fmla="*/ 4325410 h 6858000"/>
              <a:gd name="connsiteX4575" fmla="*/ 6920326 w 12192000"/>
              <a:gd name="connsiteY4575" fmla="*/ 4376830 h 6858000"/>
              <a:gd name="connsiteX4576" fmla="*/ 6962370 w 12192000"/>
              <a:gd name="connsiteY4576" fmla="*/ 4395954 h 6858000"/>
              <a:gd name="connsiteX4577" fmla="*/ 7000024 w 12192000"/>
              <a:gd name="connsiteY4577" fmla="*/ 4379211 h 6858000"/>
              <a:gd name="connsiteX4578" fmla="*/ 7018181 w 12192000"/>
              <a:gd name="connsiteY4578" fmla="*/ 4342079 h 6858000"/>
              <a:gd name="connsiteX4579" fmla="*/ 7013567 w 12192000"/>
              <a:gd name="connsiteY4579" fmla="*/ 4339102 h 6858000"/>
              <a:gd name="connsiteX4580" fmla="*/ 6996973 w 12192000"/>
              <a:gd name="connsiteY4580" fmla="*/ 4364328 h 6858000"/>
              <a:gd name="connsiteX4581" fmla="*/ 6973681 w 12192000"/>
              <a:gd name="connsiteY4581" fmla="*/ 4371695 h 6858000"/>
              <a:gd name="connsiteX4582" fmla="*/ 6938707 w 12192000"/>
              <a:gd name="connsiteY4582" fmla="*/ 4354431 h 6858000"/>
              <a:gd name="connsiteX4583" fmla="*/ 6923973 w 12192000"/>
              <a:gd name="connsiteY4583" fmla="*/ 4306806 h 6858000"/>
              <a:gd name="connsiteX4584" fmla="*/ 7018181 w 12192000"/>
              <a:gd name="connsiteY4584" fmla="*/ 4306806 h 6858000"/>
              <a:gd name="connsiteX4585" fmla="*/ 7003447 w 12192000"/>
              <a:gd name="connsiteY4585" fmla="*/ 4266400 h 6858000"/>
              <a:gd name="connsiteX4586" fmla="*/ 6965793 w 12192000"/>
              <a:gd name="connsiteY4586" fmla="*/ 4251293 h 6858000"/>
              <a:gd name="connsiteX4587" fmla="*/ 2879570 w 12192000"/>
              <a:gd name="connsiteY4587" fmla="*/ 4251293 h 6858000"/>
              <a:gd name="connsiteX4588" fmla="*/ 2834550 w 12192000"/>
              <a:gd name="connsiteY4588" fmla="*/ 4270864 h 6858000"/>
              <a:gd name="connsiteX4589" fmla="*/ 2816616 w 12192000"/>
              <a:gd name="connsiteY4589" fmla="*/ 4325410 h 6858000"/>
              <a:gd name="connsiteX4590" fmla="*/ 2834103 w 12192000"/>
              <a:gd name="connsiteY4590" fmla="*/ 4376830 h 6858000"/>
              <a:gd name="connsiteX4591" fmla="*/ 2876147 w 12192000"/>
              <a:gd name="connsiteY4591" fmla="*/ 4395954 h 6858000"/>
              <a:gd name="connsiteX4592" fmla="*/ 2913800 w 12192000"/>
              <a:gd name="connsiteY4592" fmla="*/ 4379211 h 6858000"/>
              <a:gd name="connsiteX4593" fmla="*/ 2931957 w 12192000"/>
              <a:gd name="connsiteY4593" fmla="*/ 4342079 h 6858000"/>
              <a:gd name="connsiteX4594" fmla="*/ 2927343 w 12192000"/>
              <a:gd name="connsiteY4594" fmla="*/ 4339102 h 6858000"/>
              <a:gd name="connsiteX4595" fmla="*/ 2910750 w 12192000"/>
              <a:gd name="connsiteY4595" fmla="*/ 4364328 h 6858000"/>
              <a:gd name="connsiteX4596" fmla="*/ 2887458 w 12192000"/>
              <a:gd name="connsiteY4596" fmla="*/ 4371695 h 6858000"/>
              <a:gd name="connsiteX4597" fmla="*/ 2852483 w 12192000"/>
              <a:gd name="connsiteY4597" fmla="*/ 4354431 h 6858000"/>
              <a:gd name="connsiteX4598" fmla="*/ 2837749 w 12192000"/>
              <a:gd name="connsiteY4598" fmla="*/ 4306806 h 6858000"/>
              <a:gd name="connsiteX4599" fmla="*/ 2931957 w 12192000"/>
              <a:gd name="connsiteY4599" fmla="*/ 4306806 h 6858000"/>
              <a:gd name="connsiteX4600" fmla="*/ 2917223 w 12192000"/>
              <a:gd name="connsiteY4600" fmla="*/ 4266400 h 6858000"/>
              <a:gd name="connsiteX4601" fmla="*/ 2879570 w 12192000"/>
              <a:gd name="connsiteY4601" fmla="*/ 4251293 h 6858000"/>
              <a:gd name="connsiteX4602" fmla="*/ 2641445 w 12192000"/>
              <a:gd name="connsiteY4602" fmla="*/ 4251293 h 6858000"/>
              <a:gd name="connsiteX4603" fmla="*/ 2596425 w 12192000"/>
              <a:gd name="connsiteY4603" fmla="*/ 4270864 h 6858000"/>
              <a:gd name="connsiteX4604" fmla="*/ 2578491 w 12192000"/>
              <a:gd name="connsiteY4604" fmla="*/ 4325410 h 6858000"/>
              <a:gd name="connsiteX4605" fmla="*/ 2595978 w 12192000"/>
              <a:gd name="connsiteY4605" fmla="*/ 4376830 h 6858000"/>
              <a:gd name="connsiteX4606" fmla="*/ 2638022 w 12192000"/>
              <a:gd name="connsiteY4606" fmla="*/ 4395954 h 6858000"/>
              <a:gd name="connsiteX4607" fmla="*/ 2675675 w 12192000"/>
              <a:gd name="connsiteY4607" fmla="*/ 4379211 h 6858000"/>
              <a:gd name="connsiteX4608" fmla="*/ 2693833 w 12192000"/>
              <a:gd name="connsiteY4608" fmla="*/ 4342079 h 6858000"/>
              <a:gd name="connsiteX4609" fmla="*/ 2689219 w 12192000"/>
              <a:gd name="connsiteY4609" fmla="*/ 4339102 h 6858000"/>
              <a:gd name="connsiteX4610" fmla="*/ 2672625 w 12192000"/>
              <a:gd name="connsiteY4610" fmla="*/ 4364328 h 6858000"/>
              <a:gd name="connsiteX4611" fmla="*/ 2649333 w 12192000"/>
              <a:gd name="connsiteY4611" fmla="*/ 4371695 h 6858000"/>
              <a:gd name="connsiteX4612" fmla="*/ 2614358 w 12192000"/>
              <a:gd name="connsiteY4612" fmla="*/ 4354431 h 6858000"/>
              <a:gd name="connsiteX4613" fmla="*/ 2599624 w 12192000"/>
              <a:gd name="connsiteY4613" fmla="*/ 4306806 h 6858000"/>
              <a:gd name="connsiteX4614" fmla="*/ 2693833 w 12192000"/>
              <a:gd name="connsiteY4614" fmla="*/ 4306806 h 6858000"/>
              <a:gd name="connsiteX4615" fmla="*/ 2679098 w 12192000"/>
              <a:gd name="connsiteY4615" fmla="*/ 4266400 h 6858000"/>
              <a:gd name="connsiteX4616" fmla="*/ 2641445 w 12192000"/>
              <a:gd name="connsiteY4616" fmla="*/ 4251293 h 6858000"/>
              <a:gd name="connsiteX4617" fmla="*/ 2250920 w 12192000"/>
              <a:gd name="connsiteY4617" fmla="*/ 4251293 h 6858000"/>
              <a:gd name="connsiteX4618" fmla="*/ 2205900 w 12192000"/>
              <a:gd name="connsiteY4618" fmla="*/ 4270864 h 6858000"/>
              <a:gd name="connsiteX4619" fmla="*/ 2187965 w 12192000"/>
              <a:gd name="connsiteY4619" fmla="*/ 4325410 h 6858000"/>
              <a:gd name="connsiteX4620" fmla="*/ 2205453 w 12192000"/>
              <a:gd name="connsiteY4620" fmla="*/ 4376830 h 6858000"/>
              <a:gd name="connsiteX4621" fmla="*/ 2247497 w 12192000"/>
              <a:gd name="connsiteY4621" fmla="*/ 4395954 h 6858000"/>
              <a:gd name="connsiteX4622" fmla="*/ 2285150 w 12192000"/>
              <a:gd name="connsiteY4622" fmla="*/ 4379211 h 6858000"/>
              <a:gd name="connsiteX4623" fmla="*/ 2303308 w 12192000"/>
              <a:gd name="connsiteY4623" fmla="*/ 4342079 h 6858000"/>
              <a:gd name="connsiteX4624" fmla="*/ 2298693 w 12192000"/>
              <a:gd name="connsiteY4624" fmla="*/ 4339102 h 6858000"/>
              <a:gd name="connsiteX4625" fmla="*/ 2282100 w 12192000"/>
              <a:gd name="connsiteY4625" fmla="*/ 4364328 h 6858000"/>
              <a:gd name="connsiteX4626" fmla="*/ 2258808 w 12192000"/>
              <a:gd name="connsiteY4626" fmla="*/ 4371695 h 6858000"/>
              <a:gd name="connsiteX4627" fmla="*/ 2223834 w 12192000"/>
              <a:gd name="connsiteY4627" fmla="*/ 4354431 h 6858000"/>
              <a:gd name="connsiteX4628" fmla="*/ 2209099 w 12192000"/>
              <a:gd name="connsiteY4628" fmla="*/ 4306806 h 6858000"/>
              <a:gd name="connsiteX4629" fmla="*/ 2303308 w 12192000"/>
              <a:gd name="connsiteY4629" fmla="*/ 4306806 h 6858000"/>
              <a:gd name="connsiteX4630" fmla="*/ 2288573 w 12192000"/>
              <a:gd name="connsiteY4630" fmla="*/ 4266400 h 6858000"/>
              <a:gd name="connsiteX4631" fmla="*/ 2250920 w 12192000"/>
              <a:gd name="connsiteY4631" fmla="*/ 4251293 h 6858000"/>
              <a:gd name="connsiteX4632" fmla="*/ 1250794 w 12192000"/>
              <a:gd name="connsiteY4632" fmla="*/ 4251293 h 6858000"/>
              <a:gd name="connsiteX4633" fmla="*/ 1205774 w 12192000"/>
              <a:gd name="connsiteY4633" fmla="*/ 4270864 h 6858000"/>
              <a:gd name="connsiteX4634" fmla="*/ 1187840 w 12192000"/>
              <a:gd name="connsiteY4634" fmla="*/ 4325410 h 6858000"/>
              <a:gd name="connsiteX4635" fmla="*/ 1205328 w 12192000"/>
              <a:gd name="connsiteY4635" fmla="*/ 4376830 h 6858000"/>
              <a:gd name="connsiteX4636" fmla="*/ 1247372 w 12192000"/>
              <a:gd name="connsiteY4636" fmla="*/ 4395954 h 6858000"/>
              <a:gd name="connsiteX4637" fmla="*/ 1285025 w 12192000"/>
              <a:gd name="connsiteY4637" fmla="*/ 4379211 h 6858000"/>
              <a:gd name="connsiteX4638" fmla="*/ 1303182 w 12192000"/>
              <a:gd name="connsiteY4638" fmla="*/ 4342079 h 6858000"/>
              <a:gd name="connsiteX4639" fmla="*/ 1298568 w 12192000"/>
              <a:gd name="connsiteY4639" fmla="*/ 4339102 h 6858000"/>
              <a:gd name="connsiteX4640" fmla="*/ 1281974 w 12192000"/>
              <a:gd name="connsiteY4640" fmla="*/ 4364328 h 6858000"/>
              <a:gd name="connsiteX4641" fmla="*/ 1258682 w 12192000"/>
              <a:gd name="connsiteY4641" fmla="*/ 4371695 h 6858000"/>
              <a:gd name="connsiteX4642" fmla="*/ 1223708 w 12192000"/>
              <a:gd name="connsiteY4642" fmla="*/ 4354431 h 6858000"/>
              <a:gd name="connsiteX4643" fmla="*/ 1208974 w 12192000"/>
              <a:gd name="connsiteY4643" fmla="*/ 4306806 h 6858000"/>
              <a:gd name="connsiteX4644" fmla="*/ 1303182 w 12192000"/>
              <a:gd name="connsiteY4644" fmla="*/ 4306806 h 6858000"/>
              <a:gd name="connsiteX4645" fmla="*/ 1288448 w 12192000"/>
              <a:gd name="connsiteY4645" fmla="*/ 4266400 h 6858000"/>
              <a:gd name="connsiteX4646" fmla="*/ 1250794 w 12192000"/>
              <a:gd name="connsiteY4646" fmla="*/ 4251293 h 6858000"/>
              <a:gd name="connsiteX4647" fmla="*/ 768294 w 12192000"/>
              <a:gd name="connsiteY4647" fmla="*/ 4237006 h 6858000"/>
              <a:gd name="connsiteX4648" fmla="*/ 723645 w 12192000"/>
              <a:gd name="connsiteY4648" fmla="*/ 4281654 h 6858000"/>
              <a:gd name="connsiteX4649" fmla="*/ 768294 w 12192000"/>
              <a:gd name="connsiteY4649" fmla="*/ 4326303 h 6858000"/>
              <a:gd name="connsiteX4650" fmla="*/ 812942 w 12192000"/>
              <a:gd name="connsiteY4650" fmla="*/ 4281654 h 6858000"/>
              <a:gd name="connsiteX4651" fmla="*/ 637325 w 12192000"/>
              <a:gd name="connsiteY4651" fmla="*/ 4237006 h 6858000"/>
              <a:gd name="connsiteX4652" fmla="*/ 592677 w 12192000"/>
              <a:gd name="connsiteY4652" fmla="*/ 4281654 h 6858000"/>
              <a:gd name="connsiteX4653" fmla="*/ 637325 w 12192000"/>
              <a:gd name="connsiteY4653" fmla="*/ 4326303 h 6858000"/>
              <a:gd name="connsiteX4654" fmla="*/ 682122 w 12192000"/>
              <a:gd name="connsiteY4654" fmla="*/ 4281654 h 6858000"/>
              <a:gd name="connsiteX4655" fmla="*/ 10546002 w 12192000"/>
              <a:gd name="connsiteY4655" fmla="*/ 4210663 h 6858000"/>
              <a:gd name="connsiteX4656" fmla="*/ 10536477 w 12192000"/>
              <a:gd name="connsiteY4656" fmla="*/ 4231350 h 6858000"/>
              <a:gd name="connsiteX4657" fmla="*/ 10521222 w 12192000"/>
              <a:gd name="connsiteY4657" fmla="*/ 4249880 h 6858000"/>
              <a:gd name="connsiteX4658" fmla="*/ 10504479 w 12192000"/>
              <a:gd name="connsiteY4658" fmla="*/ 4260967 h 6858000"/>
              <a:gd name="connsiteX4659" fmla="*/ 10504479 w 12192000"/>
              <a:gd name="connsiteY4659" fmla="*/ 4265879 h 6858000"/>
              <a:gd name="connsiteX4660" fmla="*/ 10526059 w 12192000"/>
              <a:gd name="connsiteY4660" fmla="*/ 4265879 h 6858000"/>
              <a:gd name="connsiteX4661" fmla="*/ 10526059 w 12192000"/>
              <a:gd name="connsiteY4661" fmla="*/ 4357557 h 6858000"/>
              <a:gd name="connsiteX4662" fmla="*/ 10529185 w 12192000"/>
              <a:gd name="connsiteY4662" fmla="*/ 4379360 h 6858000"/>
              <a:gd name="connsiteX4663" fmla="*/ 10538859 w 12192000"/>
              <a:gd name="connsiteY4663" fmla="*/ 4390224 h 6858000"/>
              <a:gd name="connsiteX4664" fmla="*/ 10552253 w 12192000"/>
              <a:gd name="connsiteY4664" fmla="*/ 4394020 h 6858000"/>
              <a:gd name="connsiteX4665" fmla="*/ 10571898 w 12192000"/>
              <a:gd name="connsiteY4665" fmla="*/ 4386653 h 6858000"/>
              <a:gd name="connsiteX4666" fmla="*/ 10586632 w 12192000"/>
              <a:gd name="connsiteY4666" fmla="*/ 4364700 h 6858000"/>
              <a:gd name="connsiteX4667" fmla="*/ 10580828 w 12192000"/>
              <a:gd name="connsiteY4667" fmla="*/ 4364700 h 6858000"/>
              <a:gd name="connsiteX4668" fmla="*/ 10573684 w 12192000"/>
              <a:gd name="connsiteY4668" fmla="*/ 4373705 h 6858000"/>
              <a:gd name="connsiteX4669" fmla="*/ 10564159 w 12192000"/>
              <a:gd name="connsiteY4669" fmla="*/ 4376756 h 6858000"/>
              <a:gd name="connsiteX4670" fmla="*/ 10554411 w 12192000"/>
              <a:gd name="connsiteY4670" fmla="*/ 4372142 h 6858000"/>
              <a:gd name="connsiteX4671" fmla="*/ 10550616 w 12192000"/>
              <a:gd name="connsiteY4671" fmla="*/ 4354282 h 6858000"/>
              <a:gd name="connsiteX4672" fmla="*/ 10550616 w 12192000"/>
              <a:gd name="connsiteY4672" fmla="*/ 4265879 h 6858000"/>
              <a:gd name="connsiteX4673" fmla="*/ 10582465 w 12192000"/>
              <a:gd name="connsiteY4673" fmla="*/ 4265879 h 6858000"/>
              <a:gd name="connsiteX4674" fmla="*/ 10582465 w 12192000"/>
              <a:gd name="connsiteY4674" fmla="*/ 4255461 h 6858000"/>
              <a:gd name="connsiteX4675" fmla="*/ 10550616 w 12192000"/>
              <a:gd name="connsiteY4675" fmla="*/ 4255461 h 6858000"/>
              <a:gd name="connsiteX4676" fmla="*/ 10550616 w 12192000"/>
              <a:gd name="connsiteY4676" fmla="*/ 4210663 h 6858000"/>
              <a:gd name="connsiteX4677" fmla="*/ 10326927 w 12192000"/>
              <a:gd name="connsiteY4677" fmla="*/ 4210663 h 6858000"/>
              <a:gd name="connsiteX4678" fmla="*/ 10317402 w 12192000"/>
              <a:gd name="connsiteY4678" fmla="*/ 4231350 h 6858000"/>
              <a:gd name="connsiteX4679" fmla="*/ 10302147 w 12192000"/>
              <a:gd name="connsiteY4679" fmla="*/ 4249880 h 6858000"/>
              <a:gd name="connsiteX4680" fmla="*/ 10285404 w 12192000"/>
              <a:gd name="connsiteY4680" fmla="*/ 4260967 h 6858000"/>
              <a:gd name="connsiteX4681" fmla="*/ 10285404 w 12192000"/>
              <a:gd name="connsiteY4681" fmla="*/ 4265879 h 6858000"/>
              <a:gd name="connsiteX4682" fmla="*/ 10306984 w 12192000"/>
              <a:gd name="connsiteY4682" fmla="*/ 4265879 h 6858000"/>
              <a:gd name="connsiteX4683" fmla="*/ 10306984 w 12192000"/>
              <a:gd name="connsiteY4683" fmla="*/ 4357557 h 6858000"/>
              <a:gd name="connsiteX4684" fmla="*/ 10310110 w 12192000"/>
              <a:gd name="connsiteY4684" fmla="*/ 4379360 h 6858000"/>
              <a:gd name="connsiteX4685" fmla="*/ 10319784 w 12192000"/>
              <a:gd name="connsiteY4685" fmla="*/ 4390224 h 6858000"/>
              <a:gd name="connsiteX4686" fmla="*/ 10333178 w 12192000"/>
              <a:gd name="connsiteY4686" fmla="*/ 4394020 h 6858000"/>
              <a:gd name="connsiteX4687" fmla="*/ 10352823 w 12192000"/>
              <a:gd name="connsiteY4687" fmla="*/ 4386653 h 6858000"/>
              <a:gd name="connsiteX4688" fmla="*/ 10367557 w 12192000"/>
              <a:gd name="connsiteY4688" fmla="*/ 4364700 h 6858000"/>
              <a:gd name="connsiteX4689" fmla="*/ 10361753 w 12192000"/>
              <a:gd name="connsiteY4689" fmla="*/ 4364700 h 6858000"/>
              <a:gd name="connsiteX4690" fmla="*/ 10354609 w 12192000"/>
              <a:gd name="connsiteY4690" fmla="*/ 4373705 h 6858000"/>
              <a:gd name="connsiteX4691" fmla="*/ 10345084 w 12192000"/>
              <a:gd name="connsiteY4691" fmla="*/ 4376756 h 6858000"/>
              <a:gd name="connsiteX4692" fmla="*/ 10335336 w 12192000"/>
              <a:gd name="connsiteY4692" fmla="*/ 4372142 h 6858000"/>
              <a:gd name="connsiteX4693" fmla="*/ 10331541 w 12192000"/>
              <a:gd name="connsiteY4693" fmla="*/ 4354282 h 6858000"/>
              <a:gd name="connsiteX4694" fmla="*/ 10331541 w 12192000"/>
              <a:gd name="connsiteY4694" fmla="*/ 4265879 h 6858000"/>
              <a:gd name="connsiteX4695" fmla="*/ 10363390 w 12192000"/>
              <a:gd name="connsiteY4695" fmla="*/ 4265879 h 6858000"/>
              <a:gd name="connsiteX4696" fmla="*/ 10363390 w 12192000"/>
              <a:gd name="connsiteY4696" fmla="*/ 4255461 h 6858000"/>
              <a:gd name="connsiteX4697" fmla="*/ 10331541 w 12192000"/>
              <a:gd name="connsiteY4697" fmla="*/ 4255461 h 6858000"/>
              <a:gd name="connsiteX4698" fmla="*/ 10331541 w 12192000"/>
              <a:gd name="connsiteY4698" fmla="*/ 4210663 h 6858000"/>
              <a:gd name="connsiteX4699" fmla="*/ 9774477 w 12192000"/>
              <a:gd name="connsiteY4699" fmla="*/ 4210663 h 6858000"/>
              <a:gd name="connsiteX4700" fmla="*/ 9764952 w 12192000"/>
              <a:gd name="connsiteY4700" fmla="*/ 4231350 h 6858000"/>
              <a:gd name="connsiteX4701" fmla="*/ 9749697 w 12192000"/>
              <a:gd name="connsiteY4701" fmla="*/ 4249880 h 6858000"/>
              <a:gd name="connsiteX4702" fmla="*/ 9732954 w 12192000"/>
              <a:gd name="connsiteY4702" fmla="*/ 4260967 h 6858000"/>
              <a:gd name="connsiteX4703" fmla="*/ 9732954 w 12192000"/>
              <a:gd name="connsiteY4703" fmla="*/ 4265879 h 6858000"/>
              <a:gd name="connsiteX4704" fmla="*/ 9754534 w 12192000"/>
              <a:gd name="connsiteY4704" fmla="*/ 4265879 h 6858000"/>
              <a:gd name="connsiteX4705" fmla="*/ 9754534 w 12192000"/>
              <a:gd name="connsiteY4705" fmla="*/ 4357557 h 6858000"/>
              <a:gd name="connsiteX4706" fmla="*/ 9757660 w 12192000"/>
              <a:gd name="connsiteY4706" fmla="*/ 4379360 h 6858000"/>
              <a:gd name="connsiteX4707" fmla="*/ 9767334 w 12192000"/>
              <a:gd name="connsiteY4707" fmla="*/ 4390224 h 6858000"/>
              <a:gd name="connsiteX4708" fmla="*/ 9780728 w 12192000"/>
              <a:gd name="connsiteY4708" fmla="*/ 4394020 h 6858000"/>
              <a:gd name="connsiteX4709" fmla="*/ 9800373 w 12192000"/>
              <a:gd name="connsiteY4709" fmla="*/ 4386653 h 6858000"/>
              <a:gd name="connsiteX4710" fmla="*/ 9815107 w 12192000"/>
              <a:gd name="connsiteY4710" fmla="*/ 4364700 h 6858000"/>
              <a:gd name="connsiteX4711" fmla="*/ 9809303 w 12192000"/>
              <a:gd name="connsiteY4711" fmla="*/ 4364700 h 6858000"/>
              <a:gd name="connsiteX4712" fmla="*/ 9802159 w 12192000"/>
              <a:gd name="connsiteY4712" fmla="*/ 4373705 h 6858000"/>
              <a:gd name="connsiteX4713" fmla="*/ 9792634 w 12192000"/>
              <a:gd name="connsiteY4713" fmla="*/ 4376756 h 6858000"/>
              <a:gd name="connsiteX4714" fmla="*/ 9782886 w 12192000"/>
              <a:gd name="connsiteY4714" fmla="*/ 4372142 h 6858000"/>
              <a:gd name="connsiteX4715" fmla="*/ 9779091 w 12192000"/>
              <a:gd name="connsiteY4715" fmla="*/ 4354282 h 6858000"/>
              <a:gd name="connsiteX4716" fmla="*/ 9779091 w 12192000"/>
              <a:gd name="connsiteY4716" fmla="*/ 4265879 h 6858000"/>
              <a:gd name="connsiteX4717" fmla="*/ 9810940 w 12192000"/>
              <a:gd name="connsiteY4717" fmla="*/ 4265879 h 6858000"/>
              <a:gd name="connsiteX4718" fmla="*/ 9810940 w 12192000"/>
              <a:gd name="connsiteY4718" fmla="*/ 4255461 h 6858000"/>
              <a:gd name="connsiteX4719" fmla="*/ 9779091 w 12192000"/>
              <a:gd name="connsiteY4719" fmla="*/ 4255461 h 6858000"/>
              <a:gd name="connsiteX4720" fmla="*/ 9779091 w 12192000"/>
              <a:gd name="connsiteY4720" fmla="*/ 4210663 h 6858000"/>
              <a:gd name="connsiteX4721" fmla="*/ 9460152 w 12192000"/>
              <a:gd name="connsiteY4721" fmla="*/ 4210663 h 6858000"/>
              <a:gd name="connsiteX4722" fmla="*/ 9450627 w 12192000"/>
              <a:gd name="connsiteY4722" fmla="*/ 4231350 h 6858000"/>
              <a:gd name="connsiteX4723" fmla="*/ 9435372 w 12192000"/>
              <a:gd name="connsiteY4723" fmla="*/ 4249880 h 6858000"/>
              <a:gd name="connsiteX4724" fmla="*/ 9418629 w 12192000"/>
              <a:gd name="connsiteY4724" fmla="*/ 4260967 h 6858000"/>
              <a:gd name="connsiteX4725" fmla="*/ 9418629 w 12192000"/>
              <a:gd name="connsiteY4725" fmla="*/ 4265879 h 6858000"/>
              <a:gd name="connsiteX4726" fmla="*/ 9440209 w 12192000"/>
              <a:gd name="connsiteY4726" fmla="*/ 4265879 h 6858000"/>
              <a:gd name="connsiteX4727" fmla="*/ 9440209 w 12192000"/>
              <a:gd name="connsiteY4727" fmla="*/ 4357557 h 6858000"/>
              <a:gd name="connsiteX4728" fmla="*/ 9443335 w 12192000"/>
              <a:gd name="connsiteY4728" fmla="*/ 4379360 h 6858000"/>
              <a:gd name="connsiteX4729" fmla="*/ 9453009 w 12192000"/>
              <a:gd name="connsiteY4729" fmla="*/ 4390224 h 6858000"/>
              <a:gd name="connsiteX4730" fmla="*/ 9466403 w 12192000"/>
              <a:gd name="connsiteY4730" fmla="*/ 4394020 h 6858000"/>
              <a:gd name="connsiteX4731" fmla="*/ 9486048 w 12192000"/>
              <a:gd name="connsiteY4731" fmla="*/ 4386653 h 6858000"/>
              <a:gd name="connsiteX4732" fmla="*/ 9500782 w 12192000"/>
              <a:gd name="connsiteY4732" fmla="*/ 4364700 h 6858000"/>
              <a:gd name="connsiteX4733" fmla="*/ 9494978 w 12192000"/>
              <a:gd name="connsiteY4733" fmla="*/ 4364700 h 6858000"/>
              <a:gd name="connsiteX4734" fmla="*/ 9487834 w 12192000"/>
              <a:gd name="connsiteY4734" fmla="*/ 4373705 h 6858000"/>
              <a:gd name="connsiteX4735" fmla="*/ 9478309 w 12192000"/>
              <a:gd name="connsiteY4735" fmla="*/ 4376756 h 6858000"/>
              <a:gd name="connsiteX4736" fmla="*/ 9468561 w 12192000"/>
              <a:gd name="connsiteY4736" fmla="*/ 4372142 h 6858000"/>
              <a:gd name="connsiteX4737" fmla="*/ 9464766 w 12192000"/>
              <a:gd name="connsiteY4737" fmla="*/ 4354282 h 6858000"/>
              <a:gd name="connsiteX4738" fmla="*/ 9464766 w 12192000"/>
              <a:gd name="connsiteY4738" fmla="*/ 4265879 h 6858000"/>
              <a:gd name="connsiteX4739" fmla="*/ 9496615 w 12192000"/>
              <a:gd name="connsiteY4739" fmla="*/ 4265879 h 6858000"/>
              <a:gd name="connsiteX4740" fmla="*/ 9496615 w 12192000"/>
              <a:gd name="connsiteY4740" fmla="*/ 4255461 h 6858000"/>
              <a:gd name="connsiteX4741" fmla="*/ 9464766 w 12192000"/>
              <a:gd name="connsiteY4741" fmla="*/ 4255461 h 6858000"/>
              <a:gd name="connsiteX4742" fmla="*/ 9464766 w 12192000"/>
              <a:gd name="connsiteY4742" fmla="*/ 4210663 h 6858000"/>
              <a:gd name="connsiteX4743" fmla="*/ 9012477 w 12192000"/>
              <a:gd name="connsiteY4743" fmla="*/ 4210663 h 6858000"/>
              <a:gd name="connsiteX4744" fmla="*/ 9002952 w 12192000"/>
              <a:gd name="connsiteY4744" fmla="*/ 4231350 h 6858000"/>
              <a:gd name="connsiteX4745" fmla="*/ 8987697 w 12192000"/>
              <a:gd name="connsiteY4745" fmla="*/ 4249880 h 6858000"/>
              <a:gd name="connsiteX4746" fmla="*/ 8970954 w 12192000"/>
              <a:gd name="connsiteY4746" fmla="*/ 4260967 h 6858000"/>
              <a:gd name="connsiteX4747" fmla="*/ 8970954 w 12192000"/>
              <a:gd name="connsiteY4747" fmla="*/ 4265879 h 6858000"/>
              <a:gd name="connsiteX4748" fmla="*/ 8992534 w 12192000"/>
              <a:gd name="connsiteY4748" fmla="*/ 4265879 h 6858000"/>
              <a:gd name="connsiteX4749" fmla="*/ 8992534 w 12192000"/>
              <a:gd name="connsiteY4749" fmla="*/ 4357557 h 6858000"/>
              <a:gd name="connsiteX4750" fmla="*/ 8995660 w 12192000"/>
              <a:gd name="connsiteY4750" fmla="*/ 4379360 h 6858000"/>
              <a:gd name="connsiteX4751" fmla="*/ 9005334 w 12192000"/>
              <a:gd name="connsiteY4751" fmla="*/ 4390224 h 6858000"/>
              <a:gd name="connsiteX4752" fmla="*/ 9018728 w 12192000"/>
              <a:gd name="connsiteY4752" fmla="*/ 4394020 h 6858000"/>
              <a:gd name="connsiteX4753" fmla="*/ 9038373 w 12192000"/>
              <a:gd name="connsiteY4753" fmla="*/ 4386653 h 6858000"/>
              <a:gd name="connsiteX4754" fmla="*/ 9053107 w 12192000"/>
              <a:gd name="connsiteY4754" fmla="*/ 4364700 h 6858000"/>
              <a:gd name="connsiteX4755" fmla="*/ 9047303 w 12192000"/>
              <a:gd name="connsiteY4755" fmla="*/ 4364700 h 6858000"/>
              <a:gd name="connsiteX4756" fmla="*/ 9040159 w 12192000"/>
              <a:gd name="connsiteY4756" fmla="*/ 4373705 h 6858000"/>
              <a:gd name="connsiteX4757" fmla="*/ 9030634 w 12192000"/>
              <a:gd name="connsiteY4757" fmla="*/ 4376756 h 6858000"/>
              <a:gd name="connsiteX4758" fmla="*/ 9020886 w 12192000"/>
              <a:gd name="connsiteY4758" fmla="*/ 4372142 h 6858000"/>
              <a:gd name="connsiteX4759" fmla="*/ 9017091 w 12192000"/>
              <a:gd name="connsiteY4759" fmla="*/ 4354282 h 6858000"/>
              <a:gd name="connsiteX4760" fmla="*/ 9017091 w 12192000"/>
              <a:gd name="connsiteY4760" fmla="*/ 4265879 h 6858000"/>
              <a:gd name="connsiteX4761" fmla="*/ 9048940 w 12192000"/>
              <a:gd name="connsiteY4761" fmla="*/ 4265879 h 6858000"/>
              <a:gd name="connsiteX4762" fmla="*/ 9048940 w 12192000"/>
              <a:gd name="connsiteY4762" fmla="*/ 4255461 h 6858000"/>
              <a:gd name="connsiteX4763" fmla="*/ 9017091 w 12192000"/>
              <a:gd name="connsiteY4763" fmla="*/ 4255461 h 6858000"/>
              <a:gd name="connsiteX4764" fmla="*/ 9017091 w 12192000"/>
              <a:gd name="connsiteY4764" fmla="*/ 4210663 h 6858000"/>
              <a:gd name="connsiteX4765" fmla="*/ 8269528 w 12192000"/>
              <a:gd name="connsiteY4765" fmla="*/ 4210663 h 6858000"/>
              <a:gd name="connsiteX4766" fmla="*/ 8260003 w 12192000"/>
              <a:gd name="connsiteY4766" fmla="*/ 4231350 h 6858000"/>
              <a:gd name="connsiteX4767" fmla="*/ 8244748 w 12192000"/>
              <a:gd name="connsiteY4767" fmla="*/ 4249880 h 6858000"/>
              <a:gd name="connsiteX4768" fmla="*/ 8228005 w 12192000"/>
              <a:gd name="connsiteY4768" fmla="*/ 4260967 h 6858000"/>
              <a:gd name="connsiteX4769" fmla="*/ 8228005 w 12192000"/>
              <a:gd name="connsiteY4769" fmla="*/ 4265879 h 6858000"/>
              <a:gd name="connsiteX4770" fmla="*/ 8249585 w 12192000"/>
              <a:gd name="connsiteY4770" fmla="*/ 4265879 h 6858000"/>
              <a:gd name="connsiteX4771" fmla="*/ 8249585 w 12192000"/>
              <a:gd name="connsiteY4771" fmla="*/ 4357557 h 6858000"/>
              <a:gd name="connsiteX4772" fmla="*/ 8252710 w 12192000"/>
              <a:gd name="connsiteY4772" fmla="*/ 4379360 h 6858000"/>
              <a:gd name="connsiteX4773" fmla="*/ 8262384 w 12192000"/>
              <a:gd name="connsiteY4773" fmla="*/ 4390224 h 6858000"/>
              <a:gd name="connsiteX4774" fmla="*/ 8275778 w 12192000"/>
              <a:gd name="connsiteY4774" fmla="*/ 4394020 h 6858000"/>
              <a:gd name="connsiteX4775" fmla="*/ 8295424 w 12192000"/>
              <a:gd name="connsiteY4775" fmla="*/ 4386653 h 6858000"/>
              <a:gd name="connsiteX4776" fmla="*/ 8310158 w 12192000"/>
              <a:gd name="connsiteY4776" fmla="*/ 4364700 h 6858000"/>
              <a:gd name="connsiteX4777" fmla="*/ 8304353 w 12192000"/>
              <a:gd name="connsiteY4777" fmla="*/ 4364700 h 6858000"/>
              <a:gd name="connsiteX4778" fmla="*/ 8297210 w 12192000"/>
              <a:gd name="connsiteY4778" fmla="*/ 4373705 h 6858000"/>
              <a:gd name="connsiteX4779" fmla="*/ 8287685 w 12192000"/>
              <a:gd name="connsiteY4779" fmla="*/ 4376756 h 6858000"/>
              <a:gd name="connsiteX4780" fmla="*/ 8277936 w 12192000"/>
              <a:gd name="connsiteY4780" fmla="*/ 4372142 h 6858000"/>
              <a:gd name="connsiteX4781" fmla="*/ 8274141 w 12192000"/>
              <a:gd name="connsiteY4781" fmla="*/ 4354282 h 6858000"/>
              <a:gd name="connsiteX4782" fmla="*/ 8274141 w 12192000"/>
              <a:gd name="connsiteY4782" fmla="*/ 4265879 h 6858000"/>
              <a:gd name="connsiteX4783" fmla="*/ 8305991 w 12192000"/>
              <a:gd name="connsiteY4783" fmla="*/ 4265879 h 6858000"/>
              <a:gd name="connsiteX4784" fmla="*/ 8305991 w 12192000"/>
              <a:gd name="connsiteY4784" fmla="*/ 4255461 h 6858000"/>
              <a:gd name="connsiteX4785" fmla="*/ 8274141 w 12192000"/>
              <a:gd name="connsiteY4785" fmla="*/ 4255461 h 6858000"/>
              <a:gd name="connsiteX4786" fmla="*/ 8274141 w 12192000"/>
              <a:gd name="connsiteY4786" fmla="*/ 4210663 h 6858000"/>
              <a:gd name="connsiteX4787" fmla="*/ 7440853 w 12192000"/>
              <a:gd name="connsiteY4787" fmla="*/ 4210663 h 6858000"/>
              <a:gd name="connsiteX4788" fmla="*/ 7431328 w 12192000"/>
              <a:gd name="connsiteY4788" fmla="*/ 4231350 h 6858000"/>
              <a:gd name="connsiteX4789" fmla="*/ 7416073 w 12192000"/>
              <a:gd name="connsiteY4789" fmla="*/ 4249880 h 6858000"/>
              <a:gd name="connsiteX4790" fmla="*/ 7399330 w 12192000"/>
              <a:gd name="connsiteY4790" fmla="*/ 4260967 h 6858000"/>
              <a:gd name="connsiteX4791" fmla="*/ 7399330 w 12192000"/>
              <a:gd name="connsiteY4791" fmla="*/ 4265879 h 6858000"/>
              <a:gd name="connsiteX4792" fmla="*/ 7420910 w 12192000"/>
              <a:gd name="connsiteY4792" fmla="*/ 4265879 h 6858000"/>
              <a:gd name="connsiteX4793" fmla="*/ 7420910 w 12192000"/>
              <a:gd name="connsiteY4793" fmla="*/ 4357557 h 6858000"/>
              <a:gd name="connsiteX4794" fmla="*/ 7424035 w 12192000"/>
              <a:gd name="connsiteY4794" fmla="*/ 4379360 h 6858000"/>
              <a:gd name="connsiteX4795" fmla="*/ 7433709 w 12192000"/>
              <a:gd name="connsiteY4795" fmla="*/ 4390224 h 6858000"/>
              <a:gd name="connsiteX4796" fmla="*/ 7447103 w 12192000"/>
              <a:gd name="connsiteY4796" fmla="*/ 4394020 h 6858000"/>
              <a:gd name="connsiteX4797" fmla="*/ 7466749 w 12192000"/>
              <a:gd name="connsiteY4797" fmla="*/ 4386653 h 6858000"/>
              <a:gd name="connsiteX4798" fmla="*/ 7481483 w 12192000"/>
              <a:gd name="connsiteY4798" fmla="*/ 4364700 h 6858000"/>
              <a:gd name="connsiteX4799" fmla="*/ 7475678 w 12192000"/>
              <a:gd name="connsiteY4799" fmla="*/ 4364700 h 6858000"/>
              <a:gd name="connsiteX4800" fmla="*/ 7468535 w 12192000"/>
              <a:gd name="connsiteY4800" fmla="*/ 4373705 h 6858000"/>
              <a:gd name="connsiteX4801" fmla="*/ 7459010 w 12192000"/>
              <a:gd name="connsiteY4801" fmla="*/ 4376756 h 6858000"/>
              <a:gd name="connsiteX4802" fmla="*/ 7449261 w 12192000"/>
              <a:gd name="connsiteY4802" fmla="*/ 4372142 h 6858000"/>
              <a:gd name="connsiteX4803" fmla="*/ 7445466 w 12192000"/>
              <a:gd name="connsiteY4803" fmla="*/ 4354282 h 6858000"/>
              <a:gd name="connsiteX4804" fmla="*/ 7445466 w 12192000"/>
              <a:gd name="connsiteY4804" fmla="*/ 4265879 h 6858000"/>
              <a:gd name="connsiteX4805" fmla="*/ 7477316 w 12192000"/>
              <a:gd name="connsiteY4805" fmla="*/ 4265879 h 6858000"/>
              <a:gd name="connsiteX4806" fmla="*/ 7477316 w 12192000"/>
              <a:gd name="connsiteY4806" fmla="*/ 4255461 h 6858000"/>
              <a:gd name="connsiteX4807" fmla="*/ 7445466 w 12192000"/>
              <a:gd name="connsiteY4807" fmla="*/ 4255461 h 6858000"/>
              <a:gd name="connsiteX4808" fmla="*/ 7445466 w 12192000"/>
              <a:gd name="connsiteY4808" fmla="*/ 4210663 h 6858000"/>
              <a:gd name="connsiteX4809" fmla="*/ 4088054 w 12192000"/>
              <a:gd name="connsiteY4809" fmla="*/ 4210663 h 6858000"/>
              <a:gd name="connsiteX4810" fmla="*/ 4078530 w 12192000"/>
              <a:gd name="connsiteY4810" fmla="*/ 4231350 h 6858000"/>
              <a:gd name="connsiteX4811" fmla="*/ 4063274 w 12192000"/>
              <a:gd name="connsiteY4811" fmla="*/ 4249880 h 6858000"/>
              <a:gd name="connsiteX4812" fmla="*/ 4046532 w 12192000"/>
              <a:gd name="connsiteY4812" fmla="*/ 4260967 h 6858000"/>
              <a:gd name="connsiteX4813" fmla="*/ 4046532 w 12192000"/>
              <a:gd name="connsiteY4813" fmla="*/ 4265879 h 6858000"/>
              <a:gd name="connsiteX4814" fmla="*/ 4068111 w 12192000"/>
              <a:gd name="connsiteY4814" fmla="*/ 4265879 h 6858000"/>
              <a:gd name="connsiteX4815" fmla="*/ 4068111 w 12192000"/>
              <a:gd name="connsiteY4815" fmla="*/ 4357557 h 6858000"/>
              <a:gd name="connsiteX4816" fmla="*/ 4071236 w 12192000"/>
              <a:gd name="connsiteY4816" fmla="*/ 4379360 h 6858000"/>
              <a:gd name="connsiteX4817" fmla="*/ 4080911 w 12192000"/>
              <a:gd name="connsiteY4817" fmla="*/ 4390224 h 6858000"/>
              <a:gd name="connsiteX4818" fmla="*/ 4094305 w 12192000"/>
              <a:gd name="connsiteY4818" fmla="*/ 4394020 h 6858000"/>
              <a:gd name="connsiteX4819" fmla="*/ 4113951 w 12192000"/>
              <a:gd name="connsiteY4819" fmla="*/ 4386653 h 6858000"/>
              <a:gd name="connsiteX4820" fmla="*/ 4128685 w 12192000"/>
              <a:gd name="connsiteY4820" fmla="*/ 4364700 h 6858000"/>
              <a:gd name="connsiteX4821" fmla="*/ 4122880 w 12192000"/>
              <a:gd name="connsiteY4821" fmla="*/ 4364700 h 6858000"/>
              <a:gd name="connsiteX4822" fmla="*/ 4115736 w 12192000"/>
              <a:gd name="connsiteY4822" fmla="*/ 4373705 h 6858000"/>
              <a:gd name="connsiteX4823" fmla="*/ 4106212 w 12192000"/>
              <a:gd name="connsiteY4823" fmla="*/ 4376756 h 6858000"/>
              <a:gd name="connsiteX4824" fmla="*/ 4096463 w 12192000"/>
              <a:gd name="connsiteY4824" fmla="*/ 4372142 h 6858000"/>
              <a:gd name="connsiteX4825" fmla="*/ 4092668 w 12192000"/>
              <a:gd name="connsiteY4825" fmla="*/ 4354282 h 6858000"/>
              <a:gd name="connsiteX4826" fmla="*/ 4092668 w 12192000"/>
              <a:gd name="connsiteY4826" fmla="*/ 4265879 h 6858000"/>
              <a:gd name="connsiteX4827" fmla="*/ 4124518 w 12192000"/>
              <a:gd name="connsiteY4827" fmla="*/ 4265879 h 6858000"/>
              <a:gd name="connsiteX4828" fmla="*/ 4124518 w 12192000"/>
              <a:gd name="connsiteY4828" fmla="*/ 4255461 h 6858000"/>
              <a:gd name="connsiteX4829" fmla="*/ 4092668 w 12192000"/>
              <a:gd name="connsiteY4829" fmla="*/ 4255461 h 6858000"/>
              <a:gd name="connsiteX4830" fmla="*/ 4092668 w 12192000"/>
              <a:gd name="connsiteY4830" fmla="*/ 4210663 h 6858000"/>
              <a:gd name="connsiteX4831" fmla="*/ 3126029 w 12192000"/>
              <a:gd name="connsiteY4831" fmla="*/ 4210663 h 6858000"/>
              <a:gd name="connsiteX4832" fmla="*/ 3116504 w 12192000"/>
              <a:gd name="connsiteY4832" fmla="*/ 4231350 h 6858000"/>
              <a:gd name="connsiteX4833" fmla="*/ 3101250 w 12192000"/>
              <a:gd name="connsiteY4833" fmla="*/ 4249880 h 6858000"/>
              <a:gd name="connsiteX4834" fmla="*/ 3084506 w 12192000"/>
              <a:gd name="connsiteY4834" fmla="*/ 4260967 h 6858000"/>
              <a:gd name="connsiteX4835" fmla="*/ 3084506 w 12192000"/>
              <a:gd name="connsiteY4835" fmla="*/ 4265879 h 6858000"/>
              <a:gd name="connsiteX4836" fmla="*/ 3106086 w 12192000"/>
              <a:gd name="connsiteY4836" fmla="*/ 4265879 h 6858000"/>
              <a:gd name="connsiteX4837" fmla="*/ 3106086 w 12192000"/>
              <a:gd name="connsiteY4837" fmla="*/ 4357557 h 6858000"/>
              <a:gd name="connsiteX4838" fmla="*/ 3109212 w 12192000"/>
              <a:gd name="connsiteY4838" fmla="*/ 4379360 h 6858000"/>
              <a:gd name="connsiteX4839" fmla="*/ 3118885 w 12192000"/>
              <a:gd name="connsiteY4839" fmla="*/ 4390224 h 6858000"/>
              <a:gd name="connsiteX4840" fmla="*/ 3132280 w 12192000"/>
              <a:gd name="connsiteY4840" fmla="*/ 4394020 h 6858000"/>
              <a:gd name="connsiteX4841" fmla="*/ 3151925 w 12192000"/>
              <a:gd name="connsiteY4841" fmla="*/ 4386653 h 6858000"/>
              <a:gd name="connsiteX4842" fmla="*/ 3166659 w 12192000"/>
              <a:gd name="connsiteY4842" fmla="*/ 4364700 h 6858000"/>
              <a:gd name="connsiteX4843" fmla="*/ 3160855 w 12192000"/>
              <a:gd name="connsiteY4843" fmla="*/ 4364700 h 6858000"/>
              <a:gd name="connsiteX4844" fmla="*/ 3153711 w 12192000"/>
              <a:gd name="connsiteY4844" fmla="*/ 4373705 h 6858000"/>
              <a:gd name="connsiteX4845" fmla="*/ 3144186 w 12192000"/>
              <a:gd name="connsiteY4845" fmla="*/ 4376756 h 6858000"/>
              <a:gd name="connsiteX4846" fmla="*/ 3134438 w 12192000"/>
              <a:gd name="connsiteY4846" fmla="*/ 4372142 h 6858000"/>
              <a:gd name="connsiteX4847" fmla="*/ 3130643 w 12192000"/>
              <a:gd name="connsiteY4847" fmla="*/ 4354282 h 6858000"/>
              <a:gd name="connsiteX4848" fmla="*/ 3130643 w 12192000"/>
              <a:gd name="connsiteY4848" fmla="*/ 4265879 h 6858000"/>
              <a:gd name="connsiteX4849" fmla="*/ 3162492 w 12192000"/>
              <a:gd name="connsiteY4849" fmla="*/ 4265879 h 6858000"/>
              <a:gd name="connsiteX4850" fmla="*/ 3162492 w 12192000"/>
              <a:gd name="connsiteY4850" fmla="*/ 4255461 h 6858000"/>
              <a:gd name="connsiteX4851" fmla="*/ 3130643 w 12192000"/>
              <a:gd name="connsiteY4851" fmla="*/ 4255461 h 6858000"/>
              <a:gd name="connsiteX4852" fmla="*/ 3130643 w 12192000"/>
              <a:gd name="connsiteY4852" fmla="*/ 4210663 h 6858000"/>
              <a:gd name="connsiteX4853" fmla="*/ 864288 w 12192000"/>
              <a:gd name="connsiteY4853" fmla="*/ 4189976 h 6858000"/>
              <a:gd name="connsiteX4854" fmla="*/ 861907 w 12192000"/>
              <a:gd name="connsiteY4854" fmla="*/ 4237304 h 6858000"/>
              <a:gd name="connsiteX4855" fmla="*/ 867562 w 12192000"/>
              <a:gd name="connsiteY4855" fmla="*/ 4237304 h 6858000"/>
              <a:gd name="connsiteX4856" fmla="*/ 874111 w 12192000"/>
              <a:gd name="connsiteY4856" fmla="*/ 4215575 h 6858000"/>
              <a:gd name="connsiteX4857" fmla="*/ 887356 w 12192000"/>
              <a:gd name="connsiteY4857" fmla="*/ 4204710 h 6858000"/>
              <a:gd name="connsiteX4858" fmla="*/ 907448 w 12192000"/>
              <a:gd name="connsiteY4858" fmla="*/ 4202627 h 6858000"/>
              <a:gd name="connsiteX4859" fmla="*/ 931707 w 12192000"/>
              <a:gd name="connsiteY4859" fmla="*/ 4202627 h 6858000"/>
              <a:gd name="connsiteX4860" fmla="*/ 931707 w 12192000"/>
              <a:gd name="connsiteY4860" fmla="*/ 4356813 h 6858000"/>
              <a:gd name="connsiteX4861" fmla="*/ 928433 w 12192000"/>
              <a:gd name="connsiteY4861" fmla="*/ 4378541 h 6858000"/>
              <a:gd name="connsiteX4862" fmla="*/ 910276 w 12192000"/>
              <a:gd name="connsiteY4862" fmla="*/ 4386281 h 6858000"/>
              <a:gd name="connsiteX4863" fmla="*/ 903132 w 12192000"/>
              <a:gd name="connsiteY4863" fmla="*/ 4386281 h 6858000"/>
              <a:gd name="connsiteX4864" fmla="*/ 903132 w 12192000"/>
              <a:gd name="connsiteY4864" fmla="*/ 4391787 h 6858000"/>
              <a:gd name="connsiteX4865" fmla="*/ 988708 w 12192000"/>
              <a:gd name="connsiteY4865" fmla="*/ 4391787 h 6858000"/>
              <a:gd name="connsiteX4866" fmla="*/ 988708 w 12192000"/>
              <a:gd name="connsiteY4866" fmla="*/ 4386281 h 6858000"/>
              <a:gd name="connsiteX4867" fmla="*/ 981713 w 12192000"/>
              <a:gd name="connsiteY4867" fmla="*/ 4386281 h 6858000"/>
              <a:gd name="connsiteX4868" fmla="*/ 964300 w 12192000"/>
              <a:gd name="connsiteY4868" fmla="*/ 4380030 h 6858000"/>
              <a:gd name="connsiteX4869" fmla="*/ 960282 w 12192000"/>
              <a:gd name="connsiteY4869" fmla="*/ 4356813 h 6858000"/>
              <a:gd name="connsiteX4870" fmla="*/ 960282 w 12192000"/>
              <a:gd name="connsiteY4870" fmla="*/ 4202627 h 6858000"/>
              <a:gd name="connsiteX4871" fmla="*/ 988708 w 12192000"/>
              <a:gd name="connsiteY4871" fmla="*/ 4202627 h 6858000"/>
              <a:gd name="connsiteX4872" fmla="*/ 1008874 w 12192000"/>
              <a:gd name="connsiteY4872" fmla="*/ 4206719 h 6858000"/>
              <a:gd name="connsiteX4873" fmla="*/ 1021153 w 12192000"/>
              <a:gd name="connsiteY4873" fmla="*/ 4219444 h 6858000"/>
              <a:gd name="connsiteX4874" fmla="*/ 1025617 w 12192000"/>
              <a:gd name="connsiteY4874" fmla="*/ 4237304 h 6858000"/>
              <a:gd name="connsiteX4875" fmla="*/ 1031273 w 12192000"/>
              <a:gd name="connsiteY4875" fmla="*/ 4237304 h 6858000"/>
              <a:gd name="connsiteX4876" fmla="*/ 1029041 w 12192000"/>
              <a:gd name="connsiteY4876" fmla="*/ 4189976 h 6858000"/>
              <a:gd name="connsiteX4877" fmla="*/ 9858416 w 12192000"/>
              <a:gd name="connsiteY4877" fmla="*/ 4180154 h 6858000"/>
              <a:gd name="connsiteX4878" fmla="*/ 9817638 w 12192000"/>
              <a:gd name="connsiteY4878" fmla="*/ 4196822 h 6858000"/>
              <a:gd name="connsiteX4879" fmla="*/ 9819721 w 12192000"/>
              <a:gd name="connsiteY4879" fmla="*/ 4202031 h 6858000"/>
              <a:gd name="connsiteX4880" fmla="*/ 9829841 w 12192000"/>
              <a:gd name="connsiteY4880" fmla="*/ 4199650 h 6858000"/>
              <a:gd name="connsiteX4881" fmla="*/ 9836018 w 12192000"/>
              <a:gd name="connsiteY4881" fmla="*/ 4201585 h 6858000"/>
              <a:gd name="connsiteX4882" fmla="*/ 9839441 w 12192000"/>
              <a:gd name="connsiteY4882" fmla="*/ 4208877 h 6858000"/>
              <a:gd name="connsiteX4883" fmla="*/ 9840557 w 12192000"/>
              <a:gd name="connsiteY4883" fmla="*/ 4237601 h 6858000"/>
              <a:gd name="connsiteX4884" fmla="*/ 9840557 w 12192000"/>
              <a:gd name="connsiteY4884" fmla="*/ 4360980 h 6858000"/>
              <a:gd name="connsiteX4885" fmla="*/ 9838771 w 12192000"/>
              <a:gd name="connsiteY4885" fmla="*/ 4377946 h 6858000"/>
              <a:gd name="connsiteX4886" fmla="*/ 9834009 w 12192000"/>
              <a:gd name="connsiteY4886" fmla="*/ 4383602 h 6858000"/>
              <a:gd name="connsiteX4887" fmla="*/ 9819721 w 12192000"/>
              <a:gd name="connsiteY4887" fmla="*/ 4386429 h 6858000"/>
              <a:gd name="connsiteX4888" fmla="*/ 9819721 w 12192000"/>
              <a:gd name="connsiteY4888" fmla="*/ 4391787 h 6858000"/>
              <a:gd name="connsiteX4889" fmla="*/ 9887289 w 12192000"/>
              <a:gd name="connsiteY4889" fmla="*/ 4391787 h 6858000"/>
              <a:gd name="connsiteX4890" fmla="*/ 9887289 w 12192000"/>
              <a:gd name="connsiteY4890" fmla="*/ 4386429 h 6858000"/>
              <a:gd name="connsiteX4891" fmla="*/ 9872630 w 12192000"/>
              <a:gd name="connsiteY4891" fmla="*/ 4384123 h 6858000"/>
              <a:gd name="connsiteX4892" fmla="*/ 9866825 w 12192000"/>
              <a:gd name="connsiteY4892" fmla="*/ 4378393 h 6858000"/>
              <a:gd name="connsiteX4893" fmla="*/ 9865263 w 12192000"/>
              <a:gd name="connsiteY4893" fmla="*/ 4360980 h 6858000"/>
              <a:gd name="connsiteX4894" fmla="*/ 9865263 w 12192000"/>
              <a:gd name="connsiteY4894" fmla="*/ 4288947 h 6858000"/>
              <a:gd name="connsiteX4895" fmla="*/ 9884164 w 12192000"/>
              <a:gd name="connsiteY4895" fmla="*/ 4273320 h 6858000"/>
              <a:gd name="connsiteX4896" fmla="*/ 9899344 w 12192000"/>
              <a:gd name="connsiteY4896" fmla="*/ 4269450 h 6858000"/>
              <a:gd name="connsiteX4897" fmla="*/ 9911548 w 12192000"/>
              <a:gd name="connsiteY4897" fmla="*/ 4272948 h 6858000"/>
              <a:gd name="connsiteX4898" fmla="*/ 9918915 w 12192000"/>
              <a:gd name="connsiteY4898" fmla="*/ 4283440 h 6858000"/>
              <a:gd name="connsiteX4899" fmla="*/ 9921222 w 12192000"/>
              <a:gd name="connsiteY4899" fmla="*/ 4312759 h 6858000"/>
              <a:gd name="connsiteX4900" fmla="*/ 9921222 w 12192000"/>
              <a:gd name="connsiteY4900" fmla="*/ 4360980 h 6858000"/>
              <a:gd name="connsiteX4901" fmla="*/ 9920775 w 12192000"/>
              <a:gd name="connsiteY4901" fmla="*/ 4374970 h 6858000"/>
              <a:gd name="connsiteX4902" fmla="*/ 9915566 w 12192000"/>
              <a:gd name="connsiteY4902" fmla="*/ 4383527 h 6858000"/>
              <a:gd name="connsiteX4903" fmla="*/ 9902321 w 12192000"/>
              <a:gd name="connsiteY4903" fmla="*/ 4386429 h 6858000"/>
              <a:gd name="connsiteX4904" fmla="*/ 9899195 w 12192000"/>
              <a:gd name="connsiteY4904" fmla="*/ 4386429 h 6858000"/>
              <a:gd name="connsiteX4905" fmla="*/ 9899195 w 12192000"/>
              <a:gd name="connsiteY4905" fmla="*/ 4391787 h 6858000"/>
              <a:gd name="connsiteX4906" fmla="*/ 9966168 w 12192000"/>
              <a:gd name="connsiteY4906" fmla="*/ 4391787 h 6858000"/>
              <a:gd name="connsiteX4907" fmla="*/ 9966168 w 12192000"/>
              <a:gd name="connsiteY4907" fmla="*/ 4386429 h 6858000"/>
              <a:gd name="connsiteX4908" fmla="*/ 9953071 w 12192000"/>
              <a:gd name="connsiteY4908" fmla="*/ 4384346 h 6858000"/>
              <a:gd name="connsiteX4909" fmla="*/ 9948011 w 12192000"/>
              <a:gd name="connsiteY4909" fmla="*/ 4378690 h 6858000"/>
              <a:gd name="connsiteX4910" fmla="*/ 9945927 w 12192000"/>
              <a:gd name="connsiteY4910" fmla="*/ 4360980 h 6858000"/>
              <a:gd name="connsiteX4911" fmla="*/ 9945927 w 12192000"/>
              <a:gd name="connsiteY4911" fmla="*/ 4312759 h 6858000"/>
              <a:gd name="connsiteX4912" fmla="*/ 9943100 w 12192000"/>
              <a:gd name="connsiteY4912" fmla="*/ 4277934 h 6858000"/>
              <a:gd name="connsiteX4913" fmla="*/ 9930747 w 12192000"/>
              <a:gd name="connsiteY4913" fmla="*/ 4257842 h 6858000"/>
              <a:gd name="connsiteX4914" fmla="*/ 9910804 w 12192000"/>
              <a:gd name="connsiteY4914" fmla="*/ 4251442 h 6858000"/>
              <a:gd name="connsiteX4915" fmla="*/ 9891456 w 12192000"/>
              <a:gd name="connsiteY4915" fmla="*/ 4256577 h 6858000"/>
              <a:gd name="connsiteX4916" fmla="*/ 9865263 w 12192000"/>
              <a:gd name="connsiteY4916" fmla="*/ 4279868 h 6858000"/>
              <a:gd name="connsiteX4917" fmla="*/ 9865263 w 12192000"/>
              <a:gd name="connsiteY4917" fmla="*/ 4180154 h 6858000"/>
              <a:gd name="connsiteX4918" fmla="*/ 9310729 w 12192000"/>
              <a:gd name="connsiteY4918" fmla="*/ 4180154 h 6858000"/>
              <a:gd name="connsiteX4919" fmla="*/ 9270099 w 12192000"/>
              <a:gd name="connsiteY4919" fmla="*/ 4196822 h 6858000"/>
              <a:gd name="connsiteX4920" fmla="*/ 9272034 w 12192000"/>
              <a:gd name="connsiteY4920" fmla="*/ 4202031 h 6858000"/>
              <a:gd name="connsiteX4921" fmla="*/ 9282303 w 12192000"/>
              <a:gd name="connsiteY4921" fmla="*/ 4199650 h 6858000"/>
              <a:gd name="connsiteX4922" fmla="*/ 9288256 w 12192000"/>
              <a:gd name="connsiteY4922" fmla="*/ 4201585 h 6858000"/>
              <a:gd name="connsiteX4923" fmla="*/ 9291753 w 12192000"/>
              <a:gd name="connsiteY4923" fmla="*/ 4208877 h 6858000"/>
              <a:gd name="connsiteX4924" fmla="*/ 9292870 w 12192000"/>
              <a:gd name="connsiteY4924" fmla="*/ 4237601 h 6858000"/>
              <a:gd name="connsiteX4925" fmla="*/ 9292870 w 12192000"/>
              <a:gd name="connsiteY4925" fmla="*/ 4262753 h 6858000"/>
              <a:gd name="connsiteX4926" fmla="*/ 9263104 w 12192000"/>
              <a:gd name="connsiteY4926" fmla="*/ 4251293 h 6858000"/>
              <a:gd name="connsiteX4927" fmla="*/ 9215628 w 12192000"/>
              <a:gd name="connsiteY4927" fmla="*/ 4275627 h 6858000"/>
              <a:gd name="connsiteX4928" fmla="*/ 9197173 w 12192000"/>
              <a:gd name="connsiteY4928" fmla="*/ 4329279 h 6858000"/>
              <a:gd name="connsiteX4929" fmla="*/ 9213842 w 12192000"/>
              <a:gd name="connsiteY4929" fmla="*/ 4377276 h 6858000"/>
              <a:gd name="connsiteX4930" fmla="*/ 9252835 w 12192000"/>
              <a:gd name="connsiteY4930" fmla="*/ 4395954 h 6858000"/>
              <a:gd name="connsiteX4931" fmla="*/ 9273373 w 12192000"/>
              <a:gd name="connsiteY4931" fmla="*/ 4391415 h 6858000"/>
              <a:gd name="connsiteX4932" fmla="*/ 9292870 w 12192000"/>
              <a:gd name="connsiteY4932" fmla="*/ 4376458 h 6858000"/>
              <a:gd name="connsiteX4933" fmla="*/ 9292870 w 12192000"/>
              <a:gd name="connsiteY4933" fmla="*/ 4395954 h 6858000"/>
              <a:gd name="connsiteX4934" fmla="*/ 9299716 w 12192000"/>
              <a:gd name="connsiteY4934" fmla="*/ 4395954 h 6858000"/>
              <a:gd name="connsiteX4935" fmla="*/ 9340197 w 12192000"/>
              <a:gd name="connsiteY4935" fmla="*/ 4379137 h 6858000"/>
              <a:gd name="connsiteX4936" fmla="*/ 9338560 w 12192000"/>
              <a:gd name="connsiteY4936" fmla="*/ 4373928 h 6858000"/>
              <a:gd name="connsiteX4937" fmla="*/ 9327844 w 12192000"/>
              <a:gd name="connsiteY4937" fmla="*/ 4376458 h 6858000"/>
              <a:gd name="connsiteX4938" fmla="*/ 9322114 w 12192000"/>
              <a:gd name="connsiteY4938" fmla="*/ 4374374 h 6858000"/>
              <a:gd name="connsiteX4939" fmla="*/ 9318542 w 12192000"/>
              <a:gd name="connsiteY4939" fmla="*/ 4367007 h 6858000"/>
              <a:gd name="connsiteX4940" fmla="*/ 9317426 w 12192000"/>
              <a:gd name="connsiteY4940" fmla="*/ 4337763 h 6858000"/>
              <a:gd name="connsiteX4941" fmla="*/ 9317426 w 12192000"/>
              <a:gd name="connsiteY4941" fmla="*/ 4180154 h 6858000"/>
              <a:gd name="connsiteX4942" fmla="*/ 8798612 w 12192000"/>
              <a:gd name="connsiteY4942" fmla="*/ 4180154 h 6858000"/>
              <a:gd name="connsiteX4943" fmla="*/ 8757982 w 12192000"/>
              <a:gd name="connsiteY4943" fmla="*/ 4196822 h 6858000"/>
              <a:gd name="connsiteX4944" fmla="*/ 8760512 w 12192000"/>
              <a:gd name="connsiteY4944" fmla="*/ 4202031 h 6858000"/>
              <a:gd name="connsiteX4945" fmla="*/ 8770334 w 12192000"/>
              <a:gd name="connsiteY4945" fmla="*/ 4199650 h 6858000"/>
              <a:gd name="connsiteX4946" fmla="*/ 8776212 w 12192000"/>
              <a:gd name="connsiteY4946" fmla="*/ 4201585 h 6858000"/>
              <a:gd name="connsiteX4947" fmla="*/ 8779562 w 12192000"/>
              <a:gd name="connsiteY4947" fmla="*/ 4208803 h 6858000"/>
              <a:gd name="connsiteX4948" fmla="*/ 8780603 w 12192000"/>
              <a:gd name="connsiteY4948" fmla="*/ 4237155 h 6858000"/>
              <a:gd name="connsiteX4949" fmla="*/ 8780603 w 12192000"/>
              <a:gd name="connsiteY4949" fmla="*/ 4360980 h 6858000"/>
              <a:gd name="connsiteX4950" fmla="*/ 8778668 w 12192000"/>
              <a:gd name="connsiteY4950" fmla="*/ 4378095 h 6858000"/>
              <a:gd name="connsiteX4951" fmla="*/ 8773310 w 12192000"/>
              <a:gd name="connsiteY4951" fmla="*/ 4384495 h 6858000"/>
              <a:gd name="connsiteX4952" fmla="*/ 8760512 w 12192000"/>
              <a:gd name="connsiteY4952" fmla="*/ 4386429 h 6858000"/>
              <a:gd name="connsiteX4953" fmla="*/ 8760512 w 12192000"/>
              <a:gd name="connsiteY4953" fmla="*/ 4391787 h 6858000"/>
              <a:gd name="connsiteX4954" fmla="*/ 8827335 w 12192000"/>
              <a:gd name="connsiteY4954" fmla="*/ 4391787 h 6858000"/>
              <a:gd name="connsiteX4955" fmla="*/ 8827335 w 12192000"/>
              <a:gd name="connsiteY4955" fmla="*/ 4386429 h 6858000"/>
              <a:gd name="connsiteX4956" fmla="*/ 8812899 w 12192000"/>
              <a:gd name="connsiteY4956" fmla="*/ 4384271 h 6858000"/>
              <a:gd name="connsiteX4957" fmla="*/ 8807169 w 12192000"/>
              <a:gd name="connsiteY4957" fmla="*/ 4377946 h 6858000"/>
              <a:gd name="connsiteX4958" fmla="*/ 8805308 w 12192000"/>
              <a:gd name="connsiteY4958" fmla="*/ 4360980 h 6858000"/>
              <a:gd name="connsiteX4959" fmla="*/ 8805308 w 12192000"/>
              <a:gd name="connsiteY4959" fmla="*/ 4180154 h 6858000"/>
              <a:gd name="connsiteX4960" fmla="*/ 8040630 w 12192000"/>
              <a:gd name="connsiteY4960" fmla="*/ 4180154 h 6858000"/>
              <a:gd name="connsiteX4961" fmla="*/ 8029840 w 12192000"/>
              <a:gd name="connsiteY4961" fmla="*/ 4184544 h 6858000"/>
              <a:gd name="connsiteX4962" fmla="*/ 8025450 w 12192000"/>
              <a:gd name="connsiteY4962" fmla="*/ 4195185 h 6858000"/>
              <a:gd name="connsiteX4963" fmla="*/ 8029914 w 12192000"/>
              <a:gd name="connsiteY4963" fmla="*/ 4205901 h 6858000"/>
              <a:gd name="connsiteX4964" fmla="*/ 8040630 w 12192000"/>
              <a:gd name="connsiteY4964" fmla="*/ 4210366 h 6858000"/>
              <a:gd name="connsiteX4965" fmla="*/ 8051271 w 12192000"/>
              <a:gd name="connsiteY4965" fmla="*/ 4205901 h 6858000"/>
              <a:gd name="connsiteX4966" fmla="*/ 8055662 w 12192000"/>
              <a:gd name="connsiteY4966" fmla="*/ 4195185 h 6858000"/>
              <a:gd name="connsiteX4967" fmla="*/ 8051271 w 12192000"/>
              <a:gd name="connsiteY4967" fmla="*/ 4184544 h 6858000"/>
              <a:gd name="connsiteX4968" fmla="*/ 8040630 w 12192000"/>
              <a:gd name="connsiteY4968" fmla="*/ 4180154 h 6858000"/>
              <a:gd name="connsiteX4969" fmla="*/ 7234279 w 12192000"/>
              <a:gd name="connsiteY4969" fmla="*/ 4180154 h 6858000"/>
              <a:gd name="connsiteX4970" fmla="*/ 7193649 w 12192000"/>
              <a:gd name="connsiteY4970" fmla="*/ 4196822 h 6858000"/>
              <a:gd name="connsiteX4971" fmla="*/ 7195584 w 12192000"/>
              <a:gd name="connsiteY4971" fmla="*/ 4202031 h 6858000"/>
              <a:gd name="connsiteX4972" fmla="*/ 7205853 w 12192000"/>
              <a:gd name="connsiteY4972" fmla="*/ 4199650 h 6858000"/>
              <a:gd name="connsiteX4973" fmla="*/ 7211806 w 12192000"/>
              <a:gd name="connsiteY4973" fmla="*/ 4201585 h 6858000"/>
              <a:gd name="connsiteX4974" fmla="*/ 7215304 w 12192000"/>
              <a:gd name="connsiteY4974" fmla="*/ 4208877 h 6858000"/>
              <a:gd name="connsiteX4975" fmla="*/ 7216420 w 12192000"/>
              <a:gd name="connsiteY4975" fmla="*/ 4237601 h 6858000"/>
              <a:gd name="connsiteX4976" fmla="*/ 7216420 w 12192000"/>
              <a:gd name="connsiteY4976" fmla="*/ 4262753 h 6858000"/>
              <a:gd name="connsiteX4977" fmla="*/ 7186654 w 12192000"/>
              <a:gd name="connsiteY4977" fmla="*/ 4251293 h 6858000"/>
              <a:gd name="connsiteX4978" fmla="*/ 7139178 w 12192000"/>
              <a:gd name="connsiteY4978" fmla="*/ 4275627 h 6858000"/>
              <a:gd name="connsiteX4979" fmla="*/ 7120723 w 12192000"/>
              <a:gd name="connsiteY4979" fmla="*/ 4329279 h 6858000"/>
              <a:gd name="connsiteX4980" fmla="*/ 7137392 w 12192000"/>
              <a:gd name="connsiteY4980" fmla="*/ 4377276 h 6858000"/>
              <a:gd name="connsiteX4981" fmla="*/ 7176385 w 12192000"/>
              <a:gd name="connsiteY4981" fmla="*/ 4395954 h 6858000"/>
              <a:gd name="connsiteX4982" fmla="*/ 7196923 w 12192000"/>
              <a:gd name="connsiteY4982" fmla="*/ 4391415 h 6858000"/>
              <a:gd name="connsiteX4983" fmla="*/ 7216420 w 12192000"/>
              <a:gd name="connsiteY4983" fmla="*/ 4376458 h 6858000"/>
              <a:gd name="connsiteX4984" fmla="*/ 7216420 w 12192000"/>
              <a:gd name="connsiteY4984" fmla="*/ 4395954 h 6858000"/>
              <a:gd name="connsiteX4985" fmla="*/ 7223266 w 12192000"/>
              <a:gd name="connsiteY4985" fmla="*/ 4395954 h 6858000"/>
              <a:gd name="connsiteX4986" fmla="*/ 7263747 w 12192000"/>
              <a:gd name="connsiteY4986" fmla="*/ 4379137 h 6858000"/>
              <a:gd name="connsiteX4987" fmla="*/ 7262110 w 12192000"/>
              <a:gd name="connsiteY4987" fmla="*/ 4373928 h 6858000"/>
              <a:gd name="connsiteX4988" fmla="*/ 7251394 w 12192000"/>
              <a:gd name="connsiteY4988" fmla="*/ 4376458 h 6858000"/>
              <a:gd name="connsiteX4989" fmla="*/ 7245665 w 12192000"/>
              <a:gd name="connsiteY4989" fmla="*/ 4374374 h 6858000"/>
              <a:gd name="connsiteX4990" fmla="*/ 7242093 w 12192000"/>
              <a:gd name="connsiteY4990" fmla="*/ 4367007 h 6858000"/>
              <a:gd name="connsiteX4991" fmla="*/ 7240976 w 12192000"/>
              <a:gd name="connsiteY4991" fmla="*/ 4337763 h 6858000"/>
              <a:gd name="connsiteX4992" fmla="*/ 7240976 w 12192000"/>
              <a:gd name="connsiteY4992" fmla="*/ 4180154 h 6858000"/>
              <a:gd name="connsiteX4993" fmla="*/ 6862804 w 12192000"/>
              <a:gd name="connsiteY4993" fmla="*/ 4180154 h 6858000"/>
              <a:gd name="connsiteX4994" fmla="*/ 6822174 w 12192000"/>
              <a:gd name="connsiteY4994" fmla="*/ 4196822 h 6858000"/>
              <a:gd name="connsiteX4995" fmla="*/ 6824109 w 12192000"/>
              <a:gd name="connsiteY4995" fmla="*/ 4202031 h 6858000"/>
              <a:gd name="connsiteX4996" fmla="*/ 6834378 w 12192000"/>
              <a:gd name="connsiteY4996" fmla="*/ 4199650 h 6858000"/>
              <a:gd name="connsiteX4997" fmla="*/ 6840331 w 12192000"/>
              <a:gd name="connsiteY4997" fmla="*/ 4201585 h 6858000"/>
              <a:gd name="connsiteX4998" fmla="*/ 6843829 w 12192000"/>
              <a:gd name="connsiteY4998" fmla="*/ 4208877 h 6858000"/>
              <a:gd name="connsiteX4999" fmla="*/ 6844945 w 12192000"/>
              <a:gd name="connsiteY4999" fmla="*/ 4237601 h 6858000"/>
              <a:gd name="connsiteX5000" fmla="*/ 6844945 w 12192000"/>
              <a:gd name="connsiteY5000" fmla="*/ 4262753 h 6858000"/>
              <a:gd name="connsiteX5001" fmla="*/ 6815179 w 12192000"/>
              <a:gd name="connsiteY5001" fmla="*/ 4251293 h 6858000"/>
              <a:gd name="connsiteX5002" fmla="*/ 6767703 w 12192000"/>
              <a:gd name="connsiteY5002" fmla="*/ 4275627 h 6858000"/>
              <a:gd name="connsiteX5003" fmla="*/ 6749248 w 12192000"/>
              <a:gd name="connsiteY5003" fmla="*/ 4329279 h 6858000"/>
              <a:gd name="connsiteX5004" fmla="*/ 6765917 w 12192000"/>
              <a:gd name="connsiteY5004" fmla="*/ 4377276 h 6858000"/>
              <a:gd name="connsiteX5005" fmla="*/ 6804910 w 12192000"/>
              <a:gd name="connsiteY5005" fmla="*/ 4395954 h 6858000"/>
              <a:gd name="connsiteX5006" fmla="*/ 6825448 w 12192000"/>
              <a:gd name="connsiteY5006" fmla="*/ 4391415 h 6858000"/>
              <a:gd name="connsiteX5007" fmla="*/ 6844945 w 12192000"/>
              <a:gd name="connsiteY5007" fmla="*/ 4376458 h 6858000"/>
              <a:gd name="connsiteX5008" fmla="*/ 6844945 w 12192000"/>
              <a:gd name="connsiteY5008" fmla="*/ 4395954 h 6858000"/>
              <a:gd name="connsiteX5009" fmla="*/ 6851791 w 12192000"/>
              <a:gd name="connsiteY5009" fmla="*/ 4395954 h 6858000"/>
              <a:gd name="connsiteX5010" fmla="*/ 6892272 w 12192000"/>
              <a:gd name="connsiteY5010" fmla="*/ 4379137 h 6858000"/>
              <a:gd name="connsiteX5011" fmla="*/ 6890635 w 12192000"/>
              <a:gd name="connsiteY5011" fmla="*/ 4373928 h 6858000"/>
              <a:gd name="connsiteX5012" fmla="*/ 6879919 w 12192000"/>
              <a:gd name="connsiteY5012" fmla="*/ 4376458 h 6858000"/>
              <a:gd name="connsiteX5013" fmla="*/ 6874190 w 12192000"/>
              <a:gd name="connsiteY5013" fmla="*/ 4374374 h 6858000"/>
              <a:gd name="connsiteX5014" fmla="*/ 6870618 w 12192000"/>
              <a:gd name="connsiteY5014" fmla="*/ 4367007 h 6858000"/>
              <a:gd name="connsiteX5015" fmla="*/ 6869501 w 12192000"/>
              <a:gd name="connsiteY5015" fmla="*/ 4337763 h 6858000"/>
              <a:gd name="connsiteX5016" fmla="*/ 6869501 w 12192000"/>
              <a:gd name="connsiteY5016" fmla="*/ 4180154 h 6858000"/>
              <a:gd name="connsiteX5017" fmla="*/ 6697605 w 12192000"/>
              <a:gd name="connsiteY5017" fmla="*/ 4180154 h 6858000"/>
              <a:gd name="connsiteX5018" fmla="*/ 6686815 w 12192000"/>
              <a:gd name="connsiteY5018" fmla="*/ 4184544 h 6858000"/>
              <a:gd name="connsiteX5019" fmla="*/ 6682425 w 12192000"/>
              <a:gd name="connsiteY5019" fmla="*/ 4195185 h 6858000"/>
              <a:gd name="connsiteX5020" fmla="*/ 6686889 w 12192000"/>
              <a:gd name="connsiteY5020" fmla="*/ 4205901 h 6858000"/>
              <a:gd name="connsiteX5021" fmla="*/ 6697605 w 12192000"/>
              <a:gd name="connsiteY5021" fmla="*/ 4210366 h 6858000"/>
              <a:gd name="connsiteX5022" fmla="*/ 6708246 w 12192000"/>
              <a:gd name="connsiteY5022" fmla="*/ 4205901 h 6858000"/>
              <a:gd name="connsiteX5023" fmla="*/ 6712637 w 12192000"/>
              <a:gd name="connsiteY5023" fmla="*/ 4195185 h 6858000"/>
              <a:gd name="connsiteX5024" fmla="*/ 6708246 w 12192000"/>
              <a:gd name="connsiteY5024" fmla="*/ 4184544 h 6858000"/>
              <a:gd name="connsiteX5025" fmla="*/ 6697605 w 12192000"/>
              <a:gd name="connsiteY5025" fmla="*/ 4180154 h 6858000"/>
              <a:gd name="connsiteX5026" fmla="*/ 5331512 w 12192000"/>
              <a:gd name="connsiteY5026" fmla="*/ 4180154 h 6858000"/>
              <a:gd name="connsiteX5027" fmla="*/ 5290882 w 12192000"/>
              <a:gd name="connsiteY5027" fmla="*/ 4196822 h 6858000"/>
              <a:gd name="connsiteX5028" fmla="*/ 5293412 w 12192000"/>
              <a:gd name="connsiteY5028" fmla="*/ 4202031 h 6858000"/>
              <a:gd name="connsiteX5029" fmla="*/ 5303235 w 12192000"/>
              <a:gd name="connsiteY5029" fmla="*/ 4199650 h 6858000"/>
              <a:gd name="connsiteX5030" fmla="*/ 5309114 w 12192000"/>
              <a:gd name="connsiteY5030" fmla="*/ 4201585 h 6858000"/>
              <a:gd name="connsiteX5031" fmla="*/ 5312463 w 12192000"/>
              <a:gd name="connsiteY5031" fmla="*/ 4208803 h 6858000"/>
              <a:gd name="connsiteX5032" fmla="*/ 5313504 w 12192000"/>
              <a:gd name="connsiteY5032" fmla="*/ 4237155 h 6858000"/>
              <a:gd name="connsiteX5033" fmla="*/ 5313504 w 12192000"/>
              <a:gd name="connsiteY5033" fmla="*/ 4360980 h 6858000"/>
              <a:gd name="connsiteX5034" fmla="*/ 5311569 w 12192000"/>
              <a:gd name="connsiteY5034" fmla="*/ 4378095 h 6858000"/>
              <a:gd name="connsiteX5035" fmla="*/ 5306211 w 12192000"/>
              <a:gd name="connsiteY5035" fmla="*/ 4384495 h 6858000"/>
              <a:gd name="connsiteX5036" fmla="*/ 5293412 w 12192000"/>
              <a:gd name="connsiteY5036" fmla="*/ 4386429 h 6858000"/>
              <a:gd name="connsiteX5037" fmla="*/ 5293412 w 12192000"/>
              <a:gd name="connsiteY5037" fmla="*/ 4391787 h 6858000"/>
              <a:gd name="connsiteX5038" fmla="*/ 5360235 w 12192000"/>
              <a:gd name="connsiteY5038" fmla="*/ 4391787 h 6858000"/>
              <a:gd name="connsiteX5039" fmla="*/ 5360235 w 12192000"/>
              <a:gd name="connsiteY5039" fmla="*/ 4386429 h 6858000"/>
              <a:gd name="connsiteX5040" fmla="*/ 5345799 w 12192000"/>
              <a:gd name="connsiteY5040" fmla="*/ 4384271 h 6858000"/>
              <a:gd name="connsiteX5041" fmla="*/ 5340070 w 12192000"/>
              <a:gd name="connsiteY5041" fmla="*/ 4377946 h 6858000"/>
              <a:gd name="connsiteX5042" fmla="*/ 5338209 w 12192000"/>
              <a:gd name="connsiteY5042" fmla="*/ 4360980 h 6858000"/>
              <a:gd name="connsiteX5043" fmla="*/ 5338209 w 12192000"/>
              <a:gd name="connsiteY5043" fmla="*/ 4180154 h 6858000"/>
              <a:gd name="connsiteX5044" fmla="*/ 4881605 w 12192000"/>
              <a:gd name="connsiteY5044" fmla="*/ 4180154 h 6858000"/>
              <a:gd name="connsiteX5045" fmla="*/ 4840974 w 12192000"/>
              <a:gd name="connsiteY5045" fmla="*/ 4196822 h 6858000"/>
              <a:gd name="connsiteX5046" fmla="*/ 4842910 w 12192000"/>
              <a:gd name="connsiteY5046" fmla="*/ 4202031 h 6858000"/>
              <a:gd name="connsiteX5047" fmla="*/ 4853179 w 12192000"/>
              <a:gd name="connsiteY5047" fmla="*/ 4199650 h 6858000"/>
              <a:gd name="connsiteX5048" fmla="*/ 4859132 w 12192000"/>
              <a:gd name="connsiteY5048" fmla="*/ 4201585 h 6858000"/>
              <a:gd name="connsiteX5049" fmla="*/ 4862629 w 12192000"/>
              <a:gd name="connsiteY5049" fmla="*/ 4208877 h 6858000"/>
              <a:gd name="connsiteX5050" fmla="*/ 4863745 w 12192000"/>
              <a:gd name="connsiteY5050" fmla="*/ 4237601 h 6858000"/>
              <a:gd name="connsiteX5051" fmla="*/ 4863745 w 12192000"/>
              <a:gd name="connsiteY5051" fmla="*/ 4262753 h 6858000"/>
              <a:gd name="connsiteX5052" fmla="*/ 4833980 w 12192000"/>
              <a:gd name="connsiteY5052" fmla="*/ 4251293 h 6858000"/>
              <a:gd name="connsiteX5053" fmla="*/ 4786504 w 12192000"/>
              <a:gd name="connsiteY5053" fmla="*/ 4275627 h 6858000"/>
              <a:gd name="connsiteX5054" fmla="*/ 4768049 w 12192000"/>
              <a:gd name="connsiteY5054" fmla="*/ 4329279 h 6858000"/>
              <a:gd name="connsiteX5055" fmla="*/ 4784719 w 12192000"/>
              <a:gd name="connsiteY5055" fmla="*/ 4377276 h 6858000"/>
              <a:gd name="connsiteX5056" fmla="*/ 4823711 w 12192000"/>
              <a:gd name="connsiteY5056" fmla="*/ 4395954 h 6858000"/>
              <a:gd name="connsiteX5057" fmla="*/ 4844250 w 12192000"/>
              <a:gd name="connsiteY5057" fmla="*/ 4391415 h 6858000"/>
              <a:gd name="connsiteX5058" fmla="*/ 4863745 w 12192000"/>
              <a:gd name="connsiteY5058" fmla="*/ 4376458 h 6858000"/>
              <a:gd name="connsiteX5059" fmla="*/ 4863745 w 12192000"/>
              <a:gd name="connsiteY5059" fmla="*/ 4395954 h 6858000"/>
              <a:gd name="connsiteX5060" fmla="*/ 4870592 w 12192000"/>
              <a:gd name="connsiteY5060" fmla="*/ 4395954 h 6858000"/>
              <a:gd name="connsiteX5061" fmla="*/ 4911073 w 12192000"/>
              <a:gd name="connsiteY5061" fmla="*/ 4379137 h 6858000"/>
              <a:gd name="connsiteX5062" fmla="*/ 4909435 w 12192000"/>
              <a:gd name="connsiteY5062" fmla="*/ 4373928 h 6858000"/>
              <a:gd name="connsiteX5063" fmla="*/ 4898720 w 12192000"/>
              <a:gd name="connsiteY5063" fmla="*/ 4376458 h 6858000"/>
              <a:gd name="connsiteX5064" fmla="*/ 4892990 w 12192000"/>
              <a:gd name="connsiteY5064" fmla="*/ 4374374 h 6858000"/>
              <a:gd name="connsiteX5065" fmla="*/ 4889418 w 12192000"/>
              <a:gd name="connsiteY5065" fmla="*/ 4367007 h 6858000"/>
              <a:gd name="connsiteX5066" fmla="*/ 4888303 w 12192000"/>
              <a:gd name="connsiteY5066" fmla="*/ 4337763 h 6858000"/>
              <a:gd name="connsiteX5067" fmla="*/ 4888303 w 12192000"/>
              <a:gd name="connsiteY5067" fmla="*/ 4180154 h 6858000"/>
              <a:gd name="connsiteX5068" fmla="*/ 1076368 w 12192000"/>
              <a:gd name="connsiteY5068" fmla="*/ 4180154 h 6858000"/>
              <a:gd name="connsiteX5069" fmla="*/ 1035589 w 12192000"/>
              <a:gd name="connsiteY5069" fmla="*/ 4196822 h 6858000"/>
              <a:gd name="connsiteX5070" fmla="*/ 1037673 w 12192000"/>
              <a:gd name="connsiteY5070" fmla="*/ 4202031 h 6858000"/>
              <a:gd name="connsiteX5071" fmla="*/ 1047793 w 12192000"/>
              <a:gd name="connsiteY5071" fmla="*/ 4199650 h 6858000"/>
              <a:gd name="connsiteX5072" fmla="*/ 1053969 w 12192000"/>
              <a:gd name="connsiteY5072" fmla="*/ 4201585 h 6858000"/>
              <a:gd name="connsiteX5073" fmla="*/ 1057392 w 12192000"/>
              <a:gd name="connsiteY5073" fmla="*/ 4208877 h 6858000"/>
              <a:gd name="connsiteX5074" fmla="*/ 1058509 w 12192000"/>
              <a:gd name="connsiteY5074" fmla="*/ 4237601 h 6858000"/>
              <a:gd name="connsiteX5075" fmla="*/ 1058509 w 12192000"/>
              <a:gd name="connsiteY5075" fmla="*/ 4360980 h 6858000"/>
              <a:gd name="connsiteX5076" fmla="*/ 1056723 w 12192000"/>
              <a:gd name="connsiteY5076" fmla="*/ 4377946 h 6858000"/>
              <a:gd name="connsiteX5077" fmla="*/ 1051960 w 12192000"/>
              <a:gd name="connsiteY5077" fmla="*/ 4383602 h 6858000"/>
              <a:gd name="connsiteX5078" fmla="*/ 1037673 w 12192000"/>
              <a:gd name="connsiteY5078" fmla="*/ 4386429 h 6858000"/>
              <a:gd name="connsiteX5079" fmla="*/ 1037673 w 12192000"/>
              <a:gd name="connsiteY5079" fmla="*/ 4391787 h 6858000"/>
              <a:gd name="connsiteX5080" fmla="*/ 1105241 w 12192000"/>
              <a:gd name="connsiteY5080" fmla="*/ 4391787 h 6858000"/>
              <a:gd name="connsiteX5081" fmla="*/ 1105241 w 12192000"/>
              <a:gd name="connsiteY5081" fmla="*/ 4386429 h 6858000"/>
              <a:gd name="connsiteX5082" fmla="*/ 1090581 w 12192000"/>
              <a:gd name="connsiteY5082" fmla="*/ 4384123 h 6858000"/>
              <a:gd name="connsiteX5083" fmla="*/ 1084777 w 12192000"/>
              <a:gd name="connsiteY5083" fmla="*/ 4378393 h 6858000"/>
              <a:gd name="connsiteX5084" fmla="*/ 1083214 w 12192000"/>
              <a:gd name="connsiteY5084" fmla="*/ 4360980 h 6858000"/>
              <a:gd name="connsiteX5085" fmla="*/ 1083214 w 12192000"/>
              <a:gd name="connsiteY5085" fmla="*/ 4288947 h 6858000"/>
              <a:gd name="connsiteX5086" fmla="*/ 1102115 w 12192000"/>
              <a:gd name="connsiteY5086" fmla="*/ 4273320 h 6858000"/>
              <a:gd name="connsiteX5087" fmla="*/ 1117296 w 12192000"/>
              <a:gd name="connsiteY5087" fmla="*/ 4269450 h 6858000"/>
              <a:gd name="connsiteX5088" fmla="*/ 1129500 w 12192000"/>
              <a:gd name="connsiteY5088" fmla="*/ 4272948 h 6858000"/>
              <a:gd name="connsiteX5089" fmla="*/ 1136867 w 12192000"/>
              <a:gd name="connsiteY5089" fmla="*/ 4283440 h 6858000"/>
              <a:gd name="connsiteX5090" fmla="*/ 1139173 w 12192000"/>
              <a:gd name="connsiteY5090" fmla="*/ 4312759 h 6858000"/>
              <a:gd name="connsiteX5091" fmla="*/ 1139173 w 12192000"/>
              <a:gd name="connsiteY5091" fmla="*/ 4360980 h 6858000"/>
              <a:gd name="connsiteX5092" fmla="*/ 1138727 w 12192000"/>
              <a:gd name="connsiteY5092" fmla="*/ 4374970 h 6858000"/>
              <a:gd name="connsiteX5093" fmla="*/ 1133518 w 12192000"/>
              <a:gd name="connsiteY5093" fmla="*/ 4383527 h 6858000"/>
              <a:gd name="connsiteX5094" fmla="*/ 1120272 w 12192000"/>
              <a:gd name="connsiteY5094" fmla="*/ 4386429 h 6858000"/>
              <a:gd name="connsiteX5095" fmla="*/ 1117147 w 12192000"/>
              <a:gd name="connsiteY5095" fmla="*/ 4386429 h 6858000"/>
              <a:gd name="connsiteX5096" fmla="*/ 1117147 w 12192000"/>
              <a:gd name="connsiteY5096" fmla="*/ 4391787 h 6858000"/>
              <a:gd name="connsiteX5097" fmla="*/ 1184119 w 12192000"/>
              <a:gd name="connsiteY5097" fmla="*/ 4391787 h 6858000"/>
              <a:gd name="connsiteX5098" fmla="*/ 1184119 w 12192000"/>
              <a:gd name="connsiteY5098" fmla="*/ 4386429 h 6858000"/>
              <a:gd name="connsiteX5099" fmla="*/ 1171022 w 12192000"/>
              <a:gd name="connsiteY5099" fmla="*/ 4384346 h 6858000"/>
              <a:gd name="connsiteX5100" fmla="*/ 1165963 w 12192000"/>
              <a:gd name="connsiteY5100" fmla="*/ 4378690 h 6858000"/>
              <a:gd name="connsiteX5101" fmla="*/ 1163879 w 12192000"/>
              <a:gd name="connsiteY5101" fmla="*/ 4360980 h 6858000"/>
              <a:gd name="connsiteX5102" fmla="*/ 1163879 w 12192000"/>
              <a:gd name="connsiteY5102" fmla="*/ 4312759 h 6858000"/>
              <a:gd name="connsiteX5103" fmla="*/ 1161051 w 12192000"/>
              <a:gd name="connsiteY5103" fmla="*/ 4277934 h 6858000"/>
              <a:gd name="connsiteX5104" fmla="*/ 1148698 w 12192000"/>
              <a:gd name="connsiteY5104" fmla="*/ 4257842 h 6858000"/>
              <a:gd name="connsiteX5105" fmla="*/ 1128756 w 12192000"/>
              <a:gd name="connsiteY5105" fmla="*/ 4251442 h 6858000"/>
              <a:gd name="connsiteX5106" fmla="*/ 1109408 w 12192000"/>
              <a:gd name="connsiteY5106" fmla="*/ 4256577 h 6858000"/>
              <a:gd name="connsiteX5107" fmla="*/ 1083214 w 12192000"/>
              <a:gd name="connsiteY5107" fmla="*/ 4279868 h 6858000"/>
              <a:gd name="connsiteX5108" fmla="*/ 1083214 w 12192000"/>
              <a:gd name="connsiteY5108" fmla="*/ 4180154 h 6858000"/>
              <a:gd name="connsiteX5109" fmla="*/ 702809 w 12192000"/>
              <a:gd name="connsiteY5109" fmla="*/ 4171522 h 6858000"/>
              <a:gd name="connsiteX5110" fmla="*/ 658161 w 12192000"/>
              <a:gd name="connsiteY5110" fmla="*/ 4216170 h 6858000"/>
              <a:gd name="connsiteX5111" fmla="*/ 702809 w 12192000"/>
              <a:gd name="connsiteY5111" fmla="*/ 4260967 h 6858000"/>
              <a:gd name="connsiteX5112" fmla="*/ 747607 w 12192000"/>
              <a:gd name="connsiteY5112" fmla="*/ 4216170 h 6858000"/>
              <a:gd name="connsiteX5113" fmla="*/ 5358003 w 12192000"/>
              <a:gd name="connsiteY5113" fmla="*/ 3629490 h 6858000"/>
              <a:gd name="connsiteX5114" fmla="*/ 5346321 w 12192000"/>
              <a:gd name="connsiteY5114" fmla="*/ 3634252 h 6858000"/>
              <a:gd name="connsiteX5115" fmla="*/ 5341483 w 12192000"/>
              <a:gd name="connsiteY5115" fmla="*/ 3646009 h 6858000"/>
              <a:gd name="connsiteX5116" fmla="*/ 5346321 w 12192000"/>
              <a:gd name="connsiteY5116" fmla="*/ 3657692 h 6858000"/>
              <a:gd name="connsiteX5117" fmla="*/ 5358003 w 12192000"/>
              <a:gd name="connsiteY5117" fmla="*/ 3662529 h 6858000"/>
              <a:gd name="connsiteX5118" fmla="*/ 5369686 w 12192000"/>
              <a:gd name="connsiteY5118" fmla="*/ 3657692 h 6858000"/>
              <a:gd name="connsiteX5119" fmla="*/ 5374523 w 12192000"/>
              <a:gd name="connsiteY5119" fmla="*/ 3646009 h 6858000"/>
              <a:gd name="connsiteX5120" fmla="*/ 5369760 w 12192000"/>
              <a:gd name="connsiteY5120" fmla="*/ 3634326 h 6858000"/>
              <a:gd name="connsiteX5121" fmla="*/ 5358003 w 12192000"/>
              <a:gd name="connsiteY5121" fmla="*/ 3629490 h 6858000"/>
              <a:gd name="connsiteX5122" fmla="*/ 2387247 w 12192000"/>
              <a:gd name="connsiteY5122" fmla="*/ 3577102 h 6858000"/>
              <a:gd name="connsiteX5123" fmla="*/ 2387247 w 12192000"/>
              <a:gd name="connsiteY5123" fmla="*/ 3629043 h 6858000"/>
              <a:gd name="connsiteX5124" fmla="*/ 2357481 w 12192000"/>
              <a:gd name="connsiteY5124" fmla="*/ 3643926 h 6858000"/>
              <a:gd name="connsiteX5125" fmla="*/ 2342747 w 12192000"/>
              <a:gd name="connsiteY5125" fmla="*/ 3636857 h 6858000"/>
              <a:gd name="connsiteX5126" fmla="*/ 2336348 w 12192000"/>
              <a:gd name="connsiteY5126" fmla="*/ 3619072 h 6858000"/>
              <a:gd name="connsiteX5127" fmla="*/ 2341408 w 12192000"/>
              <a:gd name="connsiteY5127" fmla="*/ 3603445 h 6858000"/>
              <a:gd name="connsiteX5128" fmla="*/ 2358225 w 12192000"/>
              <a:gd name="connsiteY5128" fmla="*/ 3589752 h 6858000"/>
              <a:gd name="connsiteX5129" fmla="*/ 2387247 w 12192000"/>
              <a:gd name="connsiteY5129" fmla="*/ 3577102 h 6858000"/>
              <a:gd name="connsiteX5130" fmla="*/ 1844321 w 12192000"/>
              <a:gd name="connsiteY5130" fmla="*/ 3577102 h 6858000"/>
              <a:gd name="connsiteX5131" fmla="*/ 1844321 w 12192000"/>
              <a:gd name="connsiteY5131" fmla="*/ 3629043 h 6858000"/>
              <a:gd name="connsiteX5132" fmla="*/ 1814556 w 12192000"/>
              <a:gd name="connsiteY5132" fmla="*/ 3643926 h 6858000"/>
              <a:gd name="connsiteX5133" fmla="*/ 1799822 w 12192000"/>
              <a:gd name="connsiteY5133" fmla="*/ 3636857 h 6858000"/>
              <a:gd name="connsiteX5134" fmla="*/ 1793422 w 12192000"/>
              <a:gd name="connsiteY5134" fmla="*/ 3619072 h 6858000"/>
              <a:gd name="connsiteX5135" fmla="*/ 1798482 w 12192000"/>
              <a:gd name="connsiteY5135" fmla="*/ 3603445 h 6858000"/>
              <a:gd name="connsiteX5136" fmla="*/ 1815300 w 12192000"/>
              <a:gd name="connsiteY5136" fmla="*/ 3589752 h 6858000"/>
              <a:gd name="connsiteX5137" fmla="*/ 1844321 w 12192000"/>
              <a:gd name="connsiteY5137" fmla="*/ 3577102 h 6858000"/>
              <a:gd name="connsiteX5138" fmla="*/ 2890286 w 12192000"/>
              <a:gd name="connsiteY5138" fmla="*/ 3528435 h 6858000"/>
              <a:gd name="connsiteX5139" fmla="*/ 2905690 w 12192000"/>
              <a:gd name="connsiteY5139" fmla="*/ 3533198 h 6858000"/>
              <a:gd name="connsiteX5140" fmla="*/ 2916778 w 12192000"/>
              <a:gd name="connsiteY5140" fmla="*/ 3546295 h 6858000"/>
              <a:gd name="connsiteX5141" fmla="*/ 2919903 w 12192000"/>
              <a:gd name="connsiteY5141" fmla="*/ 3564749 h 6858000"/>
              <a:gd name="connsiteX5142" fmla="*/ 2856800 w 12192000"/>
              <a:gd name="connsiteY5142" fmla="*/ 3564749 h 6858000"/>
              <a:gd name="connsiteX5143" fmla="*/ 2868185 w 12192000"/>
              <a:gd name="connsiteY5143" fmla="*/ 3538035 h 6858000"/>
              <a:gd name="connsiteX5144" fmla="*/ 2890286 w 12192000"/>
              <a:gd name="connsiteY5144" fmla="*/ 3528435 h 6858000"/>
              <a:gd name="connsiteX5145" fmla="*/ 1690135 w 12192000"/>
              <a:gd name="connsiteY5145" fmla="*/ 3528435 h 6858000"/>
              <a:gd name="connsiteX5146" fmla="*/ 1705539 w 12192000"/>
              <a:gd name="connsiteY5146" fmla="*/ 3533198 h 6858000"/>
              <a:gd name="connsiteX5147" fmla="*/ 1716627 w 12192000"/>
              <a:gd name="connsiteY5147" fmla="*/ 3546295 h 6858000"/>
              <a:gd name="connsiteX5148" fmla="*/ 1719752 w 12192000"/>
              <a:gd name="connsiteY5148" fmla="*/ 3564749 h 6858000"/>
              <a:gd name="connsiteX5149" fmla="*/ 1656649 w 12192000"/>
              <a:gd name="connsiteY5149" fmla="*/ 3564749 h 6858000"/>
              <a:gd name="connsiteX5150" fmla="*/ 1668035 w 12192000"/>
              <a:gd name="connsiteY5150" fmla="*/ 3538035 h 6858000"/>
              <a:gd name="connsiteX5151" fmla="*/ 1690135 w 12192000"/>
              <a:gd name="connsiteY5151" fmla="*/ 3528435 h 6858000"/>
              <a:gd name="connsiteX5152" fmla="*/ 1147210 w 12192000"/>
              <a:gd name="connsiteY5152" fmla="*/ 3528435 h 6858000"/>
              <a:gd name="connsiteX5153" fmla="*/ 1162614 w 12192000"/>
              <a:gd name="connsiteY5153" fmla="*/ 3533198 h 6858000"/>
              <a:gd name="connsiteX5154" fmla="*/ 1173702 w 12192000"/>
              <a:gd name="connsiteY5154" fmla="*/ 3546295 h 6858000"/>
              <a:gd name="connsiteX5155" fmla="*/ 1176827 w 12192000"/>
              <a:gd name="connsiteY5155" fmla="*/ 3564749 h 6858000"/>
              <a:gd name="connsiteX5156" fmla="*/ 1113724 w 12192000"/>
              <a:gd name="connsiteY5156" fmla="*/ 3564749 h 6858000"/>
              <a:gd name="connsiteX5157" fmla="*/ 1125109 w 12192000"/>
              <a:gd name="connsiteY5157" fmla="*/ 3538035 h 6858000"/>
              <a:gd name="connsiteX5158" fmla="*/ 1147210 w 12192000"/>
              <a:gd name="connsiteY5158" fmla="*/ 3528435 h 6858000"/>
              <a:gd name="connsiteX5159" fmla="*/ 4991441 w 12192000"/>
              <a:gd name="connsiteY5159" fmla="*/ 3527691 h 6858000"/>
              <a:gd name="connsiteX5160" fmla="*/ 5018378 w 12192000"/>
              <a:gd name="connsiteY5160" fmla="*/ 3541979 h 6858000"/>
              <a:gd name="connsiteX5161" fmla="*/ 5034004 w 12192000"/>
              <a:gd name="connsiteY5161" fmla="*/ 3599129 h 6858000"/>
              <a:gd name="connsiteX5162" fmla="*/ 5024628 w 12192000"/>
              <a:gd name="connsiteY5162" fmla="*/ 3640056 h 6858000"/>
              <a:gd name="connsiteX5163" fmla="*/ 5000816 w 12192000"/>
              <a:gd name="connsiteY5163" fmla="*/ 3651963 h 6858000"/>
              <a:gd name="connsiteX5164" fmla="*/ 4969637 w 12192000"/>
              <a:gd name="connsiteY5164" fmla="*/ 3630383 h 6858000"/>
              <a:gd name="connsiteX5165" fmla="*/ 4957804 w 12192000"/>
              <a:gd name="connsiteY5165" fmla="*/ 3579037 h 6858000"/>
              <a:gd name="connsiteX5166" fmla="*/ 4962716 w 12192000"/>
              <a:gd name="connsiteY5166" fmla="*/ 3548825 h 6858000"/>
              <a:gd name="connsiteX5167" fmla="*/ 4975589 w 12192000"/>
              <a:gd name="connsiteY5167" fmla="*/ 3532379 h 6858000"/>
              <a:gd name="connsiteX5168" fmla="*/ 4991441 w 12192000"/>
              <a:gd name="connsiteY5168" fmla="*/ 3527691 h 6858000"/>
              <a:gd name="connsiteX5169" fmla="*/ 4286590 w 12192000"/>
              <a:gd name="connsiteY5169" fmla="*/ 3527691 h 6858000"/>
              <a:gd name="connsiteX5170" fmla="*/ 4313527 w 12192000"/>
              <a:gd name="connsiteY5170" fmla="*/ 3541979 h 6858000"/>
              <a:gd name="connsiteX5171" fmla="*/ 4329154 w 12192000"/>
              <a:gd name="connsiteY5171" fmla="*/ 3599129 h 6858000"/>
              <a:gd name="connsiteX5172" fmla="*/ 4319778 w 12192000"/>
              <a:gd name="connsiteY5172" fmla="*/ 3640056 h 6858000"/>
              <a:gd name="connsiteX5173" fmla="*/ 4295966 w 12192000"/>
              <a:gd name="connsiteY5173" fmla="*/ 3651963 h 6858000"/>
              <a:gd name="connsiteX5174" fmla="*/ 4264786 w 12192000"/>
              <a:gd name="connsiteY5174" fmla="*/ 3630383 h 6858000"/>
              <a:gd name="connsiteX5175" fmla="*/ 4252954 w 12192000"/>
              <a:gd name="connsiteY5175" fmla="*/ 3579037 h 6858000"/>
              <a:gd name="connsiteX5176" fmla="*/ 4257866 w 12192000"/>
              <a:gd name="connsiteY5176" fmla="*/ 3548825 h 6858000"/>
              <a:gd name="connsiteX5177" fmla="*/ 4270740 w 12192000"/>
              <a:gd name="connsiteY5177" fmla="*/ 3532379 h 6858000"/>
              <a:gd name="connsiteX5178" fmla="*/ 4286590 w 12192000"/>
              <a:gd name="connsiteY5178" fmla="*/ 3527691 h 6858000"/>
              <a:gd name="connsiteX5179" fmla="*/ 3457917 w 12192000"/>
              <a:gd name="connsiteY5179" fmla="*/ 3527691 h 6858000"/>
              <a:gd name="connsiteX5180" fmla="*/ 3484855 w 12192000"/>
              <a:gd name="connsiteY5180" fmla="*/ 3541979 h 6858000"/>
              <a:gd name="connsiteX5181" fmla="*/ 3500482 w 12192000"/>
              <a:gd name="connsiteY5181" fmla="*/ 3599129 h 6858000"/>
              <a:gd name="connsiteX5182" fmla="*/ 3491105 w 12192000"/>
              <a:gd name="connsiteY5182" fmla="*/ 3640056 h 6858000"/>
              <a:gd name="connsiteX5183" fmla="*/ 3467293 w 12192000"/>
              <a:gd name="connsiteY5183" fmla="*/ 3651963 h 6858000"/>
              <a:gd name="connsiteX5184" fmla="*/ 3436113 w 12192000"/>
              <a:gd name="connsiteY5184" fmla="*/ 3630383 h 6858000"/>
              <a:gd name="connsiteX5185" fmla="*/ 3424282 w 12192000"/>
              <a:gd name="connsiteY5185" fmla="*/ 3579037 h 6858000"/>
              <a:gd name="connsiteX5186" fmla="*/ 3429193 w 12192000"/>
              <a:gd name="connsiteY5186" fmla="*/ 3548825 h 6858000"/>
              <a:gd name="connsiteX5187" fmla="*/ 3442066 w 12192000"/>
              <a:gd name="connsiteY5187" fmla="*/ 3532379 h 6858000"/>
              <a:gd name="connsiteX5188" fmla="*/ 3457917 w 12192000"/>
              <a:gd name="connsiteY5188" fmla="*/ 3527691 h 6858000"/>
              <a:gd name="connsiteX5189" fmla="*/ 3162641 w 12192000"/>
              <a:gd name="connsiteY5189" fmla="*/ 3527691 h 6858000"/>
              <a:gd name="connsiteX5190" fmla="*/ 3189580 w 12192000"/>
              <a:gd name="connsiteY5190" fmla="*/ 3541979 h 6858000"/>
              <a:gd name="connsiteX5191" fmla="*/ 3205207 w 12192000"/>
              <a:gd name="connsiteY5191" fmla="*/ 3599129 h 6858000"/>
              <a:gd name="connsiteX5192" fmla="*/ 3195830 w 12192000"/>
              <a:gd name="connsiteY5192" fmla="*/ 3640056 h 6858000"/>
              <a:gd name="connsiteX5193" fmla="*/ 3172018 w 12192000"/>
              <a:gd name="connsiteY5193" fmla="*/ 3651963 h 6858000"/>
              <a:gd name="connsiteX5194" fmla="*/ 3140838 w 12192000"/>
              <a:gd name="connsiteY5194" fmla="*/ 3630383 h 6858000"/>
              <a:gd name="connsiteX5195" fmla="*/ 3129007 w 12192000"/>
              <a:gd name="connsiteY5195" fmla="*/ 3579037 h 6858000"/>
              <a:gd name="connsiteX5196" fmla="*/ 3133917 w 12192000"/>
              <a:gd name="connsiteY5196" fmla="*/ 3548825 h 6858000"/>
              <a:gd name="connsiteX5197" fmla="*/ 3146791 w 12192000"/>
              <a:gd name="connsiteY5197" fmla="*/ 3532379 h 6858000"/>
              <a:gd name="connsiteX5198" fmla="*/ 3162641 w 12192000"/>
              <a:gd name="connsiteY5198" fmla="*/ 3527691 h 6858000"/>
              <a:gd name="connsiteX5199" fmla="*/ 4584543 w 12192000"/>
              <a:gd name="connsiteY5199" fmla="*/ 3527096 h 6858000"/>
              <a:gd name="connsiteX5200" fmla="*/ 4598906 w 12192000"/>
              <a:gd name="connsiteY5200" fmla="*/ 3531337 h 6858000"/>
              <a:gd name="connsiteX5201" fmla="*/ 4610737 w 12192000"/>
              <a:gd name="connsiteY5201" fmla="*/ 3543913 h 6858000"/>
              <a:gd name="connsiteX5202" fmla="*/ 4616095 w 12192000"/>
              <a:gd name="connsiteY5202" fmla="*/ 3562368 h 6858000"/>
              <a:gd name="connsiteX5203" fmla="*/ 4616095 w 12192000"/>
              <a:gd name="connsiteY5203" fmla="*/ 3632615 h 6858000"/>
              <a:gd name="connsiteX5204" fmla="*/ 4589901 w 12192000"/>
              <a:gd name="connsiteY5204" fmla="*/ 3646158 h 6858000"/>
              <a:gd name="connsiteX5205" fmla="*/ 4560731 w 12192000"/>
              <a:gd name="connsiteY5205" fmla="*/ 3630159 h 6858000"/>
              <a:gd name="connsiteX5206" fmla="*/ 4547634 w 12192000"/>
              <a:gd name="connsiteY5206" fmla="*/ 3584097 h 6858000"/>
              <a:gd name="connsiteX5207" fmla="*/ 4561177 w 12192000"/>
              <a:gd name="connsiteY5207" fmla="*/ 3538853 h 6858000"/>
              <a:gd name="connsiteX5208" fmla="*/ 4584543 w 12192000"/>
              <a:gd name="connsiteY5208" fmla="*/ 3527096 h 6858000"/>
              <a:gd name="connsiteX5209" fmla="*/ 2650970 w 12192000"/>
              <a:gd name="connsiteY5209" fmla="*/ 3527096 h 6858000"/>
              <a:gd name="connsiteX5210" fmla="*/ 2665332 w 12192000"/>
              <a:gd name="connsiteY5210" fmla="*/ 3531337 h 6858000"/>
              <a:gd name="connsiteX5211" fmla="*/ 2677164 w 12192000"/>
              <a:gd name="connsiteY5211" fmla="*/ 3543913 h 6858000"/>
              <a:gd name="connsiteX5212" fmla="*/ 2682521 w 12192000"/>
              <a:gd name="connsiteY5212" fmla="*/ 3562368 h 6858000"/>
              <a:gd name="connsiteX5213" fmla="*/ 2682521 w 12192000"/>
              <a:gd name="connsiteY5213" fmla="*/ 3632615 h 6858000"/>
              <a:gd name="connsiteX5214" fmla="*/ 2656328 w 12192000"/>
              <a:gd name="connsiteY5214" fmla="*/ 3646158 h 6858000"/>
              <a:gd name="connsiteX5215" fmla="*/ 2627158 w 12192000"/>
              <a:gd name="connsiteY5215" fmla="*/ 3630159 h 6858000"/>
              <a:gd name="connsiteX5216" fmla="*/ 2614061 w 12192000"/>
              <a:gd name="connsiteY5216" fmla="*/ 3584097 h 6858000"/>
              <a:gd name="connsiteX5217" fmla="*/ 2627604 w 12192000"/>
              <a:gd name="connsiteY5217" fmla="*/ 3538853 h 6858000"/>
              <a:gd name="connsiteX5218" fmla="*/ 2650970 w 12192000"/>
              <a:gd name="connsiteY5218" fmla="*/ 3527096 h 6858000"/>
              <a:gd name="connsiteX5219" fmla="*/ 5271385 w 12192000"/>
              <a:gd name="connsiteY5219" fmla="*/ 3518017 h 6858000"/>
              <a:gd name="connsiteX5220" fmla="*/ 5241545 w 12192000"/>
              <a:gd name="connsiteY5220" fmla="*/ 3529328 h 6858000"/>
              <a:gd name="connsiteX5221" fmla="*/ 5230011 w 12192000"/>
              <a:gd name="connsiteY5221" fmla="*/ 3557457 h 6858000"/>
              <a:gd name="connsiteX5222" fmla="*/ 5236709 w 12192000"/>
              <a:gd name="connsiteY5222" fmla="*/ 3578888 h 6858000"/>
              <a:gd name="connsiteX5223" fmla="*/ 5264986 w 12192000"/>
              <a:gd name="connsiteY5223" fmla="*/ 3598236 h 6858000"/>
              <a:gd name="connsiteX5224" fmla="*/ 5293784 w 12192000"/>
              <a:gd name="connsiteY5224" fmla="*/ 3615946 h 6858000"/>
              <a:gd name="connsiteX5225" fmla="*/ 5301002 w 12192000"/>
              <a:gd name="connsiteY5225" fmla="*/ 3633210 h 6858000"/>
              <a:gd name="connsiteX5226" fmla="*/ 5294529 w 12192000"/>
              <a:gd name="connsiteY5226" fmla="*/ 3647721 h 6858000"/>
              <a:gd name="connsiteX5227" fmla="*/ 5277785 w 12192000"/>
              <a:gd name="connsiteY5227" fmla="*/ 3653749 h 6858000"/>
              <a:gd name="connsiteX5228" fmla="*/ 5251442 w 12192000"/>
              <a:gd name="connsiteY5228" fmla="*/ 3643182 h 6858000"/>
              <a:gd name="connsiteX5229" fmla="*/ 5235518 w 12192000"/>
              <a:gd name="connsiteY5229" fmla="*/ 3611779 h 6858000"/>
              <a:gd name="connsiteX5230" fmla="*/ 5230606 w 12192000"/>
              <a:gd name="connsiteY5230" fmla="*/ 3611779 h 6858000"/>
              <a:gd name="connsiteX5231" fmla="*/ 5230606 w 12192000"/>
              <a:gd name="connsiteY5231" fmla="*/ 3660446 h 6858000"/>
              <a:gd name="connsiteX5232" fmla="*/ 5235518 w 12192000"/>
              <a:gd name="connsiteY5232" fmla="*/ 3660446 h 6858000"/>
              <a:gd name="connsiteX5233" fmla="*/ 5240876 w 12192000"/>
              <a:gd name="connsiteY5233" fmla="*/ 3656576 h 6858000"/>
              <a:gd name="connsiteX5234" fmla="*/ 5248912 w 12192000"/>
              <a:gd name="connsiteY5234" fmla="*/ 3658065 h 6858000"/>
              <a:gd name="connsiteX5235" fmla="*/ 5277487 w 12192000"/>
              <a:gd name="connsiteY5235" fmla="*/ 3662529 h 6858000"/>
              <a:gd name="connsiteX5236" fmla="*/ 5308964 w 12192000"/>
              <a:gd name="connsiteY5236" fmla="*/ 3651144 h 6858000"/>
              <a:gd name="connsiteX5237" fmla="*/ 5323029 w 12192000"/>
              <a:gd name="connsiteY5237" fmla="*/ 3621155 h 6858000"/>
              <a:gd name="connsiteX5238" fmla="*/ 5292817 w 12192000"/>
              <a:gd name="connsiteY5238" fmla="*/ 3582311 h 6858000"/>
              <a:gd name="connsiteX5239" fmla="*/ 5271088 w 12192000"/>
              <a:gd name="connsiteY5239" fmla="*/ 3571744 h 6858000"/>
              <a:gd name="connsiteX5240" fmla="*/ 5252335 w 12192000"/>
              <a:gd name="connsiteY5240" fmla="*/ 3558796 h 6858000"/>
              <a:gd name="connsiteX5241" fmla="*/ 5247573 w 12192000"/>
              <a:gd name="connsiteY5241" fmla="*/ 3544509 h 6858000"/>
              <a:gd name="connsiteX5242" fmla="*/ 5253972 w 12192000"/>
              <a:gd name="connsiteY5242" fmla="*/ 3532305 h 6858000"/>
              <a:gd name="connsiteX5243" fmla="*/ 5270790 w 12192000"/>
              <a:gd name="connsiteY5243" fmla="*/ 3526798 h 6858000"/>
              <a:gd name="connsiteX5244" fmla="*/ 5293339 w 12192000"/>
              <a:gd name="connsiteY5244" fmla="*/ 3534686 h 6858000"/>
              <a:gd name="connsiteX5245" fmla="*/ 5307848 w 12192000"/>
              <a:gd name="connsiteY5245" fmla="*/ 3564452 h 6858000"/>
              <a:gd name="connsiteX5246" fmla="*/ 5312760 w 12192000"/>
              <a:gd name="connsiteY5246" fmla="*/ 3564452 h 6858000"/>
              <a:gd name="connsiteX5247" fmla="*/ 5312760 w 12192000"/>
              <a:gd name="connsiteY5247" fmla="*/ 3518017 h 6858000"/>
              <a:gd name="connsiteX5248" fmla="*/ 5307848 w 12192000"/>
              <a:gd name="connsiteY5248" fmla="*/ 3518017 h 6858000"/>
              <a:gd name="connsiteX5249" fmla="*/ 5304723 w 12192000"/>
              <a:gd name="connsiteY5249" fmla="*/ 3522631 h 6858000"/>
              <a:gd name="connsiteX5250" fmla="*/ 5301002 w 12192000"/>
              <a:gd name="connsiteY5250" fmla="*/ 3523673 h 6858000"/>
              <a:gd name="connsiteX5251" fmla="*/ 5290882 w 12192000"/>
              <a:gd name="connsiteY5251" fmla="*/ 3521440 h 6858000"/>
              <a:gd name="connsiteX5252" fmla="*/ 5271385 w 12192000"/>
              <a:gd name="connsiteY5252" fmla="*/ 3518017 h 6858000"/>
              <a:gd name="connsiteX5253" fmla="*/ 5115116 w 12192000"/>
              <a:gd name="connsiteY5253" fmla="*/ 3518017 h 6858000"/>
              <a:gd name="connsiteX5254" fmla="*/ 5074039 w 12192000"/>
              <a:gd name="connsiteY5254" fmla="*/ 3534686 h 6858000"/>
              <a:gd name="connsiteX5255" fmla="*/ 5076273 w 12192000"/>
              <a:gd name="connsiteY5255" fmla="*/ 3540044 h 6858000"/>
              <a:gd name="connsiteX5256" fmla="*/ 5086243 w 12192000"/>
              <a:gd name="connsiteY5256" fmla="*/ 3537811 h 6858000"/>
              <a:gd name="connsiteX5257" fmla="*/ 5092420 w 12192000"/>
              <a:gd name="connsiteY5257" fmla="*/ 3539746 h 6858000"/>
              <a:gd name="connsiteX5258" fmla="*/ 5095843 w 12192000"/>
              <a:gd name="connsiteY5258" fmla="*/ 3547039 h 6858000"/>
              <a:gd name="connsiteX5259" fmla="*/ 5096959 w 12192000"/>
              <a:gd name="connsiteY5259" fmla="*/ 3576953 h 6858000"/>
              <a:gd name="connsiteX5260" fmla="*/ 5096959 w 12192000"/>
              <a:gd name="connsiteY5260" fmla="*/ 3627555 h 6858000"/>
              <a:gd name="connsiteX5261" fmla="*/ 5093312 w 12192000"/>
              <a:gd name="connsiteY5261" fmla="*/ 3647721 h 6858000"/>
              <a:gd name="connsiteX5262" fmla="*/ 5079248 w 12192000"/>
              <a:gd name="connsiteY5262" fmla="*/ 3653004 h 6858000"/>
              <a:gd name="connsiteX5263" fmla="*/ 5076273 w 12192000"/>
              <a:gd name="connsiteY5263" fmla="*/ 3653004 h 6858000"/>
              <a:gd name="connsiteX5264" fmla="*/ 5076273 w 12192000"/>
              <a:gd name="connsiteY5264" fmla="*/ 3658362 h 6858000"/>
              <a:gd name="connsiteX5265" fmla="*/ 5143691 w 12192000"/>
              <a:gd name="connsiteY5265" fmla="*/ 3658362 h 6858000"/>
              <a:gd name="connsiteX5266" fmla="*/ 5143691 w 12192000"/>
              <a:gd name="connsiteY5266" fmla="*/ 3653004 h 6858000"/>
              <a:gd name="connsiteX5267" fmla="*/ 5128882 w 12192000"/>
              <a:gd name="connsiteY5267" fmla="*/ 3650995 h 6858000"/>
              <a:gd name="connsiteX5268" fmla="*/ 5123153 w 12192000"/>
              <a:gd name="connsiteY5268" fmla="*/ 3644670 h 6858000"/>
              <a:gd name="connsiteX5269" fmla="*/ 5121516 w 12192000"/>
              <a:gd name="connsiteY5269" fmla="*/ 3627555 h 6858000"/>
              <a:gd name="connsiteX5270" fmla="*/ 5121516 w 12192000"/>
              <a:gd name="connsiteY5270" fmla="*/ 3555671 h 6858000"/>
              <a:gd name="connsiteX5271" fmla="*/ 5156788 w 12192000"/>
              <a:gd name="connsiteY5271" fmla="*/ 3536323 h 6858000"/>
              <a:gd name="connsiteX5272" fmla="*/ 5173084 w 12192000"/>
              <a:gd name="connsiteY5272" fmla="*/ 3544732 h 6858000"/>
              <a:gd name="connsiteX5273" fmla="*/ 5177921 w 12192000"/>
              <a:gd name="connsiteY5273" fmla="*/ 3571744 h 6858000"/>
              <a:gd name="connsiteX5274" fmla="*/ 5177921 w 12192000"/>
              <a:gd name="connsiteY5274" fmla="*/ 3627555 h 6858000"/>
              <a:gd name="connsiteX5275" fmla="*/ 5177326 w 12192000"/>
              <a:gd name="connsiteY5275" fmla="*/ 3641545 h 6858000"/>
              <a:gd name="connsiteX5276" fmla="*/ 5172044 w 12192000"/>
              <a:gd name="connsiteY5276" fmla="*/ 3650102 h 6858000"/>
              <a:gd name="connsiteX5277" fmla="*/ 5158723 w 12192000"/>
              <a:gd name="connsiteY5277" fmla="*/ 3653004 h 6858000"/>
              <a:gd name="connsiteX5278" fmla="*/ 5155895 w 12192000"/>
              <a:gd name="connsiteY5278" fmla="*/ 3653004 h 6858000"/>
              <a:gd name="connsiteX5279" fmla="*/ 5155895 w 12192000"/>
              <a:gd name="connsiteY5279" fmla="*/ 3658362 h 6858000"/>
              <a:gd name="connsiteX5280" fmla="*/ 5223314 w 12192000"/>
              <a:gd name="connsiteY5280" fmla="*/ 3658362 h 6858000"/>
              <a:gd name="connsiteX5281" fmla="*/ 5223314 w 12192000"/>
              <a:gd name="connsiteY5281" fmla="*/ 3653004 h 6858000"/>
              <a:gd name="connsiteX5282" fmla="*/ 5209845 w 12192000"/>
              <a:gd name="connsiteY5282" fmla="*/ 3650921 h 6858000"/>
              <a:gd name="connsiteX5283" fmla="*/ 5204562 w 12192000"/>
              <a:gd name="connsiteY5283" fmla="*/ 3645117 h 6858000"/>
              <a:gd name="connsiteX5284" fmla="*/ 5202478 w 12192000"/>
              <a:gd name="connsiteY5284" fmla="*/ 3627555 h 6858000"/>
              <a:gd name="connsiteX5285" fmla="*/ 5202478 w 12192000"/>
              <a:gd name="connsiteY5285" fmla="*/ 3569363 h 6858000"/>
              <a:gd name="connsiteX5286" fmla="*/ 5199204 w 12192000"/>
              <a:gd name="connsiteY5286" fmla="*/ 3541979 h 6858000"/>
              <a:gd name="connsiteX5287" fmla="*/ 5186404 w 12192000"/>
              <a:gd name="connsiteY5287" fmla="*/ 3523598 h 6858000"/>
              <a:gd name="connsiteX5288" fmla="*/ 5167206 w 12192000"/>
              <a:gd name="connsiteY5288" fmla="*/ 3518017 h 6858000"/>
              <a:gd name="connsiteX5289" fmla="*/ 5121516 w 12192000"/>
              <a:gd name="connsiteY5289" fmla="*/ 3546890 h 6858000"/>
              <a:gd name="connsiteX5290" fmla="*/ 5121516 w 12192000"/>
              <a:gd name="connsiteY5290" fmla="*/ 3518017 h 6858000"/>
              <a:gd name="connsiteX5291" fmla="*/ 4996054 w 12192000"/>
              <a:gd name="connsiteY5291" fmla="*/ 3518017 h 6858000"/>
              <a:gd name="connsiteX5292" fmla="*/ 4963906 w 12192000"/>
              <a:gd name="connsiteY5292" fmla="*/ 3526873 h 6858000"/>
              <a:gd name="connsiteX5293" fmla="*/ 4939425 w 12192000"/>
              <a:gd name="connsiteY5293" fmla="*/ 3554257 h 6858000"/>
              <a:gd name="connsiteX5294" fmla="*/ 4930123 w 12192000"/>
              <a:gd name="connsiteY5294" fmla="*/ 3591538 h 6858000"/>
              <a:gd name="connsiteX5295" fmla="*/ 4945452 w 12192000"/>
              <a:gd name="connsiteY5295" fmla="*/ 3637973 h 6858000"/>
              <a:gd name="connsiteX5296" fmla="*/ 4994416 w 12192000"/>
              <a:gd name="connsiteY5296" fmla="*/ 3662529 h 6858000"/>
              <a:gd name="connsiteX5297" fmla="*/ 5028721 w 12192000"/>
              <a:gd name="connsiteY5297" fmla="*/ 3653004 h 6858000"/>
              <a:gd name="connsiteX5298" fmla="*/ 5052906 w 12192000"/>
              <a:gd name="connsiteY5298" fmla="*/ 3624727 h 6858000"/>
              <a:gd name="connsiteX5299" fmla="*/ 5061687 w 12192000"/>
              <a:gd name="connsiteY5299" fmla="*/ 3587669 h 6858000"/>
              <a:gd name="connsiteX5300" fmla="*/ 5045762 w 12192000"/>
              <a:gd name="connsiteY5300" fmla="*/ 3541532 h 6858000"/>
              <a:gd name="connsiteX5301" fmla="*/ 4996054 w 12192000"/>
              <a:gd name="connsiteY5301" fmla="*/ 3518017 h 6858000"/>
              <a:gd name="connsiteX5302" fmla="*/ 4884135 w 12192000"/>
              <a:gd name="connsiteY5302" fmla="*/ 3518017 h 6858000"/>
              <a:gd name="connsiteX5303" fmla="*/ 4843058 w 12192000"/>
              <a:gd name="connsiteY5303" fmla="*/ 3534686 h 6858000"/>
              <a:gd name="connsiteX5304" fmla="*/ 4845142 w 12192000"/>
              <a:gd name="connsiteY5304" fmla="*/ 3540044 h 6858000"/>
              <a:gd name="connsiteX5305" fmla="*/ 4855262 w 12192000"/>
              <a:gd name="connsiteY5305" fmla="*/ 3537811 h 6858000"/>
              <a:gd name="connsiteX5306" fmla="*/ 4861364 w 12192000"/>
              <a:gd name="connsiteY5306" fmla="*/ 3539672 h 6858000"/>
              <a:gd name="connsiteX5307" fmla="*/ 4864638 w 12192000"/>
              <a:gd name="connsiteY5307" fmla="*/ 3546295 h 6858000"/>
              <a:gd name="connsiteX5308" fmla="*/ 4865979 w 12192000"/>
              <a:gd name="connsiteY5308" fmla="*/ 3575018 h 6858000"/>
              <a:gd name="connsiteX5309" fmla="*/ 4865979 w 12192000"/>
              <a:gd name="connsiteY5309" fmla="*/ 3627555 h 6858000"/>
              <a:gd name="connsiteX5310" fmla="*/ 4863969 w 12192000"/>
              <a:gd name="connsiteY5310" fmla="*/ 3644670 h 6858000"/>
              <a:gd name="connsiteX5311" fmla="*/ 4858536 w 12192000"/>
              <a:gd name="connsiteY5311" fmla="*/ 3651070 h 6858000"/>
              <a:gd name="connsiteX5312" fmla="*/ 4845142 w 12192000"/>
              <a:gd name="connsiteY5312" fmla="*/ 3653004 h 6858000"/>
              <a:gd name="connsiteX5313" fmla="*/ 4845142 w 12192000"/>
              <a:gd name="connsiteY5313" fmla="*/ 3658362 h 6858000"/>
              <a:gd name="connsiteX5314" fmla="*/ 4911371 w 12192000"/>
              <a:gd name="connsiteY5314" fmla="*/ 3658362 h 6858000"/>
              <a:gd name="connsiteX5315" fmla="*/ 4911371 w 12192000"/>
              <a:gd name="connsiteY5315" fmla="*/ 3653004 h 6858000"/>
              <a:gd name="connsiteX5316" fmla="*/ 4898050 w 12192000"/>
              <a:gd name="connsiteY5316" fmla="*/ 3650921 h 6858000"/>
              <a:gd name="connsiteX5317" fmla="*/ 4892543 w 12192000"/>
              <a:gd name="connsiteY5317" fmla="*/ 3644596 h 6858000"/>
              <a:gd name="connsiteX5318" fmla="*/ 4890683 w 12192000"/>
              <a:gd name="connsiteY5318" fmla="*/ 3627555 h 6858000"/>
              <a:gd name="connsiteX5319" fmla="*/ 4890683 w 12192000"/>
              <a:gd name="connsiteY5319" fmla="*/ 3518017 h 6858000"/>
              <a:gd name="connsiteX5320" fmla="*/ 4712685 w 12192000"/>
              <a:gd name="connsiteY5320" fmla="*/ 3518017 h 6858000"/>
              <a:gd name="connsiteX5321" fmla="*/ 4671609 w 12192000"/>
              <a:gd name="connsiteY5321" fmla="*/ 3534686 h 6858000"/>
              <a:gd name="connsiteX5322" fmla="*/ 4673692 w 12192000"/>
              <a:gd name="connsiteY5322" fmla="*/ 3540044 h 6858000"/>
              <a:gd name="connsiteX5323" fmla="*/ 4683812 w 12192000"/>
              <a:gd name="connsiteY5323" fmla="*/ 3537811 h 6858000"/>
              <a:gd name="connsiteX5324" fmla="*/ 4689915 w 12192000"/>
              <a:gd name="connsiteY5324" fmla="*/ 3539672 h 6858000"/>
              <a:gd name="connsiteX5325" fmla="*/ 4693188 w 12192000"/>
              <a:gd name="connsiteY5325" fmla="*/ 3546295 h 6858000"/>
              <a:gd name="connsiteX5326" fmla="*/ 4694528 w 12192000"/>
              <a:gd name="connsiteY5326" fmla="*/ 3575018 h 6858000"/>
              <a:gd name="connsiteX5327" fmla="*/ 4694528 w 12192000"/>
              <a:gd name="connsiteY5327" fmla="*/ 3627555 h 6858000"/>
              <a:gd name="connsiteX5328" fmla="*/ 4692518 w 12192000"/>
              <a:gd name="connsiteY5328" fmla="*/ 3644670 h 6858000"/>
              <a:gd name="connsiteX5329" fmla="*/ 4687086 w 12192000"/>
              <a:gd name="connsiteY5329" fmla="*/ 3651070 h 6858000"/>
              <a:gd name="connsiteX5330" fmla="*/ 4673692 w 12192000"/>
              <a:gd name="connsiteY5330" fmla="*/ 3653004 h 6858000"/>
              <a:gd name="connsiteX5331" fmla="*/ 4673692 w 12192000"/>
              <a:gd name="connsiteY5331" fmla="*/ 3658362 h 6858000"/>
              <a:gd name="connsiteX5332" fmla="*/ 4739920 w 12192000"/>
              <a:gd name="connsiteY5332" fmla="*/ 3658362 h 6858000"/>
              <a:gd name="connsiteX5333" fmla="*/ 4739920 w 12192000"/>
              <a:gd name="connsiteY5333" fmla="*/ 3653004 h 6858000"/>
              <a:gd name="connsiteX5334" fmla="*/ 4726601 w 12192000"/>
              <a:gd name="connsiteY5334" fmla="*/ 3650921 h 6858000"/>
              <a:gd name="connsiteX5335" fmla="*/ 4721093 w 12192000"/>
              <a:gd name="connsiteY5335" fmla="*/ 3644596 h 6858000"/>
              <a:gd name="connsiteX5336" fmla="*/ 4719234 w 12192000"/>
              <a:gd name="connsiteY5336" fmla="*/ 3627555 h 6858000"/>
              <a:gd name="connsiteX5337" fmla="*/ 4719234 w 12192000"/>
              <a:gd name="connsiteY5337" fmla="*/ 3518017 h 6858000"/>
              <a:gd name="connsiteX5338" fmla="*/ 4410266 w 12192000"/>
              <a:gd name="connsiteY5338" fmla="*/ 3518017 h 6858000"/>
              <a:gd name="connsiteX5339" fmla="*/ 4369189 w 12192000"/>
              <a:gd name="connsiteY5339" fmla="*/ 3534686 h 6858000"/>
              <a:gd name="connsiteX5340" fmla="*/ 4371422 w 12192000"/>
              <a:gd name="connsiteY5340" fmla="*/ 3540044 h 6858000"/>
              <a:gd name="connsiteX5341" fmla="*/ 4381393 w 12192000"/>
              <a:gd name="connsiteY5341" fmla="*/ 3537811 h 6858000"/>
              <a:gd name="connsiteX5342" fmla="*/ 4387569 w 12192000"/>
              <a:gd name="connsiteY5342" fmla="*/ 3539746 h 6858000"/>
              <a:gd name="connsiteX5343" fmla="*/ 4390993 w 12192000"/>
              <a:gd name="connsiteY5343" fmla="*/ 3547039 h 6858000"/>
              <a:gd name="connsiteX5344" fmla="*/ 4392109 w 12192000"/>
              <a:gd name="connsiteY5344" fmla="*/ 3576953 h 6858000"/>
              <a:gd name="connsiteX5345" fmla="*/ 4392109 w 12192000"/>
              <a:gd name="connsiteY5345" fmla="*/ 3627555 h 6858000"/>
              <a:gd name="connsiteX5346" fmla="*/ 4388463 w 12192000"/>
              <a:gd name="connsiteY5346" fmla="*/ 3647721 h 6858000"/>
              <a:gd name="connsiteX5347" fmla="*/ 4374399 w 12192000"/>
              <a:gd name="connsiteY5347" fmla="*/ 3653004 h 6858000"/>
              <a:gd name="connsiteX5348" fmla="*/ 4371422 w 12192000"/>
              <a:gd name="connsiteY5348" fmla="*/ 3653004 h 6858000"/>
              <a:gd name="connsiteX5349" fmla="*/ 4371422 w 12192000"/>
              <a:gd name="connsiteY5349" fmla="*/ 3658362 h 6858000"/>
              <a:gd name="connsiteX5350" fmla="*/ 4438842 w 12192000"/>
              <a:gd name="connsiteY5350" fmla="*/ 3658362 h 6858000"/>
              <a:gd name="connsiteX5351" fmla="*/ 4438842 w 12192000"/>
              <a:gd name="connsiteY5351" fmla="*/ 3653004 h 6858000"/>
              <a:gd name="connsiteX5352" fmla="*/ 4424032 w 12192000"/>
              <a:gd name="connsiteY5352" fmla="*/ 3650995 h 6858000"/>
              <a:gd name="connsiteX5353" fmla="*/ 4418303 w 12192000"/>
              <a:gd name="connsiteY5353" fmla="*/ 3644670 h 6858000"/>
              <a:gd name="connsiteX5354" fmla="*/ 4416665 w 12192000"/>
              <a:gd name="connsiteY5354" fmla="*/ 3627555 h 6858000"/>
              <a:gd name="connsiteX5355" fmla="*/ 4416665 w 12192000"/>
              <a:gd name="connsiteY5355" fmla="*/ 3555671 h 6858000"/>
              <a:gd name="connsiteX5356" fmla="*/ 4451938 w 12192000"/>
              <a:gd name="connsiteY5356" fmla="*/ 3536323 h 6858000"/>
              <a:gd name="connsiteX5357" fmla="*/ 4468234 w 12192000"/>
              <a:gd name="connsiteY5357" fmla="*/ 3544732 h 6858000"/>
              <a:gd name="connsiteX5358" fmla="*/ 4473072 w 12192000"/>
              <a:gd name="connsiteY5358" fmla="*/ 3571744 h 6858000"/>
              <a:gd name="connsiteX5359" fmla="*/ 4473072 w 12192000"/>
              <a:gd name="connsiteY5359" fmla="*/ 3627555 h 6858000"/>
              <a:gd name="connsiteX5360" fmla="*/ 4472477 w 12192000"/>
              <a:gd name="connsiteY5360" fmla="*/ 3641545 h 6858000"/>
              <a:gd name="connsiteX5361" fmla="*/ 4467192 w 12192000"/>
              <a:gd name="connsiteY5361" fmla="*/ 3650102 h 6858000"/>
              <a:gd name="connsiteX5362" fmla="*/ 4453872 w 12192000"/>
              <a:gd name="connsiteY5362" fmla="*/ 3653004 h 6858000"/>
              <a:gd name="connsiteX5363" fmla="*/ 4451045 w 12192000"/>
              <a:gd name="connsiteY5363" fmla="*/ 3653004 h 6858000"/>
              <a:gd name="connsiteX5364" fmla="*/ 4451045 w 12192000"/>
              <a:gd name="connsiteY5364" fmla="*/ 3658362 h 6858000"/>
              <a:gd name="connsiteX5365" fmla="*/ 4518464 w 12192000"/>
              <a:gd name="connsiteY5365" fmla="*/ 3658362 h 6858000"/>
              <a:gd name="connsiteX5366" fmla="*/ 4518464 w 12192000"/>
              <a:gd name="connsiteY5366" fmla="*/ 3653004 h 6858000"/>
              <a:gd name="connsiteX5367" fmla="*/ 4504995 w 12192000"/>
              <a:gd name="connsiteY5367" fmla="*/ 3650921 h 6858000"/>
              <a:gd name="connsiteX5368" fmla="*/ 4499711 w 12192000"/>
              <a:gd name="connsiteY5368" fmla="*/ 3645117 h 6858000"/>
              <a:gd name="connsiteX5369" fmla="*/ 4497628 w 12192000"/>
              <a:gd name="connsiteY5369" fmla="*/ 3627555 h 6858000"/>
              <a:gd name="connsiteX5370" fmla="*/ 4497628 w 12192000"/>
              <a:gd name="connsiteY5370" fmla="*/ 3569363 h 6858000"/>
              <a:gd name="connsiteX5371" fmla="*/ 4494354 w 12192000"/>
              <a:gd name="connsiteY5371" fmla="*/ 3541979 h 6858000"/>
              <a:gd name="connsiteX5372" fmla="*/ 4481554 w 12192000"/>
              <a:gd name="connsiteY5372" fmla="*/ 3523598 h 6858000"/>
              <a:gd name="connsiteX5373" fmla="*/ 4462356 w 12192000"/>
              <a:gd name="connsiteY5373" fmla="*/ 3518017 h 6858000"/>
              <a:gd name="connsiteX5374" fmla="*/ 4416665 w 12192000"/>
              <a:gd name="connsiteY5374" fmla="*/ 3546890 h 6858000"/>
              <a:gd name="connsiteX5375" fmla="*/ 4416665 w 12192000"/>
              <a:gd name="connsiteY5375" fmla="*/ 3518017 h 6858000"/>
              <a:gd name="connsiteX5376" fmla="*/ 4291203 w 12192000"/>
              <a:gd name="connsiteY5376" fmla="*/ 3518017 h 6858000"/>
              <a:gd name="connsiteX5377" fmla="*/ 4259056 w 12192000"/>
              <a:gd name="connsiteY5377" fmla="*/ 3526873 h 6858000"/>
              <a:gd name="connsiteX5378" fmla="*/ 4234574 w 12192000"/>
              <a:gd name="connsiteY5378" fmla="*/ 3554257 h 6858000"/>
              <a:gd name="connsiteX5379" fmla="*/ 4225272 w 12192000"/>
              <a:gd name="connsiteY5379" fmla="*/ 3591538 h 6858000"/>
              <a:gd name="connsiteX5380" fmla="*/ 4240602 w 12192000"/>
              <a:gd name="connsiteY5380" fmla="*/ 3637973 h 6858000"/>
              <a:gd name="connsiteX5381" fmla="*/ 4289566 w 12192000"/>
              <a:gd name="connsiteY5381" fmla="*/ 3662529 h 6858000"/>
              <a:gd name="connsiteX5382" fmla="*/ 4323871 w 12192000"/>
              <a:gd name="connsiteY5382" fmla="*/ 3653004 h 6858000"/>
              <a:gd name="connsiteX5383" fmla="*/ 4348056 w 12192000"/>
              <a:gd name="connsiteY5383" fmla="*/ 3624727 h 6858000"/>
              <a:gd name="connsiteX5384" fmla="*/ 4356836 w 12192000"/>
              <a:gd name="connsiteY5384" fmla="*/ 3587669 h 6858000"/>
              <a:gd name="connsiteX5385" fmla="*/ 4340912 w 12192000"/>
              <a:gd name="connsiteY5385" fmla="*/ 3541532 h 6858000"/>
              <a:gd name="connsiteX5386" fmla="*/ 4291203 w 12192000"/>
              <a:gd name="connsiteY5386" fmla="*/ 3518017 h 6858000"/>
              <a:gd name="connsiteX5387" fmla="*/ 4157111 w 12192000"/>
              <a:gd name="connsiteY5387" fmla="*/ 3518017 h 6858000"/>
              <a:gd name="connsiteX5388" fmla="*/ 4111198 w 12192000"/>
              <a:gd name="connsiteY5388" fmla="*/ 3538109 h 6858000"/>
              <a:gd name="connsiteX5389" fmla="*/ 4092073 w 12192000"/>
              <a:gd name="connsiteY5389" fmla="*/ 3590348 h 6858000"/>
              <a:gd name="connsiteX5390" fmla="*/ 4109337 w 12192000"/>
              <a:gd name="connsiteY5390" fmla="*/ 3643033 h 6858000"/>
              <a:gd name="connsiteX5391" fmla="*/ 4149818 w 12192000"/>
              <a:gd name="connsiteY5391" fmla="*/ 3662529 h 6858000"/>
              <a:gd name="connsiteX5392" fmla="*/ 4185388 w 12192000"/>
              <a:gd name="connsiteY5392" fmla="*/ 3648019 h 6858000"/>
              <a:gd name="connsiteX5393" fmla="*/ 4206967 w 12192000"/>
              <a:gd name="connsiteY5393" fmla="*/ 3606570 h 6858000"/>
              <a:gd name="connsiteX5394" fmla="*/ 4202650 w 12192000"/>
              <a:gd name="connsiteY5394" fmla="*/ 3604486 h 6858000"/>
              <a:gd name="connsiteX5395" fmla="*/ 4186728 w 12192000"/>
              <a:gd name="connsiteY5395" fmla="*/ 3629341 h 6858000"/>
              <a:gd name="connsiteX5396" fmla="*/ 4160534 w 12192000"/>
              <a:gd name="connsiteY5396" fmla="*/ 3639312 h 6858000"/>
              <a:gd name="connsiteX5397" fmla="*/ 4128164 w 12192000"/>
              <a:gd name="connsiteY5397" fmla="*/ 3620634 h 6858000"/>
              <a:gd name="connsiteX5398" fmla="*/ 4116183 w 12192000"/>
              <a:gd name="connsiteY5398" fmla="*/ 3577549 h 6858000"/>
              <a:gd name="connsiteX5399" fmla="*/ 4128238 w 12192000"/>
              <a:gd name="connsiteY5399" fmla="*/ 3539002 h 6858000"/>
              <a:gd name="connsiteX5400" fmla="*/ 4152200 w 12192000"/>
              <a:gd name="connsiteY5400" fmla="*/ 3527989 h 6858000"/>
              <a:gd name="connsiteX5401" fmla="*/ 4166636 w 12192000"/>
              <a:gd name="connsiteY5401" fmla="*/ 3532454 h 6858000"/>
              <a:gd name="connsiteX5402" fmla="*/ 4172664 w 12192000"/>
              <a:gd name="connsiteY5402" fmla="*/ 3545848 h 6858000"/>
              <a:gd name="connsiteX5403" fmla="*/ 4176012 w 12192000"/>
              <a:gd name="connsiteY5403" fmla="*/ 3557754 h 6858000"/>
              <a:gd name="connsiteX5404" fmla="*/ 4189258 w 12192000"/>
              <a:gd name="connsiteY5404" fmla="*/ 3563410 h 6858000"/>
              <a:gd name="connsiteX5405" fmla="*/ 4199452 w 12192000"/>
              <a:gd name="connsiteY5405" fmla="*/ 3559912 h 6858000"/>
              <a:gd name="connsiteX5406" fmla="*/ 4203097 w 12192000"/>
              <a:gd name="connsiteY5406" fmla="*/ 3550759 h 6858000"/>
              <a:gd name="connsiteX5407" fmla="*/ 4190151 w 12192000"/>
              <a:gd name="connsiteY5407" fmla="*/ 3528659 h 6858000"/>
              <a:gd name="connsiteX5408" fmla="*/ 4157111 w 12192000"/>
              <a:gd name="connsiteY5408" fmla="*/ 3518017 h 6858000"/>
              <a:gd name="connsiteX5409" fmla="*/ 3918986 w 12192000"/>
              <a:gd name="connsiteY5409" fmla="*/ 3518017 h 6858000"/>
              <a:gd name="connsiteX5410" fmla="*/ 3873073 w 12192000"/>
              <a:gd name="connsiteY5410" fmla="*/ 3538109 h 6858000"/>
              <a:gd name="connsiteX5411" fmla="*/ 3853948 w 12192000"/>
              <a:gd name="connsiteY5411" fmla="*/ 3590348 h 6858000"/>
              <a:gd name="connsiteX5412" fmla="*/ 3871212 w 12192000"/>
              <a:gd name="connsiteY5412" fmla="*/ 3643033 h 6858000"/>
              <a:gd name="connsiteX5413" fmla="*/ 3911694 w 12192000"/>
              <a:gd name="connsiteY5413" fmla="*/ 3662529 h 6858000"/>
              <a:gd name="connsiteX5414" fmla="*/ 3947263 w 12192000"/>
              <a:gd name="connsiteY5414" fmla="*/ 3648019 h 6858000"/>
              <a:gd name="connsiteX5415" fmla="*/ 3968844 w 12192000"/>
              <a:gd name="connsiteY5415" fmla="*/ 3606570 h 6858000"/>
              <a:gd name="connsiteX5416" fmla="*/ 3964527 w 12192000"/>
              <a:gd name="connsiteY5416" fmla="*/ 3604486 h 6858000"/>
              <a:gd name="connsiteX5417" fmla="*/ 3948603 w 12192000"/>
              <a:gd name="connsiteY5417" fmla="*/ 3629341 h 6858000"/>
              <a:gd name="connsiteX5418" fmla="*/ 3922409 w 12192000"/>
              <a:gd name="connsiteY5418" fmla="*/ 3639312 h 6858000"/>
              <a:gd name="connsiteX5419" fmla="*/ 3890039 w 12192000"/>
              <a:gd name="connsiteY5419" fmla="*/ 3620634 h 6858000"/>
              <a:gd name="connsiteX5420" fmla="*/ 3878059 w 12192000"/>
              <a:gd name="connsiteY5420" fmla="*/ 3577549 h 6858000"/>
              <a:gd name="connsiteX5421" fmla="*/ 3890113 w 12192000"/>
              <a:gd name="connsiteY5421" fmla="*/ 3539002 h 6858000"/>
              <a:gd name="connsiteX5422" fmla="*/ 3914075 w 12192000"/>
              <a:gd name="connsiteY5422" fmla="*/ 3527989 h 6858000"/>
              <a:gd name="connsiteX5423" fmla="*/ 3928511 w 12192000"/>
              <a:gd name="connsiteY5423" fmla="*/ 3532454 h 6858000"/>
              <a:gd name="connsiteX5424" fmla="*/ 3934538 w 12192000"/>
              <a:gd name="connsiteY5424" fmla="*/ 3545848 h 6858000"/>
              <a:gd name="connsiteX5425" fmla="*/ 3937887 w 12192000"/>
              <a:gd name="connsiteY5425" fmla="*/ 3557754 h 6858000"/>
              <a:gd name="connsiteX5426" fmla="*/ 3951133 w 12192000"/>
              <a:gd name="connsiteY5426" fmla="*/ 3563410 h 6858000"/>
              <a:gd name="connsiteX5427" fmla="*/ 3961328 w 12192000"/>
              <a:gd name="connsiteY5427" fmla="*/ 3559912 h 6858000"/>
              <a:gd name="connsiteX5428" fmla="*/ 3964974 w 12192000"/>
              <a:gd name="connsiteY5428" fmla="*/ 3550759 h 6858000"/>
              <a:gd name="connsiteX5429" fmla="*/ 3952026 w 12192000"/>
              <a:gd name="connsiteY5429" fmla="*/ 3528659 h 6858000"/>
              <a:gd name="connsiteX5430" fmla="*/ 3918986 w 12192000"/>
              <a:gd name="connsiteY5430" fmla="*/ 3518017 h 6858000"/>
              <a:gd name="connsiteX5431" fmla="*/ 3582337 w 12192000"/>
              <a:gd name="connsiteY5431" fmla="*/ 3518017 h 6858000"/>
              <a:gd name="connsiteX5432" fmla="*/ 3541260 w 12192000"/>
              <a:gd name="connsiteY5432" fmla="*/ 3534686 h 6858000"/>
              <a:gd name="connsiteX5433" fmla="*/ 3543493 w 12192000"/>
              <a:gd name="connsiteY5433" fmla="*/ 3540044 h 6858000"/>
              <a:gd name="connsiteX5434" fmla="*/ 3553464 w 12192000"/>
              <a:gd name="connsiteY5434" fmla="*/ 3537811 h 6858000"/>
              <a:gd name="connsiteX5435" fmla="*/ 3559566 w 12192000"/>
              <a:gd name="connsiteY5435" fmla="*/ 3539672 h 6858000"/>
              <a:gd name="connsiteX5436" fmla="*/ 3562840 w 12192000"/>
              <a:gd name="connsiteY5436" fmla="*/ 3546443 h 6858000"/>
              <a:gd name="connsiteX5437" fmla="*/ 3564180 w 12192000"/>
              <a:gd name="connsiteY5437" fmla="*/ 3575465 h 6858000"/>
              <a:gd name="connsiteX5438" fmla="*/ 3564180 w 12192000"/>
              <a:gd name="connsiteY5438" fmla="*/ 3627555 h 6858000"/>
              <a:gd name="connsiteX5439" fmla="*/ 3562245 w 12192000"/>
              <a:gd name="connsiteY5439" fmla="*/ 3644596 h 6858000"/>
              <a:gd name="connsiteX5440" fmla="*/ 3556589 w 12192000"/>
              <a:gd name="connsiteY5440" fmla="*/ 3650995 h 6858000"/>
              <a:gd name="connsiteX5441" fmla="*/ 3543493 w 12192000"/>
              <a:gd name="connsiteY5441" fmla="*/ 3653004 h 6858000"/>
              <a:gd name="connsiteX5442" fmla="*/ 3543493 w 12192000"/>
              <a:gd name="connsiteY5442" fmla="*/ 3658362 h 6858000"/>
              <a:gd name="connsiteX5443" fmla="*/ 3610912 w 12192000"/>
              <a:gd name="connsiteY5443" fmla="*/ 3658362 h 6858000"/>
              <a:gd name="connsiteX5444" fmla="*/ 3610912 w 12192000"/>
              <a:gd name="connsiteY5444" fmla="*/ 3653004 h 6858000"/>
              <a:gd name="connsiteX5445" fmla="*/ 3596103 w 12192000"/>
              <a:gd name="connsiteY5445" fmla="*/ 3650995 h 6858000"/>
              <a:gd name="connsiteX5446" fmla="*/ 3590597 w 12192000"/>
              <a:gd name="connsiteY5446" fmla="*/ 3644968 h 6858000"/>
              <a:gd name="connsiteX5447" fmla="*/ 3588736 w 12192000"/>
              <a:gd name="connsiteY5447" fmla="*/ 3627555 h 6858000"/>
              <a:gd name="connsiteX5448" fmla="*/ 3588736 w 12192000"/>
              <a:gd name="connsiteY5448" fmla="*/ 3554480 h 6858000"/>
              <a:gd name="connsiteX5449" fmla="*/ 3607786 w 12192000"/>
              <a:gd name="connsiteY5449" fmla="*/ 3539746 h 6858000"/>
              <a:gd name="connsiteX5450" fmla="*/ 3623711 w 12192000"/>
              <a:gd name="connsiteY5450" fmla="*/ 3535430 h 6858000"/>
              <a:gd name="connsiteX5451" fmla="*/ 3642016 w 12192000"/>
              <a:gd name="connsiteY5451" fmla="*/ 3544955 h 6858000"/>
              <a:gd name="connsiteX5452" fmla="*/ 3646928 w 12192000"/>
              <a:gd name="connsiteY5452" fmla="*/ 3568917 h 6858000"/>
              <a:gd name="connsiteX5453" fmla="*/ 3646928 w 12192000"/>
              <a:gd name="connsiteY5453" fmla="*/ 3627555 h 6858000"/>
              <a:gd name="connsiteX5454" fmla="*/ 3646184 w 12192000"/>
              <a:gd name="connsiteY5454" fmla="*/ 3642289 h 6858000"/>
              <a:gd name="connsiteX5455" fmla="*/ 3640305 w 12192000"/>
              <a:gd name="connsiteY5455" fmla="*/ 3650325 h 6858000"/>
              <a:gd name="connsiteX5456" fmla="*/ 3624753 w 12192000"/>
              <a:gd name="connsiteY5456" fmla="*/ 3653004 h 6858000"/>
              <a:gd name="connsiteX5457" fmla="*/ 3624753 w 12192000"/>
              <a:gd name="connsiteY5457" fmla="*/ 3658362 h 6858000"/>
              <a:gd name="connsiteX5458" fmla="*/ 3693661 w 12192000"/>
              <a:gd name="connsiteY5458" fmla="*/ 3658362 h 6858000"/>
              <a:gd name="connsiteX5459" fmla="*/ 3693661 w 12192000"/>
              <a:gd name="connsiteY5459" fmla="*/ 3653004 h 6858000"/>
              <a:gd name="connsiteX5460" fmla="*/ 3678926 w 12192000"/>
              <a:gd name="connsiteY5460" fmla="*/ 3650698 h 6858000"/>
              <a:gd name="connsiteX5461" fmla="*/ 3673047 w 12192000"/>
              <a:gd name="connsiteY5461" fmla="*/ 3644968 h 6858000"/>
              <a:gd name="connsiteX5462" fmla="*/ 3671485 w 12192000"/>
              <a:gd name="connsiteY5462" fmla="*/ 3627555 h 6858000"/>
              <a:gd name="connsiteX5463" fmla="*/ 3671485 w 12192000"/>
              <a:gd name="connsiteY5463" fmla="*/ 3562517 h 6858000"/>
              <a:gd name="connsiteX5464" fmla="*/ 3671187 w 12192000"/>
              <a:gd name="connsiteY5464" fmla="*/ 3556117 h 6858000"/>
              <a:gd name="connsiteX5465" fmla="*/ 3671485 w 12192000"/>
              <a:gd name="connsiteY5465" fmla="*/ 3554480 h 6858000"/>
              <a:gd name="connsiteX5466" fmla="*/ 3690758 w 12192000"/>
              <a:gd name="connsiteY5466" fmla="*/ 3539821 h 6858000"/>
              <a:gd name="connsiteX5467" fmla="*/ 3706608 w 12192000"/>
              <a:gd name="connsiteY5467" fmla="*/ 3535877 h 6858000"/>
              <a:gd name="connsiteX5468" fmla="*/ 3725212 w 12192000"/>
              <a:gd name="connsiteY5468" fmla="*/ 3545402 h 6858000"/>
              <a:gd name="connsiteX5469" fmla="*/ 3729230 w 12192000"/>
              <a:gd name="connsiteY5469" fmla="*/ 3568917 h 6858000"/>
              <a:gd name="connsiteX5470" fmla="*/ 3729230 w 12192000"/>
              <a:gd name="connsiteY5470" fmla="*/ 3627555 h 6858000"/>
              <a:gd name="connsiteX5471" fmla="*/ 3728635 w 12192000"/>
              <a:gd name="connsiteY5471" fmla="*/ 3641991 h 6858000"/>
              <a:gd name="connsiteX5472" fmla="*/ 3723723 w 12192000"/>
              <a:gd name="connsiteY5472" fmla="*/ 3649581 h 6858000"/>
              <a:gd name="connsiteX5473" fmla="*/ 3710032 w 12192000"/>
              <a:gd name="connsiteY5473" fmla="*/ 3653004 h 6858000"/>
              <a:gd name="connsiteX5474" fmla="*/ 3707203 w 12192000"/>
              <a:gd name="connsiteY5474" fmla="*/ 3653004 h 6858000"/>
              <a:gd name="connsiteX5475" fmla="*/ 3707203 w 12192000"/>
              <a:gd name="connsiteY5475" fmla="*/ 3658362 h 6858000"/>
              <a:gd name="connsiteX5476" fmla="*/ 3768819 w 12192000"/>
              <a:gd name="connsiteY5476" fmla="*/ 3658362 h 6858000"/>
              <a:gd name="connsiteX5477" fmla="*/ 3774474 w 12192000"/>
              <a:gd name="connsiteY5477" fmla="*/ 3658362 h 6858000"/>
              <a:gd name="connsiteX5478" fmla="*/ 3835047 w 12192000"/>
              <a:gd name="connsiteY5478" fmla="*/ 3658362 h 6858000"/>
              <a:gd name="connsiteX5479" fmla="*/ 3835047 w 12192000"/>
              <a:gd name="connsiteY5479" fmla="*/ 3653004 h 6858000"/>
              <a:gd name="connsiteX5480" fmla="*/ 3821727 w 12192000"/>
              <a:gd name="connsiteY5480" fmla="*/ 3650921 h 6858000"/>
              <a:gd name="connsiteX5481" fmla="*/ 3816220 w 12192000"/>
              <a:gd name="connsiteY5481" fmla="*/ 3644596 h 6858000"/>
              <a:gd name="connsiteX5482" fmla="*/ 3814360 w 12192000"/>
              <a:gd name="connsiteY5482" fmla="*/ 3627555 h 6858000"/>
              <a:gd name="connsiteX5483" fmla="*/ 3814360 w 12192000"/>
              <a:gd name="connsiteY5483" fmla="*/ 3518017 h 6858000"/>
              <a:gd name="connsiteX5484" fmla="*/ 3807811 w 12192000"/>
              <a:gd name="connsiteY5484" fmla="*/ 3518017 h 6858000"/>
              <a:gd name="connsiteX5485" fmla="*/ 3766735 w 12192000"/>
              <a:gd name="connsiteY5485" fmla="*/ 3534686 h 6858000"/>
              <a:gd name="connsiteX5486" fmla="*/ 3768819 w 12192000"/>
              <a:gd name="connsiteY5486" fmla="*/ 3540044 h 6858000"/>
              <a:gd name="connsiteX5487" fmla="*/ 3778939 w 12192000"/>
              <a:gd name="connsiteY5487" fmla="*/ 3537811 h 6858000"/>
              <a:gd name="connsiteX5488" fmla="*/ 3785040 w 12192000"/>
              <a:gd name="connsiteY5488" fmla="*/ 3539672 h 6858000"/>
              <a:gd name="connsiteX5489" fmla="*/ 3788315 w 12192000"/>
              <a:gd name="connsiteY5489" fmla="*/ 3546295 h 6858000"/>
              <a:gd name="connsiteX5490" fmla="*/ 3789654 w 12192000"/>
              <a:gd name="connsiteY5490" fmla="*/ 3575018 h 6858000"/>
              <a:gd name="connsiteX5491" fmla="*/ 3789654 w 12192000"/>
              <a:gd name="connsiteY5491" fmla="*/ 3627555 h 6858000"/>
              <a:gd name="connsiteX5492" fmla="*/ 3787645 w 12192000"/>
              <a:gd name="connsiteY5492" fmla="*/ 3644670 h 6858000"/>
              <a:gd name="connsiteX5493" fmla="*/ 3782213 w 12192000"/>
              <a:gd name="connsiteY5493" fmla="*/ 3651070 h 6858000"/>
              <a:gd name="connsiteX5494" fmla="*/ 3771926 w 12192000"/>
              <a:gd name="connsiteY5494" fmla="*/ 3652556 h 6858000"/>
              <a:gd name="connsiteX5495" fmla="*/ 3761377 w 12192000"/>
              <a:gd name="connsiteY5495" fmla="*/ 3650698 h 6858000"/>
              <a:gd name="connsiteX5496" fmla="*/ 3755871 w 12192000"/>
              <a:gd name="connsiteY5496" fmla="*/ 3645117 h 6858000"/>
              <a:gd name="connsiteX5497" fmla="*/ 3753936 w 12192000"/>
              <a:gd name="connsiteY5497" fmla="*/ 3627555 h 6858000"/>
              <a:gd name="connsiteX5498" fmla="*/ 3753936 w 12192000"/>
              <a:gd name="connsiteY5498" fmla="*/ 3568917 h 6858000"/>
              <a:gd name="connsiteX5499" fmla="*/ 3750661 w 12192000"/>
              <a:gd name="connsiteY5499" fmla="*/ 3541830 h 6858000"/>
              <a:gd name="connsiteX5500" fmla="*/ 3737342 w 12192000"/>
              <a:gd name="connsiteY5500" fmla="*/ 3523598 h 6858000"/>
              <a:gd name="connsiteX5501" fmla="*/ 3718068 w 12192000"/>
              <a:gd name="connsiteY5501" fmla="*/ 3518017 h 6858000"/>
              <a:gd name="connsiteX5502" fmla="*/ 3696339 w 12192000"/>
              <a:gd name="connsiteY5502" fmla="*/ 3523598 h 6858000"/>
              <a:gd name="connsiteX5503" fmla="*/ 3670443 w 12192000"/>
              <a:gd name="connsiteY5503" fmla="*/ 3547039 h 6858000"/>
              <a:gd name="connsiteX5504" fmla="*/ 3658090 w 12192000"/>
              <a:gd name="connsiteY5504" fmla="*/ 3525459 h 6858000"/>
              <a:gd name="connsiteX5505" fmla="*/ 3636064 w 12192000"/>
              <a:gd name="connsiteY5505" fmla="*/ 3518017 h 6858000"/>
              <a:gd name="connsiteX5506" fmla="*/ 3620734 w 12192000"/>
              <a:gd name="connsiteY5506" fmla="*/ 3521143 h 6858000"/>
              <a:gd name="connsiteX5507" fmla="*/ 3606298 w 12192000"/>
              <a:gd name="connsiteY5507" fmla="*/ 3529924 h 6858000"/>
              <a:gd name="connsiteX5508" fmla="*/ 3588736 w 12192000"/>
              <a:gd name="connsiteY5508" fmla="*/ 3547039 h 6858000"/>
              <a:gd name="connsiteX5509" fmla="*/ 3588736 w 12192000"/>
              <a:gd name="connsiteY5509" fmla="*/ 3518017 h 6858000"/>
              <a:gd name="connsiteX5510" fmla="*/ 3462530 w 12192000"/>
              <a:gd name="connsiteY5510" fmla="*/ 3518017 h 6858000"/>
              <a:gd name="connsiteX5511" fmla="*/ 3430384 w 12192000"/>
              <a:gd name="connsiteY5511" fmla="*/ 3526873 h 6858000"/>
              <a:gd name="connsiteX5512" fmla="*/ 3405901 w 12192000"/>
              <a:gd name="connsiteY5512" fmla="*/ 3554257 h 6858000"/>
              <a:gd name="connsiteX5513" fmla="*/ 3396599 w 12192000"/>
              <a:gd name="connsiteY5513" fmla="*/ 3591538 h 6858000"/>
              <a:gd name="connsiteX5514" fmla="*/ 3411928 w 12192000"/>
              <a:gd name="connsiteY5514" fmla="*/ 3637973 h 6858000"/>
              <a:gd name="connsiteX5515" fmla="*/ 3460893 w 12192000"/>
              <a:gd name="connsiteY5515" fmla="*/ 3662529 h 6858000"/>
              <a:gd name="connsiteX5516" fmla="*/ 3495198 w 12192000"/>
              <a:gd name="connsiteY5516" fmla="*/ 3653004 h 6858000"/>
              <a:gd name="connsiteX5517" fmla="*/ 3519383 w 12192000"/>
              <a:gd name="connsiteY5517" fmla="*/ 3624727 h 6858000"/>
              <a:gd name="connsiteX5518" fmla="*/ 3528163 w 12192000"/>
              <a:gd name="connsiteY5518" fmla="*/ 3587669 h 6858000"/>
              <a:gd name="connsiteX5519" fmla="*/ 3512239 w 12192000"/>
              <a:gd name="connsiteY5519" fmla="*/ 3541532 h 6858000"/>
              <a:gd name="connsiteX5520" fmla="*/ 3462530 w 12192000"/>
              <a:gd name="connsiteY5520" fmla="*/ 3518017 h 6858000"/>
              <a:gd name="connsiteX5521" fmla="*/ 3286318 w 12192000"/>
              <a:gd name="connsiteY5521" fmla="*/ 3518017 h 6858000"/>
              <a:gd name="connsiteX5522" fmla="*/ 3245241 w 12192000"/>
              <a:gd name="connsiteY5522" fmla="*/ 3534686 h 6858000"/>
              <a:gd name="connsiteX5523" fmla="*/ 3247473 w 12192000"/>
              <a:gd name="connsiteY5523" fmla="*/ 3540044 h 6858000"/>
              <a:gd name="connsiteX5524" fmla="*/ 3257445 w 12192000"/>
              <a:gd name="connsiteY5524" fmla="*/ 3537811 h 6858000"/>
              <a:gd name="connsiteX5525" fmla="*/ 3263621 w 12192000"/>
              <a:gd name="connsiteY5525" fmla="*/ 3539746 h 6858000"/>
              <a:gd name="connsiteX5526" fmla="*/ 3267044 w 12192000"/>
              <a:gd name="connsiteY5526" fmla="*/ 3547039 h 6858000"/>
              <a:gd name="connsiteX5527" fmla="*/ 3268161 w 12192000"/>
              <a:gd name="connsiteY5527" fmla="*/ 3576953 h 6858000"/>
              <a:gd name="connsiteX5528" fmla="*/ 3268161 w 12192000"/>
              <a:gd name="connsiteY5528" fmla="*/ 3627555 h 6858000"/>
              <a:gd name="connsiteX5529" fmla="*/ 3264514 w 12192000"/>
              <a:gd name="connsiteY5529" fmla="*/ 3647721 h 6858000"/>
              <a:gd name="connsiteX5530" fmla="*/ 3250450 w 12192000"/>
              <a:gd name="connsiteY5530" fmla="*/ 3653004 h 6858000"/>
              <a:gd name="connsiteX5531" fmla="*/ 3247473 w 12192000"/>
              <a:gd name="connsiteY5531" fmla="*/ 3653004 h 6858000"/>
              <a:gd name="connsiteX5532" fmla="*/ 3247473 w 12192000"/>
              <a:gd name="connsiteY5532" fmla="*/ 3658362 h 6858000"/>
              <a:gd name="connsiteX5533" fmla="*/ 3314893 w 12192000"/>
              <a:gd name="connsiteY5533" fmla="*/ 3658362 h 6858000"/>
              <a:gd name="connsiteX5534" fmla="*/ 3314893 w 12192000"/>
              <a:gd name="connsiteY5534" fmla="*/ 3653004 h 6858000"/>
              <a:gd name="connsiteX5535" fmla="*/ 3300084 w 12192000"/>
              <a:gd name="connsiteY5535" fmla="*/ 3650995 h 6858000"/>
              <a:gd name="connsiteX5536" fmla="*/ 3294355 w 12192000"/>
              <a:gd name="connsiteY5536" fmla="*/ 3644670 h 6858000"/>
              <a:gd name="connsiteX5537" fmla="*/ 3292717 w 12192000"/>
              <a:gd name="connsiteY5537" fmla="*/ 3627555 h 6858000"/>
              <a:gd name="connsiteX5538" fmla="*/ 3292717 w 12192000"/>
              <a:gd name="connsiteY5538" fmla="*/ 3555671 h 6858000"/>
              <a:gd name="connsiteX5539" fmla="*/ 3327990 w 12192000"/>
              <a:gd name="connsiteY5539" fmla="*/ 3536323 h 6858000"/>
              <a:gd name="connsiteX5540" fmla="*/ 3344286 w 12192000"/>
              <a:gd name="connsiteY5540" fmla="*/ 3544732 h 6858000"/>
              <a:gd name="connsiteX5541" fmla="*/ 3349123 w 12192000"/>
              <a:gd name="connsiteY5541" fmla="*/ 3571744 h 6858000"/>
              <a:gd name="connsiteX5542" fmla="*/ 3349123 w 12192000"/>
              <a:gd name="connsiteY5542" fmla="*/ 3627555 h 6858000"/>
              <a:gd name="connsiteX5543" fmla="*/ 3348528 w 12192000"/>
              <a:gd name="connsiteY5543" fmla="*/ 3641545 h 6858000"/>
              <a:gd name="connsiteX5544" fmla="*/ 3343244 w 12192000"/>
              <a:gd name="connsiteY5544" fmla="*/ 3650102 h 6858000"/>
              <a:gd name="connsiteX5545" fmla="*/ 3329924 w 12192000"/>
              <a:gd name="connsiteY5545" fmla="*/ 3653004 h 6858000"/>
              <a:gd name="connsiteX5546" fmla="*/ 3327096 w 12192000"/>
              <a:gd name="connsiteY5546" fmla="*/ 3653004 h 6858000"/>
              <a:gd name="connsiteX5547" fmla="*/ 3327096 w 12192000"/>
              <a:gd name="connsiteY5547" fmla="*/ 3658362 h 6858000"/>
              <a:gd name="connsiteX5548" fmla="*/ 3394516 w 12192000"/>
              <a:gd name="connsiteY5548" fmla="*/ 3658362 h 6858000"/>
              <a:gd name="connsiteX5549" fmla="*/ 3394516 w 12192000"/>
              <a:gd name="connsiteY5549" fmla="*/ 3653004 h 6858000"/>
              <a:gd name="connsiteX5550" fmla="*/ 3381047 w 12192000"/>
              <a:gd name="connsiteY5550" fmla="*/ 3650921 h 6858000"/>
              <a:gd name="connsiteX5551" fmla="*/ 3375763 w 12192000"/>
              <a:gd name="connsiteY5551" fmla="*/ 3645117 h 6858000"/>
              <a:gd name="connsiteX5552" fmla="*/ 3373679 w 12192000"/>
              <a:gd name="connsiteY5552" fmla="*/ 3627555 h 6858000"/>
              <a:gd name="connsiteX5553" fmla="*/ 3373679 w 12192000"/>
              <a:gd name="connsiteY5553" fmla="*/ 3569363 h 6858000"/>
              <a:gd name="connsiteX5554" fmla="*/ 3370406 w 12192000"/>
              <a:gd name="connsiteY5554" fmla="*/ 3541979 h 6858000"/>
              <a:gd name="connsiteX5555" fmla="*/ 3357607 w 12192000"/>
              <a:gd name="connsiteY5555" fmla="*/ 3523598 h 6858000"/>
              <a:gd name="connsiteX5556" fmla="*/ 3338408 w 12192000"/>
              <a:gd name="connsiteY5556" fmla="*/ 3518017 h 6858000"/>
              <a:gd name="connsiteX5557" fmla="*/ 3292717 w 12192000"/>
              <a:gd name="connsiteY5557" fmla="*/ 3546890 h 6858000"/>
              <a:gd name="connsiteX5558" fmla="*/ 3292717 w 12192000"/>
              <a:gd name="connsiteY5558" fmla="*/ 3518017 h 6858000"/>
              <a:gd name="connsiteX5559" fmla="*/ 3167255 w 12192000"/>
              <a:gd name="connsiteY5559" fmla="*/ 3518017 h 6858000"/>
              <a:gd name="connsiteX5560" fmla="*/ 3135108 w 12192000"/>
              <a:gd name="connsiteY5560" fmla="*/ 3526873 h 6858000"/>
              <a:gd name="connsiteX5561" fmla="*/ 3110626 w 12192000"/>
              <a:gd name="connsiteY5561" fmla="*/ 3554257 h 6858000"/>
              <a:gd name="connsiteX5562" fmla="*/ 3101324 w 12192000"/>
              <a:gd name="connsiteY5562" fmla="*/ 3591538 h 6858000"/>
              <a:gd name="connsiteX5563" fmla="*/ 3116654 w 12192000"/>
              <a:gd name="connsiteY5563" fmla="*/ 3637973 h 6858000"/>
              <a:gd name="connsiteX5564" fmla="*/ 3165618 w 12192000"/>
              <a:gd name="connsiteY5564" fmla="*/ 3662529 h 6858000"/>
              <a:gd name="connsiteX5565" fmla="*/ 3199923 w 12192000"/>
              <a:gd name="connsiteY5565" fmla="*/ 3653004 h 6858000"/>
              <a:gd name="connsiteX5566" fmla="*/ 3224108 w 12192000"/>
              <a:gd name="connsiteY5566" fmla="*/ 3624727 h 6858000"/>
              <a:gd name="connsiteX5567" fmla="*/ 3232888 w 12192000"/>
              <a:gd name="connsiteY5567" fmla="*/ 3587669 h 6858000"/>
              <a:gd name="connsiteX5568" fmla="*/ 3216964 w 12192000"/>
              <a:gd name="connsiteY5568" fmla="*/ 3541532 h 6858000"/>
              <a:gd name="connsiteX5569" fmla="*/ 3167255 w 12192000"/>
              <a:gd name="connsiteY5569" fmla="*/ 3518017 h 6858000"/>
              <a:gd name="connsiteX5570" fmla="*/ 3033161 w 12192000"/>
              <a:gd name="connsiteY5570" fmla="*/ 3518017 h 6858000"/>
              <a:gd name="connsiteX5571" fmla="*/ 2987248 w 12192000"/>
              <a:gd name="connsiteY5571" fmla="*/ 3538109 h 6858000"/>
              <a:gd name="connsiteX5572" fmla="*/ 2968123 w 12192000"/>
              <a:gd name="connsiteY5572" fmla="*/ 3590348 h 6858000"/>
              <a:gd name="connsiteX5573" fmla="*/ 2985387 w 12192000"/>
              <a:gd name="connsiteY5573" fmla="*/ 3643033 h 6858000"/>
              <a:gd name="connsiteX5574" fmla="*/ 3025868 w 12192000"/>
              <a:gd name="connsiteY5574" fmla="*/ 3662529 h 6858000"/>
              <a:gd name="connsiteX5575" fmla="*/ 3061438 w 12192000"/>
              <a:gd name="connsiteY5575" fmla="*/ 3648019 h 6858000"/>
              <a:gd name="connsiteX5576" fmla="*/ 3083018 w 12192000"/>
              <a:gd name="connsiteY5576" fmla="*/ 3606570 h 6858000"/>
              <a:gd name="connsiteX5577" fmla="*/ 3078703 w 12192000"/>
              <a:gd name="connsiteY5577" fmla="*/ 3604486 h 6858000"/>
              <a:gd name="connsiteX5578" fmla="*/ 3062777 w 12192000"/>
              <a:gd name="connsiteY5578" fmla="*/ 3629341 h 6858000"/>
              <a:gd name="connsiteX5579" fmla="*/ 3036584 w 12192000"/>
              <a:gd name="connsiteY5579" fmla="*/ 3639312 h 6858000"/>
              <a:gd name="connsiteX5580" fmla="*/ 3004214 w 12192000"/>
              <a:gd name="connsiteY5580" fmla="*/ 3620634 h 6858000"/>
              <a:gd name="connsiteX5581" fmla="*/ 2992233 w 12192000"/>
              <a:gd name="connsiteY5581" fmla="*/ 3577549 h 6858000"/>
              <a:gd name="connsiteX5582" fmla="*/ 3004288 w 12192000"/>
              <a:gd name="connsiteY5582" fmla="*/ 3539002 h 6858000"/>
              <a:gd name="connsiteX5583" fmla="*/ 3028249 w 12192000"/>
              <a:gd name="connsiteY5583" fmla="*/ 3527989 h 6858000"/>
              <a:gd name="connsiteX5584" fmla="*/ 3042686 w 12192000"/>
              <a:gd name="connsiteY5584" fmla="*/ 3532454 h 6858000"/>
              <a:gd name="connsiteX5585" fmla="*/ 3048713 w 12192000"/>
              <a:gd name="connsiteY5585" fmla="*/ 3545848 h 6858000"/>
              <a:gd name="connsiteX5586" fmla="*/ 3052062 w 12192000"/>
              <a:gd name="connsiteY5586" fmla="*/ 3557754 h 6858000"/>
              <a:gd name="connsiteX5587" fmla="*/ 3065308 w 12192000"/>
              <a:gd name="connsiteY5587" fmla="*/ 3563410 h 6858000"/>
              <a:gd name="connsiteX5588" fmla="*/ 3075502 w 12192000"/>
              <a:gd name="connsiteY5588" fmla="*/ 3559912 h 6858000"/>
              <a:gd name="connsiteX5589" fmla="*/ 3079149 w 12192000"/>
              <a:gd name="connsiteY5589" fmla="*/ 3550759 h 6858000"/>
              <a:gd name="connsiteX5590" fmla="*/ 3066200 w 12192000"/>
              <a:gd name="connsiteY5590" fmla="*/ 3528659 h 6858000"/>
              <a:gd name="connsiteX5591" fmla="*/ 3033161 w 12192000"/>
              <a:gd name="connsiteY5591" fmla="*/ 3518017 h 6858000"/>
              <a:gd name="connsiteX5592" fmla="*/ 2476692 w 12192000"/>
              <a:gd name="connsiteY5592" fmla="*/ 3518017 h 6858000"/>
              <a:gd name="connsiteX5593" fmla="*/ 2435616 w 12192000"/>
              <a:gd name="connsiteY5593" fmla="*/ 3534686 h 6858000"/>
              <a:gd name="connsiteX5594" fmla="*/ 2437849 w 12192000"/>
              <a:gd name="connsiteY5594" fmla="*/ 3540044 h 6858000"/>
              <a:gd name="connsiteX5595" fmla="*/ 2447820 w 12192000"/>
              <a:gd name="connsiteY5595" fmla="*/ 3537811 h 6858000"/>
              <a:gd name="connsiteX5596" fmla="*/ 2453996 w 12192000"/>
              <a:gd name="connsiteY5596" fmla="*/ 3539746 h 6858000"/>
              <a:gd name="connsiteX5597" fmla="*/ 2457419 w 12192000"/>
              <a:gd name="connsiteY5597" fmla="*/ 3547039 h 6858000"/>
              <a:gd name="connsiteX5598" fmla="*/ 2458535 w 12192000"/>
              <a:gd name="connsiteY5598" fmla="*/ 3576953 h 6858000"/>
              <a:gd name="connsiteX5599" fmla="*/ 2458535 w 12192000"/>
              <a:gd name="connsiteY5599" fmla="*/ 3627555 h 6858000"/>
              <a:gd name="connsiteX5600" fmla="*/ 2454889 w 12192000"/>
              <a:gd name="connsiteY5600" fmla="*/ 3647721 h 6858000"/>
              <a:gd name="connsiteX5601" fmla="*/ 2440825 w 12192000"/>
              <a:gd name="connsiteY5601" fmla="*/ 3653004 h 6858000"/>
              <a:gd name="connsiteX5602" fmla="*/ 2437849 w 12192000"/>
              <a:gd name="connsiteY5602" fmla="*/ 3653004 h 6858000"/>
              <a:gd name="connsiteX5603" fmla="*/ 2437849 w 12192000"/>
              <a:gd name="connsiteY5603" fmla="*/ 3658362 h 6858000"/>
              <a:gd name="connsiteX5604" fmla="*/ 2505267 w 12192000"/>
              <a:gd name="connsiteY5604" fmla="*/ 3658362 h 6858000"/>
              <a:gd name="connsiteX5605" fmla="*/ 2505267 w 12192000"/>
              <a:gd name="connsiteY5605" fmla="*/ 3653004 h 6858000"/>
              <a:gd name="connsiteX5606" fmla="*/ 2490459 w 12192000"/>
              <a:gd name="connsiteY5606" fmla="*/ 3650995 h 6858000"/>
              <a:gd name="connsiteX5607" fmla="*/ 2484729 w 12192000"/>
              <a:gd name="connsiteY5607" fmla="*/ 3644670 h 6858000"/>
              <a:gd name="connsiteX5608" fmla="*/ 2483092 w 12192000"/>
              <a:gd name="connsiteY5608" fmla="*/ 3627555 h 6858000"/>
              <a:gd name="connsiteX5609" fmla="*/ 2483092 w 12192000"/>
              <a:gd name="connsiteY5609" fmla="*/ 3555671 h 6858000"/>
              <a:gd name="connsiteX5610" fmla="*/ 2518365 w 12192000"/>
              <a:gd name="connsiteY5610" fmla="*/ 3536323 h 6858000"/>
              <a:gd name="connsiteX5611" fmla="*/ 2534661 w 12192000"/>
              <a:gd name="connsiteY5611" fmla="*/ 3544732 h 6858000"/>
              <a:gd name="connsiteX5612" fmla="*/ 2539498 w 12192000"/>
              <a:gd name="connsiteY5612" fmla="*/ 3571744 h 6858000"/>
              <a:gd name="connsiteX5613" fmla="*/ 2539498 w 12192000"/>
              <a:gd name="connsiteY5613" fmla="*/ 3627555 h 6858000"/>
              <a:gd name="connsiteX5614" fmla="*/ 2538903 w 12192000"/>
              <a:gd name="connsiteY5614" fmla="*/ 3641545 h 6858000"/>
              <a:gd name="connsiteX5615" fmla="*/ 2533620 w 12192000"/>
              <a:gd name="connsiteY5615" fmla="*/ 3650102 h 6858000"/>
              <a:gd name="connsiteX5616" fmla="*/ 2520298 w 12192000"/>
              <a:gd name="connsiteY5616" fmla="*/ 3653004 h 6858000"/>
              <a:gd name="connsiteX5617" fmla="*/ 2517472 w 12192000"/>
              <a:gd name="connsiteY5617" fmla="*/ 3653004 h 6858000"/>
              <a:gd name="connsiteX5618" fmla="*/ 2517472 w 12192000"/>
              <a:gd name="connsiteY5618" fmla="*/ 3658362 h 6858000"/>
              <a:gd name="connsiteX5619" fmla="*/ 2584890 w 12192000"/>
              <a:gd name="connsiteY5619" fmla="*/ 3658362 h 6858000"/>
              <a:gd name="connsiteX5620" fmla="*/ 2584890 w 12192000"/>
              <a:gd name="connsiteY5620" fmla="*/ 3653004 h 6858000"/>
              <a:gd name="connsiteX5621" fmla="*/ 2571421 w 12192000"/>
              <a:gd name="connsiteY5621" fmla="*/ 3650921 h 6858000"/>
              <a:gd name="connsiteX5622" fmla="*/ 2566139 w 12192000"/>
              <a:gd name="connsiteY5622" fmla="*/ 3645117 h 6858000"/>
              <a:gd name="connsiteX5623" fmla="*/ 2564054 w 12192000"/>
              <a:gd name="connsiteY5623" fmla="*/ 3627555 h 6858000"/>
              <a:gd name="connsiteX5624" fmla="*/ 2564054 w 12192000"/>
              <a:gd name="connsiteY5624" fmla="*/ 3569363 h 6858000"/>
              <a:gd name="connsiteX5625" fmla="*/ 2560780 w 12192000"/>
              <a:gd name="connsiteY5625" fmla="*/ 3541979 h 6858000"/>
              <a:gd name="connsiteX5626" fmla="*/ 2547982 w 12192000"/>
              <a:gd name="connsiteY5626" fmla="*/ 3523598 h 6858000"/>
              <a:gd name="connsiteX5627" fmla="*/ 2528782 w 12192000"/>
              <a:gd name="connsiteY5627" fmla="*/ 3518017 h 6858000"/>
              <a:gd name="connsiteX5628" fmla="*/ 2483092 w 12192000"/>
              <a:gd name="connsiteY5628" fmla="*/ 3546890 h 6858000"/>
              <a:gd name="connsiteX5629" fmla="*/ 2483092 w 12192000"/>
              <a:gd name="connsiteY5629" fmla="*/ 3518017 h 6858000"/>
              <a:gd name="connsiteX5630" fmla="*/ 2366411 w 12192000"/>
              <a:gd name="connsiteY5630" fmla="*/ 3518017 h 6858000"/>
              <a:gd name="connsiteX5631" fmla="*/ 2329650 w 12192000"/>
              <a:gd name="connsiteY5631" fmla="*/ 3528733 h 6858000"/>
              <a:gd name="connsiteX5632" fmla="*/ 2316553 w 12192000"/>
              <a:gd name="connsiteY5632" fmla="*/ 3552248 h 6858000"/>
              <a:gd name="connsiteX5633" fmla="*/ 2320051 w 12192000"/>
              <a:gd name="connsiteY5633" fmla="*/ 3562815 h 6858000"/>
              <a:gd name="connsiteX5634" fmla="*/ 2329055 w 12192000"/>
              <a:gd name="connsiteY5634" fmla="*/ 3566684 h 6858000"/>
              <a:gd name="connsiteX5635" fmla="*/ 2338208 w 12192000"/>
              <a:gd name="connsiteY5635" fmla="*/ 3562963 h 6858000"/>
              <a:gd name="connsiteX5636" fmla="*/ 2341705 w 12192000"/>
              <a:gd name="connsiteY5636" fmla="*/ 3552397 h 6858000"/>
              <a:gd name="connsiteX5637" fmla="*/ 2341408 w 12192000"/>
              <a:gd name="connsiteY5637" fmla="*/ 3543765 h 6858000"/>
              <a:gd name="connsiteX5638" fmla="*/ 2347064 w 12192000"/>
              <a:gd name="connsiteY5638" fmla="*/ 3532156 h 6858000"/>
              <a:gd name="connsiteX5639" fmla="*/ 2361946 w 12192000"/>
              <a:gd name="connsiteY5639" fmla="*/ 3527096 h 6858000"/>
              <a:gd name="connsiteX5640" fmla="*/ 2380773 w 12192000"/>
              <a:gd name="connsiteY5640" fmla="*/ 3534686 h 6858000"/>
              <a:gd name="connsiteX5641" fmla="*/ 2387247 w 12192000"/>
              <a:gd name="connsiteY5641" fmla="*/ 3562666 h 6858000"/>
              <a:gd name="connsiteX5642" fmla="*/ 2387247 w 12192000"/>
              <a:gd name="connsiteY5642" fmla="*/ 3568024 h 6858000"/>
              <a:gd name="connsiteX5643" fmla="*/ 2337018 w 12192000"/>
              <a:gd name="connsiteY5643" fmla="*/ 3589752 h 6858000"/>
              <a:gd name="connsiteX5644" fmla="*/ 2315809 w 12192000"/>
              <a:gd name="connsiteY5644" fmla="*/ 3608802 h 6858000"/>
              <a:gd name="connsiteX5645" fmla="*/ 2311344 w 12192000"/>
              <a:gd name="connsiteY5645" fmla="*/ 3626067 h 6858000"/>
              <a:gd name="connsiteX5646" fmla="*/ 2320497 w 12192000"/>
              <a:gd name="connsiteY5646" fmla="*/ 3651516 h 6858000"/>
              <a:gd name="connsiteX5647" fmla="*/ 2343789 w 12192000"/>
              <a:gd name="connsiteY5647" fmla="*/ 3661190 h 6858000"/>
              <a:gd name="connsiteX5648" fmla="*/ 2360904 w 12192000"/>
              <a:gd name="connsiteY5648" fmla="*/ 3657469 h 6858000"/>
              <a:gd name="connsiteX5649" fmla="*/ 2387247 w 12192000"/>
              <a:gd name="connsiteY5649" fmla="*/ 3638717 h 6858000"/>
              <a:gd name="connsiteX5650" fmla="*/ 2391711 w 12192000"/>
              <a:gd name="connsiteY5650" fmla="*/ 3655981 h 6858000"/>
              <a:gd name="connsiteX5651" fmla="*/ 2403320 w 12192000"/>
              <a:gd name="connsiteY5651" fmla="*/ 3661041 h 6858000"/>
              <a:gd name="connsiteX5652" fmla="*/ 2435169 w 12192000"/>
              <a:gd name="connsiteY5652" fmla="*/ 3638717 h 6858000"/>
              <a:gd name="connsiteX5653" fmla="*/ 2435169 w 12192000"/>
              <a:gd name="connsiteY5653" fmla="*/ 3630383 h 6858000"/>
              <a:gd name="connsiteX5654" fmla="*/ 2423115 w 12192000"/>
              <a:gd name="connsiteY5654" fmla="*/ 3641247 h 6858000"/>
              <a:gd name="connsiteX5655" fmla="*/ 2418947 w 12192000"/>
              <a:gd name="connsiteY5655" fmla="*/ 3642289 h 6858000"/>
              <a:gd name="connsiteX5656" fmla="*/ 2415003 w 12192000"/>
              <a:gd name="connsiteY5656" fmla="*/ 3640800 h 6858000"/>
              <a:gd name="connsiteX5657" fmla="*/ 2412548 w 12192000"/>
              <a:gd name="connsiteY5657" fmla="*/ 3634922 h 6858000"/>
              <a:gd name="connsiteX5658" fmla="*/ 2411803 w 12192000"/>
              <a:gd name="connsiteY5658" fmla="*/ 3611035 h 6858000"/>
              <a:gd name="connsiteX5659" fmla="*/ 2411803 w 12192000"/>
              <a:gd name="connsiteY5659" fmla="*/ 3564749 h 6858000"/>
              <a:gd name="connsiteX5660" fmla="*/ 2409125 w 12192000"/>
              <a:gd name="connsiteY5660" fmla="*/ 3538556 h 6858000"/>
              <a:gd name="connsiteX5661" fmla="*/ 2396176 w 12192000"/>
              <a:gd name="connsiteY5661" fmla="*/ 3524119 h 6858000"/>
              <a:gd name="connsiteX5662" fmla="*/ 2366411 w 12192000"/>
              <a:gd name="connsiteY5662" fmla="*/ 3518017 h 6858000"/>
              <a:gd name="connsiteX5663" fmla="*/ 1823486 w 12192000"/>
              <a:gd name="connsiteY5663" fmla="*/ 3518017 h 6858000"/>
              <a:gd name="connsiteX5664" fmla="*/ 1786725 w 12192000"/>
              <a:gd name="connsiteY5664" fmla="*/ 3528733 h 6858000"/>
              <a:gd name="connsiteX5665" fmla="*/ 1773628 w 12192000"/>
              <a:gd name="connsiteY5665" fmla="*/ 3552248 h 6858000"/>
              <a:gd name="connsiteX5666" fmla="*/ 1777125 w 12192000"/>
              <a:gd name="connsiteY5666" fmla="*/ 3562815 h 6858000"/>
              <a:gd name="connsiteX5667" fmla="*/ 1786129 w 12192000"/>
              <a:gd name="connsiteY5667" fmla="*/ 3566684 h 6858000"/>
              <a:gd name="connsiteX5668" fmla="*/ 1795282 w 12192000"/>
              <a:gd name="connsiteY5668" fmla="*/ 3562963 h 6858000"/>
              <a:gd name="connsiteX5669" fmla="*/ 1798780 w 12192000"/>
              <a:gd name="connsiteY5669" fmla="*/ 3552397 h 6858000"/>
              <a:gd name="connsiteX5670" fmla="*/ 1798482 w 12192000"/>
              <a:gd name="connsiteY5670" fmla="*/ 3543765 h 6858000"/>
              <a:gd name="connsiteX5671" fmla="*/ 1804138 w 12192000"/>
              <a:gd name="connsiteY5671" fmla="*/ 3532156 h 6858000"/>
              <a:gd name="connsiteX5672" fmla="*/ 1819021 w 12192000"/>
              <a:gd name="connsiteY5672" fmla="*/ 3527096 h 6858000"/>
              <a:gd name="connsiteX5673" fmla="*/ 1837847 w 12192000"/>
              <a:gd name="connsiteY5673" fmla="*/ 3534686 h 6858000"/>
              <a:gd name="connsiteX5674" fmla="*/ 1844321 w 12192000"/>
              <a:gd name="connsiteY5674" fmla="*/ 3562666 h 6858000"/>
              <a:gd name="connsiteX5675" fmla="*/ 1844321 w 12192000"/>
              <a:gd name="connsiteY5675" fmla="*/ 3568024 h 6858000"/>
              <a:gd name="connsiteX5676" fmla="*/ 1794092 w 12192000"/>
              <a:gd name="connsiteY5676" fmla="*/ 3589752 h 6858000"/>
              <a:gd name="connsiteX5677" fmla="*/ 1772884 w 12192000"/>
              <a:gd name="connsiteY5677" fmla="*/ 3608802 h 6858000"/>
              <a:gd name="connsiteX5678" fmla="*/ 1768419 w 12192000"/>
              <a:gd name="connsiteY5678" fmla="*/ 3626067 h 6858000"/>
              <a:gd name="connsiteX5679" fmla="*/ 1777572 w 12192000"/>
              <a:gd name="connsiteY5679" fmla="*/ 3651516 h 6858000"/>
              <a:gd name="connsiteX5680" fmla="*/ 1800863 w 12192000"/>
              <a:gd name="connsiteY5680" fmla="*/ 3661190 h 6858000"/>
              <a:gd name="connsiteX5681" fmla="*/ 1817979 w 12192000"/>
              <a:gd name="connsiteY5681" fmla="*/ 3657469 h 6858000"/>
              <a:gd name="connsiteX5682" fmla="*/ 1844321 w 12192000"/>
              <a:gd name="connsiteY5682" fmla="*/ 3638717 h 6858000"/>
              <a:gd name="connsiteX5683" fmla="*/ 1848786 w 12192000"/>
              <a:gd name="connsiteY5683" fmla="*/ 3655981 h 6858000"/>
              <a:gd name="connsiteX5684" fmla="*/ 1860395 w 12192000"/>
              <a:gd name="connsiteY5684" fmla="*/ 3661041 h 6858000"/>
              <a:gd name="connsiteX5685" fmla="*/ 1892244 w 12192000"/>
              <a:gd name="connsiteY5685" fmla="*/ 3638717 h 6858000"/>
              <a:gd name="connsiteX5686" fmla="*/ 1892244 w 12192000"/>
              <a:gd name="connsiteY5686" fmla="*/ 3630383 h 6858000"/>
              <a:gd name="connsiteX5687" fmla="*/ 1880189 w 12192000"/>
              <a:gd name="connsiteY5687" fmla="*/ 3641247 h 6858000"/>
              <a:gd name="connsiteX5688" fmla="*/ 1876022 w 12192000"/>
              <a:gd name="connsiteY5688" fmla="*/ 3642289 h 6858000"/>
              <a:gd name="connsiteX5689" fmla="*/ 1872078 w 12192000"/>
              <a:gd name="connsiteY5689" fmla="*/ 3640800 h 6858000"/>
              <a:gd name="connsiteX5690" fmla="*/ 1869622 w 12192000"/>
              <a:gd name="connsiteY5690" fmla="*/ 3634922 h 6858000"/>
              <a:gd name="connsiteX5691" fmla="*/ 1868878 w 12192000"/>
              <a:gd name="connsiteY5691" fmla="*/ 3611035 h 6858000"/>
              <a:gd name="connsiteX5692" fmla="*/ 1868878 w 12192000"/>
              <a:gd name="connsiteY5692" fmla="*/ 3564749 h 6858000"/>
              <a:gd name="connsiteX5693" fmla="*/ 1866199 w 12192000"/>
              <a:gd name="connsiteY5693" fmla="*/ 3538556 h 6858000"/>
              <a:gd name="connsiteX5694" fmla="*/ 1853251 w 12192000"/>
              <a:gd name="connsiteY5694" fmla="*/ 3524119 h 6858000"/>
              <a:gd name="connsiteX5695" fmla="*/ 1823486 w 12192000"/>
              <a:gd name="connsiteY5695" fmla="*/ 3518017 h 6858000"/>
              <a:gd name="connsiteX5696" fmla="*/ 1343515 w 12192000"/>
              <a:gd name="connsiteY5696" fmla="*/ 3518017 h 6858000"/>
              <a:gd name="connsiteX5697" fmla="*/ 1302289 w 12192000"/>
              <a:gd name="connsiteY5697" fmla="*/ 3534686 h 6858000"/>
              <a:gd name="connsiteX5698" fmla="*/ 1303777 w 12192000"/>
              <a:gd name="connsiteY5698" fmla="*/ 3540044 h 6858000"/>
              <a:gd name="connsiteX5699" fmla="*/ 1314196 w 12192000"/>
              <a:gd name="connsiteY5699" fmla="*/ 3537811 h 6858000"/>
              <a:gd name="connsiteX5700" fmla="*/ 1320670 w 12192000"/>
              <a:gd name="connsiteY5700" fmla="*/ 3539895 h 6858000"/>
              <a:gd name="connsiteX5701" fmla="*/ 1324241 w 12192000"/>
              <a:gd name="connsiteY5701" fmla="*/ 3546518 h 6858000"/>
              <a:gd name="connsiteX5702" fmla="*/ 1325209 w 12192000"/>
              <a:gd name="connsiteY5702" fmla="*/ 3574870 h 6858000"/>
              <a:gd name="connsiteX5703" fmla="*/ 1325209 w 12192000"/>
              <a:gd name="connsiteY5703" fmla="*/ 3627704 h 6858000"/>
              <a:gd name="connsiteX5704" fmla="*/ 1324465 w 12192000"/>
              <a:gd name="connsiteY5704" fmla="*/ 3642140 h 6858000"/>
              <a:gd name="connsiteX5705" fmla="*/ 1319256 w 12192000"/>
              <a:gd name="connsiteY5705" fmla="*/ 3649730 h 6858000"/>
              <a:gd name="connsiteX5706" fmla="*/ 1303777 w 12192000"/>
              <a:gd name="connsiteY5706" fmla="*/ 3653004 h 6858000"/>
              <a:gd name="connsiteX5707" fmla="*/ 1303777 w 12192000"/>
              <a:gd name="connsiteY5707" fmla="*/ 3658362 h 6858000"/>
              <a:gd name="connsiteX5708" fmla="*/ 1373578 w 12192000"/>
              <a:gd name="connsiteY5708" fmla="*/ 3658362 h 6858000"/>
              <a:gd name="connsiteX5709" fmla="*/ 1373578 w 12192000"/>
              <a:gd name="connsiteY5709" fmla="*/ 3653004 h 6858000"/>
              <a:gd name="connsiteX5710" fmla="*/ 1359439 w 12192000"/>
              <a:gd name="connsiteY5710" fmla="*/ 3650325 h 6858000"/>
              <a:gd name="connsiteX5711" fmla="*/ 1352593 w 12192000"/>
              <a:gd name="connsiteY5711" fmla="*/ 3643628 h 6858000"/>
              <a:gd name="connsiteX5712" fmla="*/ 1349765 w 12192000"/>
              <a:gd name="connsiteY5712" fmla="*/ 3626513 h 6858000"/>
              <a:gd name="connsiteX5713" fmla="*/ 1349765 w 12192000"/>
              <a:gd name="connsiteY5713" fmla="*/ 3561177 h 6858000"/>
              <a:gd name="connsiteX5714" fmla="*/ 1363606 w 12192000"/>
              <a:gd name="connsiteY5714" fmla="*/ 3541086 h 6858000"/>
              <a:gd name="connsiteX5715" fmla="*/ 1369411 w 12192000"/>
              <a:gd name="connsiteY5715" fmla="*/ 3538109 h 6858000"/>
              <a:gd name="connsiteX5716" fmla="*/ 1379010 w 12192000"/>
              <a:gd name="connsiteY5716" fmla="*/ 3543244 h 6858000"/>
              <a:gd name="connsiteX5717" fmla="*/ 1390693 w 12192000"/>
              <a:gd name="connsiteY5717" fmla="*/ 3548378 h 6858000"/>
              <a:gd name="connsiteX5718" fmla="*/ 1399920 w 12192000"/>
              <a:gd name="connsiteY5718" fmla="*/ 3544360 h 6858000"/>
              <a:gd name="connsiteX5719" fmla="*/ 1403790 w 12192000"/>
              <a:gd name="connsiteY5719" fmla="*/ 3534537 h 6858000"/>
              <a:gd name="connsiteX5720" fmla="*/ 1398432 w 12192000"/>
              <a:gd name="connsiteY5720" fmla="*/ 3523003 h 6858000"/>
              <a:gd name="connsiteX5721" fmla="*/ 1384889 w 12192000"/>
              <a:gd name="connsiteY5721" fmla="*/ 3518017 h 6858000"/>
              <a:gd name="connsiteX5722" fmla="*/ 1349765 w 12192000"/>
              <a:gd name="connsiteY5722" fmla="*/ 3548676 h 6858000"/>
              <a:gd name="connsiteX5723" fmla="*/ 1349765 w 12192000"/>
              <a:gd name="connsiteY5723" fmla="*/ 3518017 h 6858000"/>
              <a:gd name="connsiteX5724" fmla="*/ 1264636 w 12192000"/>
              <a:gd name="connsiteY5724" fmla="*/ 3518017 h 6858000"/>
              <a:gd name="connsiteX5725" fmla="*/ 1223559 w 12192000"/>
              <a:gd name="connsiteY5725" fmla="*/ 3534686 h 6858000"/>
              <a:gd name="connsiteX5726" fmla="*/ 1225643 w 12192000"/>
              <a:gd name="connsiteY5726" fmla="*/ 3540044 h 6858000"/>
              <a:gd name="connsiteX5727" fmla="*/ 1235763 w 12192000"/>
              <a:gd name="connsiteY5727" fmla="*/ 3537811 h 6858000"/>
              <a:gd name="connsiteX5728" fmla="*/ 1241865 w 12192000"/>
              <a:gd name="connsiteY5728" fmla="*/ 3539672 h 6858000"/>
              <a:gd name="connsiteX5729" fmla="*/ 1245139 w 12192000"/>
              <a:gd name="connsiteY5729" fmla="*/ 3546295 h 6858000"/>
              <a:gd name="connsiteX5730" fmla="*/ 1246479 w 12192000"/>
              <a:gd name="connsiteY5730" fmla="*/ 3575018 h 6858000"/>
              <a:gd name="connsiteX5731" fmla="*/ 1246479 w 12192000"/>
              <a:gd name="connsiteY5731" fmla="*/ 3627555 h 6858000"/>
              <a:gd name="connsiteX5732" fmla="*/ 1244470 w 12192000"/>
              <a:gd name="connsiteY5732" fmla="*/ 3644670 h 6858000"/>
              <a:gd name="connsiteX5733" fmla="*/ 1239037 w 12192000"/>
              <a:gd name="connsiteY5733" fmla="*/ 3651070 h 6858000"/>
              <a:gd name="connsiteX5734" fmla="*/ 1225643 w 12192000"/>
              <a:gd name="connsiteY5734" fmla="*/ 3653004 h 6858000"/>
              <a:gd name="connsiteX5735" fmla="*/ 1225643 w 12192000"/>
              <a:gd name="connsiteY5735" fmla="*/ 3658362 h 6858000"/>
              <a:gd name="connsiteX5736" fmla="*/ 1291871 w 12192000"/>
              <a:gd name="connsiteY5736" fmla="*/ 3658362 h 6858000"/>
              <a:gd name="connsiteX5737" fmla="*/ 1291871 w 12192000"/>
              <a:gd name="connsiteY5737" fmla="*/ 3653004 h 6858000"/>
              <a:gd name="connsiteX5738" fmla="*/ 1278551 w 12192000"/>
              <a:gd name="connsiteY5738" fmla="*/ 3650921 h 6858000"/>
              <a:gd name="connsiteX5739" fmla="*/ 1273045 w 12192000"/>
              <a:gd name="connsiteY5739" fmla="*/ 3644596 h 6858000"/>
              <a:gd name="connsiteX5740" fmla="*/ 1271184 w 12192000"/>
              <a:gd name="connsiteY5740" fmla="*/ 3627555 h 6858000"/>
              <a:gd name="connsiteX5741" fmla="*/ 1271184 w 12192000"/>
              <a:gd name="connsiteY5741" fmla="*/ 3518017 h 6858000"/>
              <a:gd name="connsiteX5742" fmla="*/ 2898621 w 12192000"/>
              <a:gd name="connsiteY5742" fmla="*/ 3517868 h 6858000"/>
              <a:gd name="connsiteX5743" fmla="*/ 2853600 w 12192000"/>
              <a:gd name="connsiteY5743" fmla="*/ 3537439 h 6858000"/>
              <a:gd name="connsiteX5744" fmla="*/ 2835666 w 12192000"/>
              <a:gd name="connsiteY5744" fmla="*/ 3591985 h 6858000"/>
              <a:gd name="connsiteX5745" fmla="*/ 2853153 w 12192000"/>
              <a:gd name="connsiteY5745" fmla="*/ 3643405 h 6858000"/>
              <a:gd name="connsiteX5746" fmla="*/ 2895198 w 12192000"/>
              <a:gd name="connsiteY5746" fmla="*/ 3662529 h 6858000"/>
              <a:gd name="connsiteX5747" fmla="*/ 2932850 w 12192000"/>
              <a:gd name="connsiteY5747" fmla="*/ 3645786 h 6858000"/>
              <a:gd name="connsiteX5748" fmla="*/ 2951008 w 12192000"/>
              <a:gd name="connsiteY5748" fmla="*/ 3608654 h 6858000"/>
              <a:gd name="connsiteX5749" fmla="*/ 2946394 w 12192000"/>
              <a:gd name="connsiteY5749" fmla="*/ 3605677 h 6858000"/>
              <a:gd name="connsiteX5750" fmla="*/ 2929800 w 12192000"/>
              <a:gd name="connsiteY5750" fmla="*/ 3630903 h 6858000"/>
              <a:gd name="connsiteX5751" fmla="*/ 2906508 w 12192000"/>
              <a:gd name="connsiteY5751" fmla="*/ 3638270 h 6858000"/>
              <a:gd name="connsiteX5752" fmla="*/ 2871534 w 12192000"/>
              <a:gd name="connsiteY5752" fmla="*/ 3621006 h 6858000"/>
              <a:gd name="connsiteX5753" fmla="*/ 2856800 w 12192000"/>
              <a:gd name="connsiteY5753" fmla="*/ 3573381 h 6858000"/>
              <a:gd name="connsiteX5754" fmla="*/ 2951008 w 12192000"/>
              <a:gd name="connsiteY5754" fmla="*/ 3573381 h 6858000"/>
              <a:gd name="connsiteX5755" fmla="*/ 2936274 w 12192000"/>
              <a:gd name="connsiteY5755" fmla="*/ 3532975 h 6858000"/>
              <a:gd name="connsiteX5756" fmla="*/ 2898621 w 12192000"/>
              <a:gd name="connsiteY5756" fmla="*/ 3517868 h 6858000"/>
              <a:gd name="connsiteX5757" fmla="*/ 1698470 w 12192000"/>
              <a:gd name="connsiteY5757" fmla="*/ 3517868 h 6858000"/>
              <a:gd name="connsiteX5758" fmla="*/ 1653449 w 12192000"/>
              <a:gd name="connsiteY5758" fmla="*/ 3537439 h 6858000"/>
              <a:gd name="connsiteX5759" fmla="*/ 1635516 w 12192000"/>
              <a:gd name="connsiteY5759" fmla="*/ 3591985 h 6858000"/>
              <a:gd name="connsiteX5760" fmla="*/ 1653003 w 12192000"/>
              <a:gd name="connsiteY5760" fmla="*/ 3643405 h 6858000"/>
              <a:gd name="connsiteX5761" fmla="*/ 1695047 w 12192000"/>
              <a:gd name="connsiteY5761" fmla="*/ 3662529 h 6858000"/>
              <a:gd name="connsiteX5762" fmla="*/ 1732700 w 12192000"/>
              <a:gd name="connsiteY5762" fmla="*/ 3645786 h 6858000"/>
              <a:gd name="connsiteX5763" fmla="*/ 1750857 w 12192000"/>
              <a:gd name="connsiteY5763" fmla="*/ 3608654 h 6858000"/>
              <a:gd name="connsiteX5764" fmla="*/ 1746244 w 12192000"/>
              <a:gd name="connsiteY5764" fmla="*/ 3605677 h 6858000"/>
              <a:gd name="connsiteX5765" fmla="*/ 1729649 w 12192000"/>
              <a:gd name="connsiteY5765" fmla="*/ 3630903 h 6858000"/>
              <a:gd name="connsiteX5766" fmla="*/ 1706358 w 12192000"/>
              <a:gd name="connsiteY5766" fmla="*/ 3638270 h 6858000"/>
              <a:gd name="connsiteX5767" fmla="*/ 1671383 w 12192000"/>
              <a:gd name="connsiteY5767" fmla="*/ 3621006 h 6858000"/>
              <a:gd name="connsiteX5768" fmla="*/ 1656649 w 12192000"/>
              <a:gd name="connsiteY5768" fmla="*/ 3573381 h 6858000"/>
              <a:gd name="connsiteX5769" fmla="*/ 1750857 w 12192000"/>
              <a:gd name="connsiteY5769" fmla="*/ 3573381 h 6858000"/>
              <a:gd name="connsiteX5770" fmla="*/ 1736123 w 12192000"/>
              <a:gd name="connsiteY5770" fmla="*/ 3532975 h 6858000"/>
              <a:gd name="connsiteX5771" fmla="*/ 1698470 w 12192000"/>
              <a:gd name="connsiteY5771" fmla="*/ 3517868 h 6858000"/>
              <a:gd name="connsiteX5772" fmla="*/ 1155545 w 12192000"/>
              <a:gd name="connsiteY5772" fmla="*/ 3517868 h 6858000"/>
              <a:gd name="connsiteX5773" fmla="*/ 1110524 w 12192000"/>
              <a:gd name="connsiteY5773" fmla="*/ 3537439 h 6858000"/>
              <a:gd name="connsiteX5774" fmla="*/ 1092590 w 12192000"/>
              <a:gd name="connsiteY5774" fmla="*/ 3591985 h 6858000"/>
              <a:gd name="connsiteX5775" fmla="*/ 1110078 w 12192000"/>
              <a:gd name="connsiteY5775" fmla="*/ 3643405 h 6858000"/>
              <a:gd name="connsiteX5776" fmla="*/ 1152122 w 12192000"/>
              <a:gd name="connsiteY5776" fmla="*/ 3662529 h 6858000"/>
              <a:gd name="connsiteX5777" fmla="*/ 1189776 w 12192000"/>
              <a:gd name="connsiteY5777" fmla="*/ 3645786 h 6858000"/>
              <a:gd name="connsiteX5778" fmla="*/ 1207932 w 12192000"/>
              <a:gd name="connsiteY5778" fmla="*/ 3608654 h 6858000"/>
              <a:gd name="connsiteX5779" fmla="*/ 1203319 w 12192000"/>
              <a:gd name="connsiteY5779" fmla="*/ 3605677 h 6858000"/>
              <a:gd name="connsiteX5780" fmla="*/ 1186724 w 12192000"/>
              <a:gd name="connsiteY5780" fmla="*/ 3630903 h 6858000"/>
              <a:gd name="connsiteX5781" fmla="*/ 1163433 w 12192000"/>
              <a:gd name="connsiteY5781" fmla="*/ 3638270 h 6858000"/>
              <a:gd name="connsiteX5782" fmla="*/ 1128458 w 12192000"/>
              <a:gd name="connsiteY5782" fmla="*/ 3621006 h 6858000"/>
              <a:gd name="connsiteX5783" fmla="*/ 1113724 w 12192000"/>
              <a:gd name="connsiteY5783" fmla="*/ 3573381 h 6858000"/>
              <a:gd name="connsiteX5784" fmla="*/ 1207932 w 12192000"/>
              <a:gd name="connsiteY5784" fmla="*/ 3573381 h 6858000"/>
              <a:gd name="connsiteX5785" fmla="*/ 1193198 w 12192000"/>
              <a:gd name="connsiteY5785" fmla="*/ 3532975 h 6858000"/>
              <a:gd name="connsiteX5786" fmla="*/ 1155545 w 12192000"/>
              <a:gd name="connsiteY5786" fmla="*/ 3517868 h 6858000"/>
              <a:gd name="connsiteX5787" fmla="*/ 4792904 w 12192000"/>
              <a:gd name="connsiteY5787" fmla="*/ 3477238 h 6858000"/>
              <a:gd name="connsiteX5788" fmla="*/ 4783378 w 12192000"/>
              <a:gd name="connsiteY5788" fmla="*/ 3497925 h 6858000"/>
              <a:gd name="connsiteX5789" fmla="*/ 4768123 w 12192000"/>
              <a:gd name="connsiteY5789" fmla="*/ 3516455 h 6858000"/>
              <a:gd name="connsiteX5790" fmla="*/ 4751380 w 12192000"/>
              <a:gd name="connsiteY5790" fmla="*/ 3527542 h 6858000"/>
              <a:gd name="connsiteX5791" fmla="*/ 4751380 w 12192000"/>
              <a:gd name="connsiteY5791" fmla="*/ 3532454 h 6858000"/>
              <a:gd name="connsiteX5792" fmla="*/ 4772960 w 12192000"/>
              <a:gd name="connsiteY5792" fmla="*/ 3532454 h 6858000"/>
              <a:gd name="connsiteX5793" fmla="*/ 4772960 w 12192000"/>
              <a:gd name="connsiteY5793" fmla="*/ 3624132 h 6858000"/>
              <a:gd name="connsiteX5794" fmla="*/ 4776085 w 12192000"/>
              <a:gd name="connsiteY5794" fmla="*/ 3645935 h 6858000"/>
              <a:gd name="connsiteX5795" fmla="*/ 4785759 w 12192000"/>
              <a:gd name="connsiteY5795" fmla="*/ 3656800 h 6858000"/>
              <a:gd name="connsiteX5796" fmla="*/ 4799154 w 12192000"/>
              <a:gd name="connsiteY5796" fmla="*/ 3660595 h 6858000"/>
              <a:gd name="connsiteX5797" fmla="*/ 4818800 w 12192000"/>
              <a:gd name="connsiteY5797" fmla="*/ 3653228 h 6858000"/>
              <a:gd name="connsiteX5798" fmla="*/ 4833534 w 12192000"/>
              <a:gd name="connsiteY5798" fmla="*/ 3631275 h 6858000"/>
              <a:gd name="connsiteX5799" fmla="*/ 4827729 w 12192000"/>
              <a:gd name="connsiteY5799" fmla="*/ 3631275 h 6858000"/>
              <a:gd name="connsiteX5800" fmla="*/ 4820585 w 12192000"/>
              <a:gd name="connsiteY5800" fmla="*/ 3640280 h 6858000"/>
              <a:gd name="connsiteX5801" fmla="*/ 4811060 w 12192000"/>
              <a:gd name="connsiteY5801" fmla="*/ 3643331 h 6858000"/>
              <a:gd name="connsiteX5802" fmla="*/ 4801312 w 12192000"/>
              <a:gd name="connsiteY5802" fmla="*/ 3638717 h 6858000"/>
              <a:gd name="connsiteX5803" fmla="*/ 4797517 w 12192000"/>
              <a:gd name="connsiteY5803" fmla="*/ 3620858 h 6858000"/>
              <a:gd name="connsiteX5804" fmla="*/ 4797517 w 12192000"/>
              <a:gd name="connsiteY5804" fmla="*/ 3532454 h 6858000"/>
              <a:gd name="connsiteX5805" fmla="*/ 4829366 w 12192000"/>
              <a:gd name="connsiteY5805" fmla="*/ 3532454 h 6858000"/>
              <a:gd name="connsiteX5806" fmla="*/ 4829366 w 12192000"/>
              <a:gd name="connsiteY5806" fmla="*/ 3522036 h 6858000"/>
              <a:gd name="connsiteX5807" fmla="*/ 4797517 w 12192000"/>
              <a:gd name="connsiteY5807" fmla="*/ 3522036 h 6858000"/>
              <a:gd name="connsiteX5808" fmla="*/ 4797517 w 12192000"/>
              <a:gd name="connsiteY5808" fmla="*/ 3477238 h 6858000"/>
              <a:gd name="connsiteX5809" fmla="*/ 2021129 w 12192000"/>
              <a:gd name="connsiteY5809" fmla="*/ 3477238 h 6858000"/>
              <a:gd name="connsiteX5810" fmla="*/ 2011604 w 12192000"/>
              <a:gd name="connsiteY5810" fmla="*/ 3497925 h 6858000"/>
              <a:gd name="connsiteX5811" fmla="*/ 1996349 w 12192000"/>
              <a:gd name="connsiteY5811" fmla="*/ 3516455 h 6858000"/>
              <a:gd name="connsiteX5812" fmla="*/ 1979606 w 12192000"/>
              <a:gd name="connsiteY5812" fmla="*/ 3527542 h 6858000"/>
              <a:gd name="connsiteX5813" fmla="*/ 1979606 w 12192000"/>
              <a:gd name="connsiteY5813" fmla="*/ 3532454 h 6858000"/>
              <a:gd name="connsiteX5814" fmla="*/ 2001186 w 12192000"/>
              <a:gd name="connsiteY5814" fmla="*/ 3532454 h 6858000"/>
              <a:gd name="connsiteX5815" fmla="*/ 2001186 w 12192000"/>
              <a:gd name="connsiteY5815" fmla="*/ 3624132 h 6858000"/>
              <a:gd name="connsiteX5816" fmla="*/ 2004312 w 12192000"/>
              <a:gd name="connsiteY5816" fmla="*/ 3645935 h 6858000"/>
              <a:gd name="connsiteX5817" fmla="*/ 2013986 w 12192000"/>
              <a:gd name="connsiteY5817" fmla="*/ 3656800 h 6858000"/>
              <a:gd name="connsiteX5818" fmla="*/ 2027380 w 12192000"/>
              <a:gd name="connsiteY5818" fmla="*/ 3660595 h 6858000"/>
              <a:gd name="connsiteX5819" fmla="*/ 2047025 w 12192000"/>
              <a:gd name="connsiteY5819" fmla="*/ 3653228 h 6858000"/>
              <a:gd name="connsiteX5820" fmla="*/ 2061759 w 12192000"/>
              <a:gd name="connsiteY5820" fmla="*/ 3631275 h 6858000"/>
              <a:gd name="connsiteX5821" fmla="*/ 2055955 w 12192000"/>
              <a:gd name="connsiteY5821" fmla="*/ 3631275 h 6858000"/>
              <a:gd name="connsiteX5822" fmla="*/ 2048811 w 12192000"/>
              <a:gd name="connsiteY5822" fmla="*/ 3640280 h 6858000"/>
              <a:gd name="connsiteX5823" fmla="*/ 2039286 w 12192000"/>
              <a:gd name="connsiteY5823" fmla="*/ 3643331 h 6858000"/>
              <a:gd name="connsiteX5824" fmla="*/ 2029538 w 12192000"/>
              <a:gd name="connsiteY5824" fmla="*/ 3638717 h 6858000"/>
              <a:gd name="connsiteX5825" fmla="*/ 2025743 w 12192000"/>
              <a:gd name="connsiteY5825" fmla="*/ 3620858 h 6858000"/>
              <a:gd name="connsiteX5826" fmla="*/ 2025743 w 12192000"/>
              <a:gd name="connsiteY5826" fmla="*/ 3532454 h 6858000"/>
              <a:gd name="connsiteX5827" fmla="*/ 2057592 w 12192000"/>
              <a:gd name="connsiteY5827" fmla="*/ 3532454 h 6858000"/>
              <a:gd name="connsiteX5828" fmla="*/ 2057592 w 12192000"/>
              <a:gd name="connsiteY5828" fmla="*/ 3522036 h 6858000"/>
              <a:gd name="connsiteX5829" fmla="*/ 2025743 w 12192000"/>
              <a:gd name="connsiteY5829" fmla="*/ 3522036 h 6858000"/>
              <a:gd name="connsiteX5830" fmla="*/ 2025743 w 12192000"/>
              <a:gd name="connsiteY5830" fmla="*/ 3477238 h 6858000"/>
              <a:gd name="connsiteX5831" fmla="*/ 897179 w 12192000"/>
              <a:gd name="connsiteY5831" fmla="*/ 3477238 h 6858000"/>
              <a:gd name="connsiteX5832" fmla="*/ 887654 w 12192000"/>
              <a:gd name="connsiteY5832" fmla="*/ 3497925 h 6858000"/>
              <a:gd name="connsiteX5833" fmla="*/ 872399 w 12192000"/>
              <a:gd name="connsiteY5833" fmla="*/ 3516455 h 6858000"/>
              <a:gd name="connsiteX5834" fmla="*/ 855656 w 12192000"/>
              <a:gd name="connsiteY5834" fmla="*/ 3527542 h 6858000"/>
              <a:gd name="connsiteX5835" fmla="*/ 855656 w 12192000"/>
              <a:gd name="connsiteY5835" fmla="*/ 3532454 h 6858000"/>
              <a:gd name="connsiteX5836" fmla="*/ 877236 w 12192000"/>
              <a:gd name="connsiteY5836" fmla="*/ 3532454 h 6858000"/>
              <a:gd name="connsiteX5837" fmla="*/ 877236 w 12192000"/>
              <a:gd name="connsiteY5837" fmla="*/ 3624132 h 6858000"/>
              <a:gd name="connsiteX5838" fmla="*/ 880362 w 12192000"/>
              <a:gd name="connsiteY5838" fmla="*/ 3645935 h 6858000"/>
              <a:gd name="connsiteX5839" fmla="*/ 890035 w 12192000"/>
              <a:gd name="connsiteY5839" fmla="*/ 3656800 h 6858000"/>
              <a:gd name="connsiteX5840" fmla="*/ 903430 w 12192000"/>
              <a:gd name="connsiteY5840" fmla="*/ 3660595 h 6858000"/>
              <a:gd name="connsiteX5841" fmla="*/ 923075 w 12192000"/>
              <a:gd name="connsiteY5841" fmla="*/ 3653228 h 6858000"/>
              <a:gd name="connsiteX5842" fmla="*/ 937809 w 12192000"/>
              <a:gd name="connsiteY5842" fmla="*/ 3631275 h 6858000"/>
              <a:gd name="connsiteX5843" fmla="*/ 932005 w 12192000"/>
              <a:gd name="connsiteY5843" fmla="*/ 3631275 h 6858000"/>
              <a:gd name="connsiteX5844" fmla="*/ 924861 w 12192000"/>
              <a:gd name="connsiteY5844" fmla="*/ 3640280 h 6858000"/>
              <a:gd name="connsiteX5845" fmla="*/ 915336 w 12192000"/>
              <a:gd name="connsiteY5845" fmla="*/ 3643331 h 6858000"/>
              <a:gd name="connsiteX5846" fmla="*/ 905588 w 12192000"/>
              <a:gd name="connsiteY5846" fmla="*/ 3638717 h 6858000"/>
              <a:gd name="connsiteX5847" fmla="*/ 901793 w 12192000"/>
              <a:gd name="connsiteY5847" fmla="*/ 3620858 h 6858000"/>
              <a:gd name="connsiteX5848" fmla="*/ 901793 w 12192000"/>
              <a:gd name="connsiteY5848" fmla="*/ 3532454 h 6858000"/>
              <a:gd name="connsiteX5849" fmla="*/ 933642 w 12192000"/>
              <a:gd name="connsiteY5849" fmla="*/ 3532454 h 6858000"/>
              <a:gd name="connsiteX5850" fmla="*/ 933642 w 12192000"/>
              <a:gd name="connsiteY5850" fmla="*/ 3522036 h 6858000"/>
              <a:gd name="connsiteX5851" fmla="*/ 901793 w 12192000"/>
              <a:gd name="connsiteY5851" fmla="*/ 3522036 h 6858000"/>
              <a:gd name="connsiteX5852" fmla="*/ 901793 w 12192000"/>
              <a:gd name="connsiteY5852" fmla="*/ 3477238 h 6858000"/>
              <a:gd name="connsiteX5853" fmla="*/ 4878331 w 12192000"/>
              <a:gd name="connsiteY5853" fmla="*/ 3446729 h 6858000"/>
              <a:gd name="connsiteX5854" fmla="*/ 4867540 w 12192000"/>
              <a:gd name="connsiteY5854" fmla="*/ 3451119 h 6858000"/>
              <a:gd name="connsiteX5855" fmla="*/ 4863150 w 12192000"/>
              <a:gd name="connsiteY5855" fmla="*/ 3461760 h 6858000"/>
              <a:gd name="connsiteX5856" fmla="*/ 4867615 w 12192000"/>
              <a:gd name="connsiteY5856" fmla="*/ 3472476 h 6858000"/>
              <a:gd name="connsiteX5857" fmla="*/ 4878331 w 12192000"/>
              <a:gd name="connsiteY5857" fmla="*/ 3476941 h 6858000"/>
              <a:gd name="connsiteX5858" fmla="*/ 4888971 w 12192000"/>
              <a:gd name="connsiteY5858" fmla="*/ 3472476 h 6858000"/>
              <a:gd name="connsiteX5859" fmla="*/ 4893362 w 12192000"/>
              <a:gd name="connsiteY5859" fmla="*/ 3461760 h 6858000"/>
              <a:gd name="connsiteX5860" fmla="*/ 4888971 w 12192000"/>
              <a:gd name="connsiteY5860" fmla="*/ 3451119 h 6858000"/>
              <a:gd name="connsiteX5861" fmla="*/ 4878331 w 12192000"/>
              <a:gd name="connsiteY5861" fmla="*/ 3446729 h 6858000"/>
              <a:gd name="connsiteX5862" fmla="*/ 4706880 w 12192000"/>
              <a:gd name="connsiteY5862" fmla="*/ 3446729 h 6858000"/>
              <a:gd name="connsiteX5863" fmla="*/ 4696090 w 12192000"/>
              <a:gd name="connsiteY5863" fmla="*/ 3451119 h 6858000"/>
              <a:gd name="connsiteX5864" fmla="*/ 4691700 w 12192000"/>
              <a:gd name="connsiteY5864" fmla="*/ 3461760 h 6858000"/>
              <a:gd name="connsiteX5865" fmla="*/ 4696165 w 12192000"/>
              <a:gd name="connsiteY5865" fmla="*/ 3472476 h 6858000"/>
              <a:gd name="connsiteX5866" fmla="*/ 4706880 w 12192000"/>
              <a:gd name="connsiteY5866" fmla="*/ 3476941 h 6858000"/>
              <a:gd name="connsiteX5867" fmla="*/ 4717521 w 12192000"/>
              <a:gd name="connsiteY5867" fmla="*/ 3472476 h 6858000"/>
              <a:gd name="connsiteX5868" fmla="*/ 4721912 w 12192000"/>
              <a:gd name="connsiteY5868" fmla="*/ 3461760 h 6858000"/>
              <a:gd name="connsiteX5869" fmla="*/ 4717521 w 12192000"/>
              <a:gd name="connsiteY5869" fmla="*/ 3451119 h 6858000"/>
              <a:gd name="connsiteX5870" fmla="*/ 4706880 w 12192000"/>
              <a:gd name="connsiteY5870" fmla="*/ 3446729 h 6858000"/>
              <a:gd name="connsiteX5871" fmla="*/ 4633954 w 12192000"/>
              <a:gd name="connsiteY5871" fmla="*/ 3446729 h 6858000"/>
              <a:gd name="connsiteX5872" fmla="*/ 4593324 w 12192000"/>
              <a:gd name="connsiteY5872" fmla="*/ 3463397 h 6858000"/>
              <a:gd name="connsiteX5873" fmla="*/ 4595259 w 12192000"/>
              <a:gd name="connsiteY5873" fmla="*/ 3468606 h 6858000"/>
              <a:gd name="connsiteX5874" fmla="*/ 4605528 w 12192000"/>
              <a:gd name="connsiteY5874" fmla="*/ 3466225 h 6858000"/>
              <a:gd name="connsiteX5875" fmla="*/ 4611481 w 12192000"/>
              <a:gd name="connsiteY5875" fmla="*/ 3468160 h 6858000"/>
              <a:gd name="connsiteX5876" fmla="*/ 4614979 w 12192000"/>
              <a:gd name="connsiteY5876" fmla="*/ 3475452 h 6858000"/>
              <a:gd name="connsiteX5877" fmla="*/ 4616095 w 12192000"/>
              <a:gd name="connsiteY5877" fmla="*/ 3504176 h 6858000"/>
              <a:gd name="connsiteX5878" fmla="*/ 4616095 w 12192000"/>
              <a:gd name="connsiteY5878" fmla="*/ 3529328 h 6858000"/>
              <a:gd name="connsiteX5879" fmla="*/ 4586329 w 12192000"/>
              <a:gd name="connsiteY5879" fmla="*/ 3517868 h 6858000"/>
              <a:gd name="connsiteX5880" fmla="*/ 4538853 w 12192000"/>
              <a:gd name="connsiteY5880" fmla="*/ 3542202 h 6858000"/>
              <a:gd name="connsiteX5881" fmla="*/ 4520398 w 12192000"/>
              <a:gd name="connsiteY5881" fmla="*/ 3595854 h 6858000"/>
              <a:gd name="connsiteX5882" fmla="*/ 4537067 w 12192000"/>
              <a:gd name="connsiteY5882" fmla="*/ 3643851 h 6858000"/>
              <a:gd name="connsiteX5883" fmla="*/ 4576060 w 12192000"/>
              <a:gd name="connsiteY5883" fmla="*/ 3662529 h 6858000"/>
              <a:gd name="connsiteX5884" fmla="*/ 4596598 w 12192000"/>
              <a:gd name="connsiteY5884" fmla="*/ 3657990 h 6858000"/>
              <a:gd name="connsiteX5885" fmla="*/ 4616095 w 12192000"/>
              <a:gd name="connsiteY5885" fmla="*/ 3643033 h 6858000"/>
              <a:gd name="connsiteX5886" fmla="*/ 4616095 w 12192000"/>
              <a:gd name="connsiteY5886" fmla="*/ 3662529 h 6858000"/>
              <a:gd name="connsiteX5887" fmla="*/ 4622941 w 12192000"/>
              <a:gd name="connsiteY5887" fmla="*/ 3662529 h 6858000"/>
              <a:gd name="connsiteX5888" fmla="*/ 4663422 w 12192000"/>
              <a:gd name="connsiteY5888" fmla="*/ 3645712 h 6858000"/>
              <a:gd name="connsiteX5889" fmla="*/ 4661785 w 12192000"/>
              <a:gd name="connsiteY5889" fmla="*/ 3640503 h 6858000"/>
              <a:gd name="connsiteX5890" fmla="*/ 4651070 w 12192000"/>
              <a:gd name="connsiteY5890" fmla="*/ 3643033 h 6858000"/>
              <a:gd name="connsiteX5891" fmla="*/ 4645341 w 12192000"/>
              <a:gd name="connsiteY5891" fmla="*/ 3640949 h 6858000"/>
              <a:gd name="connsiteX5892" fmla="*/ 4641769 w 12192000"/>
              <a:gd name="connsiteY5892" fmla="*/ 3633582 h 6858000"/>
              <a:gd name="connsiteX5893" fmla="*/ 4640652 w 12192000"/>
              <a:gd name="connsiteY5893" fmla="*/ 3604338 h 6858000"/>
              <a:gd name="connsiteX5894" fmla="*/ 4640652 w 12192000"/>
              <a:gd name="connsiteY5894" fmla="*/ 3446729 h 6858000"/>
              <a:gd name="connsiteX5895" fmla="*/ 3802007 w 12192000"/>
              <a:gd name="connsiteY5895" fmla="*/ 3446729 h 6858000"/>
              <a:gd name="connsiteX5896" fmla="*/ 3791217 w 12192000"/>
              <a:gd name="connsiteY5896" fmla="*/ 3451119 h 6858000"/>
              <a:gd name="connsiteX5897" fmla="*/ 3786827 w 12192000"/>
              <a:gd name="connsiteY5897" fmla="*/ 3461760 h 6858000"/>
              <a:gd name="connsiteX5898" fmla="*/ 3791292 w 12192000"/>
              <a:gd name="connsiteY5898" fmla="*/ 3472476 h 6858000"/>
              <a:gd name="connsiteX5899" fmla="*/ 3802007 w 12192000"/>
              <a:gd name="connsiteY5899" fmla="*/ 3476941 h 6858000"/>
              <a:gd name="connsiteX5900" fmla="*/ 3812648 w 12192000"/>
              <a:gd name="connsiteY5900" fmla="*/ 3472476 h 6858000"/>
              <a:gd name="connsiteX5901" fmla="*/ 3817039 w 12192000"/>
              <a:gd name="connsiteY5901" fmla="*/ 3461760 h 6858000"/>
              <a:gd name="connsiteX5902" fmla="*/ 3812648 w 12192000"/>
              <a:gd name="connsiteY5902" fmla="*/ 3451119 h 6858000"/>
              <a:gd name="connsiteX5903" fmla="*/ 3802007 w 12192000"/>
              <a:gd name="connsiteY5903" fmla="*/ 3446729 h 6858000"/>
              <a:gd name="connsiteX5904" fmla="*/ 2700382 w 12192000"/>
              <a:gd name="connsiteY5904" fmla="*/ 3446729 h 6858000"/>
              <a:gd name="connsiteX5905" fmla="*/ 2659751 w 12192000"/>
              <a:gd name="connsiteY5905" fmla="*/ 3463397 h 6858000"/>
              <a:gd name="connsiteX5906" fmla="*/ 2661686 w 12192000"/>
              <a:gd name="connsiteY5906" fmla="*/ 3468606 h 6858000"/>
              <a:gd name="connsiteX5907" fmla="*/ 2671956 w 12192000"/>
              <a:gd name="connsiteY5907" fmla="*/ 3466225 h 6858000"/>
              <a:gd name="connsiteX5908" fmla="*/ 2677908 w 12192000"/>
              <a:gd name="connsiteY5908" fmla="*/ 3468160 h 6858000"/>
              <a:gd name="connsiteX5909" fmla="*/ 2681406 w 12192000"/>
              <a:gd name="connsiteY5909" fmla="*/ 3475452 h 6858000"/>
              <a:gd name="connsiteX5910" fmla="*/ 2682521 w 12192000"/>
              <a:gd name="connsiteY5910" fmla="*/ 3504176 h 6858000"/>
              <a:gd name="connsiteX5911" fmla="*/ 2682521 w 12192000"/>
              <a:gd name="connsiteY5911" fmla="*/ 3529328 h 6858000"/>
              <a:gd name="connsiteX5912" fmla="*/ 2652757 w 12192000"/>
              <a:gd name="connsiteY5912" fmla="*/ 3517868 h 6858000"/>
              <a:gd name="connsiteX5913" fmla="*/ 2605280 w 12192000"/>
              <a:gd name="connsiteY5913" fmla="*/ 3542202 h 6858000"/>
              <a:gd name="connsiteX5914" fmla="*/ 2586825 w 12192000"/>
              <a:gd name="connsiteY5914" fmla="*/ 3595854 h 6858000"/>
              <a:gd name="connsiteX5915" fmla="*/ 2603494 w 12192000"/>
              <a:gd name="connsiteY5915" fmla="*/ 3643851 h 6858000"/>
              <a:gd name="connsiteX5916" fmla="*/ 2642487 w 12192000"/>
              <a:gd name="connsiteY5916" fmla="*/ 3662529 h 6858000"/>
              <a:gd name="connsiteX5917" fmla="*/ 2663026 w 12192000"/>
              <a:gd name="connsiteY5917" fmla="*/ 3657990 h 6858000"/>
              <a:gd name="connsiteX5918" fmla="*/ 2682521 w 12192000"/>
              <a:gd name="connsiteY5918" fmla="*/ 3643033 h 6858000"/>
              <a:gd name="connsiteX5919" fmla="*/ 2682521 w 12192000"/>
              <a:gd name="connsiteY5919" fmla="*/ 3662529 h 6858000"/>
              <a:gd name="connsiteX5920" fmla="*/ 2689368 w 12192000"/>
              <a:gd name="connsiteY5920" fmla="*/ 3662529 h 6858000"/>
              <a:gd name="connsiteX5921" fmla="*/ 2729849 w 12192000"/>
              <a:gd name="connsiteY5921" fmla="*/ 3645712 h 6858000"/>
              <a:gd name="connsiteX5922" fmla="*/ 2728212 w 12192000"/>
              <a:gd name="connsiteY5922" fmla="*/ 3640503 h 6858000"/>
              <a:gd name="connsiteX5923" fmla="*/ 2717496 w 12192000"/>
              <a:gd name="connsiteY5923" fmla="*/ 3643033 h 6858000"/>
              <a:gd name="connsiteX5924" fmla="*/ 2711766 w 12192000"/>
              <a:gd name="connsiteY5924" fmla="*/ 3640949 h 6858000"/>
              <a:gd name="connsiteX5925" fmla="*/ 2708194 w 12192000"/>
              <a:gd name="connsiteY5925" fmla="*/ 3633582 h 6858000"/>
              <a:gd name="connsiteX5926" fmla="*/ 2707079 w 12192000"/>
              <a:gd name="connsiteY5926" fmla="*/ 3604338 h 6858000"/>
              <a:gd name="connsiteX5927" fmla="*/ 2707079 w 12192000"/>
              <a:gd name="connsiteY5927" fmla="*/ 3446729 h 6858000"/>
              <a:gd name="connsiteX5928" fmla="*/ 2105069 w 12192000"/>
              <a:gd name="connsiteY5928" fmla="*/ 3446729 h 6858000"/>
              <a:gd name="connsiteX5929" fmla="*/ 2064289 w 12192000"/>
              <a:gd name="connsiteY5929" fmla="*/ 3463397 h 6858000"/>
              <a:gd name="connsiteX5930" fmla="*/ 2066373 w 12192000"/>
              <a:gd name="connsiteY5930" fmla="*/ 3468606 h 6858000"/>
              <a:gd name="connsiteX5931" fmla="*/ 2076493 w 12192000"/>
              <a:gd name="connsiteY5931" fmla="*/ 3466225 h 6858000"/>
              <a:gd name="connsiteX5932" fmla="*/ 2082670 w 12192000"/>
              <a:gd name="connsiteY5932" fmla="*/ 3468160 h 6858000"/>
              <a:gd name="connsiteX5933" fmla="*/ 2086093 w 12192000"/>
              <a:gd name="connsiteY5933" fmla="*/ 3475452 h 6858000"/>
              <a:gd name="connsiteX5934" fmla="*/ 2087209 w 12192000"/>
              <a:gd name="connsiteY5934" fmla="*/ 3504176 h 6858000"/>
              <a:gd name="connsiteX5935" fmla="*/ 2087209 w 12192000"/>
              <a:gd name="connsiteY5935" fmla="*/ 3627555 h 6858000"/>
              <a:gd name="connsiteX5936" fmla="*/ 2085423 w 12192000"/>
              <a:gd name="connsiteY5936" fmla="*/ 3644521 h 6858000"/>
              <a:gd name="connsiteX5937" fmla="*/ 2080661 w 12192000"/>
              <a:gd name="connsiteY5937" fmla="*/ 3650177 h 6858000"/>
              <a:gd name="connsiteX5938" fmla="*/ 2066373 w 12192000"/>
              <a:gd name="connsiteY5938" fmla="*/ 3653004 h 6858000"/>
              <a:gd name="connsiteX5939" fmla="*/ 2066373 w 12192000"/>
              <a:gd name="connsiteY5939" fmla="*/ 3658362 h 6858000"/>
              <a:gd name="connsiteX5940" fmla="*/ 2133941 w 12192000"/>
              <a:gd name="connsiteY5940" fmla="*/ 3658362 h 6858000"/>
              <a:gd name="connsiteX5941" fmla="*/ 2133941 w 12192000"/>
              <a:gd name="connsiteY5941" fmla="*/ 3653004 h 6858000"/>
              <a:gd name="connsiteX5942" fmla="*/ 2119281 w 12192000"/>
              <a:gd name="connsiteY5942" fmla="*/ 3650698 h 6858000"/>
              <a:gd name="connsiteX5943" fmla="*/ 2113477 w 12192000"/>
              <a:gd name="connsiteY5943" fmla="*/ 3644968 h 6858000"/>
              <a:gd name="connsiteX5944" fmla="*/ 2111915 w 12192000"/>
              <a:gd name="connsiteY5944" fmla="*/ 3627555 h 6858000"/>
              <a:gd name="connsiteX5945" fmla="*/ 2111915 w 12192000"/>
              <a:gd name="connsiteY5945" fmla="*/ 3555522 h 6858000"/>
              <a:gd name="connsiteX5946" fmla="*/ 2130816 w 12192000"/>
              <a:gd name="connsiteY5946" fmla="*/ 3539895 h 6858000"/>
              <a:gd name="connsiteX5947" fmla="*/ 2145996 w 12192000"/>
              <a:gd name="connsiteY5947" fmla="*/ 3536025 h 6858000"/>
              <a:gd name="connsiteX5948" fmla="*/ 2158200 w 12192000"/>
              <a:gd name="connsiteY5948" fmla="*/ 3539523 h 6858000"/>
              <a:gd name="connsiteX5949" fmla="*/ 2165567 w 12192000"/>
              <a:gd name="connsiteY5949" fmla="*/ 3550015 h 6858000"/>
              <a:gd name="connsiteX5950" fmla="*/ 2167874 w 12192000"/>
              <a:gd name="connsiteY5950" fmla="*/ 3579334 h 6858000"/>
              <a:gd name="connsiteX5951" fmla="*/ 2167874 w 12192000"/>
              <a:gd name="connsiteY5951" fmla="*/ 3627555 h 6858000"/>
              <a:gd name="connsiteX5952" fmla="*/ 2167427 w 12192000"/>
              <a:gd name="connsiteY5952" fmla="*/ 3641545 h 6858000"/>
              <a:gd name="connsiteX5953" fmla="*/ 2162219 w 12192000"/>
              <a:gd name="connsiteY5953" fmla="*/ 3650102 h 6858000"/>
              <a:gd name="connsiteX5954" fmla="*/ 2148973 w 12192000"/>
              <a:gd name="connsiteY5954" fmla="*/ 3653004 h 6858000"/>
              <a:gd name="connsiteX5955" fmla="*/ 2145847 w 12192000"/>
              <a:gd name="connsiteY5955" fmla="*/ 3653004 h 6858000"/>
              <a:gd name="connsiteX5956" fmla="*/ 2145847 w 12192000"/>
              <a:gd name="connsiteY5956" fmla="*/ 3658362 h 6858000"/>
              <a:gd name="connsiteX5957" fmla="*/ 2212820 w 12192000"/>
              <a:gd name="connsiteY5957" fmla="*/ 3658362 h 6858000"/>
              <a:gd name="connsiteX5958" fmla="*/ 2212820 w 12192000"/>
              <a:gd name="connsiteY5958" fmla="*/ 3653004 h 6858000"/>
              <a:gd name="connsiteX5959" fmla="*/ 2199723 w 12192000"/>
              <a:gd name="connsiteY5959" fmla="*/ 3650921 h 6858000"/>
              <a:gd name="connsiteX5960" fmla="*/ 2194663 w 12192000"/>
              <a:gd name="connsiteY5960" fmla="*/ 3645265 h 6858000"/>
              <a:gd name="connsiteX5961" fmla="*/ 2192580 w 12192000"/>
              <a:gd name="connsiteY5961" fmla="*/ 3627555 h 6858000"/>
              <a:gd name="connsiteX5962" fmla="*/ 2192580 w 12192000"/>
              <a:gd name="connsiteY5962" fmla="*/ 3579334 h 6858000"/>
              <a:gd name="connsiteX5963" fmla="*/ 2189752 w 12192000"/>
              <a:gd name="connsiteY5963" fmla="*/ 3544509 h 6858000"/>
              <a:gd name="connsiteX5964" fmla="*/ 2177399 w 12192000"/>
              <a:gd name="connsiteY5964" fmla="*/ 3524417 h 6858000"/>
              <a:gd name="connsiteX5965" fmla="*/ 2157456 w 12192000"/>
              <a:gd name="connsiteY5965" fmla="*/ 3518017 h 6858000"/>
              <a:gd name="connsiteX5966" fmla="*/ 2138108 w 12192000"/>
              <a:gd name="connsiteY5966" fmla="*/ 3523152 h 6858000"/>
              <a:gd name="connsiteX5967" fmla="*/ 2111915 w 12192000"/>
              <a:gd name="connsiteY5967" fmla="*/ 3546443 h 6858000"/>
              <a:gd name="connsiteX5968" fmla="*/ 2111915 w 12192000"/>
              <a:gd name="connsiteY5968" fmla="*/ 3446729 h 6858000"/>
              <a:gd name="connsiteX5969" fmla="*/ 1940613 w 12192000"/>
              <a:gd name="connsiteY5969" fmla="*/ 3446729 h 6858000"/>
              <a:gd name="connsiteX5970" fmla="*/ 1899983 w 12192000"/>
              <a:gd name="connsiteY5970" fmla="*/ 3463397 h 6858000"/>
              <a:gd name="connsiteX5971" fmla="*/ 1902513 w 12192000"/>
              <a:gd name="connsiteY5971" fmla="*/ 3468606 h 6858000"/>
              <a:gd name="connsiteX5972" fmla="*/ 1912336 w 12192000"/>
              <a:gd name="connsiteY5972" fmla="*/ 3466225 h 6858000"/>
              <a:gd name="connsiteX5973" fmla="*/ 1918215 w 12192000"/>
              <a:gd name="connsiteY5973" fmla="*/ 3468160 h 6858000"/>
              <a:gd name="connsiteX5974" fmla="*/ 1921563 w 12192000"/>
              <a:gd name="connsiteY5974" fmla="*/ 3475378 h 6858000"/>
              <a:gd name="connsiteX5975" fmla="*/ 1922605 w 12192000"/>
              <a:gd name="connsiteY5975" fmla="*/ 3503730 h 6858000"/>
              <a:gd name="connsiteX5976" fmla="*/ 1922605 w 12192000"/>
              <a:gd name="connsiteY5976" fmla="*/ 3627555 h 6858000"/>
              <a:gd name="connsiteX5977" fmla="*/ 1920670 w 12192000"/>
              <a:gd name="connsiteY5977" fmla="*/ 3644670 h 6858000"/>
              <a:gd name="connsiteX5978" fmla="*/ 1915312 w 12192000"/>
              <a:gd name="connsiteY5978" fmla="*/ 3651070 h 6858000"/>
              <a:gd name="connsiteX5979" fmla="*/ 1902513 w 12192000"/>
              <a:gd name="connsiteY5979" fmla="*/ 3653004 h 6858000"/>
              <a:gd name="connsiteX5980" fmla="*/ 1902513 w 12192000"/>
              <a:gd name="connsiteY5980" fmla="*/ 3658362 h 6858000"/>
              <a:gd name="connsiteX5981" fmla="*/ 1969337 w 12192000"/>
              <a:gd name="connsiteY5981" fmla="*/ 3658362 h 6858000"/>
              <a:gd name="connsiteX5982" fmla="*/ 1969337 w 12192000"/>
              <a:gd name="connsiteY5982" fmla="*/ 3653004 h 6858000"/>
              <a:gd name="connsiteX5983" fmla="*/ 1954901 w 12192000"/>
              <a:gd name="connsiteY5983" fmla="*/ 3650846 h 6858000"/>
              <a:gd name="connsiteX5984" fmla="*/ 1949171 w 12192000"/>
              <a:gd name="connsiteY5984" fmla="*/ 3644521 h 6858000"/>
              <a:gd name="connsiteX5985" fmla="*/ 1947310 w 12192000"/>
              <a:gd name="connsiteY5985" fmla="*/ 3627555 h 6858000"/>
              <a:gd name="connsiteX5986" fmla="*/ 1947310 w 12192000"/>
              <a:gd name="connsiteY5986" fmla="*/ 3446729 h 6858000"/>
              <a:gd name="connsiteX5987" fmla="*/ 1524043 w 12192000"/>
              <a:gd name="connsiteY5987" fmla="*/ 3446729 h 6858000"/>
              <a:gd name="connsiteX5988" fmla="*/ 1483264 w 12192000"/>
              <a:gd name="connsiteY5988" fmla="*/ 3463397 h 6858000"/>
              <a:gd name="connsiteX5989" fmla="*/ 1485348 w 12192000"/>
              <a:gd name="connsiteY5989" fmla="*/ 3468606 h 6858000"/>
              <a:gd name="connsiteX5990" fmla="*/ 1495468 w 12192000"/>
              <a:gd name="connsiteY5990" fmla="*/ 3466225 h 6858000"/>
              <a:gd name="connsiteX5991" fmla="*/ 1501645 w 12192000"/>
              <a:gd name="connsiteY5991" fmla="*/ 3468160 h 6858000"/>
              <a:gd name="connsiteX5992" fmla="*/ 1505068 w 12192000"/>
              <a:gd name="connsiteY5992" fmla="*/ 3475452 h 6858000"/>
              <a:gd name="connsiteX5993" fmla="*/ 1506184 w 12192000"/>
              <a:gd name="connsiteY5993" fmla="*/ 3504176 h 6858000"/>
              <a:gd name="connsiteX5994" fmla="*/ 1506184 w 12192000"/>
              <a:gd name="connsiteY5994" fmla="*/ 3627555 h 6858000"/>
              <a:gd name="connsiteX5995" fmla="*/ 1504398 w 12192000"/>
              <a:gd name="connsiteY5995" fmla="*/ 3644521 h 6858000"/>
              <a:gd name="connsiteX5996" fmla="*/ 1499636 w 12192000"/>
              <a:gd name="connsiteY5996" fmla="*/ 3650177 h 6858000"/>
              <a:gd name="connsiteX5997" fmla="*/ 1485348 w 12192000"/>
              <a:gd name="connsiteY5997" fmla="*/ 3653004 h 6858000"/>
              <a:gd name="connsiteX5998" fmla="*/ 1485348 w 12192000"/>
              <a:gd name="connsiteY5998" fmla="*/ 3658362 h 6858000"/>
              <a:gd name="connsiteX5999" fmla="*/ 1552916 w 12192000"/>
              <a:gd name="connsiteY5999" fmla="*/ 3658362 h 6858000"/>
              <a:gd name="connsiteX6000" fmla="*/ 1552916 w 12192000"/>
              <a:gd name="connsiteY6000" fmla="*/ 3653004 h 6858000"/>
              <a:gd name="connsiteX6001" fmla="*/ 1538256 w 12192000"/>
              <a:gd name="connsiteY6001" fmla="*/ 3650698 h 6858000"/>
              <a:gd name="connsiteX6002" fmla="*/ 1532452 w 12192000"/>
              <a:gd name="connsiteY6002" fmla="*/ 3644968 h 6858000"/>
              <a:gd name="connsiteX6003" fmla="*/ 1530889 w 12192000"/>
              <a:gd name="connsiteY6003" fmla="*/ 3627555 h 6858000"/>
              <a:gd name="connsiteX6004" fmla="*/ 1530889 w 12192000"/>
              <a:gd name="connsiteY6004" fmla="*/ 3555522 h 6858000"/>
              <a:gd name="connsiteX6005" fmla="*/ 1549790 w 12192000"/>
              <a:gd name="connsiteY6005" fmla="*/ 3539895 h 6858000"/>
              <a:gd name="connsiteX6006" fmla="*/ 1564971 w 12192000"/>
              <a:gd name="connsiteY6006" fmla="*/ 3536025 h 6858000"/>
              <a:gd name="connsiteX6007" fmla="*/ 1577175 w 12192000"/>
              <a:gd name="connsiteY6007" fmla="*/ 3539523 h 6858000"/>
              <a:gd name="connsiteX6008" fmla="*/ 1584542 w 12192000"/>
              <a:gd name="connsiteY6008" fmla="*/ 3550015 h 6858000"/>
              <a:gd name="connsiteX6009" fmla="*/ 1586849 w 12192000"/>
              <a:gd name="connsiteY6009" fmla="*/ 3579334 h 6858000"/>
              <a:gd name="connsiteX6010" fmla="*/ 1586849 w 12192000"/>
              <a:gd name="connsiteY6010" fmla="*/ 3627555 h 6858000"/>
              <a:gd name="connsiteX6011" fmla="*/ 1586402 w 12192000"/>
              <a:gd name="connsiteY6011" fmla="*/ 3641545 h 6858000"/>
              <a:gd name="connsiteX6012" fmla="*/ 1581193 w 12192000"/>
              <a:gd name="connsiteY6012" fmla="*/ 3650102 h 6858000"/>
              <a:gd name="connsiteX6013" fmla="*/ 1567947 w 12192000"/>
              <a:gd name="connsiteY6013" fmla="*/ 3653004 h 6858000"/>
              <a:gd name="connsiteX6014" fmla="*/ 1564822 w 12192000"/>
              <a:gd name="connsiteY6014" fmla="*/ 3653004 h 6858000"/>
              <a:gd name="connsiteX6015" fmla="*/ 1564822 w 12192000"/>
              <a:gd name="connsiteY6015" fmla="*/ 3658362 h 6858000"/>
              <a:gd name="connsiteX6016" fmla="*/ 1631795 w 12192000"/>
              <a:gd name="connsiteY6016" fmla="*/ 3658362 h 6858000"/>
              <a:gd name="connsiteX6017" fmla="*/ 1631795 w 12192000"/>
              <a:gd name="connsiteY6017" fmla="*/ 3653004 h 6858000"/>
              <a:gd name="connsiteX6018" fmla="*/ 1618698 w 12192000"/>
              <a:gd name="connsiteY6018" fmla="*/ 3650921 h 6858000"/>
              <a:gd name="connsiteX6019" fmla="*/ 1613638 w 12192000"/>
              <a:gd name="connsiteY6019" fmla="*/ 3645265 h 6858000"/>
              <a:gd name="connsiteX6020" fmla="*/ 1611554 w 12192000"/>
              <a:gd name="connsiteY6020" fmla="*/ 3627555 h 6858000"/>
              <a:gd name="connsiteX6021" fmla="*/ 1611554 w 12192000"/>
              <a:gd name="connsiteY6021" fmla="*/ 3579334 h 6858000"/>
              <a:gd name="connsiteX6022" fmla="*/ 1608726 w 12192000"/>
              <a:gd name="connsiteY6022" fmla="*/ 3544509 h 6858000"/>
              <a:gd name="connsiteX6023" fmla="*/ 1596374 w 12192000"/>
              <a:gd name="connsiteY6023" fmla="*/ 3524417 h 6858000"/>
              <a:gd name="connsiteX6024" fmla="*/ 1576431 w 12192000"/>
              <a:gd name="connsiteY6024" fmla="*/ 3518017 h 6858000"/>
              <a:gd name="connsiteX6025" fmla="*/ 1557083 w 12192000"/>
              <a:gd name="connsiteY6025" fmla="*/ 3523152 h 6858000"/>
              <a:gd name="connsiteX6026" fmla="*/ 1530889 w 12192000"/>
              <a:gd name="connsiteY6026" fmla="*/ 3546443 h 6858000"/>
              <a:gd name="connsiteX6027" fmla="*/ 1530889 w 12192000"/>
              <a:gd name="connsiteY6027" fmla="*/ 3446729 h 6858000"/>
              <a:gd name="connsiteX6028" fmla="*/ 1258831 w 12192000"/>
              <a:gd name="connsiteY6028" fmla="*/ 3446729 h 6858000"/>
              <a:gd name="connsiteX6029" fmla="*/ 1248041 w 12192000"/>
              <a:gd name="connsiteY6029" fmla="*/ 3451119 h 6858000"/>
              <a:gd name="connsiteX6030" fmla="*/ 1243651 w 12192000"/>
              <a:gd name="connsiteY6030" fmla="*/ 3461760 h 6858000"/>
              <a:gd name="connsiteX6031" fmla="*/ 1248116 w 12192000"/>
              <a:gd name="connsiteY6031" fmla="*/ 3472476 h 6858000"/>
              <a:gd name="connsiteX6032" fmla="*/ 1258831 w 12192000"/>
              <a:gd name="connsiteY6032" fmla="*/ 3476941 h 6858000"/>
              <a:gd name="connsiteX6033" fmla="*/ 1269473 w 12192000"/>
              <a:gd name="connsiteY6033" fmla="*/ 3472476 h 6858000"/>
              <a:gd name="connsiteX6034" fmla="*/ 1273863 w 12192000"/>
              <a:gd name="connsiteY6034" fmla="*/ 3461760 h 6858000"/>
              <a:gd name="connsiteX6035" fmla="*/ 1269473 w 12192000"/>
              <a:gd name="connsiteY6035" fmla="*/ 3451119 h 6858000"/>
              <a:gd name="connsiteX6036" fmla="*/ 1258831 w 12192000"/>
              <a:gd name="connsiteY6036" fmla="*/ 3446729 h 6858000"/>
              <a:gd name="connsiteX6037" fmla="*/ 981118 w 12192000"/>
              <a:gd name="connsiteY6037" fmla="*/ 3446729 h 6858000"/>
              <a:gd name="connsiteX6038" fmla="*/ 940339 w 12192000"/>
              <a:gd name="connsiteY6038" fmla="*/ 3463397 h 6858000"/>
              <a:gd name="connsiteX6039" fmla="*/ 942423 w 12192000"/>
              <a:gd name="connsiteY6039" fmla="*/ 3468606 h 6858000"/>
              <a:gd name="connsiteX6040" fmla="*/ 952543 w 12192000"/>
              <a:gd name="connsiteY6040" fmla="*/ 3466225 h 6858000"/>
              <a:gd name="connsiteX6041" fmla="*/ 958719 w 12192000"/>
              <a:gd name="connsiteY6041" fmla="*/ 3468160 h 6858000"/>
              <a:gd name="connsiteX6042" fmla="*/ 962143 w 12192000"/>
              <a:gd name="connsiteY6042" fmla="*/ 3475452 h 6858000"/>
              <a:gd name="connsiteX6043" fmla="*/ 963259 w 12192000"/>
              <a:gd name="connsiteY6043" fmla="*/ 3504176 h 6858000"/>
              <a:gd name="connsiteX6044" fmla="*/ 963259 w 12192000"/>
              <a:gd name="connsiteY6044" fmla="*/ 3627555 h 6858000"/>
              <a:gd name="connsiteX6045" fmla="*/ 961473 w 12192000"/>
              <a:gd name="connsiteY6045" fmla="*/ 3644521 h 6858000"/>
              <a:gd name="connsiteX6046" fmla="*/ 956710 w 12192000"/>
              <a:gd name="connsiteY6046" fmla="*/ 3650177 h 6858000"/>
              <a:gd name="connsiteX6047" fmla="*/ 942423 w 12192000"/>
              <a:gd name="connsiteY6047" fmla="*/ 3653004 h 6858000"/>
              <a:gd name="connsiteX6048" fmla="*/ 942423 w 12192000"/>
              <a:gd name="connsiteY6048" fmla="*/ 3658362 h 6858000"/>
              <a:gd name="connsiteX6049" fmla="*/ 1009991 w 12192000"/>
              <a:gd name="connsiteY6049" fmla="*/ 3658362 h 6858000"/>
              <a:gd name="connsiteX6050" fmla="*/ 1009991 w 12192000"/>
              <a:gd name="connsiteY6050" fmla="*/ 3653004 h 6858000"/>
              <a:gd name="connsiteX6051" fmla="*/ 995331 w 12192000"/>
              <a:gd name="connsiteY6051" fmla="*/ 3650698 h 6858000"/>
              <a:gd name="connsiteX6052" fmla="*/ 989527 w 12192000"/>
              <a:gd name="connsiteY6052" fmla="*/ 3644968 h 6858000"/>
              <a:gd name="connsiteX6053" fmla="*/ 987964 w 12192000"/>
              <a:gd name="connsiteY6053" fmla="*/ 3627555 h 6858000"/>
              <a:gd name="connsiteX6054" fmla="*/ 987964 w 12192000"/>
              <a:gd name="connsiteY6054" fmla="*/ 3555522 h 6858000"/>
              <a:gd name="connsiteX6055" fmla="*/ 1006865 w 12192000"/>
              <a:gd name="connsiteY6055" fmla="*/ 3539895 h 6858000"/>
              <a:gd name="connsiteX6056" fmla="*/ 1022046 w 12192000"/>
              <a:gd name="connsiteY6056" fmla="*/ 3536025 h 6858000"/>
              <a:gd name="connsiteX6057" fmla="*/ 1034250 w 12192000"/>
              <a:gd name="connsiteY6057" fmla="*/ 3539523 h 6858000"/>
              <a:gd name="connsiteX6058" fmla="*/ 1041617 w 12192000"/>
              <a:gd name="connsiteY6058" fmla="*/ 3550015 h 6858000"/>
              <a:gd name="connsiteX6059" fmla="*/ 1043924 w 12192000"/>
              <a:gd name="connsiteY6059" fmla="*/ 3579334 h 6858000"/>
              <a:gd name="connsiteX6060" fmla="*/ 1043924 w 12192000"/>
              <a:gd name="connsiteY6060" fmla="*/ 3627555 h 6858000"/>
              <a:gd name="connsiteX6061" fmla="*/ 1043477 w 12192000"/>
              <a:gd name="connsiteY6061" fmla="*/ 3641545 h 6858000"/>
              <a:gd name="connsiteX6062" fmla="*/ 1038268 w 12192000"/>
              <a:gd name="connsiteY6062" fmla="*/ 3650102 h 6858000"/>
              <a:gd name="connsiteX6063" fmla="*/ 1025022 w 12192000"/>
              <a:gd name="connsiteY6063" fmla="*/ 3653004 h 6858000"/>
              <a:gd name="connsiteX6064" fmla="*/ 1021897 w 12192000"/>
              <a:gd name="connsiteY6064" fmla="*/ 3653004 h 6858000"/>
              <a:gd name="connsiteX6065" fmla="*/ 1021897 w 12192000"/>
              <a:gd name="connsiteY6065" fmla="*/ 3658362 h 6858000"/>
              <a:gd name="connsiteX6066" fmla="*/ 1088870 w 12192000"/>
              <a:gd name="connsiteY6066" fmla="*/ 3658362 h 6858000"/>
              <a:gd name="connsiteX6067" fmla="*/ 1088870 w 12192000"/>
              <a:gd name="connsiteY6067" fmla="*/ 3653004 h 6858000"/>
              <a:gd name="connsiteX6068" fmla="*/ 1075773 w 12192000"/>
              <a:gd name="connsiteY6068" fmla="*/ 3650921 h 6858000"/>
              <a:gd name="connsiteX6069" fmla="*/ 1070712 w 12192000"/>
              <a:gd name="connsiteY6069" fmla="*/ 3645265 h 6858000"/>
              <a:gd name="connsiteX6070" fmla="*/ 1068629 w 12192000"/>
              <a:gd name="connsiteY6070" fmla="*/ 3627555 h 6858000"/>
              <a:gd name="connsiteX6071" fmla="*/ 1068629 w 12192000"/>
              <a:gd name="connsiteY6071" fmla="*/ 3579334 h 6858000"/>
              <a:gd name="connsiteX6072" fmla="*/ 1065801 w 12192000"/>
              <a:gd name="connsiteY6072" fmla="*/ 3544509 h 6858000"/>
              <a:gd name="connsiteX6073" fmla="*/ 1053449 w 12192000"/>
              <a:gd name="connsiteY6073" fmla="*/ 3524417 h 6858000"/>
              <a:gd name="connsiteX6074" fmla="*/ 1033506 w 12192000"/>
              <a:gd name="connsiteY6074" fmla="*/ 3518017 h 6858000"/>
              <a:gd name="connsiteX6075" fmla="*/ 1014158 w 12192000"/>
              <a:gd name="connsiteY6075" fmla="*/ 3523152 h 6858000"/>
              <a:gd name="connsiteX6076" fmla="*/ 987964 w 12192000"/>
              <a:gd name="connsiteY6076" fmla="*/ 3546443 h 6858000"/>
              <a:gd name="connsiteX6077" fmla="*/ 987964 w 12192000"/>
              <a:gd name="connsiteY6077" fmla="*/ 3446729 h 6858000"/>
              <a:gd name="connsiteX6078" fmla="*/ 8670172 w 12192000"/>
              <a:gd name="connsiteY6078" fmla="*/ 3266647 h 6858000"/>
              <a:gd name="connsiteX6079" fmla="*/ 8656555 w 12192000"/>
              <a:gd name="connsiteY6079" fmla="*/ 3271856 h 6858000"/>
              <a:gd name="connsiteX6080" fmla="*/ 8650974 w 12192000"/>
              <a:gd name="connsiteY6080" fmla="*/ 3284357 h 6858000"/>
              <a:gd name="connsiteX6081" fmla="*/ 8655290 w 12192000"/>
              <a:gd name="connsiteY6081" fmla="*/ 3296263 h 6858000"/>
              <a:gd name="connsiteX6082" fmla="*/ 8666898 w 12192000"/>
              <a:gd name="connsiteY6082" fmla="*/ 3300579 h 6858000"/>
              <a:gd name="connsiteX6083" fmla="*/ 8672554 w 12192000"/>
              <a:gd name="connsiteY6083" fmla="*/ 3299240 h 6858000"/>
              <a:gd name="connsiteX6084" fmla="*/ 8679698 w 12192000"/>
              <a:gd name="connsiteY6084" fmla="*/ 3296263 h 6858000"/>
              <a:gd name="connsiteX6085" fmla="*/ 8681782 w 12192000"/>
              <a:gd name="connsiteY6085" fmla="*/ 3297603 h 6858000"/>
              <a:gd name="connsiteX6086" fmla="*/ 8683120 w 12192000"/>
              <a:gd name="connsiteY6086" fmla="*/ 3302365 h 6858000"/>
              <a:gd name="connsiteX6087" fmla="*/ 8674712 w 12192000"/>
              <a:gd name="connsiteY6087" fmla="*/ 3324913 h 6858000"/>
              <a:gd name="connsiteX6088" fmla="*/ 8650974 w 12192000"/>
              <a:gd name="connsiteY6088" fmla="*/ 3340614 h 6858000"/>
              <a:gd name="connsiteX6089" fmla="*/ 8650974 w 12192000"/>
              <a:gd name="connsiteY6089" fmla="*/ 3347163 h 6858000"/>
              <a:gd name="connsiteX6090" fmla="*/ 8684684 w 12192000"/>
              <a:gd name="connsiteY6090" fmla="*/ 3326401 h 6858000"/>
              <a:gd name="connsiteX6091" fmla="*/ 8695324 w 12192000"/>
              <a:gd name="connsiteY6091" fmla="*/ 3297901 h 6858000"/>
              <a:gd name="connsiteX6092" fmla="*/ 8687660 w 12192000"/>
              <a:gd name="connsiteY6092" fmla="*/ 3275204 h 6858000"/>
              <a:gd name="connsiteX6093" fmla="*/ 8670172 w 12192000"/>
              <a:gd name="connsiteY6093" fmla="*/ 3266647 h 6858000"/>
              <a:gd name="connsiteX6094" fmla="*/ 4012450 w 12192000"/>
              <a:gd name="connsiteY6094" fmla="*/ 3266647 h 6858000"/>
              <a:gd name="connsiteX6095" fmla="*/ 3998833 w 12192000"/>
              <a:gd name="connsiteY6095" fmla="*/ 3271856 h 6858000"/>
              <a:gd name="connsiteX6096" fmla="*/ 3993252 w 12192000"/>
              <a:gd name="connsiteY6096" fmla="*/ 3284357 h 6858000"/>
              <a:gd name="connsiteX6097" fmla="*/ 3997568 w 12192000"/>
              <a:gd name="connsiteY6097" fmla="*/ 3296263 h 6858000"/>
              <a:gd name="connsiteX6098" fmla="*/ 4009176 w 12192000"/>
              <a:gd name="connsiteY6098" fmla="*/ 3300579 h 6858000"/>
              <a:gd name="connsiteX6099" fmla="*/ 4014832 w 12192000"/>
              <a:gd name="connsiteY6099" fmla="*/ 3299240 h 6858000"/>
              <a:gd name="connsiteX6100" fmla="*/ 4021975 w 12192000"/>
              <a:gd name="connsiteY6100" fmla="*/ 3296263 h 6858000"/>
              <a:gd name="connsiteX6101" fmla="*/ 4024059 w 12192000"/>
              <a:gd name="connsiteY6101" fmla="*/ 3297603 h 6858000"/>
              <a:gd name="connsiteX6102" fmla="*/ 4025398 w 12192000"/>
              <a:gd name="connsiteY6102" fmla="*/ 3302365 h 6858000"/>
              <a:gd name="connsiteX6103" fmla="*/ 4016990 w 12192000"/>
              <a:gd name="connsiteY6103" fmla="*/ 3324913 h 6858000"/>
              <a:gd name="connsiteX6104" fmla="*/ 3993252 w 12192000"/>
              <a:gd name="connsiteY6104" fmla="*/ 3340614 h 6858000"/>
              <a:gd name="connsiteX6105" fmla="*/ 3993252 w 12192000"/>
              <a:gd name="connsiteY6105" fmla="*/ 3347163 h 6858000"/>
              <a:gd name="connsiteX6106" fmla="*/ 4026961 w 12192000"/>
              <a:gd name="connsiteY6106" fmla="*/ 3326401 h 6858000"/>
              <a:gd name="connsiteX6107" fmla="*/ 4037603 w 12192000"/>
              <a:gd name="connsiteY6107" fmla="*/ 3297901 h 6858000"/>
              <a:gd name="connsiteX6108" fmla="*/ 4029938 w 12192000"/>
              <a:gd name="connsiteY6108" fmla="*/ 3275204 h 6858000"/>
              <a:gd name="connsiteX6109" fmla="*/ 4012450 w 12192000"/>
              <a:gd name="connsiteY6109" fmla="*/ 3266647 h 6858000"/>
              <a:gd name="connsiteX6110" fmla="*/ 10702570 w 12192000"/>
              <a:gd name="connsiteY6110" fmla="*/ 3215152 h 6858000"/>
              <a:gd name="connsiteX6111" fmla="*/ 10702570 w 12192000"/>
              <a:gd name="connsiteY6111" fmla="*/ 3267093 h 6858000"/>
              <a:gd name="connsiteX6112" fmla="*/ 10672804 w 12192000"/>
              <a:gd name="connsiteY6112" fmla="*/ 3281976 h 6858000"/>
              <a:gd name="connsiteX6113" fmla="*/ 10658070 w 12192000"/>
              <a:gd name="connsiteY6113" fmla="*/ 3274907 h 6858000"/>
              <a:gd name="connsiteX6114" fmla="*/ 10651670 w 12192000"/>
              <a:gd name="connsiteY6114" fmla="*/ 3257122 h 6858000"/>
              <a:gd name="connsiteX6115" fmla="*/ 10656731 w 12192000"/>
              <a:gd name="connsiteY6115" fmla="*/ 3241495 h 6858000"/>
              <a:gd name="connsiteX6116" fmla="*/ 10673548 w 12192000"/>
              <a:gd name="connsiteY6116" fmla="*/ 3227803 h 6858000"/>
              <a:gd name="connsiteX6117" fmla="*/ 10702570 w 12192000"/>
              <a:gd name="connsiteY6117" fmla="*/ 3215152 h 6858000"/>
              <a:gd name="connsiteX6118" fmla="*/ 8483244 w 12192000"/>
              <a:gd name="connsiteY6118" fmla="*/ 3215152 h 6858000"/>
              <a:gd name="connsiteX6119" fmla="*/ 8483244 w 12192000"/>
              <a:gd name="connsiteY6119" fmla="*/ 3267093 h 6858000"/>
              <a:gd name="connsiteX6120" fmla="*/ 8453479 w 12192000"/>
              <a:gd name="connsiteY6120" fmla="*/ 3281976 h 6858000"/>
              <a:gd name="connsiteX6121" fmla="*/ 8438745 w 12192000"/>
              <a:gd name="connsiteY6121" fmla="*/ 3274907 h 6858000"/>
              <a:gd name="connsiteX6122" fmla="*/ 8432346 w 12192000"/>
              <a:gd name="connsiteY6122" fmla="*/ 3257122 h 6858000"/>
              <a:gd name="connsiteX6123" fmla="*/ 8437406 w 12192000"/>
              <a:gd name="connsiteY6123" fmla="*/ 3241495 h 6858000"/>
              <a:gd name="connsiteX6124" fmla="*/ 8454223 w 12192000"/>
              <a:gd name="connsiteY6124" fmla="*/ 3227803 h 6858000"/>
              <a:gd name="connsiteX6125" fmla="*/ 8483244 w 12192000"/>
              <a:gd name="connsiteY6125" fmla="*/ 3215152 h 6858000"/>
              <a:gd name="connsiteX6126" fmla="*/ 8111770 w 12192000"/>
              <a:gd name="connsiteY6126" fmla="*/ 3215152 h 6858000"/>
              <a:gd name="connsiteX6127" fmla="*/ 8111770 w 12192000"/>
              <a:gd name="connsiteY6127" fmla="*/ 3267093 h 6858000"/>
              <a:gd name="connsiteX6128" fmla="*/ 8082004 w 12192000"/>
              <a:gd name="connsiteY6128" fmla="*/ 3281976 h 6858000"/>
              <a:gd name="connsiteX6129" fmla="*/ 8067270 w 12192000"/>
              <a:gd name="connsiteY6129" fmla="*/ 3274907 h 6858000"/>
              <a:gd name="connsiteX6130" fmla="*/ 8060871 w 12192000"/>
              <a:gd name="connsiteY6130" fmla="*/ 3257122 h 6858000"/>
              <a:gd name="connsiteX6131" fmla="*/ 8065931 w 12192000"/>
              <a:gd name="connsiteY6131" fmla="*/ 3241495 h 6858000"/>
              <a:gd name="connsiteX6132" fmla="*/ 8082748 w 12192000"/>
              <a:gd name="connsiteY6132" fmla="*/ 3227803 h 6858000"/>
              <a:gd name="connsiteX6133" fmla="*/ 8111770 w 12192000"/>
              <a:gd name="connsiteY6133" fmla="*/ 3215152 h 6858000"/>
              <a:gd name="connsiteX6134" fmla="*/ 1710972 w 12192000"/>
              <a:gd name="connsiteY6134" fmla="*/ 3215152 h 6858000"/>
              <a:gd name="connsiteX6135" fmla="*/ 1710972 w 12192000"/>
              <a:gd name="connsiteY6135" fmla="*/ 3267093 h 6858000"/>
              <a:gd name="connsiteX6136" fmla="*/ 1681206 w 12192000"/>
              <a:gd name="connsiteY6136" fmla="*/ 3281976 h 6858000"/>
              <a:gd name="connsiteX6137" fmla="*/ 1666472 w 12192000"/>
              <a:gd name="connsiteY6137" fmla="*/ 3274907 h 6858000"/>
              <a:gd name="connsiteX6138" fmla="*/ 1660072 w 12192000"/>
              <a:gd name="connsiteY6138" fmla="*/ 3257122 h 6858000"/>
              <a:gd name="connsiteX6139" fmla="*/ 1665132 w 12192000"/>
              <a:gd name="connsiteY6139" fmla="*/ 3241495 h 6858000"/>
              <a:gd name="connsiteX6140" fmla="*/ 1681950 w 12192000"/>
              <a:gd name="connsiteY6140" fmla="*/ 3227803 h 6858000"/>
              <a:gd name="connsiteX6141" fmla="*/ 1710972 w 12192000"/>
              <a:gd name="connsiteY6141" fmla="*/ 3215152 h 6858000"/>
              <a:gd name="connsiteX6142" fmla="*/ 702810 w 12192000"/>
              <a:gd name="connsiteY6142" fmla="*/ 3207115 h 6858000"/>
              <a:gd name="connsiteX6143" fmla="*/ 658162 w 12192000"/>
              <a:gd name="connsiteY6143" fmla="*/ 3251764 h 6858000"/>
              <a:gd name="connsiteX6144" fmla="*/ 702810 w 12192000"/>
              <a:gd name="connsiteY6144" fmla="*/ 3296412 h 6858000"/>
              <a:gd name="connsiteX6145" fmla="*/ 747458 w 12192000"/>
              <a:gd name="connsiteY6145" fmla="*/ 3251764 h 6858000"/>
              <a:gd name="connsiteX6146" fmla="*/ 9237654 w 12192000"/>
              <a:gd name="connsiteY6146" fmla="*/ 3177648 h 6858000"/>
              <a:gd name="connsiteX6147" fmla="*/ 9260276 w 12192000"/>
              <a:gd name="connsiteY6147" fmla="*/ 3189256 h 6858000"/>
              <a:gd name="connsiteX6148" fmla="*/ 9273968 w 12192000"/>
              <a:gd name="connsiteY6148" fmla="*/ 3237327 h 6858000"/>
              <a:gd name="connsiteX6149" fmla="*/ 9261913 w 12192000"/>
              <a:gd name="connsiteY6149" fmla="*/ 3280041 h 6858000"/>
              <a:gd name="connsiteX6150" fmla="*/ 9237803 w 12192000"/>
              <a:gd name="connsiteY6150" fmla="*/ 3291650 h 6858000"/>
              <a:gd name="connsiteX6151" fmla="*/ 9217339 w 12192000"/>
              <a:gd name="connsiteY6151" fmla="*/ 3285101 h 6858000"/>
              <a:gd name="connsiteX6152" fmla="*/ 9207145 w 12192000"/>
              <a:gd name="connsiteY6152" fmla="*/ 3269921 h 6858000"/>
              <a:gd name="connsiteX6153" fmla="*/ 9205805 w 12192000"/>
              <a:gd name="connsiteY6153" fmla="*/ 3248192 h 6858000"/>
              <a:gd name="connsiteX6154" fmla="*/ 9205805 w 12192000"/>
              <a:gd name="connsiteY6154" fmla="*/ 3197293 h 6858000"/>
              <a:gd name="connsiteX6155" fmla="*/ 9223516 w 12192000"/>
              <a:gd name="connsiteY6155" fmla="*/ 3181219 h 6858000"/>
              <a:gd name="connsiteX6156" fmla="*/ 9237654 w 12192000"/>
              <a:gd name="connsiteY6156" fmla="*/ 3177648 h 6858000"/>
              <a:gd name="connsiteX6157" fmla="*/ 6027731 w 12192000"/>
              <a:gd name="connsiteY6157" fmla="*/ 3177648 h 6858000"/>
              <a:gd name="connsiteX6158" fmla="*/ 6050351 w 12192000"/>
              <a:gd name="connsiteY6158" fmla="*/ 3189256 h 6858000"/>
              <a:gd name="connsiteX6159" fmla="*/ 6064044 w 12192000"/>
              <a:gd name="connsiteY6159" fmla="*/ 3237327 h 6858000"/>
              <a:gd name="connsiteX6160" fmla="*/ 6051989 w 12192000"/>
              <a:gd name="connsiteY6160" fmla="*/ 3280041 h 6858000"/>
              <a:gd name="connsiteX6161" fmla="*/ 6027878 w 12192000"/>
              <a:gd name="connsiteY6161" fmla="*/ 3291650 h 6858000"/>
              <a:gd name="connsiteX6162" fmla="*/ 6007415 w 12192000"/>
              <a:gd name="connsiteY6162" fmla="*/ 3285101 h 6858000"/>
              <a:gd name="connsiteX6163" fmla="*/ 5997220 w 12192000"/>
              <a:gd name="connsiteY6163" fmla="*/ 3269921 h 6858000"/>
              <a:gd name="connsiteX6164" fmla="*/ 5995881 w 12192000"/>
              <a:gd name="connsiteY6164" fmla="*/ 3248192 h 6858000"/>
              <a:gd name="connsiteX6165" fmla="*/ 5995881 w 12192000"/>
              <a:gd name="connsiteY6165" fmla="*/ 3197293 h 6858000"/>
              <a:gd name="connsiteX6166" fmla="*/ 6013592 w 12192000"/>
              <a:gd name="connsiteY6166" fmla="*/ 3181219 h 6858000"/>
              <a:gd name="connsiteX6167" fmla="*/ 6027731 w 12192000"/>
              <a:gd name="connsiteY6167" fmla="*/ 3177648 h 6858000"/>
              <a:gd name="connsiteX6168" fmla="*/ 2160582 w 12192000"/>
              <a:gd name="connsiteY6168" fmla="*/ 3177648 h 6858000"/>
              <a:gd name="connsiteX6169" fmla="*/ 2183204 w 12192000"/>
              <a:gd name="connsiteY6169" fmla="*/ 3189256 h 6858000"/>
              <a:gd name="connsiteX6170" fmla="*/ 2196896 w 12192000"/>
              <a:gd name="connsiteY6170" fmla="*/ 3237327 h 6858000"/>
              <a:gd name="connsiteX6171" fmla="*/ 2184841 w 12192000"/>
              <a:gd name="connsiteY6171" fmla="*/ 3280041 h 6858000"/>
              <a:gd name="connsiteX6172" fmla="*/ 2160731 w 12192000"/>
              <a:gd name="connsiteY6172" fmla="*/ 3291650 h 6858000"/>
              <a:gd name="connsiteX6173" fmla="*/ 2140267 w 12192000"/>
              <a:gd name="connsiteY6173" fmla="*/ 3285101 h 6858000"/>
              <a:gd name="connsiteX6174" fmla="*/ 2130072 w 12192000"/>
              <a:gd name="connsiteY6174" fmla="*/ 3269921 h 6858000"/>
              <a:gd name="connsiteX6175" fmla="*/ 2128732 w 12192000"/>
              <a:gd name="connsiteY6175" fmla="*/ 3248192 h 6858000"/>
              <a:gd name="connsiteX6176" fmla="*/ 2128732 w 12192000"/>
              <a:gd name="connsiteY6176" fmla="*/ 3197293 h 6858000"/>
              <a:gd name="connsiteX6177" fmla="*/ 2146443 w 12192000"/>
              <a:gd name="connsiteY6177" fmla="*/ 3181219 h 6858000"/>
              <a:gd name="connsiteX6178" fmla="*/ 2160582 w 12192000"/>
              <a:gd name="connsiteY6178" fmla="*/ 3177648 h 6858000"/>
              <a:gd name="connsiteX6179" fmla="*/ 10253109 w 12192000"/>
              <a:gd name="connsiteY6179" fmla="*/ 3166485 h 6858000"/>
              <a:gd name="connsiteX6180" fmla="*/ 10268512 w 12192000"/>
              <a:gd name="connsiteY6180" fmla="*/ 3171248 h 6858000"/>
              <a:gd name="connsiteX6181" fmla="*/ 10279600 w 12192000"/>
              <a:gd name="connsiteY6181" fmla="*/ 3184345 h 6858000"/>
              <a:gd name="connsiteX6182" fmla="*/ 10282725 w 12192000"/>
              <a:gd name="connsiteY6182" fmla="*/ 3202799 h 6858000"/>
              <a:gd name="connsiteX6183" fmla="*/ 10219622 w 12192000"/>
              <a:gd name="connsiteY6183" fmla="*/ 3202799 h 6858000"/>
              <a:gd name="connsiteX6184" fmla="*/ 10231008 w 12192000"/>
              <a:gd name="connsiteY6184" fmla="*/ 3176085 h 6858000"/>
              <a:gd name="connsiteX6185" fmla="*/ 10253109 w 12192000"/>
              <a:gd name="connsiteY6185" fmla="*/ 3166485 h 6858000"/>
              <a:gd name="connsiteX6186" fmla="*/ 9005334 w 12192000"/>
              <a:gd name="connsiteY6186" fmla="*/ 3166485 h 6858000"/>
              <a:gd name="connsiteX6187" fmla="*/ 9020737 w 12192000"/>
              <a:gd name="connsiteY6187" fmla="*/ 3171248 h 6858000"/>
              <a:gd name="connsiteX6188" fmla="*/ 9031825 w 12192000"/>
              <a:gd name="connsiteY6188" fmla="*/ 3184345 h 6858000"/>
              <a:gd name="connsiteX6189" fmla="*/ 9034950 w 12192000"/>
              <a:gd name="connsiteY6189" fmla="*/ 3202799 h 6858000"/>
              <a:gd name="connsiteX6190" fmla="*/ 8971847 w 12192000"/>
              <a:gd name="connsiteY6190" fmla="*/ 3202799 h 6858000"/>
              <a:gd name="connsiteX6191" fmla="*/ 8983233 w 12192000"/>
              <a:gd name="connsiteY6191" fmla="*/ 3176085 h 6858000"/>
              <a:gd name="connsiteX6192" fmla="*/ 9005334 w 12192000"/>
              <a:gd name="connsiteY6192" fmla="*/ 3166485 h 6858000"/>
              <a:gd name="connsiteX6193" fmla="*/ 8329059 w 12192000"/>
              <a:gd name="connsiteY6193" fmla="*/ 3166485 h 6858000"/>
              <a:gd name="connsiteX6194" fmla="*/ 8344463 w 12192000"/>
              <a:gd name="connsiteY6194" fmla="*/ 3171248 h 6858000"/>
              <a:gd name="connsiteX6195" fmla="*/ 8355550 w 12192000"/>
              <a:gd name="connsiteY6195" fmla="*/ 3184345 h 6858000"/>
              <a:gd name="connsiteX6196" fmla="*/ 8358676 w 12192000"/>
              <a:gd name="connsiteY6196" fmla="*/ 3202799 h 6858000"/>
              <a:gd name="connsiteX6197" fmla="*/ 8295573 w 12192000"/>
              <a:gd name="connsiteY6197" fmla="*/ 3202799 h 6858000"/>
              <a:gd name="connsiteX6198" fmla="*/ 8306958 w 12192000"/>
              <a:gd name="connsiteY6198" fmla="*/ 3176085 h 6858000"/>
              <a:gd name="connsiteX6199" fmla="*/ 8329059 w 12192000"/>
              <a:gd name="connsiteY6199" fmla="*/ 3166485 h 6858000"/>
              <a:gd name="connsiteX6200" fmla="*/ 7852809 w 12192000"/>
              <a:gd name="connsiteY6200" fmla="*/ 3166485 h 6858000"/>
              <a:gd name="connsiteX6201" fmla="*/ 7868213 w 12192000"/>
              <a:gd name="connsiteY6201" fmla="*/ 3171248 h 6858000"/>
              <a:gd name="connsiteX6202" fmla="*/ 7879300 w 12192000"/>
              <a:gd name="connsiteY6202" fmla="*/ 3184345 h 6858000"/>
              <a:gd name="connsiteX6203" fmla="*/ 7882426 w 12192000"/>
              <a:gd name="connsiteY6203" fmla="*/ 3202799 h 6858000"/>
              <a:gd name="connsiteX6204" fmla="*/ 7819323 w 12192000"/>
              <a:gd name="connsiteY6204" fmla="*/ 3202799 h 6858000"/>
              <a:gd name="connsiteX6205" fmla="*/ 7830708 w 12192000"/>
              <a:gd name="connsiteY6205" fmla="*/ 3176085 h 6858000"/>
              <a:gd name="connsiteX6206" fmla="*/ 7852809 w 12192000"/>
              <a:gd name="connsiteY6206" fmla="*/ 3166485 h 6858000"/>
              <a:gd name="connsiteX6207" fmla="*/ 7614684 w 12192000"/>
              <a:gd name="connsiteY6207" fmla="*/ 3166485 h 6858000"/>
              <a:gd name="connsiteX6208" fmla="*/ 7630088 w 12192000"/>
              <a:gd name="connsiteY6208" fmla="*/ 3171248 h 6858000"/>
              <a:gd name="connsiteX6209" fmla="*/ 7641175 w 12192000"/>
              <a:gd name="connsiteY6209" fmla="*/ 3184345 h 6858000"/>
              <a:gd name="connsiteX6210" fmla="*/ 7644301 w 12192000"/>
              <a:gd name="connsiteY6210" fmla="*/ 3202799 h 6858000"/>
              <a:gd name="connsiteX6211" fmla="*/ 7581198 w 12192000"/>
              <a:gd name="connsiteY6211" fmla="*/ 3202799 h 6858000"/>
              <a:gd name="connsiteX6212" fmla="*/ 7592583 w 12192000"/>
              <a:gd name="connsiteY6212" fmla="*/ 3176085 h 6858000"/>
              <a:gd name="connsiteX6213" fmla="*/ 7614684 w 12192000"/>
              <a:gd name="connsiteY6213" fmla="*/ 3166485 h 6858000"/>
              <a:gd name="connsiteX6214" fmla="*/ 6166884 w 12192000"/>
              <a:gd name="connsiteY6214" fmla="*/ 3166485 h 6858000"/>
              <a:gd name="connsiteX6215" fmla="*/ 6182288 w 12192000"/>
              <a:gd name="connsiteY6215" fmla="*/ 3171248 h 6858000"/>
              <a:gd name="connsiteX6216" fmla="*/ 6193375 w 12192000"/>
              <a:gd name="connsiteY6216" fmla="*/ 3184345 h 6858000"/>
              <a:gd name="connsiteX6217" fmla="*/ 6196501 w 12192000"/>
              <a:gd name="connsiteY6217" fmla="*/ 3202799 h 6858000"/>
              <a:gd name="connsiteX6218" fmla="*/ 6133398 w 12192000"/>
              <a:gd name="connsiteY6218" fmla="*/ 3202799 h 6858000"/>
              <a:gd name="connsiteX6219" fmla="*/ 6144783 w 12192000"/>
              <a:gd name="connsiteY6219" fmla="*/ 3176085 h 6858000"/>
              <a:gd name="connsiteX6220" fmla="*/ 6166884 w 12192000"/>
              <a:gd name="connsiteY6220" fmla="*/ 3166485 h 6858000"/>
              <a:gd name="connsiteX6221" fmla="*/ 5671584 w 12192000"/>
              <a:gd name="connsiteY6221" fmla="*/ 3166485 h 6858000"/>
              <a:gd name="connsiteX6222" fmla="*/ 5686988 w 12192000"/>
              <a:gd name="connsiteY6222" fmla="*/ 3171248 h 6858000"/>
              <a:gd name="connsiteX6223" fmla="*/ 5698076 w 12192000"/>
              <a:gd name="connsiteY6223" fmla="*/ 3184345 h 6858000"/>
              <a:gd name="connsiteX6224" fmla="*/ 5701201 w 12192000"/>
              <a:gd name="connsiteY6224" fmla="*/ 3202799 h 6858000"/>
              <a:gd name="connsiteX6225" fmla="*/ 5638098 w 12192000"/>
              <a:gd name="connsiteY6225" fmla="*/ 3202799 h 6858000"/>
              <a:gd name="connsiteX6226" fmla="*/ 5649483 w 12192000"/>
              <a:gd name="connsiteY6226" fmla="*/ 3176085 h 6858000"/>
              <a:gd name="connsiteX6227" fmla="*/ 5671584 w 12192000"/>
              <a:gd name="connsiteY6227" fmla="*/ 3166485 h 6858000"/>
              <a:gd name="connsiteX6228" fmla="*/ 1242461 w 12192000"/>
              <a:gd name="connsiteY6228" fmla="*/ 3166485 h 6858000"/>
              <a:gd name="connsiteX6229" fmla="*/ 1257864 w 12192000"/>
              <a:gd name="connsiteY6229" fmla="*/ 3171248 h 6858000"/>
              <a:gd name="connsiteX6230" fmla="*/ 1268952 w 12192000"/>
              <a:gd name="connsiteY6230" fmla="*/ 3184345 h 6858000"/>
              <a:gd name="connsiteX6231" fmla="*/ 1272077 w 12192000"/>
              <a:gd name="connsiteY6231" fmla="*/ 3202799 h 6858000"/>
              <a:gd name="connsiteX6232" fmla="*/ 1208974 w 12192000"/>
              <a:gd name="connsiteY6232" fmla="*/ 3202799 h 6858000"/>
              <a:gd name="connsiteX6233" fmla="*/ 1220359 w 12192000"/>
              <a:gd name="connsiteY6233" fmla="*/ 3176085 h 6858000"/>
              <a:gd name="connsiteX6234" fmla="*/ 1242461 w 12192000"/>
              <a:gd name="connsiteY6234" fmla="*/ 3166485 h 6858000"/>
              <a:gd name="connsiteX6235" fmla="*/ 6505914 w 12192000"/>
              <a:gd name="connsiteY6235" fmla="*/ 3165741 h 6858000"/>
              <a:gd name="connsiteX6236" fmla="*/ 6532852 w 12192000"/>
              <a:gd name="connsiteY6236" fmla="*/ 3180029 h 6858000"/>
              <a:gd name="connsiteX6237" fmla="*/ 6548479 w 12192000"/>
              <a:gd name="connsiteY6237" fmla="*/ 3237179 h 6858000"/>
              <a:gd name="connsiteX6238" fmla="*/ 6539103 w 12192000"/>
              <a:gd name="connsiteY6238" fmla="*/ 3278106 h 6858000"/>
              <a:gd name="connsiteX6239" fmla="*/ 6515291 w 12192000"/>
              <a:gd name="connsiteY6239" fmla="*/ 3290013 h 6858000"/>
              <a:gd name="connsiteX6240" fmla="*/ 6484111 w 12192000"/>
              <a:gd name="connsiteY6240" fmla="*/ 3268432 h 6858000"/>
              <a:gd name="connsiteX6241" fmla="*/ 6472279 w 12192000"/>
              <a:gd name="connsiteY6241" fmla="*/ 3217087 h 6858000"/>
              <a:gd name="connsiteX6242" fmla="*/ 6477191 w 12192000"/>
              <a:gd name="connsiteY6242" fmla="*/ 3186875 h 6858000"/>
              <a:gd name="connsiteX6243" fmla="*/ 6490064 w 12192000"/>
              <a:gd name="connsiteY6243" fmla="*/ 3170429 h 6858000"/>
              <a:gd name="connsiteX6244" fmla="*/ 6505914 w 12192000"/>
              <a:gd name="connsiteY6244" fmla="*/ 3165741 h 6858000"/>
              <a:gd name="connsiteX6245" fmla="*/ 4962865 w 12192000"/>
              <a:gd name="connsiteY6245" fmla="*/ 3165741 h 6858000"/>
              <a:gd name="connsiteX6246" fmla="*/ 4989803 w 12192000"/>
              <a:gd name="connsiteY6246" fmla="*/ 3180029 h 6858000"/>
              <a:gd name="connsiteX6247" fmla="*/ 5005429 w 12192000"/>
              <a:gd name="connsiteY6247" fmla="*/ 3237179 h 6858000"/>
              <a:gd name="connsiteX6248" fmla="*/ 4996054 w 12192000"/>
              <a:gd name="connsiteY6248" fmla="*/ 3278106 h 6858000"/>
              <a:gd name="connsiteX6249" fmla="*/ 4972241 w 12192000"/>
              <a:gd name="connsiteY6249" fmla="*/ 3290013 h 6858000"/>
              <a:gd name="connsiteX6250" fmla="*/ 4941062 w 12192000"/>
              <a:gd name="connsiteY6250" fmla="*/ 3268432 h 6858000"/>
              <a:gd name="connsiteX6251" fmla="*/ 4929230 w 12192000"/>
              <a:gd name="connsiteY6251" fmla="*/ 3217087 h 6858000"/>
              <a:gd name="connsiteX6252" fmla="*/ 4934141 w 12192000"/>
              <a:gd name="connsiteY6252" fmla="*/ 3186875 h 6858000"/>
              <a:gd name="connsiteX6253" fmla="*/ 4947016 w 12192000"/>
              <a:gd name="connsiteY6253" fmla="*/ 3170429 h 6858000"/>
              <a:gd name="connsiteX6254" fmla="*/ 4962865 w 12192000"/>
              <a:gd name="connsiteY6254" fmla="*/ 3165741 h 6858000"/>
              <a:gd name="connsiteX6255" fmla="*/ 4372316 w 12192000"/>
              <a:gd name="connsiteY6255" fmla="*/ 3165741 h 6858000"/>
              <a:gd name="connsiteX6256" fmla="*/ 4399253 w 12192000"/>
              <a:gd name="connsiteY6256" fmla="*/ 3180029 h 6858000"/>
              <a:gd name="connsiteX6257" fmla="*/ 4414880 w 12192000"/>
              <a:gd name="connsiteY6257" fmla="*/ 3237179 h 6858000"/>
              <a:gd name="connsiteX6258" fmla="*/ 4405503 w 12192000"/>
              <a:gd name="connsiteY6258" fmla="*/ 3278106 h 6858000"/>
              <a:gd name="connsiteX6259" fmla="*/ 4381691 w 12192000"/>
              <a:gd name="connsiteY6259" fmla="*/ 3290013 h 6858000"/>
              <a:gd name="connsiteX6260" fmla="*/ 4350511 w 12192000"/>
              <a:gd name="connsiteY6260" fmla="*/ 3268432 h 6858000"/>
              <a:gd name="connsiteX6261" fmla="*/ 4338681 w 12192000"/>
              <a:gd name="connsiteY6261" fmla="*/ 3217087 h 6858000"/>
              <a:gd name="connsiteX6262" fmla="*/ 4343591 w 12192000"/>
              <a:gd name="connsiteY6262" fmla="*/ 3186875 h 6858000"/>
              <a:gd name="connsiteX6263" fmla="*/ 4356464 w 12192000"/>
              <a:gd name="connsiteY6263" fmla="*/ 3170429 h 6858000"/>
              <a:gd name="connsiteX6264" fmla="*/ 4372316 w 12192000"/>
              <a:gd name="connsiteY6264" fmla="*/ 3165741 h 6858000"/>
              <a:gd name="connsiteX6265" fmla="*/ 3696042 w 12192000"/>
              <a:gd name="connsiteY6265" fmla="*/ 3165741 h 6858000"/>
              <a:gd name="connsiteX6266" fmla="*/ 3722980 w 12192000"/>
              <a:gd name="connsiteY6266" fmla="*/ 3180029 h 6858000"/>
              <a:gd name="connsiteX6267" fmla="*/ 3738606 w 12192000"/>
              <a:gd name="connsiteY6267" fmla="*/ 3237179 h 6858000"/>
              <a:gd name="connsiteX6268" fmla="*/ 3729230 w 12192000"/>
              <a:gd name="connsiteY6268" fmla="*/ 3278106 h 6858000"/>
              <a:gd name="connsiteX6269" fmla="*/ 3705418 w 12192000"/>
              <a:gd name="connsiteY6269" fmla="*/ 3290013 h 6858000"/>
              <a:gd name="connsiteX6270" fmla="*/ 3674239 w 12192000"/>
              <a:gd name="connsiteY6270" fmla="*/ 3268432 h 6858000"/>
              <a:gd name="connsiteX6271" fmla="*/ 3662407 w 12192000"/>
              <a:gd name="connsiteY6271" fmla="*/ 3217087 h 6858000"/>
              <a:gd name="connsiteX6272" fmla="*/ 3667318 w 12192000"/>
              <a:gd name="connsiteY6272" fmla="*/ 3186875 h 6858000"/>
              <a:gd name="connsiteX6273" fmla="*/ 3680192 w 12192000"/>
              <a:gd name="connsiteY6273" fmla="*/ 3170429 h 6858000"/>
              <a:gd name="connsiteX6274" fmla="*/ 3696042 w 12192000"/>
              <a:gd name="connsiteY6274" fmla="*/ 3165741 h 6858000"/>
              <a:gd name="connsiteX6275" fmla="*/ 3219792 w 12192000"/>
              <a:gd name="connsiteY6275" fmla="*/ 3165741 h 6858000"/>
              <a:gd name="connsiteX6276" fmla="*/ 3246730 w 12192000"/>
              <a:gd name="connsiteY6276" fmla="*/ 3180029 h 6858000"/>
              <a:gd name="connsiteX6277" fmla="*/ 3262357 w 12192000"/>
              <a:gd name="connsiteY6277" fmla="*/ 3237179 h 6858000"/>
              <a:gd name="connsiteX6278" fmla="*/ 3252980 w 12192000"/>
              <a:gd name="connsiteY6278" fmla="*/ 3278106 h 6858000"/>
              <a:gd name="connsiteX6279" fmla="*/ 3229168 w 12192000"/>
              <a:gd name="connsiteY6279" fmla="*/ 3290013 h 6858000"/>
              <a:gd name="connsiteX6280" fmla="*/ 3197989 w 12192000"/>
              <a:gd name="connsiteY6280" fmla="*/ 3268432 h 6858000"/>
              <a:gd name="connsiteX6281" fmla="*/ 3186157 w 12192000"/>
              <a:gd name="connsiteY6281" fmla="*/ 3217087 h 6858000"/>
              <a:gd name="connsiteX6282" fmla="*/ 3191068 w 12192000"/>
              <a:gd name="connsiteY6282" fmla="*/ 3186875 h 6858000"/>
              <a:gd name="connsiteX6283" fmla="*/ 3203942 w 12192000"/>
              <a:gd name="connsiteY6283" fmla="*/ 3170429 h 6858000"/>
              <a:gd name="connsiteX6284" fmla="*/ 3219792 w 12192000"/>
              <a:gd name="connsiteY6284" fmla="*/ 3165741 h 6858000"/>
              <a:gd name="connsiteX6285" fmla="*/ 2305391 w 12192000"/>
              <a:gd name="connsiteY6285" fmla="*/ 3165741 h 6858000"/>
              <a:gd name="connsiteX6286" fmla="*/ 2332330 w 12192000"/>
              <a:gd name="connsiteY6286" fmla="*/ 3180029 h 6858000"/>
              <a:gd name="connsiteX6287" fmla="*/ 2347957 w 12192000"/>
              <a:gd name="connsiteY6287" fmla="*/ 3237179 h 6858000"/>
              <a:gd name="connsiteX6288" fmla="*/ 2338581 w 12192000"/>
              <a:gd name="connsiteY6288" fmla="*/ 3278106 h 6858000"/>
              <a:gd name="connsiteX6289" fmla="*/ 2314768 w 12192000"/>
              <a:gd name="connsiteY6289" fmla="*/ 3290013 h 6858000"/>
              <a:gd name="connsiteX6290" fmla="*/ 2283588 w 12192000"/>
              <a:gd name="connsiteY6290" fmla="*/ 3268432 h 6858000"/>
              <a:gd name="connsiteX6291" fmla="*/ 2271757 w 12192000"/>
              <a:gd name="connsiteY6291" fmla="*/ 3217087 h 6858000"/>
              <a:gd name="connsiteX6292" fmla="*/ 2276667 w 12192000"/>
              <a:gd name="connsiteY6292" fmla="*/ 3186875 h 6858000"/>
              <a:gd name="connsiteX6293" fmla="*/ 2289542 w 12192000"/>
              <a:gd name="connsiteY6293" fmla="*/ 3170429 h 6858000"/>
              <a:gd name="connsiteX6294" fmla="*/ 2305391 w 12192000"/>
              <a:gd name="connsiteY6294" fmla="*/ 3165741 h 6858000"/>
              <a:gd name="connsiteX6295" fmla="*/ 10966293 w 12192000"/>
              <a:gd name="connsiteY6295" fmla="*/ 3165146 h 6858000"/>
              <a:gd name="connsiteX6296" fmla="*/ 10980655 w 12192000"/>
              <a:gd name="connsiteY6296" fmla="*/ 3169387 h 6858000"/>
              <a:gd name="connsiteX6297" fmla="*/ 10992487 w 12192000"/>
              <a:gd name="connsiteY6297" fmla="*/ 3181964 h 6858000"/>
              <a:gd name="connsiteX6298" fmla="*/ 10997845 w 12192000"/>
              <a:gd name="connsiteY6298" fmla="*/ 3200418 h 6858000"/>
              <a:gd name="connsiteX6299" fmla="*/ 10997845 w 12192000"/>
              <a:gd name="connsiteY6299" fmla="*/ 3270665 h 6858000"/>
              <a:gd name="connsiteX6300" fmla="*/ 10971651 w 12192000"/>
              <a:gd name="connsiteY6300" fmla="*/ 3284208 h 6858000"/>
              <a:gd name="connsiteX6301" fmla="*/ 10942481 w 12192000"/>
              <a:gd name="connsiteY6301" fmla="*/ 3268209 h 6858000"/>
              <a:gd name="connsiteX6302" fmla="*/ 10929384 w 12192000"/>
              <a:gd name="connsiteY6302" fmla="*/ 3222147 h 6858000"/>
              <a:gd name="connsiteX6303" fmla="*/ 10942927 w 12192000"/>
              <a:gd name="connsiteY6303" fmla="*/ 3176903 h 6858000"/>
              <a:gd name="connsiteX6304" fmla="*/ 10966293 w 12192000"/>
              <a:gd name="connsiteY6304" fmla="*/ 3165146 h 6858000"/>
              <a:gd name="connsiteX6305" fmla="*/ 10109043 w 12192000"/>
              <a:gd name="connsiteY6305" fmla="*/ 3165146 h 6858000"/>
              <a:gd name="connsiteX6306" fmla="*/ 10123405 w 12192000"/>
              <a:gd name="connsiteY6306" fmla="*/ 3169387 h 6858000"/>
              <a:gd name="connsiteX6307" fmla="*/ 10135237 w 12192000"/>
              <a:gd name="connsiteY6307" fmla="*/ 3181964 h 6858000"/>
              <a:gd name="connsiteX6308" fmla="*/ 10140595 w 12192000"/>
              <a:gd name="connsiteY6308" fmla="*/ 3200418 h 6858000"/>
              <a:gd name="connsiteX6309" fmla="*/ 10140595 w 12192000"/>
              <a:gd name="connsiteY6309" fmla="*/ 3270665 h 6858000"/>
              <a:gd name="connsiteX6310" fmla="*/ 10114401 w 12192000"/>
              <a:gd name="connsiteY6310" fmla="*/ 3284208 h 6858000"/>
              <a:gd name="connsiteX6311" fmla="*/ 10085231 w 12192000"/>
              <a:gd name="connsiteY6311" fmla="*/ 3268209 h 6858000"/>
              <a:gd name="connsiteX6312" fmla="*/ 10072134 w 12192000"/>
              <a:gd name="connsiteY6312" fmla="*/ 3222147 h 6858000"/>
              <a:gd name="connsiteX6313" fmla="*/ 10085677 w 12192000"/>
              <a:gd name="connsiteY6313" fmla="*/ 3176903 h 6858000"/>
              <a:gd name="connsiteX6314" fmla="*/ 10109043 w 12192000"/>
              <a:gd name="connsiteY6314" fmla="*/ 3165146 h 6858000"/>
              <a:gd name="connsiteX6315" fmla="*/ 9749325 w 12192000"/>
              <a:gd name="connsiteY6315" fmla="*/ 3160086 h 6858000"/>
              <a:gd name="connsiteX6316" fmla="*/ 9749325 w 12192000"/>
              <a:gd name="connsiteY6316" fmla="*/ 3165592 h 6858000"/>
              <a:gd name="connsiteX6317" fmla="*/ 9764134 w 12192000"/>
              <a:gd name="connsiteY6317" fmla="*/ 3167453 h 6858000"/>
              <a:gd name="connsiteX6318" fmla="*/ 9770310 w 12192000"/>
              <a:gd name="connsiteY6318" fmla="*/ 3173182 h 6858000"/>
              <a:gd name="connsiteX6319" fmla="*/ 9772394 w 12192000"/>
              <a:gd name="connsiteY6319" fmla="*/ 3186577 h 6858000"/>
              <a:gd name="connsiteX6320" fmla="*/ 9772394 w 12192000"/>
              <a:gd name="connsiteY6320" fmla="*/ 3247448 h 6858000"/>
              <a:gd name="connsiteX6321" fmla="*/ 9775668 w 12192000"/>
              <a:gd name="connsiteY6321" fmla="*/ 3276916 h 6858000"/>
              <a:gd name="connsiteX6322" fmla="*/ 9787351 w 12192000"/>
              <a:gd name="connsiteY6322" fmla="*/ 3293957 h 6858000"/>
              <a:gd name="connsiteX6323" fmla="*/ 9807220 w 12192000"/>
              <a:gd name="connsiteY6323" fmla="*/ 3300579 h 6858000"/>
              <a:gd name="connsiteX6324" fmla="*/ 9826716 w 12192000"/>
              <a:gd name="connsiteY6324" fmla="*/ 3295668 h 6858000"/>
              <a:gd name="connsiteX6325" fmla="*/ 9853505 w 12192000"/>
              <a:gd name="connsiteY6325" fmla="*/ 3271707 h 6858000"/>
              <a:gd name="connsiteX6326" fmla="*/ 9853505 w 12192000"/>
              <a:gd name="connsiteY6326" fmla="*/ 3300579 h 6858000"/>
              <a:gd name="connsiteX6327" fmla="*/ 9860202 w 12192000"/>
              <a:gd name="connsiteY6327" fmla="*/ 3300579 h 6858000"/>
              <a:gd name="connsiteX6328" fmla="*/ 9900981 w 12192000"/>
              <a:gd name="connsiteY6328" fmla="*/ 3283762 h 6858000"/>
              <a:gd name="connsiteX6329" fmla="*/ 9898898 w 12192000"/>
              <a:gd name="connsiteY6329" fmla="*/ 3278553 h 6858000"/>
              <a:gd name="connsiteX6330" fmla="*/ 9888480 w 12192000"/>
              <a:gd name="connsiteY6330" fmla="*/ 3281083 h 6858000"/>
              <a:gd name="connsiteX6331" fmla="*/ 9882750 w 12192000"/>
              <a:gd name="connsiteY6331" fmla="*/ 3278999 h 6858000"/>
              <a:gd name="connsiteX6332" fmla="*/ 9879178 w 12192000"/>
              <a:gd name="connsiteY6332" fmla="*/ 3271632 h 6858000"/>
              <a:gd name="connsiteX6333" fmla="*/ 9878062 w 12192000"/>
              <a:gd name="connsiteY6333" fmla="*/ 3242685 h 6858000"/>
              <a:gd name="connsiteX6334" fmla="*/ 9878062 w 12192000"/>
              <a:gd name="connsiteY6334" fmla="*/ 3160086 h 6858000"/>
              <a:gd name="connsiteX6335" fmla="*/ 9831627 w 12192000"/>
              <a:gd name="connsiteY6335" fmla="*/ 3160086 h 6858000"/>
              <a:gd name="connsiteX6336" fmla="*/ 9831627 w 12192000"/>
              <a:gd name="connsiteY6336" fmla="*/ 3165592 h 6858000"/>
              <a:gd name="connsiteX6337" fmla="*/ 9849264 w 12192000"/>
              <a:gd name="connsiteY6337" fmla="*/ 3169983 h 6858000"/>
              <a:gd name="connsiteX6338" fmla="*/ 9853505 w 12192000"/>
              <a:gd name="connsiteY6338" fmla="*/ 3185684 h 6858000"/>
              <a:gd name="connsiteX6339" fmla="*/ 9853505 w 12192000"/>
              <a:gd name="connsiteY6339" fmla="*/ 3262926 h 6858000"/>
              <a:gd name="connsiteX6340" fmla="*/ 9834232 w 12192000"/>
              <a:gd name="connsiteY6340" fmla="*/ 3278255 h 6858000"/>
              <a:gd name="connsiteX6341" fmla="*/ 9819721 w 12192000"/>
              <a:gd name="connsiteY6341" fmla="*/ 3282274 h 6858000"/>
              <a:gd name="connsiteX6342" fmla="*/ 9803722 w 12192000"/>
              <a:gd name="connsiteY6342" fmla="*/ 3276320 h 6858000"/>
              <a:gd name="connsiteX6343" fmla="*/ 9797099 w 12192000"/>
              <a:gd name="connsiteY6343" fmla="*/ 3251317 h 6858000"/>
              <a:gd name="connsiteX6344" fmla="*/ 9797099 w 12192000"/>
              <a:gd name="connsiteY6344" fmla="*/ 3160086 h 6858000"/>
              <a:gd name="connsiteX6345" fmla="*/ 9396900 w 12192000"/>
              <a:gd name="connsiteY6345" fmla="*/ 3160086 h 6858000"/>
              <a:gd name="connsiteX6346" fmla="*/ 9396900 w 12192000"/>
              <a:gd name="connsiteY6346" fmla="*/ 3165592 h 6858000"/>
              <a:gd name="connsiteX6347" fmla="*/ 9411709 w 12192000"/>
              <a:gd name="connsiteY6347" fmla="*/ 3167453 h 6858000"/>
              <a:gd name="connsiteX6348" fmla="*/ 9417885 w 12192000"/>
              <a:gd name="connsiteY6348" fmla="*/ 3173182 h 6858000"/>
              <a:gd name="connsiteX6349" fmla="*/ 9419969 w 12192000"/>
              <a:gd name="connsiteY6349" fmla="*/ 3186577 h 6858000"/>
              <a:gd name="connsiteX6350" fmla="*/ 9419969 w 12192000"/>
              <a:gd name="connsiteY6350" fmla="*/ 3247448 h 6858000"/>
              <a:gd name="connsiteX6351" fmla="*/ 9423243 w 12192000"/>
              <a:gd name="connsiteY6351" fmla="*/ 3276916 h 6858000"/>
              <a:gd name="connsiteX6352" fmla="*/ 9434926 w 12192000"/>
              <a:gd name="connsiteY6352" fmla="*/ 3293957 h 6858000"/>
              <a:gd name="connsiteX6353" fmla="*/ 9454795 w 12192000"/>
              <a:gd name="connsiteY6353" fmla="*/ 3300579 h 6858000"/>
              <a:gd name="connsiteX6354" fmla="*/ 9474291 w 12192000"/>
              <a:gd name="connsiteY6354" fmla="*/ 3295668 h 6858000"/>
              <a:gd name="connsiteX6355" fmla="*/ 9501080 w 12192000"/>
              <a:gd name="connsiteY6355" fmla="*/ 3271707 h 6858000"/>
              <a:gd name="connsiteX6356" fmla="*/ 9501080 w 12192000"/>
              <a:gd name="connsiteY6356" fmla="*/ 3300579 h 6858000"/>
              <a:gd name="connsiteX6357" fmla="*/ 9507777 w 12192000"/>
              <a:gd name="connsiteY6357" fmla="*/ 3300579 h 6858000"/>
              <a:gd name="connsiteX6358" fmla="*/ 9548556 w 12192000"/>
              <a:gd name="connsiteY6358" fmla="*/ 3283762 h 6858000"/>
              <a:gd name="connsiteX6359" fmla="*/ 9546473 w 12192000"/>
              <a:gd name="connsiteY6359" fmla="*/ 3278553 h 6858000"/>
              <a:gd name="connsiteX6360" fmla="*/ 9536055 w 12192000"/>
              <a:gd name="connsiteY6360" fmla="*/ 3281083 h 6858000"/>
              <a:gd name="connsiteX6361" fmla="*/ 9530325 w 12192000"/>
              <a:gd name="connsiteY6361" fmla="*/ 3278999 h 6858000"/>
              <a:gd name="connsiteX6362" fmla="*/ 9526753 w 12192000"/>
              <a:gd name="connsiteY6362" fmla="*/ 3271632 h 6858000"/>
              <a:gd name="connsiteX6363" fmla="*/ 9525637 w 12192000"/>
              <a:gd name="connsiteY6363" fmla="*/ 3242685 h 6858000"/>
              <a:gd name="connsiteX6364" fmla="*/ 9525637 w 12192000"/>
              <a:gd name="connsiteY6364" fmla="*/ 3160086 h 6858000"/>
              <a:gd name="connsiteX6365" fmla="*/ 9479202 w 12192000"/>
              <a:gd name="connsiteY6365" fmla="*/ 3160086 h 6858000"/>
              <a:gd name="connsiteX6366" fmla="*/ 9479202 w 12192000"/>
              <a:gd name="connsiteY6366" fmla="*/ 3165592 h 6858000"/>
              <a:gd name="connsiteX6367" fmla="*/ 9496839 w 12192000"/>
              <a:gd name="connsiteY6367" fmla="*/ 3169983 h 6858000"/>
              <a:gd name="connsiteX6368" fmla="*/ 9501080 w 12192000"/>
              <a:gd name="connsiteY6368" fmla="*/ 3185684 h 6858000"/>
              <a:gd name="connsiteX6369" fmla="*/ 9501080 w 12192000"/>
              <a:gd name="connsiteY6369" fmla="*/ 3262926 h 6858000"/>
              <a:gd name="connsiteX6370" fmla="*/ 9481807 w 12192000"/>
              <a:gd name="connsiteY6370" fmla="*/ 3278255 h 6858000"/>
              <a:gd name="connsiteX6371" fmla="*/ 9467296 w 12192000"/>
              <a:gd name="connsiteY6371" fmla="*/ 3282274 h 6858000"/>
              <a:gd name="connsiteX6372" fmla="*/ 9451297 w 12192000"/>
              <a:gd name="connsiteY6372" fmla="*/ 3276320 h 6858000"/>
              <a:gd name="connsiteX6373" fmla="*/ 9444674 w 12192000"/>
              <a:gd name="connsiteY6373" fmla="*/ 3251317 h 6858000"/>
              <a:gd name="connsiteX6374" fmla="*/ 9444674 w 12192000"/>
              <a:gd name="connsiteY6374" fmla="*/ 3160086 h 6858000"/>
              <a:gd name="connsiteX6375" fmla="*/ 5043976 w 12192000"/>
              <a:gd name="connsiteY6375" fmla="*/ 3160086 h 6858000"/>
              <a:gd name="connsiteX6376" fmla="*/ 5043976 w 12192000"/>
              <a:gd name="connsiteY6376" fmla="*/ 3165592 h 6858000"/>
              <a:gd name="connsiteX6377" fmla="*/ 5058785 w 12192000"/>
              <a:gd name="connsiteY6377" fmla="*/ 3167453 h 6858000"/>
              <a:gd name="connsiteX6378" fmla="*/ 5064961 w 12192000"/>
              <a:gd name="connsiteY6378" fmla="*/ 3173182 h 6858000"/>
              <a:gd name="connsiteX6379" fmla="*/ 5067044 w 12192000"/>
              <a:gd name="connsiteY6379" fmla="*/ 3186577 h 6858000"/>
              <a:gd name="connsiteX6380" fmla="*/ 5067044 w 12192000"/>
              <a:gd name="connsiteY6380" fmla="*/ 3247448 h 6858000"/>
              <a:gd name="connsiteX6381" fmla="*/ 5070319 w 12192000"/>
              <a:gd name="connsiteY6381" fmla="*/ 3276916 h 6858000"/>
              <a:gd name="connsiteX6382" fmla="*/ 5082002 w 12192000"/>
              <a:gd name="connsiteY6382" fmla="*/ 3293957 h 6858000"/>
              <a:gd name="connsiteX6383" fmla="*/ 5101870 w 12192000"/>
              <a:gd name="connsiteY6383" fmla="*/ 3300579 h 6858000"/>
              <a:gd name="connsiteX6384" fmla="*/ 5121367 w 12192000"/>
              <a:gd name="connsiteY6384" fmla="*/ 3295668 h 6858000"/>
              <a:gd name="connsiteX6385" fmla="*/ 5148156 w 12192000"/>
              <a:gd name="connsiteY6385" fmla="*/ 3271707 h 6858000"/>
              <a:gd name="connsiteX6386" fmla="*/ 5148156 w 12192000"/>
              <a:gd name="connsiteY6386" fmla="*/ 3300579 h 6858000"/>
              <a:gd name="connsiteX6387" fmla="*/ 5154853 w 12192000"/>
              <a:gd name="connsiteY6387" fmla="*/ 3300579 h 6858000"/>
              <a:gd name="connsiteX6388" fmla="*/ 5195632 w 12192000"/>
              <a:gd name="connsiteY6388" fmla="*/ 3283762 h 6858000"/>
              <a:gd name="connsiteX6389" fmla="*/ 5193550 w 12192000"/>
              <a:gd name="connsiteY6389" fmla="*/ 3278553 h 6858000"/>
              <a:gd name="connsiteX6390" fmla="*/ 5183130 w 12192000"/>
              <a:gd name="connsiteY6390" fmla="*/ 3281083 h 6858000"/>
              <a:gd name="connsiteX6391" fmla="*/ 5177401 w 12192000"/>
              <a:gd name="connsiteY6391" fmla="*/ 3278999 h 6858000"/>
              <a:gd name="connsiteX6392" fmla="*/ 5173829 w 12192000"/>
              <a:gd name="connsiteY6392" fmla="*/ 3271632 h 6858000"/>
              <a:gd name="connsiteX6393" fmla="*/ 5172713 w 12192000"/>
              <a:gd name="connsiteY6393" fmla="*/ 3242685 h 6858000"/>
              <a:gd name="connsiteX6394" fmla="*/ 5172713 w 12192000"/>
              <a:gd name="connsiteY6394" fmla="*/ 3160086 h 6858000"/>
              <a:gd name="connsiteX6395" fmla="*/ 5126278 w 12192000"/>
              <a:gd name="connsiteY6395" fmla="*/ 3160086 h 6858000"/>
              <a:gd name="connsiteX6396" fmla="*/ 5126278 w 12192000"/>
              <a:gd name="connsiteY6396" fmla="*/ 3165592 h 6858000"/>
              <a:gd name="connsiteX6397" fmla="*/ 5143914 w 12192000"/>
              <a:gd name="connsiteY6397" fmla="*/ 3169983 h 6858000"/>
              <a:gd name="connsiteX6398" fmla="*/ 5148156 w 12192000"/>
              <a:gd name="connsiteY6398" fmla="*/ 3185684 h 6858000"/>
              <a:gd name="connsiteX6399" fmla="*/ 5148156 w 12192000"/>
              <a:gd name="connsiteY6399" fmla="*/ 3262926 h 6858000"/>
              <a:gd name="connsiteX6400" fmla="*/ 5128883 w 12192000"/>
              <a:gd name="connsiteY6400" fmla="*/ 3278255 h 6858000"/>
              <a:gd name="connsiteX6401" fmla="*/ 5114372 w 12192000"/>
              <a:gd name="connsiteY6401" fmla="*/ 3282274 h 6858000"/>
              <a:gd name="connsiteX6402" fmla="*/ 5098374 w 12192000"/>
              <a:gd name="connsiteY6402" fmla="*/ 3276320 h 6858000"/>
              <a:gd name="connsiteX6403" fmla="*/ 5091750 w 12192000"/>
              <a:gd name="connsiteY6403" fmla="*/ 3251317 h 6858000"/>
              <a:gd name="connsiteX6404" fmla="*/ 5091750 w 12192000"/>
              <a:gd name="connsiteY6404" fmla="*/ 3160086 h 6858000"/>
              <a:gd name="connsiteX6405" fmla="*/ 4455063 w 12192000"/>
              <a:gd name="connsiteY6405" fmla="*/ 3160086 h 6858000"/>
              <a:gd name="connsiteX6406" fmla="*/ 4455063 w 12192000"/>
              <a:gd name="connsiteY6406" fmla="*/ 3165592 h 6858000"/>
              <a:gd name="connsiteX6407" fmla="*/ 4468160 w 12192000"/>
              <a:gd name="connsiteY6407" fmla="*/ 3171322 h 6858000"/>
              <a:gd name="connsiteX6408" fmla="*/ 4476644 w 12192000"/>
              <a:gd name="connsiteY6408" fmla="*/ 3185982 h 6858000"/>
              <a:gd name="connsiteX6409" fmla="*/ 4520399 w 12192000"/>
              <a:gd name="connsiteY6409" fmla="*/ 3300579 h 6858000"/>
              <a:gd name="connsiteX6410" fmla="*/ 4525905 w 12192000"/>
              <a:gd name="connsiteY6410" fmla="*/ 3300579 h 6858000"/>
              <a:gd name="connsiteX6411" fmla="*/ 4565642 w 12192000"/>
              <a:gd name="connsiteY6411" fmla="*/ 3213515 h 6858000"/>
              <a:gd name="connsiteX6412" fmla="*/ 4599726 w 12192000"/>
              <a:gd name="connsiteY6412" fmla="*/ 3300579 h 6858000"/>
              <a:gd name="connsiteX6413" fmla="*/ 4605826 w 12192000"/>
              <a:gd name="connsiteY6413" fmla="*/ 3300579 h 6858000"/>
              <a:gd name="connsiteX6414" fmla="*/ 4651368 w 12192000"/>
              <a:gd name="connsiteY6414" fmla="*/ 3183154 h 6858000"/>
              <a:gd name="connsiteX6415" fmla="*/ 4670419 w 12192000"/>
              <a:gd name="connsiteY6415" fmla="*/ 3165592 h 6858000"/>
              <a:gd name="connsiteX6416" fmla="*/ 4670419 w 12192000"/>
              <a:gd name="connsiteY6416" fmla="*/ 3160086 h 6858000"/>
              <a:gd name="connsiteX6417" fmla="*/ 4627407 w 12192000"/>
              <a:gd name="connsiteY6417" fmla="*/ 3160086 h 6858000"/>
              <a:gd name="connsiteX6418" fmla="*/ 4627407 w 12192000"/>
              <a:gd name="connsiteY6418" fmla="*/ 3165592 h 6858000"/>
              <a:gd name="connsiteX6419" fmla="*/ 4638792 w 12192000"/>
              <a:gd name="connsiteY6419" fmla="*/ 3168122 h 6858000"/>
              <a:gd name="connsiteX6420" fmla="*/ 4641694 w 12192000"/>
              <a:gd name="connsiteY6420" fmla="*/ 3173182 h 6858000"/>
              <a:gd name="connsiteX6421" fmla="*/ 4638717 w 12192000"/>
              <a:gd name="connsiteY6421" fmla="*/ 3185982 h 6858000"/>
              <a:gd name="connsiteX6422" fmla="*/ 4609994 w 12192000"/>
              <a:gd name="connsiteY6422" fmla="*/ 3261438 h 6858000"/>
              <a:gd name="connsiteX6423" fmla="*/ 4579038 w 12192000"/>
              <a:gd name="connsiteY6423" fmla="*/ 3183154 h 6858000"/>
              <a:gd name="connsiteX6424" fmla="*/ 4577846 w 12192000"/>
              <a:gd name="connsiteY6424" fmla="*/ 3177052 h 6858000"/>
              <a:gd name="connsiteX6425" fmla="*/ 4580823 w 12192000"/>
              <a:gd name="connsiteY6425" fmla="*/ 3169462 h 6858000"/>
              <a:gd name="connsiteX6426" fmla="*/ 4596003 w 12192000"/>
              <a:gd name="connsiteY6426" fmla="*/ 3165592 h 6858000"/>
              <a:gd name="connsiteX6427" fmla="*/ 4596003 w 12192000"/>
              <a:gd name="connsiteY6427" fmla="*/ 3160086 h 6858000"/>
              <a:gd name="connsiteX6428" fmla="*/ 4531114 w 12192000"/>
              <a:gd name="connsiteY6428" fmla="*/ 3160086 h 6858000"/>
              <a:gd name="connsiteX6429" fmla="*/ 4531114 w 12192000"/>
              <a:gd name="connsiteY6429" fmla="*/ 3165592 h 6858000"/>
              <a:gd name="connsiteX6430" fmla="*/ 4543318 w 12192000"/>
              <a:gd name="connsiteY6430" fmla="*/ 3168122 h 6858000"/>
              <a:gd name="connsiteX6431" fmla="*/ 4552694 w 12192000"/>
              <a:gd name="connsiteY6431" fmla="*/ 3180475 h 6858000"/>
              <a:gd name="connsiteX6432" fmla="*/ 4560434 w 12192000"/>
              <a:gd name="connsiteY6432" fmla="*/ 3200567 h 6858000"/>
              <a:gd name="connsiteX6433" fmla="*/ 4531114 w 12192000"/>
              <a:gd name="connsiteY6433" fmla="*/ 3264414 h 6858000"/>
              <a:gd name="connsiteX6434" fmla="*/ 4501945 w 12192000"/>
              <a:gd name="connsiteY6434" fmla="*/ 3185982 h 6858000"/>
              <a:gd name="connsiteX6435" fmla="*/ 4499414 w 12192000"/>
              <a:gd name="connsiteY6435" fmla="*/ 3174820 h 6858000"/>
              <a:gd name="connsiteX6436" fmla="*/ 4501869 w 12192000"/>
              <a:gd name="connsiteY6436" fmla="*/ 3168420 h 6858000"/>
              <a:gd name="connsiteX6437" fmla="*/ 4512213 w 12192000"/>
              <a:gd name="connsiteY6437" fmla="*/ 3165592 h 6858000"/>
              <a:gd name="connsiteX6438" fmla="*/ 4512213 w 12192000"/>
              <a:gd name="connsiteY6438" fmla="*/ 3160086 h 6858000"/>
              <a:gd name="connsiteX6439" fmla="*/ 3778790 w 12192000"/>
              <a:gd name="connsiteY6439" fmla="*/ 3160086 h 6858000"/>
              <a:gd name="connsiteX6440" fmla="*/ 3778790 w 12192000"/>
              <a:gd name="connsiteY6440" fmla="*/ 3165592 h 6858000"/>
              <a:gd name="connsiteX6441" fmla="*/ 3791887 w 12192000"/>
              <a:gd name="connsiteY6441" fmla="*/ 3171322 h 6858000"/>
              <a:gd name="connsiteX6442" fmla="*/ 3800371 w 12192000"/>
              <a:gd name="connsiteY6442" fmla="*/ 3185982 h 6858000"/>
              <a:gd name="connsiteX6443" fmla="*/ 3844125 w 12192000"/>
              <a:gd name="connsiteY6443" fmla="*/ 3300579 h 6858000"/>
              <a:gd name="connsiteX6444" fmla="*/ 3849633 w 12192000"/>
              <a:gd name="connsiteY6444" fmla="*/ 3300579 h 6858000"/>
              <a:gd name="connsiteX6445" fmla="*/ 3889370 w 12192000"/>
              <a:gd name="connsiteY6445" fmla="*/ 3213515 h 6858000"/>
              <a:gd name="connsiteX6446" fmla="*/ 3923451 w 12192000"/>
              <a:gd name="connsiteY6446" fmla="*/ 3300579 h 6858000"/>
              <a:gd name="connsiteX6447" fmla="*/ 3929553 w 12192000"/>
              <a:gd name="connsiteY6447" fmla="*/ 3300579 h 6858000"/>
              <a:gd name="connsiteX6448" fmla="*/ 3975094 w 12192000"/>
              <a:gd name="connsiteY6448" fmla="*/ 3183154 h 6858000"/>
              <a:gd name="connsiteX6449" fmla="*/ 3994144 w 12192000"/>
              <a:gd name="connsiteY6449" fmla="*/ 3165592 h 6858000"/>
              <a:gd name="connsiteX6450" fmla="*/ 3994144 w 12192000"/>
              <a:gd name="connsiteY6450" fmla="*/ 3160086 h 6858000"/>
              <a:gd name="connsiteX6451" fmla="*/ 3951133 w 12192000"/>
              <a:gd name="connsiteY6451" fmla="*/ 3160086 h 6858000"/>
              <a:gd name="connsiteX6452" fmla="*/ 3951133 w 12192000"/>
              <a:gd name="connsiteY6452" fmla="*/ 3165592 h 6858000"/>
              <a:gd name="connsiteX6453" fmla="*/ 3962519 w 12192000"/>
              <a:gd name="connsiteY6453" fmla="*/ 3168122 h 6858000"/>
              <a:gd name="connsiteX6454" fmla="*/ 3965421 w 12192000"/>
              <a:gd name="connsiteY6454" fmla="*/ 3173182 h 6858000"/>
              <a:gd name="connsiteX6455" fmla="*/ 3962444 w 12192000"/>
              <a:gd name="connsiteY6455" fmla="*/ 3185982 h 6858000"/>
              <a:gd name="connsiteX6456" fmla="*/ 3933720 w 12192000"/>
              <a:gd name="connsiteY6456" fmla="*/ 3261438 h 6858000"/>
              <a:gd name="connsiteX6457" fmla="*/ 3902764 w 12192000"/>
              <a:gd name="connsiteY6457" fmla="*/ 3183154 h 6858000"/>
              <a:gd name="connsiteX6458" fmla="*/ 3901574 w 12192000"/>
              <a:gd name="connsiteY6458" fmla="*/ 3177052 h 6858000"/>
              <a:gd name="connsiteX6459" fmla="*/ 3904550 w 12192000"/>
              <a:gd name="connsiteY6459" fmla="*/ 3169462 h 6858000"/>
              <a:gd name="connsiteX6460" fmla="*/ 3919731 w 12192000"/>
              <a:gd name="connsiteY6460" fmla="*/ 3165592 h 6858000"/>
              <a:gd name="connsiteX6461" fmla="*/ 3919731 w 12192000"/>
              <a:gd name="connsiteY6461" fmla="*/ 3160086 h 6858000"/>
              <a:gd name="connsiteX6462" fmla="*/ 3854841 w 12192000"/>
              <a:gd name="connsiteY6462" fmla="*/ 3160086 h 6858000"/>
              <a:gd name="connsiteX6463" fmla="*/ 3854841 w 12192000"/>
              <a:gd name="connsiteY6463" fmla="*/ 3165592 h 6858000"/>
              <a:gd name="connsiteX6464" fmla="*/ 3867046 w 12192000"/>
              <a:gd name="connsiteY6464" fmla="*/ 3168122 h 6858000"/>
              <a:gd name="connsiteX6465" fmla="*/ 3876422 w 12192000"/>
              <a:gd name="connsiteY6465" fmla="*/ 3180475 h 6858000"/>
              <a:gd name="connsiteX6466" fmla="*/ 3884161 w 12192000"/>
              <a:gd name="connsiteY6466" fmla="*/ 3200567 h 6858000"/>
              <a:gd name="connsiteX6467" fmla="*/ 3854841 w 12192000"/>
              <a:gd name="connsiteY6467" fmla="*/ 3264414 h 6858000"/>
              <a:gd name="connsiteX6468" fmla="*/ 3825672 w 12192000"/>
              <a:gd name="connsiteY6468" fmla="*/ 3185982 h 6858000"/>
              <a:gd name="connsiteX6469" fmla="*/ 3823141 w 12192000"/>
              <a:gd name="connsiteY6469" fmla="*/ 3174820 h 6858000"/>
              <a:gd name="connsiteX6470" fmla="*/ 3825596 w 12192000"/>
              <a:gd name="connsiteY6470" fmla="*/ 3168420 h 6858000"/>
              <a:gd name="connsiteX6471" fmla="*/ 3835941 w 12192000"/>
              <a:gd name="connsiteY6471" fmla="*/ 3165592 h 6858000"/>
              <a:gd name="connsiteX6472" fmla="*/ 3835941 w 12192000"/>
              <a:gd name="connsiteY6472" fmla="*/ 3160086 h 6858000"/>
              <a:gd name="connsiteX6473" fmla="*/ 10792015 w 12192000"/>
              <a:gd name="connsiteY6473" fmla="*/ 3156067 h 6858000"/>
              <a:gd name="connsiteX6474" fmla="*/ 10750939 w 12192000"/>
              <a:gd name="connsiteY6474" fmla="*/ 3172736 h 6858000"/>
              <a:gd name="connsiteX6475" fmla="*/ 10753171 w 12192000"/>
              <a:gd name="connsiteY6475" fmla="*/ 3178094 h 6858000"/>
              <a:gd name="connsiteX6476" fmla="*/ 10763143 w 12192000"/>
              <a:gd name="connsiteY6476" fmla="*/ 3175862 h 6858000"/>
              <a:gd name="connsiteX6477" fmla="*/ 10769319 w 12192000"/>
              <a:gd name="connsiteY6477" fmla="*/ 3177796 h 6858000"/>
              <a:gd name="connsiteX6478" fmla="*/ 10772742 w 12192000"/>
              <a:gd name="connsiteY6478" fmla="*/ 3185089 h 6858000"/>
              <a:gd name="connsiteX6479" fmla="*/ 10773858 w 12192000"/>
              <a:gd name="connsiteY6479" fmla="*/ 3215003 h 6858000"/>
              <a:gd name="connsiteX6480" fmla="*/ 10773858 w 12192000"/>
              <a:gd name="connsiteY6480" fmla="*/ 3265605 h 6858000"/>
              <a:gd name="connsiteX6481" fmla="*/ 10770212 w 12192000"/>
              <a:gd name="connsiteY6481" fmla="*/ 3285771 h 6858000"/>
              <a:gd name="connsiteX6482" fmla="*/ 10756148 w 12192000"/>
              <a:gd name="connsiteY6482" fmla="*/ 3291054 h 6858000"/>
              <a:gd name="connsiteX6483" fmla="*/ 10753171 w 12192000"/>
              <a:gd name="connsiteY6483" fmla="*/ 3291054 h 6858000"/>
              <a:gd name="connsiteX6484" fmla="*/ 10753171 w 12192000"/>
              <a:gd name="connsiteY6484" fmla="*/ 3296412 h 6858000"/>
              <a:gd name="connsiteX6485" fmla="*/ 10820590 w 12192000"/>
              <a:gd name="connsiteY6485" fmla="*/ 3296412 h 6858000"/>
              <a:gd name="connsiteX6486" fmla="*/ 10820590 w 12192000"/>
              <a:gd name="connsiteY6486" fmla="*/ 3291054 h 6858000"/>
              <a:gd name="connsiteX6487" fmla="*/ 10805782 w 12192000"/>
              <a:gd name="connsiteY6487" fmla="*/ 3289045 h 6858000"/>
              <a:gd name="connsiteX6488" fmla="*/ 10800052 w 12192000"/>
              <a:gd name="connsiteY6488" fmla="*/ 3282720 h 6858000"/>
              <a:gd name="connsiteX6489" fmla="*/ 10798415 w 12192000"/>
              <a:gd name="connsiteY6489" fmla="*/ 3265605 h 6858000"/>
              <a:gd name="connsiteX6490" fmla="*/ 10798415 w 12192000"/>
              <a:gd name="connsiteY6490" fmla="*/ 3193721 h 6858000"/>
              <a:gd name="connsiteX6491" fmla="*/ 10833687 w 12192000"/>
              <a:gd name="connsiteY6491" fmla="*/ 3174373 h 6858000"/>
              <a:gd name="connsiteX6492" fmla="*/ 10849984 w 12192000"/>
              <a:gd name="connsiteY6492" fmla="*/ 3182782 h 6858000"/>
              <a:gd name="connsiteX6493" fmla="*/ 10854821 w 12192000"/>
              <a:gd name="connsiteY6493" fmla="*/ 3209794 h 6858000"/>
              <a:gd name="connsiteX6494" fmla="*/ 10854821 w 12192000"/>
              <a:gd name="connsiteY6494" fmla="*/ 3265605 h 6858000"/>
              <a:gd name="connsiteX6495" fmla="*/ 10854225 w 12192000"/>
              <a:gd name="connsiteY6495" fmla="*/ 3279595 h 6858000"/>
              <a:gd name="connsiteX6496" fmla="*/ 10848942 w 12192000"/>
              <a:gd name="connsiteY6496" fmla="*/ 3288152 h 6858000"/>
              <a:gd name="connsiteX6497" fmla="*/ 10835622 w 12192000"/>
              <a:gd name="connsiteY6497" fmla="*/ 3291054 h 6858000"/>
              <a:gd name="connsiteX6498" fmla="*/ 10832794 w 12192000"/>
              <a:gd name="connsiteY6498" fmla="*/ 3291054 h 6858000"/>
              <a:gd name="connsiteX6499" fmla="*/ 10832794 w 12192000"/>
              <a:gd name="connsiteY6499" fmla="*/ 3296412 h 6858000"/>
              <a:gd name="connsiteX6500" fmla="*/ 10900213 w 12192000"/>
              <a:gd name="connsiteY6500" fmla="*/ 3296412 h 6858000"/>
              <a:gd name="connsiteX6501" fmla="*/ 10900213 w 12192000"/>
              <a:gd name="connsiteY6501" fmla="*/ 3291054 h 6858000"/>
              <a:gd name="connsiteX6502" fmla="*/ 10886744 w 12192000"/>
              <a:gd name="connsiteY6502" fmla="*/ 3288971 h 6858000"/>
              <a:gd name="connsiteX6503" fmla="*/ 10881461 w 12192000"/>
              <a:gd name="connsiteY6503" fmla="*/ 3283167 h 6858000"/>
              <a:gd name="connsiteX6504" fmla="*/ 10879377 w 12192000"/>
              <a:gd name="connsiteY6504" fmla="*/ 3265605 h 6858000"/>
              <a:gd name="connsiteX6505" fmla="*/ 10879377 w 12192000"/>
              <a:gd name="connsiteY6505" fmla="*/ 3207413 h 6858000"/>
              <a:gd name="connsiteX6506" fmla="*/ 10876103 w 12192000"/>
              <a:gd name="connsiteY6506" fmla="*/ 3180029 h 6858000"/>
              <a:gd name="connsiteX6507" fmla="*/ 10863304 w 12192000"/>
              <a:gd name="connsiteY6507" fmla="*/ 3161649 h 6858000"/>
              <a:gd name="connsiteX6508" fmla="*/ 10844105 w 12192000"/>
              <a:gd name="connsiteY6508" fmla="*/ 3156067 h 6858000"/>
              <a:gd name="connsiteX6509" fmla="*/ 10798415 w 12192000"/>
              <a:gd name="connsiteY6509" fmla="*/ 3184940 h 6858000"/>
              <a:gd name="connsiteX6510" fmla="*/ 10798415 w 12192000"/>
              <a:gd name="connsiteY6510" fmla="*/ 3156067 h 6858000"/>
              <a:gd name="connsiteX6511" fmla="*/ 10681734 w 12192000"/>
              <a:gd name="connsiteY6511" fmla="*/ 3156067 h 6858000"/>
              <a:gd name="connsiteX6512" fmla="*/ 10644973 w 12192000"/>
              <a:gd name="connsiteY6512" fmla="*/ 3166783 h 6858000"/>
              <a:gd name="connsiteX6513" fmla="*/ 10631876 w 12192000"/>
              <a:gd name="connsiteY6513" fmla="*/ 3190298 h 6858000"/>
              <a:gd name="connsiteX6514" fmla="*/ 10635374 w 12192000"/>
              <a:gd name="connsiteY6514" fmla="*/ 3200865 h 6858000"/>
              <a:gd name="connsiteX6515" fmla="*/ 10644378 w 12192000"/>
              <a:gd name="connsiteY6515" fmla="*/ 3204734 h 6858000"/>
              <a:gd name="connsiteX6516" fmla="*/ 10653531 w 12192000"/>
              <a:gd name="connsiteY6516" fmla="*/ 3201013 h 6858000"/>
              <a:gd name="connsiteX6517" fmla="*/ 10657028 w 12192000"/>
              <a:gd name="connsiteY6517" fmla="*/ 3190447 h 6858000"/>
              <a:gd name="connsiteX6518" fmla="*/ 10656731 w 12192000"/>
              <a:gd name="connsiteY6518" fmla="*/ 3181815 h 6858000"/>
              <a:gd name="connsiteX6519" fmla="*/ 10662386 w 12192000"/>
              <a:gd name="connsiteY6519" fmla="*/ 3170206 h 6858000"/>
              <a:gd name="connsiteX6520" fmla="*/ 10677269 w 12192000"/>
              <a:gd name="connsiteY6520" fmla="*/ 3165146 h 6858000"/>
              <a:gd name="connsiteX6521" fmla="*/ 10696096 w 12192000"/>
              <a:gd name="connsiteY6521" fmla="*/ 3172736 h 6858000"/>
              <a:gd name="connsiteX6522" fmla="*/ 10702570 w 12192000"/>
              <a:gd name="connsiteY6522" fmla="*/ 3200716 h 6858000"/>
              <a:gd name="connsiteX6523" fmla="*/ 10702570 w 12192000"/>
              <a:gd name="connsiteY6523" fmla="*/ 3206074 h 6858000"/>
              <a:gd name="connsiteX6524" fmla="*/ 10652340 w 12192000"/>
              <a:gd name="connsiteY6524" fmla="*/ 3227803 h 6858000"/>
              <a:gd name="connsiteX6525" fmla="*/ 10631132 w 12192000"/>
              <a:gd name="connsiteY6525" fmla="*/ 3246852 h 6858000"/>
              <a:gd name="connsiteX6526" fmla="*/ 10626667 w 12192000"/>
              <a:gd name="connsiteY6526" fmla="*/ 3264116 h 6858000"/>
              <a:gd name="connsiteX6527" fmla="*/ 10635820 w 12192000"/>
              <a:gd name="connsiteY6527" fmla="*/ 3289566 h 6858000"/>
              <a:gd name="connsiteX6528" fmla="*/ 10659112 w 12192000"/>
              <a:gd name="connsiteY6528" fmla="*/ 3299240 h 6858000"/>
              <a:gd name="connsiteX6529" fmla="*/ 10676227 w 12192000"/>
              <a:gd name="connsiteY6529" fmla="*/ 3295519 h 6858000"/>
              <a:gd name="connsiteX6530" fmla="*/ 10702570 w 12192000"/>
              <a:gd name="connsiteY6530" fmla="*/ 3276767 h 6858000"/>
              <a:gd name="connsiteX6531" fmla="*/ 10707034 w 12192000"/>
              <a:gd name="connsiteY6531" fmla="*/ 3294031 h 6858000"/>
              <a:gd name="connsiteX6532" fmla="*/ 10718643 w 12192000"/>
              <a:gd name="connsiteY6532" fmla="*/ 3299091 h 6858000"/>
              <a:gd name="connsiteX6533" fmla="*/ 10750492 w 12192000"/>
              <a:gd name="connsiteY6533" fmla="*/ 3276767 h 6858000"/>
              <a:gd name="connsiteX6534" fmla="*/ 10750492 w 12192000"/>
              <a:gd name="connsiteY6534" fmla="*/ 3268432 h 6858000"/>
              <a:gd name="connsiteX6535" fmla="*/ 10738437 w 12192000"/>
              <a:gd name="connsiteY6535" fmla="*/ 3279297 h 6858000"/>
              <a:gd name="connsiteX6536" fmla="*/ 10734270 w 12192000"/>
              <a:gd name="connsiteY6536" fmla="*/ 3280339 h 6858000"/>
              <a:gd name="connsiteX6537" fmla="*/ 10730326 w 12192000"/>
              <a:gd name="connsiteY6537" fmla="*/ 3278850 h 6858000"/>
              <a:gd name="connsiteX6538" fmla="*/ 10727870 w 12192000"/>
              <a:gd name="connsiteY6538" fmla="*/ 3272972 h 6858000"/>
              <a:gd name="connsiteX6539" fmla="*/ 10727126 w 12192000"/>
              <a:gd name="connsiteY6539" fmla="*/ 3249085 h 6858000"/>
              <a:gd name="connsiteX6540" fmla="*/ 10727126 w 12192000"/>
              <a:gd name="connsiteY6540" fmla="*/ 3202799 h 6858000"/>
              <a:gd name="connsiteX6541" fmla="*/ 10724447 w 12192000"/>
              <a:gd name="connsiteY6541" fmla="*/ 3176606 h 6858000"/>
              <a:gd name="connsiteX6542" fmla="*/ 10711499 w 12192000"/>
              <a:gd name="connsiteY6542" fmla="*/ 3162169 h 6858000"/>
              <a:gd name="connsiteX6543" fmla="*/ 10681734 w 12192000"/>
              <a:gd name="connsiteY6543" fmla="*/ 3156067 h 6858000"/>
              <a:gd name="connsiteX6544" fmla="*/ 10481560 w 12192000"/>
              <a:gd name="connsiteY6544" fmla="*/ 3156067 h 6858000"/>
              <a:gd name="connsiteX6545" fmla="*/ 10451720 w 12192000"/>
              <a:gd name="connsiteY6545" fmla="*/ 3167378 h 6858000"/>
              <a:gd name="connsiteX6546" fmla="*/ 10440186 w 12192000"/>
              <a:gd name="connsiteY6546" fmla="*/ 3195507 h 6858000"/>
              <a:gd name="connsiteX6547" fmla="*/ 10446883 w 12192000"/>
              <a:gd name="connsiteY6547" fmla="*/ 3216938 h 6858000"/>
              <a:gd name="connsiteX6548" fmla="*/ 10475160 w 12192000"/>
              <a:gd name="connsiteY6548" fmla="*/ 3236286 h 6858000"/>
              <a:gd name="connsiteX6549" fmla="*/ 10503958 w 12192000"/>
              <a:gd name="connsiteY6549" fmla="*/ 3253996 h 6858000"/>
              <a:gd name="connsiteX6550" fmla="*/ 10511177 w 12192000"/>
              <a:gd name="connsiteY6550" fmla="*/ 3271260 h 6858000"/>
              <a:gd name="connsiteX6551" fmla="*/ 10504703 w 12192000"/>
              <a:gd name="connsiteY6551" fmla="*/ 3285771 h 6858000"/>
              <a:gd name="connsiteX6552" fmla="*/ 10487959 w 12192000"/>
              <a:gd name="connsiteY6552" fmla="*/ 3291799 h 6858000"/>
              <a:gd name="connsiteX6553" fmla="*/ 10461617 w 12192000"/>
              <a:gd name="connsiteY6553" fmla="*/ 3281232 h 6858000"/>
              <a:gd name="connsiteX6554" fmla="*/ 10445692 w 12192000"/>
              <a:gd name="connsiteY6554" fmla="*/ 3249829 h 6858000"/>
              <a:gd name="connsiteX6555" fmla="*/ 10440781 w 12192000"/>
              <a:gd name="connsiteY6555" fmla="*/ 3249829 h 6858000"/>
              <a:gd name="connsiteX6556" fmla="*/ 10440781 w 12192000"/>
              <a:gd name="connsiteY6556" fmla="*/ 3298496 h 6858000"/>
              <a:gd name="connsiteX6557" fmla="*/ 10445692 w 12192000"/>
              <a:gd name="connsiteY6557" fmla="*/ 3298496 h 6858000"/>
              <a:gd name="connsiteX6558" fmla="*/ 10451050 w 12192000"/>
              <a:gd name="connsiteY6558" fmla="*/ 3294626 h 6858000"/>
              <a:gd name="connsiteX6559" fmla="*/ 10459087 w 12192000"/>
              <a:gd name="connsiteY6559" fmla="*/ 3296115 h 6858000"/>
              <a:gd name="connsiteX6560" fmla="*/ 10487662 w 12192000"/>
              <a:gd name="connsiteY6560" fmla="*/ 3300579 h 6858000"/>
              <a:gd name="connsiteX6561" fmla="*/ 10519139 w 12192000"/>
              <a:gd name="connsiteY6561" fmla="*/ 3289194 h 6858000"/>
              <a:gd name="connsiteX6562" fmla="*/ 10533203 w 12192000"/>
              <a:gd name="connsiteY6562" fmla="*/ 3259205 h 6858000"/>
              <a:gd name="connsiteX6563" fmla="*/ 10502991 w 12192000"/>
              <a:gd name="connsiteY6563" fmla="*/ 3220361 h 6858000"/>
              <a:gd name="connsiteX6564" fmla="*/ 10481262 w 12192000"/>
              <a:gd name="connsiteY6564" fmla="*/ 3209794 h 6858000"/>
              <a:gd name="connsiteX6565" fmla="*/ 10462510 w 12192000"/>
              <a:gd name="connsiteY6565" fmla="*/ 3196846 h 6858000"/>
              <a:gd name="connsiteX6566" fmla="*/ 10457747 w 12192000"/>
              <a:gd name="connsiteY6566" fmla="*/ 3182559 h 6858000"/>
              <a:gd name="connsiteX6567" fmla="*/ 10464147 w 12192000"/>
              <a:gd name="connsiteY6567" fmla="*/ 3170355 h 6858000"/>
              <a:gd name="connsiteX6568" fmla="*/ 10480964 w 12192000"/>
              <a:gd name="connsiteY6568" fmla="*/ 3164848 h 6858000"/>
              <a:gd name="connsiteX6569" fmla="*/ 10503512 w 12192000"/>
              <a:gd name="connsiteY6569" fmla="*/ 3172736 h 6858000"/>
              <a:gd name="connsiteX6570" fmla="*/ 10518023 w 12192000"/>
              <a:gd name="connsiteY6570" fmla="*/ 3202502 h 6858000"/>
              <a:gd name="connsiteX6571" fmla="*/ 10522934 w 12192000"/>
              <a:gd name="connsiteY6571" fmla="*/ 3202502 h 6858000"/>
              <a:gd name="connsiteX6572" fmla="*/ 10522934 w 12192000"/>
              <a:gd name="connsiteY6572" fmla="*/ 3156067 h 6858000"/>
              <a:gd name="connsiteX6573" fmla="*/ 10518023 w 12192000"/>
              <a:gd name="connsiteY6573" fmla="*/ 3156067 h 6858000"/>
              <a:gd name="connsiteX6574" fmla="*/ 10514897 w 12192000"/>
              <a:gd name="connsiteY6574" fmla="*/ 3160681 h 6858000"/>
              <a:gd name="connsiteX6575" fmla="*/ 10511177 w 12192000"/>
              <a:gd name="connsiteY6575" fmla="*/ 3161723 h 6858000"/>
              <a:gd name="connsiteX6576" fmla="*/ 10501056 w 12192000"/>
              <a:gd name="connsiteY6576" fmla="*/ 3159490 h 6858000"/>
              <a:gd name="connsiteX6577" fmla="*/ 10481560 w 12192000"/>
              <a:gd name="connsiteY6577" fmla="*/ 3156067 h 6858000"/>
              <a:gd name="connsiteX6578" fmla="*/ 10363688 w 12192000"/>
              <a:gd name="connsiteY6578" fmla="*/ 3156067 h 6858000"/>
              <a:gd name="connsiteX6579" fmla="*/ 10322463 w 12192000"/>
              <a:gd name="connsiteY6579" fmla="*/ 3172736 h 6858000"/>
              <a:gd name="connsiteX6580" fmla="*/ 10323951 w 12192000"/>
              <a:gd name="connsiteY6580" fmla="*/ 3178094 h 6858000"/>
              <a:gd name="connsiteX6581" fmla="*/ 10334369 w 12192000"/>
              <a:gd name="connsiteY6581" fmla="*/ 3175862 h 6858000"/>
              <a:gd name="connsiteX6582" fmla="*/ 10340843 w 12192000"/>
              <a:gd name="connsiteY6582" fmla="*/ 3177945 h 6858000"/>
              <a:gd name="connsiteX6583" fmla="*/ 10344415 w 12192000"/>
              <a:gd name="connsiteY6583" fmla="*/ 3184568 h 6858000"/>
              <a:gd name="connsiteX6584" fmla="*/ 10345382 w 12192000"/>
              <a:gd name="connsiteY6584" fmla="*/ 3212920 h 6858000"/>
              <a:gd name="connsiteX6585" fmla="*/ 10345382 w 12192000"/>
              <a:gd name="connsiteY6585" fmla="*/ 3265754 h 6858000"/>
              <a:gd name="connsiteX6586" fmla="*/ 10344638 w 12192000"/>
              <a:gd name="connsiteY6586" fmla="*/ 3280190 h 6858000"/>
              <a:gd name="connsiteX6587" fmla="*/ 10339429 w 12192000"/>
              <a:gd name="connsiteY6587" fmla="*/ 3287780 h 6858000"/>
              <a:gd name="connsiteX6588" fmla="*/ 10323951 w 12192000"/>
              <a:gd name="connsiteY6588" fmla="*/ 3291054 h 6858000"/>
              <a:gd name="connsiteX6589" fmla="*/ 10323951 w 12192000"/>
              <a:gd name="connsiteY6589" fmla="*/ 3296412 h 6858000"/>
              <a:gd name="connsiteX6590" fmla="*/ 10393751 w 12192000"/>
              <a:gd name="connsiteY6590" fmla="*/ 3296412 h 6858000"/>
              <a:gd name="connsiteX6591" fmla="*/ 10393751 w 12192000"/>
              <a:gd name="connsiteY6591" fmla="*/ 3291054 h 6858000"/>
              <a:gd name="connsiteX6592" fmla="*/ 10379613 w 12192000"/>
              <a:gd name="connsiteY6592" fmla="*/ 3288375 h 6858000"/>
              <a:gd name="connsiteX6593" fmla="*/ 10372766 w 12192000"/>
              <a:gd name="connsiteY6593" fmla="*/ 3281678 h 6858000"/>
              <a:gd name="connsiteX6594" fmla="*/ 10369939 w 12192000"/>
              <a:gd name="connsiteY6594" fmla="*/ 3264563 h 6858000"/>
              <a:gd name="connsiteX6595" fmla="*/ 10369939 w 12192000"/>
              <a:gd name="connsiteY6595" fmla="*/ 3199227 h 6858000"/>
              <a:gd name="connsiteX6596" fmla="*/ 10383780 w 12192000"/>
              <a:gd name="connsiteY6596" fmla="*/ 3179136 h 6858000"/>
              <a:gd name="connsiteX6597" fmla="*/ 10389584 w 12192000"/>
              <a:gd name="connsiteY6597" fmla="*/ 3176159 h 6858000"/>
              <a:gd name="connsiteX6598" fmla="*/ 10399183 w 12192000"/>
              <a:gd name="connsiteY6598" fmla="*/ 3181294 h 6858000"/>
              <a:gd name="connsiteX6599" fmla="*/ 10410866 w 12192000"/>
              <a:gd name="connsiteY6599" fmla="*/ 3186428 h 6858000"/>
              <a:gd name="connsiteX6600" fmla="*/ 10420094 w 12192000"/>
              <a:gd name="connsiteY6600" fmla="*/ 3182410 h 6858000"/>
              <a:gd name="connsiteX6601" fmla="*/ 10423963 w 12192000"/>
              <a:gd name="connsiteY6601" fmla="*/ 3172587 h 6858000"/>
              <a:gd name="connsiteX6602" fmla="*/ 10418606 w 12192000"/>
              <a:gd name="connsiteY6602" fmla="*/ 3161053 h 6858000"/>
              <a:gd name="connsiteX6603" fmla="*/ 10405062 w 12192000"/>
              <a:gd name="connsiteY6603" fmla="*/ 3156067 h 6858000"/>
              <a:gd name="connsiteX6604" fmla="*/ 10369939 w 12192000"/>
              <a:gd name="connsiteY6604" fmla="*/ 3186726 h 6858000"/>
              <a:gd name="connsiteX6605" fmla="*/ 10369939 w 12192000"/>
              <a:gd name="connsiteY6605" fmla="*/ 3156067 h 6858000"/>
              <a:gd name="connsiteX6606" fmla="*/ 9934765 w 12192000"/>
              <a:gd name="connsiteY6606" fmla="*/ 3156067 h 6858000"/>
              <a:gd name="connsiteX6607" fmla="*/ 9893689 w 12192000"/>
              <a:gd name="connsiteY6607" fmla="*/ 3172736 h 6858000"/>
              <a:gd name="connsiteX6608" fmla="*/ 9895921 w 12192000"/>
              <a:gd name="connsiteY6608" fmla="*/ 3178094 h 6858000"/>
              <a:gd name="connsiteX6609" fmla="*/ 9905893 w 12192000"/>
              <a:gd name="connsiteY6609" fmla="*/ 3175862 h 6858000"/>
              <a:gd name="connsiteX6610" fmla="*/ 9912069 w 12192000"/>
              <a:gd name="connsiteY6610" fmla="*/ 3177796 h 6858000"/>
              <a:gd name="connsiteX6611" fmla="*/ 9915492 w 12192000"/>
              <a:gd name="connsiteY6611" fmla="*/ 3185089 h 6858000"/>
              <a:gd name="connsiteX6612" fmla="*/ 9916608 w 12192000"/>
              <a:gd name="connsiteY6612" fmla="*/ 3215003 h 6858000"/>
              <a:gd name="connsiteX6613" fmla="*/ 9916608 w 12192000"/>
              <a:gd name="connsiteY6613" fmla="*/ 3265605 h 6858000"/>
              <a:gd name="connsiteX6614" fmla="*/ 9912962 w 12192000"/>
              <a:gd name="connsiteY6614" fmla="*/ 3285771 h 6858000"/>
              <a:gd name="connsiteX6615" fmla="*/ 9898898 w 12192000"/>
              <a:gd name="connsiteY6615" fmla="*/ 3291054 h 6858000"/>
              <a:gd name="connsiteX6616" fmla="*/ 9895921 w 12192000"/>
              <a:gd name="connsiteY6616" fmla="*/ 3291054 h 6858000"/>
              <a:gd name="connsiteX6617" fmla="*/ 9895921 w 12192000"/>
              <a:gd name="connsiteY6617" fmla="*/ 3296412 h 6858000"/>
              <a:gd name="connsiteX6618" fmla="*/ 9963340 w 12192000"/>
              <a:gd name="connsiteY6618" fmla="*/ 3296412 h 6858000"/>
              <a:gd name="connsiteX6619" fmla="*/ 9963340 w 12192000"/>
              <a:gd name="connsiteY6619" fmla="*/ 3291054 h 6858000"/>
              <a:gd name="connsiteX6620" fmla="*/ 9948532 w 12192000"/>
              <a:gd name="connsiteY6620" fmla="*/ 3289045 h 6858000"/>
              <a:gd name="connsiteX6621" fmla="*/ 9942802 w 12192000"/>
              <a:gd name="connsiteY6621" fmla="*/ 3282720 h 6858000"/>
              <a:gd name="connsiteX6622" fmla="*/ 9941165 w 12192000"/>
              <a:gd name="connsiteY6622" fmla="*/ 3265605 h 6858000"/>
              <a:gd name="connsiteX6623" fmla="*/ 9941165 w 12192000"/>
              <a:gd name="connsiteY6623" fmla="*/ 3193721 h 6858000"/>
              <a:gd name="connsiteX6624" fmla="*/ 9976437 w 12192000"/>
              <a:gd name="connsiteY6624" fmla="*/ 3174373 h 6858000"/>
              <a:gd name="connsiteX6625" fmla="*/ 9992734 w 12192000"/>
              <a:gd name="connsiteY6625" fmla="*/ 3182782 h 6858000"/>
              <a:gd name="connsiteX6626" fmla="*/ 9997571 w 12192000"/>
              <a:gd name="connsiteY6626" fmla="*/ 3209794 h 6858000"/>
              <a:gd name="connsiteX6627" fmla="*/ 9997571 w 12192000"/>
              <a:gd name="connsiteY6627" fmla="*/ 3265605 h 6858000"/>
              <a:gd name="connsiteX6628" fmla="*/ 9996975 w 12192000"/>
              <a:gd name="connsiteY6628" fmla="*/ 3279595 h 6858000"/>
              <a:gd name="connsiteX6629" fmla="*/ 9991692 w 12192000"/>
              <a:gd name="connsiteY6629" fmla="*/ 3288152 h 6858000"/>
              <a:gd name="connsiteX6630" fmla="*/ 9978372 w 12192000"/>
              <a:gd name="connsiteY6630" fmla="*/ 3291054 h 6858000"/>
              <a:gd name="connsiteX6631" fmla="*/ 9975544 w 12192000"/>
              <a:gd name="connsiteY6631" fmla="*/ 3291054 h 6858000"/>
              <a:gd name="connsiteX6632" fmla="*/ 9975544 w 12192000"/>
              <a:gd name="connsiteY6632" fmla="*/ 3296412 h 6858000"/>
              <a:gd name="connsiteX6633" fmla="*/ 10042963 w 12192000"/>
              <a:gd name="connsiteY6633" fmla="*/ 3296412 h 6858000"/>
              <a:gd name="connsiteX6634" fmla="*/ 10042963 w 12192000"/>
              <a:gd name="connsiteY6634" fmla="*/ 3291054 h 6858000"/>
              <a:gd name="connsiteX6635" fmla="*/ 10029494 w 12192000"/>
              <a:gd name="connsiteY6635" fmla="*/ 3288971 h 6858000"/>
              <a:gd name="connsiteX6636" fmla="*/ 10024211 w 12192000"/>
              <a:gd name="connsiteY6636" fmla="*/ 3283167 h 6858000"/>
              <a:gd name="connsiteX6637" fmla="*/ 10022127 w 12192000"/>
              <a:gd name="connsiteY6637" fmla="*/ 3265605 h 6858000"/>
              <a:gd name="connsiteX6638" fmla="*/ 10022127 w 12192000"/>
              <a:gd name="connsiteY6638" fmla="*/ 3207413 h 6858000"/>
              <a:gd name="connsiteX6639" fmla="*/ 10018853 w 12192000"/>
              <a:gd name="connsiteY6639" fmla="*/ 3180029 h 6858000"/>
              <a:gd name="connsiteX6640" fmla="*/ 10006054 w 12192000"/>
              <a:gd name="connsiteY6640" fmla="*/ 3161649 h 6858000"/>
              <a:gd name="connsiteX6641" fmla="*/ 9986855 w 12192000"/>
              <a:gd name="connsiteY6641" fmla="*/ 3156067 h 6858000"/>
              <a:gd name="connsiteX6642" fmla="*/ 9941165 w 12192000"/>
              <a:gd name="connsiteY6642" fmla="*/ 3184940 h 6858000"/>
              <a:gd name="connsiteX6643" fmla="*/ 9941165 w 12192000"/>
              <a:gd name="connsiteY6643" fmla="*/ 3156067 h 6858000"/>
              <a:gd name="connsiteX6644" fmla="*/ 9595735 w 12192000"/>
              <a:gd name="connsiteY6644" fmla="*/ 3156067 h 6858000"/>
              <a:gd name="connsiteX6645" fmla="*/ 9565895 w 12192000"/>
              <a:gd name="connsiteY6645" fmla="*/ 3167378 h 6858000"/>
              <a:gd name="connsiteX6646" fmla="*/ 9554361 w 12192000"/>
              <a:gd name="connsiteY6646" fmla="*/ 3195507 h 6858000"/>
              <a:gd name="connsiteX6647" fmla="*/ 9561058 w 12192000"/>
              <a:gd name="connsiteY6647" fmla="*/ 3216938 h 6858000"/>
              <a:gd name="connsiteX6648" fmla="*/ 9589335 w 12192000"/>
              <a:gd name="connsiteY6648" fmla="*/ 3236286 h 6858000"/>
              <a:gd name="connsiteX6649" fmla="*/ 9618133 w 12192000"/>
              <a:gd name="connsiteY6649" fmla="*/ 3253996 h 6858000"/>
              <a:gd name="connsiteX6650" fmla="*/ 9625352 w 12192000"/>
              <a:gd name="connsiteY6650" fmla="*/ 3271260 h 6858000"/>
              <a:gd name="connsiteX6651" fmla="*/ 9618878 w 12192000"/>
              <a:gd name="connsiteY6651" fmla="*/ 3285771 h 6858000"/>
              <a:gd name="connsiteX6652" fmla="*/ 9602134 w 12192000"/>
              <a:gd name="connsiteY6652" fmla="*/ 3291799 h 6858000"/>
              <a:gd name="connsiteX6653" fmla="*/ 9575792 w 12192000"/>
              <a:gd name="connsiteY6653" fmla="*/ 3281232 h 6858000"/>
              <a:gd name="connsiteX6654" fmla="*/ 9559867 w 12192000"/>
              <a:gd name="connsiteY6654" fmla="*/ 3249829 h 6858000"/>
              <a:gd name="connsiteX6655" fmla="*/ 9554956 w 12192000"/>
              <a:gd name="connsiteY6655" fmla="*/ 3249829 h 6858000"/>
              <a:gd name="connsiteX6656" fmla="*/ 9554956 w 12192000"/>
              <a:gd name="connsiteY6656" fmla="*/ 3298496 h 6858000"/>
              <a:gd name="connsiteX6657" fmla="*/ 9559867 w 12192000"/>
              <a:gd name="connsiteY6657" fmla="*/ 3298496 h 6858000"/>
              <a:gd name="connsiteX6658" fmla="*/ 9565225 w 12192000"/>
              <a:gd name="connsiteY6658" fmla="*/ 3294626 h 6858000"/>
              <a:gd name="connsiteX6659" fmla="*/ 9573262 w 12192000"/>
              <a:gd name="connsiteY6659" fmla="*/ 3296115 h 6858000"/>
              <a:gd name="connsiteX6660" fmla="*/ 9601837 w 12192000"/>
              <a:gd name="connsiteY6660" fmla="*/ 3300579 h 6858000"/>
              <a:gd name="connsiteX6661" fmla="*/ 9633314 w 12192000"/>
              <a:gd name="connsiteY6661" fmla="*/ 3289194 h 6858000"/>
              <a:gd name="connsiteX6662" fmla="*/ 9647378 w 12192000"/>
              <a:gd name="connsiteY6662" fmla="*/ 3259205 h 6858000"/>
              <a:gd name="connsiteX6663" fmla="*/ 9617166 w 12192000"/>
              <a:gd name="connsiteY6663" fmla="*/ 3220361 h 6858000"/>
              <a:gd name="connsiteX6664" fmla="*/ 9595437 w 12192000"/>
              <a:gd name="connsiteY6664" fmla="*/ 3209794 h 6858000"/>
              <a:gd name="connsiteX6665" fmla="*/ 9576685 w 12192000"/>
              <a:gd name="connsiteY6665" fmla="*/ 3196846 h 6858000"/>
              <a:gd name="connsiteX6666" fmla="*/ 9571922 w 12192000"/>
              <a:gd name="connsiteY6666" fmla="*/ 3182559 h 6858000"/>
              <a:gd name="connsiteX6667" fmla="*/ 9578322 w 12192000"/>
              <a:gd name="connsiteY6667" fmla="*/ 3170355 h 6858000"/>
              <a:gd name="connsiteX6668" fmla="*/ 9595139 w 12192000"/>
              <a:gd name="connsiteY6668" fmla="*/ 3164848 h 6858000"/>
              <a:gd name="connsiteX6669" fmla="*/ 9617687 w 12192000"/>
              <a:gd name="connsiteY6669" fmla="*/ 3172736 h 6858000"/>
              <a:gd name="connsiteX6670" fmla="*/ 9632198 w 12192000"/>
              <a:gd name="connsiteY6670" fmla="*/ 3202502 h 6858000"/>
              <a:gd name="connsiteX6671" fmla="*/ 9637109 w 12192000"/>
              <a:gd name="connsiteY6671" fmla="*/ 3202502 h 6858000"/>
              <a:gd name="connsiteX6672" fmla="*/ 9637109 w 12192000"/>
              <a:gd name="connsiteY6672" fmla="*/ 3156067 h 6858000"/>
              <a:gd name="connsiteX6673" fmla="*/ 9632198 w 12192000"/>
              <a:gd name="connsiteY6673" fmla="*/ 3156067 h 6858000"/>
              <a:gd name="connsiteX6674" fmla="*/ 9629072 w 12192000"/>
              <a:gd name="connsiteY6674" fmla="*/ 3160681 h 6858000"/>
              <a:gd name="connsiteX6675" fmla="*/ 9625352 w 12192000"/>
              <a:gd name="connsiteY6675" fmla="*/ 3161723 h 6858000"/>
              <a:gd name="connsiteX6676" fmla="*/ 9615231 w 12192000"/>
              <a:gd name="connsiteY6676" fmla="*/ 3159490 h 6858000"/>
              <a:gd name="connsiteX6677" fmla="*/ 9595735 w 12192000"/>
              <a:gd name="connsiteY6677" fmla="*/ 3156067 h 6858000"/>
              <a:gd name="connsiteX6678" fmla="*/ 9249412 w 12192000"/>
              <a:gd name="connsiteY6678" fmla="*/ 3156067 h 6858000"/>
              <a:gd name="connsiteX6679" fmla="*/ 9227013 w 12192000"/>
              <a:gd name="connsiteY6679" fmla="*/ 3163285 h 6858000"/>
              <a:gd name="connsiteX6680" fmla="*/ 9205805 w 12192000"/>
              <a:gd name="connsiteY6680" fmla="*/ 3188512 h 6858000"/>
              <a:gd name="connsiteX6681" fmla="*/ 9205805 w 12192000"/>
              <a:gd name="connsiteY6681" fmla="*/ 3156663 h 6858000"/>
              <a:gd name="connsiteX6682" fmla="*/ 9200150 w 12192000"/>
              <a:gd name="connsiteY6682" fmla="*/ 3156663 h 6858000"/>
              <a:gd name="connsiteX6683" fmla="*/ 9158180 w 12192000"/>
              <a:gd name="connsiteY6683" fmla="*/ 3173629 h 6858000"/>
              <a:gd name="connsiteX6684" fmla="*/ 9159966 w 12192000"/>
              <a:gd name="connsiteY6684" fmla="*/ 3178391 h 6858000"/>
              <a:gd name="connsiteX6685" fmla="*/ 9169045 w 12192000"/>
              <a:gd name="connsiteY6685" fmla="*/ 3176308 h 6858000"/>
              <a:gd name="connsiteX6686" fmla="*/ 9176114 w 12192000"/>
              <a:gd name="connsiteY6686" fmla="*/ 3178094 h 6858000"/>
              <a:gd name="connsiteX6687" fmla="*/ 9179909 w 12192000"/>
              <a:gd name="connsiteY6687" fmla="*/ 3183452 h 6858000"/>
              <a:gd name="connsiteX6688" fmla="*/ 9181100 w 12192000"/>
              <a:gd name="connsiteY6688" fmla="*/ 3200269 h 6858000"/>
              <a:gd name="connsiteX6689" fmla="*/ 9181100 w 12192000"/>
              <a:gd name="connsiteY6689" fmla="*/ 3329154 h 6858000"/>
              <a:gd name="connsiteX6690" fmla="*/ 9179537 w 12192000"/>
              <a:gd name="connsiteY6690" fmla="*/ 3347684 h 6858000"/>
              <a:gd name="connsiteX6691" fmla="*/ 9175147 w 12192000"/>
              <a:gd name="connsiteY6691" fmla="*/ 3352967 h 6858000"/>
              <a:gd name="connsiteX6692" fmla="*/ 9161157 w 12192000"/>
              <a:gd name="connsiteY6692" fmla="*/ 3356092 h 6858000"/>
              <a:gd name="connsiteX6693" fmla="*/ 9157436 w 12192000"/>
              <a:gd name="connsiteY6693" fmla="*/ 3356092 h 6858000"/>
              <a:gd name="connsiteX6694" fmla="*/ 9157436 w 12192000"/>
              <a:gd name="connsiteY6694" fmla="*/ 3361599 h 6858000"/>
              <a:gd name="connsiteX6695" fmla="*/ 9228873 w 12192000"/>
              <a:gd name="connsiteY6695" fmla="*/ 3361599 h 6858000"/>
              <a:gd name="connsiteX6696" fmla="*/ 9228873 w 12192000"/>
              <a:gd name="connsiteY6696" fmla="*/ 3356092 h 6858000"/>
              <a:gd name="connsiteX6697" fmla="*/ 9213470 w 12192000"/>
              <a:gd name="connsiteY6697" fmla="*/ 3353860 h 6858000"/>
              <a:gd name="connsiteX6698" fmla="*/ 9207517 w 12192000"/>
              <a:gd name="connsiteY6698" fmla="*/ 3347832 h 6858000"/>
              <a:gd name="connsiteX6699" fmla="*/ 9205805 w 12192000"/>
              <a:gd name="connsiteY6699" fmla="*/ 3330047 h 6858000"/>
              <a:gd name="connsiteX6700" fmla="*/ 9205805 w 12192000"/>
              <a:gd name="connsiteY6700" fmla="*/ 3288524 h 6858000"/>
              <a:gd name="connsiteX6701" fmla="*/ 9219200 w 12192000"/>
              <a:gd name="connsiteY6701" fmla="*/ 3297454 h 6858000"/>
              <a:gd name="connsiteX6702" fmla="*/ 9238250 w 12192000"/>
              <a:gd name="connsiteY6702" fmla="*/ 3300579 h 6858000"/>
              <a:gd name="connsiteX6703" fmla="*/ 9280219 w 12192000"/>
              <a:gd name="connsiteY6703" fmla="*/ 3281678 h 6858000"/>
              <a:gd name="connsiteX6704" fmla="*/ 9300460 w 12192000"/>
              <a:gd name="connsiteY6704" fmla="*/ 3223338 h 6858000"/>
              <a:gd name="connsiteX6705" fmla="*/ 9283642 w 12192000"/>
              <a:gd name="connsiteY6705" fmla="*/ 3172141 h 6858000"/>
              <a:gd name="connsiteX6706" fmla="*/ 9249412 w 12192000"/>
              <a:gd name="connsiteY6706" fmla="*/ 3156067 h 6858000"/>
              <a:gd name="connsiteX6707" fmla="*/ 8586085 w 12192000"/>
              <a:gd name="connsiteY6707" fmla="*/ 3156067 h 6858000"/>
              <a:gd name="connsiteX6708" fmla="*/ 8556245 w 12192000"/>
              <a:gd name="connsiteY6708" fmla="*/ 3167378 h 6858000"/>
              <a:gd name="connsiteX6709" fmla="*/ 8544710 w 12192000"/>
              <a:gd name="connsiteY6709" fmla="*/ 3195507 h 6858000"/>
              <a:gd name="connsiteX6710" fmla="*/ 8551408 w 12192000"/>
              <a:gd name="connsiteY6710" fmla="*/ 3216938 h 6858000"/>
              <a:gd name="connsiteX6711" fmla="*/ 8579685 w 12192000"/>
              <a:gd name="connsiteY6711" fmla="*/ 3236286 h 6858000"/>
              <a:gd name="connsiteX6712" fmla="*/ 8608484 w 12192000"/>
              <a:gd name="connsiteY6712" fmla="*/ 3253996 h 6858000"/>
              <a:gd name="connsiteX6713" fmla="*/ 8615702 w 12192000"/>
              <a:gd name="connsiteY6713" fmla="*/ 3271260 h 6858000"/>
              <a:gd name="connsiteX6714" fmla="*/ 8609228 w 12192000"/>
              <a:gd name="connsiteY6714" fmla="*/ 3285771 h 6858000"/>
              <a:gd name="connsiteX6715" fmla="*/ 8592484 w 12192000"/>
              <a:gd name="connsiteY6715" fmla="*/ 3291799 h 6858000"/>
              <a:gd name="connsiteX6716" fmla="*/ 8566142 w 12192000"/>
              <a:gd name="connsiteY6716" fmla="*/ 3281232 h 6858000"/>
              <a:gd name="connsiteX6717" fmla="*/ 8550217 w 12192000"/>
              <a:gd name="connsiteY6717" fmla="*/ 3249829 h 6858000"/>
              <a:gd name="connsiteX6718" fmla="*/ 8545306 w 12192000"/>
              <a:gd name="connsiteY6718" fmla="*/ 3249829 h 6858000"/>
              <a:gd name="connsiteX6719" fmla="*/ 8545306 w 12192000"/>
              <a:gd name="connsiteY6719" fmla="*/ 3298496 h 6858000"/>
              <a:gd name="connsiteX6720" fmla="*/ 8550217 w 12192000"/>
              <a:gd name="connsiteY6720" fmla="*/ 3298496 h 6858000"/>
              <a:gd name="connsiteX6721" fmla="*/ 8555575 w 12192000"/>
              <a:gd name="connsiteY6721" fmla="*/ 3294626 h 6858000"/>
              <a:gd name="connsiteX6722" fmla="*/ 8563612 w 12192000"/>
              <a:gd name="connsiteY6722" fmla="*/ 3296115 h 6858000"/>
              <a:gd name="connsiteX6723" fmla="*/ 8592187 w 12192000"/>
              <a:gd name="connsiteY6723" fmla="*/ 3300579 h 6858000"/>
              <a:gd name="connsiteX6724" fmla="*/ 8623664 w 12192000"/>
              <a:gd name="connsiteY6724" fmla="*/ 3289194 h 6858000"/>
              <a:gd name="connsiteX6725" fmla="*/ 8637728 w 12192000"/>
              <a:gd name="connsiteY6725" fmla="*/ 3259205 h 6858000"/>
              <a:gd name="connsiteX6726" fmla="*/ 8607516 w 12192000"/>
              <a:gd name="connsiteY6726" fmla="*/ 3220361 h 6858000"/>
              <a:gd name="connsiteX6727" fmla="*/ 8585787 w 12192000"/>
              <a:gd name="connsiteY6727" fmla="*/ 3209794 h 6858000"/>
              <a:gd name="connsiteX6728" fmla="*/ 8567035 w 12192000"/>
              <a:gd name="connsiteY6728" fmla="*/ 3196846 h 6858000"/>
              <a:gd name="connsiteX6729" fmla="*/ 8562272 w 12192000"/>
              <a:gd name="connsiteY6729" fmla="*/ 3182559 h 6858000"/>
              <a:gd name="connsiteX6730" fmla="*/ 8568672 w 12192000"/>
              <a:gd name="connsiteY6730" fmla="*/ 3170355 h 6858000"/>
              <a:gd name="connsiteX6731" fmla="*/ 8585490 w 12192000"/>
              <a:gd name="connsiteY6731" fmla="*/ 3164848 h 6858000"/>
              <a:gd name="connsiteX6732" fmla="*/ 8608037 w 12192000"/>
              <a:gd name="connsiteY6732" fmla="*/ 3172736 h 6858000"/>
              <a:gd name="connsiteX6733" fmla="*/ 8622548 w 12192000"/>
              <a:gd name="connsiteY6733" fmla="*/ 3202502 h 6858000"/>
              <a:gd name="connsiteX6734" fmla="*/ 8627459 w 12192000"/>
              <a:gd name="connsiteY6734" fmla="*/ 3202502 h 6858000"/>
              <a:gd name="connsiteX6735" fmla="*/ 8627459 w 12192000"/>
              <a:gd name="connsiteY6735" fmla="*/ 3156067 h 6858000"/>
              <a:gd name="connsiteX6736" fmla="*/ 8622548 w 12192000"/>
              <a:gd name="connsiteY6736" fmla="*/ 3156067 h 6858000"/>
              <a:gd name="connsiteX6737" fmla="*/ 8619422 w 12192000"/>
              <a:gd name="connsiteY6737" fmla="*/ 3160681 h 6858000"/>
              <a:gd name="connsiteX6738" fmla="*/ 8615702 w 12192000"/>
              <a:gd name="connsiteY6738" fmla="*/ 3161723 h 6858000"/>
              <a:gd name="connsiteX6739" fmla="*/ 8605582 w 12192000"/>
              <a:gd name="connsiteY6739" fmla="*/ 3159490 h 6858000"/>
              <a:gd name="connsiteX6740" fmla="*/ 8586085 w 12192000"/>
              <a:gd name="connsiteY6740" fmla="*/ 3156067 h 6858000"/>
              <a:gd name="connsiteX6741" fmla="*/ 8462408 w 12192000"/>
              <a:gd name="connsiteY6741" fmla="*/ 3156067 h 6858000"/>
              <a:gd name="connsiteX6742" fmla="*/ 8425648 w 12192000"/>
              <a:gd name="connsiteY6742" fmla="*/ 3166783 h 6858000"/>
              <a:gd name="connsiteX6743" fmla="*/ 8412551 w 12192000"/>
              <a:gd name="connsiteY6743" fmla="*/ 3190298 h 6858000"/>
              <a:gd name="connsiteX6744" fmla="*/ 8416048 w 12192000"/>
              <a:gd name="connsiteY6744" fmla="*/ 3200865 h 6858000"/>
              <a:gd name="connsiteX6745" fmla="*/ 8425053 w 12192000"/>
              <a:gd name="connsiteY6745" fmla="*/ 3204734 h 6858000"/>
              <a:gd name="connsiteX6746" fmla="*/ 8434206 w 12192000"/>
              <a:gd name="connsiteY6746" fmla="*/ 3201013 h 6858000"/>
              <a:gd name="connsiteX6747" fmla="*/ 8437703 w 12192000"/>
              <a:gd name="connsiteY6747" fmla="*/ 3190447 h 6858000"/>
              <a:gd name="connsiteX6748" fmla="*/ 8437406 w 12192000"/>
              <a:gd name="connsiteY6748" fmla="*/ 3181815 h 6858000"/>
              <a:gd name="connsiteX6749" fmla="*/ 8443061 w 12192000"/>
              <a:gd name="connsiteY6749" fmla="*/ 3170206 h 6858000"/>
              <a:gd name="connsiteX6750" fmla="*/ 8457944 w 12192000"/>
              <a:gd name="connsiteY6750" fmla="*/ 3165146 h 6858000"/>
              <a:gd name="connsiteX6751" fmla="*/ 8476770 w 12192000"/>
              <a:gd name="connsiteY6751" fmla="*/ 3172736 h 6858000"/>
              <a:gd name="connsiteX6752" fmla="*/ 8483244 w 12192000"/>
              <a:gd name="connsiteY6752" fmla="*/ 3200716 h 6858000"/>
              <a:gd name="connsiteX6753" fmla="*/ 8483244 w 12192000"/>
              <a:gd name="connsiteY6753" fmla="*/ 3206074 h 6858000"/>
              <a:gd name="connsiteX6754" fmla="*/ 8433015 w 12192000"/>
              <a:gd name="connsiteY6754" fmla="*/ 3227803 h 6858000"/>
              <a:gd name="connsiteX6755" fmla="*/ 8411807 w 12192000"/>
              <a:gd name="connsiteY6755" fmla="*/ 3246852 h 6858000"/>
              <a:gd name="connsiteX6756" fmla="*/ 8407342 w 12192000"/>
              <a:gd name="connsiteY6756" fmla="*/ 3264116 h 6858000"/>
              <a:gd name="connsiteX6757" fmla="*/ 8416495 w 12192000"/>
              <a:gd name="connsiteY6757" fmla="*/ 3289566 h 6858000"/>
              <a:gd name="connsiteX6758" fmla="*/ 8439787 w 12192000"/>
              <a:gd name="connsiteY6758" fmla="*/ 3299240 h 6858000"/>
              <a:gd name="connsiteX6759" fmla="*/ 8456902 w 12192000"/>
              <a:gd name="connsiteY6759" fmla="*/ 3295519 h 6858000"/>
              <a:gd name="connsiteX6760" fmla="*/ 8483244 w 12192000"/>
              <a:gd name="connsiteY6760" fmla="*/ 3276767 h 6858000"/>
              <a:gd name="connsiteX6761" fmla="*/ 8487710 w 12192000"/>
              <a:gd name="connsiteY6761" fmla="*/ 3294031 h 6858000"/>
              <a:gd name="connsiteX6762" fmla="*/ 8499318 w 12192000"/>
              <a:gd name="connsiteY6762" fmla="*/ 3299091 h 6858000"/>
              <a:gd name="connsiteX6763" fmla="*/ 8531167 w 12192000"/>
              <a:gd name="connsiteY6763" fmla="*/ 3276767 h 6858000"/>
              <a:gd name="connsiteX6764" fmla="*/ 8531167 w 12192000"/>
              <a:gd name="connsiteY6764" fmla="*/ 3268432 h 6858000"/>
              <a:gd name="connsiteX6765" fmla="*/ 8519112 w 12192000"/>
              <a:gd name="connsiteY6765" fmla="*/ 3279297 h 6858000"/>
              <a:gd name="connsiteX6766" fmla="*/ 8514945 w 12192000"/>
              <a:gd name="connsiteY6766" fmla="*/ 3280339 h 6858000"/>
              <a:gd name="connsiteX6767" fmla="*/ 8511001 w 12192000"/>
              <a:gd name="connsiteY6767" fmla="*/ 3278850 h 6858000"/>
              <a:gd name="connsiteX6768" fmla="*/ 8508546 w 12192000"/>
              <a:gd name="connsiteY6768" fmla="*/ 3272972 h 6858000"/>
              <a:gd name="connsiteX6769" fmla="*/ 8507801 w 12192000"/>
              <a:gd name="connsiteY6769" fmla="*/ 3249085 h 6858000"/>
              <a:gd name="connsiteX6770" fmla="*/ 8507801 w 12192000"/>
              <a:gd name="connsiteY6770" fmla="*/ 3202799 h 6858000"/>
              <a:gd name="connsiteX6771" fmla="*/ 8505122 w 12192000"/>
              <a:gd name="connsiteY6771" fmla="*/ 3176606 h 6858000"/>
              <a:gd name="connsiteX6772" fmla="*/ 8492174 w 12192000"/>
              <a:gd name="connsiteY6772" fmla="*/ 3162169 h 6858000"/>
              <a:gd name="connsiteX6773" fmla="*/ 8462408 w 12192000"/>
              <a:gd name="connsiteY6773" fmla="*/ 3156067 h 6858000"/>
              <a:gd name="connsiteX6774" fmla="*/ 8201513 w 12192000"/>
              <a:gd name="connsiteY6774" fmla="*/ 3156067 h 6858000"/>
              <a:gd name="connsiteX6775" fmla="*/ 8160288 w 12192000"/>
              <a:gd name="connsiteY6775" fmla="*/ 3172736 h 6858000"/>
              <a:gd name="connsiteX6776" fmla="*/ 8161776 w 12192000"/>
              <a:gd name="connsiteY6776" fmla="*/ 3178094 h 6858000"/>
              <a:gd name="connsiteX6777" fmla="*/ 8172194 w 12192000"/>
              <a:gd name="connsiteY6777" fmla="*/ 3175862 h 6858000"/>
              <a:gd name="connsiteX6778" fmla="*/ 8178668 w 12192000"/>
              <a:gd name="connsiteY6778" fmla="*/ 3177945 h 6858000"/>
              <a:gd name="connsiteX6779" fmla="*/ 8182240 w 12192000"/>
              <a:gd name="connsiteY6779" fmla="*/ 3184568 h 6858000"/>
              <a:gd name="connsiteX6780" fmla="*/ 8183207 w 12192000"/>
              <a:gd name="connsiteY6780" fmla="*/ 3212920 h 6858000"/>
              <a:gd name="connsiteX6781" fmla="*/ 8183207 w 12192000"/>
              <a:gd name="connsiteY6781" fmla="*/ 3265754 h 6858000"/>
              <a:gd name="connsiteX6782" fmla="*/ 8182463 w 12192000"/>
              <a:gd name="connsiteY6782" fmla="*/ 3280190 h 6858000"/>
              <a:gd name="connsiteX6783" fmla="*/ 8177254 w 12192000"/>
              <a:gd name="connsiteY6783" fmla="*/ 3287780 h 6858000"/>
              <a:gd name="connsiteX6784" fmla="*/ 8161776 w 12192000"/>
              <a:gd name="connsiteY6784" fmla="*/ 3291054 h 6858000"/>
              <a:gd name="connsiteX6785" fmla="*/ 8161776 w 12192000"/>
              <a:gd name="connsiteY6785" fmla="*/ 3296412 h 6858000"/>
              <a:gd name="connsiteX6786" fmla="*/ 8231576 w 12192000"/>
              <a:gd name="connsiteY6786" fmla="*/ 3296412 h 6858000"/>
              <a:gd name="connsiteX6787" fmla="*/ 8231576 w 12192000"/>
              <a:gd name="connsiteY6787" fmla="*/ 3291054 h 6858000"/>
              <a:gd name="connsiteX6788" fmla="*/ 8217438 w 12192000"/>
              <a:gd name="connsiteY6788" fmla="*/ 3288375 h 6858000"/>
              <a:gd name="connsiteX6789" fmla="*/ 8210592 w 12192000"/>
              <a:gd name="connsiteY6789" fmla="*/ 3281678 h 6858000"/>
              <a:gd name="connsiteX6790" fmla="*/ 8207764 w 12192000"/>
              <a:gd name="connsiteY6790" fmla="*/ 3264563 h 6858000"/>
              <a:gd name="connsiteX6791" fmla="*/ 8207764 w 12192000"/>
              <a:gd name="connsiteY6791" fmla="*/ 3199227 h 6858000"/>
              <a:gd name="connsiteX6792" fmla="*/ 8221605 w 12192000"/>
              <a:gd name="connsiteY6792" fmla="*/ 3179136 h 6858000"/>
              <a:gd name="connsiteX6793" fmla="*/ 8227409 w 12192000"/>
              <a:gd name="connsiteY6793" fmla="*/ 3176159 h 6858000"/>
              <a:gd name="connsiteX6794" fmla="*/ 8237009 w 12192000"/>
              <a:gd name="connsiteY6794" fmla="*/ 3181294 h 6858000"/>
              <a:gd name="connsiteX6795" fmla="*/ 8248692 w 12192000"/>
              <a:gd name="connsiteY6795" fmla="*/ 3186428 h 6858000"/>
              <a:gd name="connsiteX6796" fmla="*/ 8257919 w 12192000"/>
              <a:gd name="connsiteY6796" fmla="*/ 3182410 h 6858000"/>
              <a:gd name="connsiteX6797" fmla="*/ 8261789 w 12192000"/>
              <a:gd name="connsiteY6797" fmla="*/ 3172587 h 6858000"/>
              <a:gd name="connsiteX6798" fmla="*/ 8256431 w 12192000"/>
              <a:gd name="connsiteY6798" fmla="*/ 3161053 h 6858000"/>
              <a:gd name="connsiteX6799" fmla="*/ 8242887 w 12192000"/>
              <a:gd name="connsiteY6799" fmla="*/ 3156067 h 6858000"/>
              <a:gd name="connsiteX6800" fmla="*/ 8207764 w 12192000"/>
              <a:gd name="connsiteY6800" fmla="*/ 3186726 h 6858000"/>
              <a:gd name="connsiteX6801" fmla="*/ 8207764 w 12192000"/>
              <a:gd name="connsiteY6801" fmla="*/ 3156067 h 6858000"/>
              <a:gd name="connsiteX6802" fmla="*/ 8090934 w 12192000"/>
              <a:gd name="connsiteY6802" fmla="*/ 3156067 h 6858000"/>
              <a:gd name="connsiteX6803" fmla="*/ 8054173 w 12192000"/>
              <a:gd name="connsiteY6803" fmla="*/ 3166783 h 6858000"/>
              <a:gd name="connsiteX6804" fmla="*/ 8041076 w 12192000"/>
              <a:gd name="connsiteY6804" fmla="*/ 3190298 h 6858000"/>
              <a:gd name="connsiteX6805" fmla="*/ 8044574 w 12192000"/>
              <a:gd name="connsiteY6805" fmla="*/ 3200865 h 6858000"/>
              <a:gd name="connsiteX6806" fmla="*/ 8053578 w 12192000"/>
              <a:gd name="connsiteY6806" fmla="*/ 3204734 h 6858000"/>
              <a:gd name="connsiteX6807" fmla="*/ 8062731 w 12192000"/>
              <a:gd name="connsiteY6807" fmla="*/ 3201013 h 6858000"/>
              <a:gd name="connsiteX6808" fmla="*/ 8066228 w 12192000"/>
              <a:gd name="connsiteY6808" fmla="*/ 3190447 h 6858000"/>
              <a:gd name="connsiteX6809" fmla="*/ 8065931 w 12192000"/>
              <a:gd name="connsiteY6809" fmla="*/ 3181815 h 6858000"/>
              <a:gd name="connsiteX6810" fmla="*/ 8071586 w 12192000"/>
              <a:gd name="connsiteY6810" fmla="*/ 3170206 h 6858000"/>
              <a:gd name="connsiteX6811" fmla="*/ 8086469 w 12192000"/>
              <a:gd name="connsiteY6811" fmla="*/ 3165146 h 6858000"/>
              <a:gd name="connsiteX6812" fmla="*/ 8105296 w 12192000"/>
              <a:gd name="connsiteY6812" fmla="*/ 3172736 h 6858000"/>
              <a:gd name="connsiteX6813" fmla="*/ 8111770 w 12192000"/>
              <a:gd name="connsiteY6813" fmla="*/ 3200716 h 6858000"/>
              <a:gd name="connsiteX6814" fmla="*/ 8111770 w 12192000"/>
              <a:gd name="connsiteY6814" fmla="*/ 3206074 h 6858000"/>
              <a:gd name="connsiteX6815" fmla="*/ 8061540 w 12192000"/>
              <a:gd name="connsiteY6815" fmla="*/ 3227803 h 6858000"/>
              <a:gd name="connsiteX6816" fmla="*/ 8040332 w 12192000"/>
              <a:gd name="connsiteY6816" fmla="*/ 3246852 h 6858000"/>
              <a:gd name="connsiteX6817" fmla="*/ 8035867 w 12192000"/>
              <a:gd name="connsiteY6817" fmla="*/ 3264116 h 6858000"/>
              <a:gd name="connsiteX6818" fmla="*/ 8045020 w 12192000"/>
              <a:gd name="connsiteY6818" fmla="*/ 3289566 h 6858000"/>
              <a:gd name="connsiteX6819" fmla="*/ 8068312 w 12192000"/>
              <a:gd name="connsiteY6819" fmla="*/ 3299240 h 6858000"/>
              <a:gd name="connsiteX6820" fmla="*/ 8085427 w 12192000"/>
              <a:gd name="connsiteY6820" fmla="*/ 3295519 h 6858000"/>
              <a:gd name="connsiteX6821" fmla="*/ 8111770 w 12192000"/>
              <a:gd name="connsiteY6821" fmla="*/ 3276767 h 6858000"/>
              <a:gd name="connsiteX6822" fmla="*/ 8116235 w 12192000"/>
              <a:gd name="connsiteY6822" fmla="*/ 3294031 h 6858000"/>
              <a:gd name="connsiteX6823" fmla="*/ 8127843 w 12192000"/>
              <a:gd name="connsiteY6823" fmla="*/ 3299091 h 6858000"/>
              <a:gd name="connsiteX6824" fmla="*/ 8159692 w 12192000"/>
              <a:gd name="connsiteY6824" fmla="*/ 3276767 h 6858000"/>
              <a:gd name="connsiteX6825" fmla="*/ 8159692 w 12192000"/>
              <a:gd name="connsiteY6825" fmla="*/ 3268432 h 6858000"/>
              <a:gd name="connsiteX6826" fmla="*/ 8147637 w 12192000"/>
              <a:gd name="connsiteY6826" fmla="*/ 3279297 h 6858000"/>
              <a:gd name="connsiteX6827" fmla="*/ 8143470 w 12192000"/>
              <a:gd name="connsiteY6827" fmla="*/ 3280339 h 6858000"/>
              <a:gd name="connsiteX6828" fmla="*/ 8139526 w 12192000"/>
              <a:gd name="connsiteY6828" fmla="*/ 3278850 h 6858000"/>
              <a:gd name="connsiteX6829" fmla="*/ 8137071 w 12192000"/>
              <a:gd name="connsiteY6829" fmla="*/ 3272972 h 6858000"/>
              <a:gd name="connsiteX6830" fmla="*/ 8136326 w 12192000"/>
              <a:gd name="connsiteY6830" fmla="*/ 3249085 h 6858000"/>
              <a:gd name="connsiteX6831" fmla="*/ 8136326 w 12192000"/>
              <a:gd name="connsiteY6831" fmla="*/ 3202799 h 6858000"/>
              <a:gd name="connsiteX6832" fmla="*/ 8133648 w 12192000"/>
              <a:gd name="connsiteY6832" fmla="*/ 3176606 h 6858000"/>
              <a:gd name="connsiteX6833" fmla="*/ 8120700 w 12192000"/>
              <a:gd name="connsiteY6833" fmla="*/ 3162169 h 6858000"/>
              <a:gd name="connsiteX6834" fmla="*/ 8090934 w 12192000"/>
              <a:gd name="connsiteY6834" fmla="*/ 3156067 h 6858000"/>
              <a:gd name="connsiteX6835" fmla="*/ 7738360 w 12192000"/>
              <a:gd name="connsiteY6835" fmla="*/ 3156067 h 6858000"/>
              <a:gd name="connsiteX6836" fmla="*/ 7708520 w 12192000"/>
              <a:gd name="connsiteY6836" fmla="*/ 3167378 h 6858000"/>
              <a:gd name="connsiteX6837" fmla="*/ 7696986 w 12192000"/>
              <a:gd name="connsiteY6837" fmla="*/ 3195507 h 6858000"/>
              <a:gd name="connsiteX6838" fmla="*/ 7703683 w 12192000"/>
              <a:gd name="connsiteY6838" fmla="*/ 3216938 h 6858000"/>
              <a:gd name="connsiteX6839" fmla="*/ 7731960 w 12192000"/>
              <a:gd name="connsiteY6839" fmla="*/ 3236286 h 6858000"/>
              <a:gd name="connsiteX6840" fmla="*/ 7760759 w 12192000"/>
              <a:gd name="connsiteY6840" fmla="*/ 3253996 h 6858000"/>
              <a:gd name="connsiteX6841" fmla="*/ 7767977 w 12192000"/>
              <a:gd name="connsiteY6841" fmla="*/ 3271260 h 6858000"/>
              <a:gd name="connsiteX6842" fmla="*/ 7761503 w 12192000"/>
              <a:gd name="connsiteY6842" fmla="*/ 3285771 h 6858000"/>
              <a:gd name="connsiteX6843" fmla="*/ 7744760 w 12192000"/>
              <a:gd name="connsiteY6843" fmla="*/ 3291799 h 6858000"/>
              <a:gd name="connsiteX6844" fmla="*/ 7718417 w 12192000"/>
              <a:gd name="connsiteY6844" fmla="*/ 3281232 h 6858000"/>
              <a:gd name="connsiteX6845" fmla="*/ 7702492 w 12192000"/>
              <a:gd name="connsiteY6845" fmla="*/ 3249829 h 6858000"/>
              <a:gd name="connsiteX6846" fmla="*/ 7697581 w 12192000"/>
              <a:gd name="connsiteY6846" fmla="*/ 3249829 h 6858000"/>
              <a:gd name="connsiteX6847" fmla="*/ 7697581 w 12192000"/>
              <a:gd name="connsiteY6847" fmla="*/ 3298496 h 6858000"/>
              <a:gd name="connsiteX6848" fmla="*/ 7702492 w 12192000"/>
              <a:gd name="connsiteY6848" fmla="*/ 3298496 h 6858000"/>
              <a:gd name="connsiteX6849" fmla="*/ 7707850 w 12192000"/>
              <a:gd name="connsiteY6849" fmla="*/ 3294626 h 6858000"/>
              <a:gd name="connsiteX6850" fmla="*/ 7715887 w 12192000"/>
              <a:gd name="connsiteY6850" fmla="*/ 3296115 h 6858000"/>
              <a:gd name="connsiteX6851" fmla="*/ 7744462 w 12192000"/>
              <a:gd name="connsiteY6851" fmla="*/ 3300579 h 6858000"/>
              <a:gd name="connsiteX6852" fmla="*/ 7775939 w 12192000"/>
              <a:gd name="connsiteY6852" fmla="*/ 3289194 h 6858000"/>
              <a:gd name="connsiteX6853" fmla="*/ 7790003 w 12192000"/>
              <a:gd name="connsiteY6853" fmla="*/ 3259205 h 6858000"/>
              <a:gd name="connsiteX6854" fmla="*/ 7759791 w 12192000"/>
              <a:gd name="connsiteY6854" fmla="*/ 3220361 h 6858000"/>
              <a:gd name="connsiteX6855" fmla="*/ 7738062 w 12192000"/>
              <a:gd name="connsiteY6855" fmla="*/ 3209794 h 6858000"/>
              <a:gd name="connsiteX6856" fmla="*/ 7719310 w 12192000"/>
              <a:gd name="connsiteY6856" fmla="*/ 3196846 h 6858000"/>
              <a:gd name="connsiteX6857" fmla="*/ 7714548 w 12192000"/>
              <a:gd name="connsiteY6857" fmla="*/ 3182559 h 6858000"/>
              <a:gd name="connsiteX6858" fmla="*/ 7720947 w 12192000"/>
              <a:gd name="connsiteY6858" fmla="*/ 3170355 h 6858000"/>
              <a:gd name="connsiteX6859" fmla="*/ 7737765 w 12192000"/>
              <a:gd name="connsiteY6859" fmla="*/ 3164848 h 6858000"/>
              <a:gd name="connsiteX6860" fmla="*/ 7760312 w 12192000"/>
              <a:gd name="connsiteY6860" fmla="*/ 3172736 h 6858000"/>
              <a:gd name="connsiteX6861" fmla="*/ 7774823 w 12192000"/>
              <a:gd name="connsiteY6861" fmla="*/ 3202502 h 6858000"/>
              <a:gd name="connsiteX6862" fmla="*/ 7779734 w 12192000"/>
              <a:gd name="connsiteY6862" fmla="*/ 3202502 h 6858000"/>
              <a:gd name="connsiteX6863" fmla="*/ 7779734 w 12192000"/>
              <a:gd name="connsiteY6863" fmla="*/ 3156067 h 6858000"/>
              <a:gd name="connsiteX6864" fmla="*/ 7774823 w 12192000"/>
              <a:gd name="connsiteY6864" fmla="*/ 3156067 h 6858000"/>
              <a:gd name="connsiteX6865" fmla="*/ 7771698 w 12192000"/>
              <a:gd name="connsiteY6865" fmla="*/ 3160681 h 6858000"/>
              <a:gd name="connsiteX6866" fmla="*/ 7767977 w 12192000"/>
              <a:gd name="connsiteY6866" fmla="*/ 3161723 h 6858000"/>
              <a:gd name="connsiteX6867" fmla="*/ 7757857 w 12192000"/>
              <a:gd name="connsiteY6867" fmla="*/ 3159490 h 6858000"/>
              <a:gd name="connsiteX6868" fmla="*/ 7738360 w 12192000"/>
              <a:gd name="connsiteY6868" fmla="*/ 3156067 h 6858000"/>
              <a:gd name="connsiteX6869" fmla="*/ 7134416 w 12192000"/>
              <a:gd name="connsiteY6869" fmla="*/ 3156067 h 6858000"/>
              <a:gd name="connsiteX6870" fmla="*/ 7093339 w 12192000"/>
              <a:gd name="connsiteY6870" fmla="*/ 3172736 h 6858000"/>
              <a:gd name="connsiteX6871" fmla="*/ 7095571 w 12192000"/>
              <a:gd name="connsiteY6871" fmla="*/ 3178094 h 6858000"/>
              <a:gd name="connsiteX6872" fmla="*/ 7105543 w 12192000"/>
              <a:gd name="connsiteY6872" fmla="*/ 3175862 h 6858000"/>
              <a:gd name="connsiteX6873" fmla="*/ 7111719 w 12192000"/>
              <a:gd name="connsiteY6873" fmla="*/ 3177796 h 6858000"/>
              <a:gd name="connsiteX6874" fmla="*/ 7115142 w 12192000"/>
              <a:gd name="connsiteY6874" fmla="*/ 3185089 h 6858000"/>
              <a:gd name="connsiteX6875" fmla="*/ 7116258 w 12192000"/>
              <a:gd name="connsiteY6875" fmla="*/ 3215003 h 6858000"/>
              <a:gd name="connsiteX6876" fmla="*/ 7116258 w 12192000"/>
              <a:gd name="connsiteY6876" fmla="*/ 3265605 h 6858000"/>
              <a:gd name="connsiteX6877" fmla="*/ 7112612 w 12192000"/>
              <a:gd name="connsiteY6877" fmla="*/ 3285771 h 6858000"/>
              <a:gd name="connsiteX6878" fmla="*/ 7098548 w 12192000"/>
              <a:gd name="connsiteY6878" fmla="*/ 3291054 h 6858000"/>
              <a:gd name="connsiteX6879" fmla="*/ 7095571 w 12192000"/>
              <a:gd name="connsiteY6879" fmla="*/ 3291054 h 6858000"/>
              <a:gd name="connsiteX6880" fmla="*/ 7095571 w 12192000"/>
              <a:gd name="connsiteY6880" fmla="*/ 3296412 h 6858000"/>
              <a:gd name="connsiteX6881" fmla="*/ 7162991 w 12192000"/>
              <a:gd name="connsiteY6881" fmla="*/ 3296412 h 6858000"/>
              <a:gd name="connsiteX6882" fmla="*/ 7162991 w 12192000"/>
              <a:gd name="connsiteY6882" fmla="*/ 3291054 h 6858000"/>
              <a:gd name="connsiteX6883" fmla="*/ 7148182 w 12192000"/>
              <a:gd name="connsiteY6883" fmla="*/ 3289045 h 6858000"/>
              <a:gd name="connsiteX6884" fmla="*/ 7142452 w 12192000"/>
              <a:gd name="connsiteY6884" fmla="*/ 3282720 h 6858000"/>
              <a:gd name="connsiteX6885" fmla="*/ 7140815 w 12192000"/>
              <a:gd name="connsiteY6885" fmla="*/ 3265605 h 6858000"/>
              <a:gd name="connsiteX6886" fmla="*/ 7140815 w 12192000"/>
              <a:gd name="connsiteY6886" fmla="*/ 3193721 h 6858000"/>
              <a:gd name="connsiteX6887" fmla="*/ 7176087 w 12192000"/>
              <a:gd name="connsiteY6887" fmla="*/ 3174373 h 6858000"/>
              <a:gd name="connsiteX6888" fmla="*/ 7192384 w 12192000"/>
              <a:gd name="connsiteY6888" fmla="*/ 3182782 h 6858000"/>
              <a:gd name="connsiteX6889" fmla="*/ 7197221 w 12192000"/>
              <a:gd name="connsiteY6889" fmla="*/ 3209794 h 6858000"/>
              <a:gd name="connsiteX6890" fmla="*/ 7197221 w 12192000"/>
              <a:gd name="connsiteY6890" fmla="*/ 3265605 h 6858000"/>
              <a:gd name="connsiteX6891" fmla="*/ 7196626 w 12192000"/>
              <a:gd name="connsiteY6891" fmla="*/ 3279595 h 6858000"/>
              <a:gd name="connsiteX6892" fmla="*/ 7191342 w 12192000"/>
              <a:gd name="connsiteY6892" fmla="*/ 3288152 h 6858000"/>
              <a:gd name="connsiteX6893" fmla="*/ 7178022 w 12192000"/>
              <a:gd name="connsiteY6893" fmla="*/ 3291054 h 6858000"/>
              <a:gd name="connsiteX6894" fmla="*/ 7175194 w 12192000"/>
              <a:gd name="connsiteY6894" fmla="*/ 3291054 h 6858000"/>
              <a:gd name="connsiteX6895" fmla="*/ 7175194 w 12192000"/>
              <a:gd name="connsiteY6895" fmla="*/ 3296412 h 6858000"/>
              <a:gd name="connsiteX6896" fmla="*/ 7242614 w 12192000"/>
              <a:gd name="connsiteY6896" fmla="*/ 3296412 h 6858000"/>
              <a:gd name="connsiteX6897" fmla="*/ 7242614 w 12192000"/>
              <a:gd name="connsiteY6897" fmla="*/ 3291054 h 6858000"/>
              <a:gd name="connsiteX6898" fmla="*/ 7229145 w 12192000"/>
              <a:gd name="connsiteY6898" fmla="*/ 3288971 h 6858000"/>
              <a:gd name="connsiteX6899" fmla="*/ 7223861 w 12192000"/>
              <a:gd name="connsiteY6899" fmla="*/ 3283167 h 6858000"/>
              <a:gd name="connsiteX6900" fmla="*/ 7221778 w 12192000"/>
              <a:gd name="connsiteY6900" fmla="*/ 3265605 h 6858000"/>
              <a:gd name="connsiteX6901" fmla="*/ 7221778 w 12192000"/>
              <a:gd name="connsiteY6901" fmla="*/ 3207413 h 6858000"/>
              <a:gd name="connsiteX6902" fmla="*/ 7218503 w 12192000"/>
              <a:gd name="connsiteY6902" fmla="*/ 3180029 h 6858000"/>
              <a:gd name="connsiteX6903" fmla="*/ 7205704 w 12192000"/>
              <a:gd name="connsiteY6903" fmla="*/ 3161649 h 6858000"/>
              <a:gd name="connsiteX6904" fmla="*/ 7186505 w 12192000"/>
              <a:gd name="connsiteY6904" fmla="*/ 3156067 h 6858000"/>
              <a:gd name="connsiteX6905" fmla="*/ 7140815 w 12192000"/>
              <a:gd name="connsiteY6905" fmla="*/ 3184940 h 6858000"/>
              <a:gd name="connsiteX6906" fmla="*/ 7140815 w 12192000"/>
              <a:gd name="connsiteY6906" fmla="*/ 3156067 h 6858000"/>
              <a:gd name="connsiteX6907" fmla="*/ 7055834 w 12192000"/>
              <a:gd name="connsiteY6907" fmla="*/ 3156067 h 6858000"/>
              <a:gd name="connsiteX6908" fmla="*/ 7014758 w 12192000"/>
              <a:gd name="connsiteY6908" fmla="*/ 3172736 h 6858000"/>
              <a:gd name="connsiteX6909" fmla="*/ 7016841 w 12192000"/>
              <a:gd name="connsiteY6909" fmla="*/ 3178094 h 6858000"/>
              <a:gd name="connsiteX6910" fmla="*/ 7026962 w 12192000"/>
              <a:gd name="connsiteY6910" fmla="*/ 3175862 h 6858000"/>
              <a:gd name="connsiteX6911" fmla="*/ 7033064 w 12192000"/>
              <a:gd name="connsiteY6911" fmla="*/ 3177722 h 6858000"/>
              <a:gd name="connsiteX6912" fmla="*/ 7036338 w 12192000"/>
              <a:gd name="connsiteY6912" fmla="*/ 3184345 h 6858000"/>
              <a:gd name="connsiteX6913" fmla="*/ 7037677 w 12192000"/>
              <a:gd name="connsiteY6913" fmla="*/ 3213068 h 6858000"/>
              <a:gd name="connsiteX6914" fmla="*/ 7037677 w 12192000"/>
              <a:gd name="connsiteY6914" fmla="*/ 3265605 h 6858000"/>
              <a:gd name="connsiteX6915" fmla="*/ 7035668 w 12192000"/>
              <a:gd name="connsiteY6915" fmla="*/ 3282720 h 6858000"/>
              <a:gd name="connsiteX6916" fmla="*/ 7030236 w 12192000"/>
              <a:gd name="connsiteY6916" fmla="*/ 3289120 h 6858000"/>
              <a:gd name="connsiteX6917" fmla="*/ 7016841 w 12192000"/>
              <a:gd name="connsiteY6917" fmla="*/ 3291054 h 6858000"/>
              <a:gd name="connsiteX6918" fmla="*/ 7016841 w 12192000"/>
              <a:gd name="connsiteY6918" fmla="*/ 3296412 h 6858000"/>
              <a:gd name="connsiteX6919" fmla="*/ 7083070 w 12192000"/>
              <a:gd name="connsiteY6919" fmla="*/ 3296412 h 6858000"/>
              <a:gd name="connsiteX6920" fmla="*/ 7083070 w 12192000"/>
              <a:gd name="connsiteY6920" fmla="*/ 3291054 h 6858000"/>
              <a:gd name="connsiteX6921" fmla="*/ 7069750 w 12192000"/>
              <a:gd name="connsiteY6921" fmla="*/ 3288971 h 6858000"/>
              <a:gd name="connsiteX6922" fmla="*/ 7064243 w 12192000"/>
              <a:gd name="connsiteY6922" fmla="*/ 3282646 h 6858000"/>
              <a:gd name="connsiteX6923" fmla="*/ 7062383 w 12192000"/>
              <a:gd name="connsiteY6923" fmla="*/ 3265605 h 6858000"/>
              <a:gd name="connsiteX6924" fmla="*/ 7062383 w 12192000"/>
              <a:gd name="connsiteY6924" fmla="*/ 3156067 h 6858000"/>
              <a:gd name="connsiteX6925" fmla="*/ 6735110 w 12192000"/>
              <a:gd name="connsiteY6925" fmla="*/ 3156067 h 6858000"/>
              <a:gd name="connsiteX6926" fmla="*/ 6694033 w 12192000"/>
              <a:gd name="connsiteY6926" fmla="*/ 3172736 h 6858000"/>
              <a:gd name="connsiteX6927" fmla="*/ 6696266 w 12192000"/>
              <a:gd name="connsiteY6927" fmla="*/ 3178094 h 6858000"/>
              <a:gd name="connsiteX6928" fmla="*/ 6706237 w 12192000"/>
              <a:gd name="connsiteY6928" fmla="*/ 3175862 h 6858000"/>
              <a:gd name="connsiteX6929" fmla="*/ 6712339 w 12192000"/>
              <a:gd name="connsiteY6929" fmla="*/ 3177722 h 6858000"/>
              <a:gd name="connsiteX6930" fmla="*/ 6715613 w 12192000"/>
              <a:gd name="connsiteY6930" fmla="*/ 3184493 h 6858000"/>
              <a:gd name="connsiteX6931" fmla="*/ 6716953 w 12192000"/>
              <a:gd name="connsiteY6931" fmla="*/ 3213515 h 6858000"/>
              <a:gd name="connsiteX6932" fmla="*/ 6716953 w 12192000"/>
              <a:gd name="connsiteY6932" fmla="*/ 3265605 h 6858000"/>
              <a:gd name="connsiteX6933" fmla="*/ 6715018 w 12192000"/>
              <a:gd name="connsiteY6933" fmla="*/ 3282646 h 6858000"/>
              <a:gd name="connsiteX6934" fmla="*/ 6709362 w 12192000"/>
              <a:gd name="connsiteY6934" fmla="*/ 3289045 h 6858000"/>
              <a:gd name="connsiteX6935" fmla="*/ 6696266 w 12192000"/>
              <a:gd name="connsiteY6935" fmla="*/ 3291054 h 6858000"/>
              <a:gd name="connsiteX6936" fmla="*/ 6696266 w 12192000"/>
              <a:gd name="connsiteY6936" fmla="*/ 3296412 h 6858000"/>
              <a:gd name="connsiteX6937" fmla="*/ 6763685 w 12192000"/>
              <a:gd name="connsiteY6937" fmla="*/ 3296412 h 6858000"/>
              <a:gd name="connsiteX6938" fmla="*/ 6763685 w 12192000"/>
              <a:gd name="connsiteY6938" fmla="*/ 3291054 h 6858000"/>
              <a:gd name="connsiteX6939" fmla="*/ 6748876 w 12192000"/>
              <a:gd name="connsiteY6939" fmla="*/ 3289045 h 6858000"/>
              <a:gd name="connsiteX6940" fmla="*/ 6743370 w 12192000"/>
              <a:gd name="connsiteY6940" fmla="*/ 3283018 h 6858000"/>
              <a:gd name="connsiteX6941" fmla="*/ 6741509 w 12192000"/>
              <a:gd name="connsiteY6941" fmla="*/ 3265605 h 6858000"/>
              <a:gd name="connsiteX6942" fmla="*/ 6741509 w 12192000"/>
              <a:gd name="connsiteY6942" fmla="*/ 3192530 h 6858000"/>
              <a:gd name="connsiteX6943" fmla="*/ 6760559 w 12192000"/>
              <a:gd name="connsiteY6943" fmla="*/ 3177796 h 6858000"/>
              <a:gd name="connsiteX6944" fmla="*/ 6776484 w 12192000"/>
              <a:gd name="connsiteY6944" fmla="*/ 3173480 h 6858000"/>
              <a:gd name="connsiteX6945" fmla="*/ 6794790 w 12192000"/>
              <a:gd name="connsiteY6945" fmla="*/ 3183005 h 6858000"/>
              <a:gd name="connsiteX6946" fmla="*/ 6799701 w 12192000"/>
              <a:gd name="connsiteY6946" fmla="*/ 3206966 h 6858000"/>
              <a:gd name="connsiteX6947" fmla="*/ 6799701 w 12192000"/>
              <a:gd name="connsiteY6947" fmla="*/ 3265605 h 6858000"/>
              <a:gd name="connsiteX6948" fmla="*/ 6798957 w 12192000"/>
              <a:gd name="connsiteY6948" fmla="*/ 3280339 h 6858000"/>
              <a:gd name="connsiteX6949" fmla="*/ 6793078 w 12192000"/>
              <a:gd name="connsiteY6949" fmla="*/ 3288375 h 6858000"/>
              <a:gd name="connsiteX6950" fmla="*/ 6777526 w 12192000"/>
              <a:gd name="connsiteY6950" fmla="*/ 3291054 h 6858000"/>
              <a:gd name="connsiteX6951" fmla="*/ 6777526 w 12192000"/>
              <a:gd name="connsiteY6951" fmla="*/ 3296412 h 6858000"/>
              <a:gd name="connsiteX6952" fmla="*/ 6846433 w 12192000"/>
              <a:gd name="connsiteY6952" fmla="*/ 3296412 h 6858000"/>
              <a:gd name="connsiteX6953" fmla="*/ 6846433 w 12192000"/>
              <a:gd name="connsiteY6953" fmla="*/ 3291054 h 6858000"/>
              <a:gd name="connsiteX6954" fmla="*/ 6831699 w 12192000"/>
              <a:gd name="connsiteY6954" fmla="*/ 3288748 h 6858000"/>
              <a:gd name="connsiteX6955" fmla="*/ 6825820 w 12192000"/>
              <a:gd name="connsiteY6955" fmla="*/ 3283018 h 6858000"/>
              <a:gd name="connsiteX6956" fmla="*/ 6824258 w 12192000"/>
              <a:gd name="connsiteY6956" fmla="*/ 3265605 h 6858000"/>
              <a:gd name="connsiteX6957" fmla="*/ 6824258 w 12192000"/>
              <a:gd name="connsiteY6957" fmla="*/ 3200567 h 6858000"/>
              <a:gd name="connsiteX6958" fmla="*/ 6823960 w 12192000"/>
              <a:gd name="connsiteY6958" fmla="*/ 3194167 h 6858000"/>
              <a:gd name="connsiteX6959" fmla="*/ 6824258 w 12192000"/>
              <a:gd name="connsiteY6959" fmla="*/ 3192530 h 6858000"/>
              <a:gd name="connsiteX6960" fmla="*/ 6843531 w 12192000"/>
              <a:gd name="connsiteY6960" fmla="*/ 3177871 h 6858000"/>
              <a:gd name="connsiteX6961" fmla="*/ 6859381 w 12192000"/>
              <a:gd name="connsiteY6961" fmla="*/ 3173927 h 6858000"/>
              <a:gd name="connsiteX6962" fmla="*/ 6877985 w 12192000"/>
              <a:gd name="connsiteY6962" fmla="*/ 3183452 h 6858000"/>
              <a:gd name="connsiteX6963" fmla="*/ 6882003 w 12192000"/>
              <a:gd name="connsiteY6963" fmla="*/ 3206966 h 6858000"/>
              <a:gd name="connsiteX6964" fmla="*/ 6882003 w 12192000"/>
              <a:gd name="connsiteY6964" fmla="*/ 3265605 h 6858000"/>
              <a:gd name="connsiteX6965" fmla="*/ 6881408 w 12192000"/>
              <a:gd name="connsiteY6965" fmla="*/ 3280041 h 6858000"/>
              <a:gd name="connsiteX6966" fmla="*/ 6876496 w 12192000"/>
              <a:gd name="connsiteY6966" fmla="*/ 3287631 h 6858000"/>
              <a:gd name="connsiteX6967" fmla="*/ 6862804 w 12192000"/>
              <a:gd name="connsiteY6967" fmla="*/ 3291054 h 6858000"/>
              <a:gd name="connsiteX6968" fmla="*/ 6859976 w 12192000"/>
              <a:gd name="connsiteY6968" fmla="*/ 3291054 h 6858000"/>
              <a:gd name="connsiteX6969" fmla="*/ 6859976 w 12192000"/>
              <a:gd name="connsiteY6969" fmla="*/ 3296412 h 6858000"/>
              <a:gd name="connsiteX6970" fmla="*/ 6927247 w 12192000"/>
              <a:gd name="connsiteY6970" fmla="*/ 3296412 h 6858000"/>
              <a:gd name="connsiteX6971" fmla="*/ 6927247 w 12192000"/>
              <a:gd name="connsiteY6971" fmla="*/ 3291054 h 6858000"/>
              <a:gd name="connsiteX6972" fmla="*/ 6914150 w 12192000"/>
              <a:gd name="connsiteY6972" fmla="*/ 3288748 h 6858000"/>
              <a:gd name="connsiteX6973" fmla="*/ 6908643 w 12192000"/>
              <a:gd name="connsiteY6973" fmla="*/ 3283167 h 6858000"/>
              <a:gd name="connsiteX6974" fmla="*/ 6906708 w 12192000"/>
              <a:gd name="connsiteY6974" fmla="*/ 3265605 h 6858000"/>
              <a:gd name="connsiteX6975" fmla="*/ 6906708 w 12192000"/>
              <a:gd name="connsiteY6975" fmla="*/ 3206966 h 6858000"/>
              <a:gd name="connsiteX6976" fmla="*/ 6903434 w 12192000"/>
              <a:gd name="connsiteY6976" fmla="*/ 3179880 h 6858000"/>
              <a:gd name="connsiteX6977" fmla="*/ 6890114 w 12192000"/>
              <a:gd name="connsiteY6977" fmla="*/ 3161649 h 6858000"/>
              <a:gd name="connsiteX6978" fmla="*/ 6870841 w 12192000"/>
              <a:gd name="connsiteY6978" fmla="*/ 3156067 h 6858000"/>
              <a:gd name="connsiteX6979" fmla="*/ 6849112 w 12192000"/>
              <a:gd name="connsiteY6979" fmla="*/ 3161649 h 6858000"/>
              <a:gd name="connsiteX6980" fmla="*/ 6823216 w 12192000"/>
              <a:gd name="connsiteY6980" fmla="*/ 3185089 h 6858000"/>
              <a:gd name="connsiteX6981" fmla="*/ 6810863 w 12192000"/>
              <a:gd name="connsiteY6981" fmla="*/ 3163509 h 6858000"/>
              <a:gd name="connsiteX6982" fmla="*/ 6788837 w 12192000"/>
              <a:gd name="connsiteY6982" fmla="*/ 3156067 h 6858000"/>
              <a:gd name="connsiteX6983" fmla="*/ 6773507 w 12192000"/>
              <a:gd name="connsiteY6983" fmla="*/ 3159193 h 6858000"/>
              <a:gd name="connsiteX6984" fmla="*/ 6759071 w 12192000"/>
              <a:gd name="connsiteY6984" fmla="*/ 3167974 h 6858000"/>
              <a:gd name="connsiteX6985" fmla="*/ 6741509 w 12192000"/>
              <a:gd name="connsiteY6985" fmla="*/ 3185089 h 6858000"/>
              <a:gd name="connsiteX6986" fmla="*/ 6741509 w 12192000"/>
              <a:gd name="connsiteY6986" fmla="*/ 3156067 h 6858000"/>
              <a:gd name="connsiteX6987" fmla="*/ 6629888 w 12192000"/>
              <a:gd name="connsiteY6987" fmla="*/ 3156067 h 6858000"/>
              <a:gd name="connsiteX6988" fmla="*/ 6588663 w 12192000"/>
              <a:gd name="connsiteY6988" fmla="*/ 3172736 h 6858000"/>
              <a:gd name="connsiteX6989" fmla="*/ 6590151 w 12192000"/>
              <a:gd name="connsiteY6989" fmla="*/ 3178094 h 6858000"/>
              <a:gd name="connsiteX6990" fmla="*/ 6600569 w 12192000"/>
              <a:gd name="connsiteY6990" fmla="*/ 3175862 h 6858000"/>
              <a:gd name="connsiteX6991" fmla="*/ 6607043 w 12192000"/>
              <a:gd name="connsiteY6991" fmla="*/ 3177945 h 6858000"/>
              <a:gd name="connsiteX6992" fmla="*/ 6610615 w 12192000"/>
              <a:gd name="connsiteY6992" fmla="*/ 3184568 h 6858000"/>
              <a:gd name="connsiteX6993" fmla="*/ 6611582 w 12192000"/>
              <a:gd name="connsiteY6993" fmla="*/ 3212920 h 6858000"/>
              <a:gd name="connsiteX6994" fmla="*/ 6611582 w 12192000"/>
              <a:gd name="connsiteY6994" fmla="*/ 3265754 h 6858000"/>
              <a:gd name="connsiteX6995" fmla="*/ 6610838 w 12192000"/>
              <a:gd name="connsiteY6995" fmla="*/ 3280190 h 6858000"/>
              <a:gd name="connsiteX6996" fmla="*/ 6605629 w 12192000"/>
              <a:gd name="connsiteY6996" fmla="*/ 3287780 h 6858000"/>
              <a:gd name="connsiteX6997" fmla="*/ 6590151 w 12192000"/>
              <a:gd name="connsiteY6997" fmla="*/ 3291054 h 6858000"/>
              <a:gd name="connsiteX6998" fmla="*/ 6590151 w 12192000"/>
              <a:gd name="connsiteY6998" fmla="*/ 3296412 h 6858000"/>
              <a:gd name="connsiteX6999" fmla="*/ 6659951 w 12192000"/>
              <a:gd name="connsiteY6999" fmla="*/ 3296412 h 6858000"/>
              <a:gd name="connsiteX7000" fmla="*/ 6659951 w 12192000"/>
              <a:gd name="connsiteY7000" fmla="*/ 3291054 h 6858000"/>
              <a:gd name="connsiteX7001" fmla="*/ 6645813 w 12192000"/>
              <a:gd name="connsiteY7001" fmla="*/ 3288375 h 6858000"/>
              <a:gd name="connsiteX7002" fmla="*/ 6638967 w 12192000"/>
              <a:gd name="connsiteY7002" fmla="*/ 3281678 h 6858000"/>
              <a:gd name="connsiteX7003" fmla="*/ 6636139 w 12192000"/>
              <a:gd name="connsiteY7003" fmla="*/ 3264563 h 6858000"/>
              <a:gd name="connsiteX7004" fmla="*/ 6636139 w 12192000"/>
              <a:gd name="connsiteY7004" fmla="*/ 3199227 h 6858000"/>
              <a:gd name="connsiteX7005" fmla="*/ 6649980 w 12192000"/>
              <a:gd name="connsiteY7005" fmla="*/ 3179136 h 6858000"/>
              <a:gd name="connsiteX7006" fmla="*/ 6655784 w 12192000"/>
              <a:gd name="connsiteY7006" fmla="*/ 3176159 h 6858000"/>
              <a:gd name="connsiteX7007" fmla="*/ 6665384 w 12192000"/>
              <a:gd name="connsiteY7007" fmla="*/ 3181294 h 6858000"/>
              <a:gd name="connsiteX7008" fmla="*/ 6677067 w 12192000"/>
              <a:gd name="connsiteY7008" fmla="*/ 3186428 h 6858000"/>
              <a:gd name="connsiteX7009" fmla="*/ 6686294 w 12192000"/>
              <a:gd name="connsiteY7009" fmla="*/ 3182410 h 6858000"/>
              <a:gd name="connsiteX7010" fmla="*/ 6690164 w 12192000"/>
              <a:gd name="connsiteY7010" fmla="*/ 3172587 h 6858000"/>
              <a:gd name="connsiteX7011" fmla="*/ 6684806 w 12192000"/>
              <a:gd name="connsiteY7011" fmla="*/ 3161053 h 6858000"/>
              <a:gd name="connsiteX7012" fmla="*/ 6671262 w 12192000"/>
              <a:gd name="connsiteY7012" fmla="*/ 3156067 h 6858000"/>
              <a:gd name="connsiteX7013" fmla="*/ 6636139 w 12192000"/>
              <a:gd name="connsiteY7013" fmla="*/ 3186726 h 6858000"/>
              <a:gd name="connsiteX7014" fmla="*/ 6636139 w 12192000"/>
              <a:gd name="connsiteY7014" fmla="*/ 3156067 h 6858000"/>
              <a:gd name="connsiteX7015" fmla="*/ 6510528 w 12192000"/>
              <a:gd name="connsiteY7015" fmla="*/ 3156067 h 6858000"/>
              <a:gd name="connsiteX7016" fmla="*/ 6478381 w 12192000"/>
              <a:gd name="connsiteY7016" fmla="*/ 3164923 h 6858000"/>
              <a:gd name="connsiteX7017" fmla="*/ 6453899 w 12192000"/>
              <a:gd name="connsiteY7017" fmla="*/ 3192307 h 6858000"/>
              <a:gd name="connsiteX7018" fmla="*/ 6444597 w 12192000"/>
              <a:gd name="connsiteY7018" fmla="*/ 3229589 h 6858000"/>
              <a:gd name="connsiteX7019" fmla="*/ 6459926 w 12192000"/>
              <a:gd name="connsiteY7019" fmla="*/ 3276023 h 6858000"/>
              <a:gd name="connsiteX7020" fmla="*/ 6508891 w 12192000"/>
              <a:gd name="connsiteY7020" fmla="*/ 3300579 h 6858000"/>
              <a:gd name="connsiteX7021" fmla="*/ 6543196 w 12192000"/>
              <a:gd name="connsiteY7021" fmla="*/ 3291054 h 6858000"/>
              <a:gd name="connsiteX7022" fmla="*/ 6567380 w 12192000"/>
              <a:gd name="connsiteY7022" fmla="*/ 3262777 h 6858000"/>
              <a:gd name="connsiteX7023" fmla="*/ 6576161 w 12192000"/>
              <a:gd name="connsiteY7023" fmla="*/ 3225719 h 6858000"/>
              <a:gd name="connsiteX7024" fmla="*/ 6560237 w 12192000"/>
              <a:gd name="connsiteY7024" fmla="*/ 3179582 h 6858000"/>
              <a:gd name="connsiteX7025" fmla="*/ 6510528 w 12192000"/>
              <a:gd name="connsiteY7025" fmla="*/ 3156067 h 6858000"/>
              <a:gd name="connsiteX7026" fmla="*/ 6277463 w 12192000"/>
              <a:gd name="connsiteY7026" fmla="*/ 3156067 h 6858000"/>
              <a:gd name="connsiteX7027" fmla="*/ 6236238 w 12192000"/>
              <a:gd name="connsiteY7027" fmla="*/ 3172736 h 6858000"/>
              <a:gd name="connsiteX7028" fmla="*/ 6237726 w 12192000"/>
              <a:gd name="connsiteY7028" fmla="*/ 3178094 h 6858000"/>
              <a:gd name="connsiteX7029" fmla="*/ 6248144 w 12192000"/>
              <a:gd name="connsiteY7029" fmla="*/ 3175862 h 6858000"/>
              <a:gd name="connsiteX7030" fmla="*/ 6254618 w 12192000"/>
              <a:gd name="connsiteY7030" fmla="*/ 3177945 h 6858000"/>
              <a:gd name="connsiteX7031" fmla="*/ 6258190 w 12192000"/>
              <a:gd name="connsiteY7031" fmla="*/ 3184568 h 6858000"/>
              <a:gd name="connsiteX7032" fmla="*/ 6259157 w 12192000"/>
              <a:gd name="connsiteY7032" fmla="*/ 3212920 h 6858000"/>
              <a:gd name="connsiteX7033" fmla="*/ 6259157 w 12192000"/>
              <a:gd name="connsiteY7033" fmla="*/ 3265754 h 6858000"/>
              <a:gd name="connsiteX7034" fmla="*/ 6258413 w 12192000"/>
              <a:gd name="connsiteY7034" fmla="*/ 3280190 h 6858000"/>
              <a:gd name="connsiteX7035" fmla="*/ 6253204 w 12192000"/>
              <a:gd name="connsiteY7035" fmla="*/ 3287780 h 6858000"/>
              <a:gd name="connsiteX7036" fmla="*/ 6237726 w 12192000"/>
              <a:gd name="connsiteY7036" fmla="*/ 3291054 h 6858000"/>
              <a:gd name="connsiteX7037" fmla="*/ 6237726 w 12192000"/>
              <a:gd name="connsiteY7037" fmla="*/ 3296412 h 6858000"/>
              <a:gd name="connsiteX7038" fmla="*/ 6307526 w 12192000"/>
              <a:gd name="connsiteY7038" fmla="*/ 3296412 h 6858000"/>
              <a:gd name="connsiteX7039" fmla="*/ 6307526 w 12192000"/>
              <a:gd name="connsiteY7039" fmla="*/ 3291054 h 6858000"/>
              <a:gd name="connsiteX7040" fmla="*/ 6293388 w 12192000"/>
              <a:gd name="connsiteY7040" fmla="*/ 3288375 h 6858000"/>
              <a:gd name="connsiteX7041" fmla="*/ 6286542 w 12192000"/>
              <a:gd name="connsiteY7041" fmla="*/ 3281678 h 6858000"/>
              <a:gd name="connsiteX7042" fmla="*/ 6283714 w 12192000"/>
              <a:gd name="connsiteY7042" fmla="*/ 3264563 h 6858000"/>
              <a:gd name="connsiteX7043" fmla="*/ 6283714 w 12192000"/>
              <a:gd name="connsiteY7043" fmla="*/ 3199227 h 6858000"/>
              <a:gd name="connsiteX7044" fmla="*/ 6297555 w 12192000"/>
              <a:gd name="connsiteY7044" fmla="*/ 3179136 h 6858000"/>
              <a:gd name="connsiteX7045" fmla="*/ 6303359 w 12192000"/>
              <a:gd name="connsiteY7045" fmla="*/ 3176159 h 6858000"/>
              <a:gd name="connsiteX7046" fmla="*/ 6312959 w 12192000"/>
              <a:gd name="connsiteY7046" fmla="*/ 3181294 h 6858000"/>
              <a:gd name="connsiteX7047" fmla="*/ 6324642 w 12192000"/>
              <a:gd name="connsiteY7047" fmla="*/ 3186428 h 6858000"/>
              <a:gd name="connsiteX7048" fmla="*/ 6333869 w 12192000"/>
              <a:gd name="connsiteY7048" fmla="*/ 3182410 h 6858000"/>
              <a:gd name="connsiteX7049" fmla="*/ 6337739 w 12192000"/>
              <a:gd name="connsiteY7049" fmla="*/ 3172587 h 6858000"/>
              <a:gd name="connsiteX7050" fmla="*/ 6332381 w 12192000"/>
              <a:gd name="connsiteY7050" fmla="*/ 3161053 h 6858000"/>
              <a:gd name="connsiteX7051" fmla="*/ 6318837 w 12192000"/>
              <a:gd name="connsiteY7051" fmla="*/ 3156067 h 6858000"/>
              <a:gd name="connsiteX7052" fmla="*/ 6283714 w 12192000"/>
              <a:gd name="connsiteY7052" fmla="*/ 3186726 h 6858000"/>
              <a:gd name="connsiteX7053" fmla="*/ 6283714 w 12192000"/>
              <a:gd name="connsiteY7053" fmla="*/ 3156067 h 6858000"/>
              <a:gd name="connsiteX7054" fmla="*/ 6039488 w 12192000"/>
              <a:gd name="connsiteY7054" fmla="*/ 3156067 h 6858000"/>
              <a:gd name="connsiteX7055" fmla="*/ 6017088 w 12192000"/>
              <a:gd name="connsiteY7055" fmla="*/ 3163285 h 6858000"/>
              <a:gd name="connsiteX7056" fmla="*/ 5995881 w 12192000"/>
              <a:gd name="connsiteY7056" fmla="*/ 3188512 h 6858000"/>
              <a:gd name="connsiteX7057" fmla="*/ 5995881 w 12192000"/>
              <a:gd name="connsiteY7057" fmla="*/ 3156663 h 6858000"/>
              <a:gd name="connsiteX7058" fmla="*/ 5990225 w 12192000"/>
              <a:gd name="connsiteY7058" fmla="*/ 3156663 h 6858000"/>
              <a:gd name="connsiteX7059" fmla="*/ 5948255 w 12192000"/>
              <a:gd name="connsiteY7059" fmla="*/ 3173629 h 6858000"/>
              <a:gd name="connsiteX7060" fmla="*/ 5950041 w 12192000"/>
              <a:gd name="connsiteY7060" fmla="*/ 3178391 h 6858000"/>
              <a:gd name="connsiteX7061" fmla="*/ 5959120 w 12192000"/>
              <a:gd name="connsiteY7061" fmla="*/ 3176308 h 6858000"/>
              <a:gd name="connsiteX7062" fmla="*/ 5966189 w 12192000"/>
              <a:gd name="connsiteY7062" fmla="*/ 3178094 h 6858000"/>
              <a:gd name="connsiteX7063" fmla="*/ 5969985 w 12192000"/>
              <a:gd name="connsiteY7063" fmla="*/ 3183452 h 6858000"/>
              <a:gd name="connsiteX7064" fmla="*/ 5971175 w 12192000"/>
              <a:gd name="connsiteY7064" fmla="*/ 3200269 h 6858000"/>
              <a:gd name="connsiteX7065" fmla="*/ 5971175 w 12192000"/>
              <a:gd name="connsiteY7065" fmla="*/ 3329154 h 6858000"/>
              <a:gd name="connsiteX7066" fmla="*/ 5969613 w 12192000"/>
              <a:gd name="connsiteY7066" fmla="*/ 3347684 h 6858000"/>
              <a:gd name="connsiteX7067" fmla="*/ 5965223 w 12192000"/>
              <a:gd name="connsiteY7067" fmla="*/ 3352967 h 6858000"/>
              <a:gd name="connsiteX7068" fmla="*/ 5951232 w 12192000"/>
              <a:gd name="connsiteY7068" fmla="*/ 3356092 h 6858000"/>
              <a:gd name="connsiteX7069" fmla="*/ 5947512 w 12192000"/>
              <a:gd name="connsiteY7069" fmla="*/ 3356092 h 6858000"/>
              <a:gd name="connsiteX7070" fmla="*/ 5947512 w 12192000"/>
              <a:gd name="connsiteY7070" fmla="*/ 3361599 h 6858000"/>
              <a:gd name="connsiteX7071" fmla="*/ 6018949 w 12192000"/>
              <a:gd name="connsiteY7071" fmla="*/ 3361599 h 6858000"/>
              <a:gd name="connsiteX7072" fmla="*/ 6018949 w 12192000"/>
              <a:gd name="connsiteY7072" fmla="*/ 3356092 h 6858000"/>
              <a:gd name="connsiteX7073" fmla="*/ 6003545 w 12192000"/>
              <a:gd name="connsiteY7073" fmla="*/ 3353860 h 6858000"/>
              <a:gd name="connsiteX7074" fmla="*/ 5997592 w 12192000"/>
              <a:gd name="connsiteY7074" fmla="*/ 3347832 h 6858000"/>
              <a:gd name="connsiteX7075" fmla="*/ 5995881 w 12192000"/>
              <a:gd name="connsiteY7075" fmla="*/ 3330047 h 6858000"/>
              <a:gd name="connsiteX7076" fmla="*/ 5995881 w 12192000"/>
              <a:gd name="connsiteY7076" fmla="*/ 3288524 h 6858000"/>
              <a:gd name="connsiteX7077" fmla="*/ 6009275 w 12192000"/>
              <a:gd name="connsiteY7077" fmla="*/ 3297454 h 6858000"/>
              <a:gd name="connsiteX7078" fmla="*/ 6028326 w 12192000"/>
              <a:gd name="connsiteY7078" fmla="*/ 3300579 h 6858000"/>
              <a:gd name="connsiteX7079" fmla="*/ 6070294 w 12192000"/>
              <a:gd name="connsiteY7079" fmla="*/ 3281678 h 6858000"/>
              <a:gd name="connsiteX7080" fmla="*/ 6090535 w 12192000"/>
              <a:gd name="connsiteY7080" fmla="*/ 3223338 h 6858000"/>
              <a:gd name="connsiteX7081" fmla="*/ 6073717 w 12192000"/>
              <a:gd name="connsiteY7081" fmla="*/ 3172141 h 6858000"/>
              <a:gd name="connsiteX7082" fmla="*/ 6039488 w 12192000"/>
              <a:gd name="connsiteY7082" fmla="*/ 3156067 h 6858000"/>
              <a:gd name="connsiteX7083" fmla="*/ 5795260 w 12192000"/>
              <a:gd name="connsiteY7083" fmla="*/ 3156067 h 6858000"/>
              <a:gd name="connsiteX7084" fmla="*/ 5765420 w 12192000"/>
              <a:gd name="connsiteY7084" fmla="*/ 3167378 h 6858000"/>
              <a:gd name="connsiteX7085" fmla="*/ 5753886 w 12192000"/>
              <a:gd name="connsiteY7085" fmla="*/ 3195507 h 6858000"/>
              <a:gd name="connsiteX7086" fmla="*/ 5760584 w 12192000"/>
              <a:gd name="connsiteY7086" fmla="*/ 3216938 h 6858000"/>
              <a:gd name="connsiteX7087" fmla="*/ 5788860 w 12192000"/>
              <a:gd name="connsiteY7087" fmla="*/ 3236286 h 6858000"/>
              <a:gd name="connsiteX7088" fmla="*/ 5817660 w 12192000"/>
              <a:gd name="connsiteY7088" fmla="*/ 3253996 h 6858000"/>
              <a:gd name="connsiteX7089" fmla="*/ 5824877 w 12192000"/>
              <a:gd name="connsiteY7089" fmla="*/ 3271260 h 6858000"/>
              <a:gd name="connsiteX7090" fmla="*/ 5818403 w 12192000"/>
              <a:gd name="connsiteY7090" fmla="*/ 3285771 h 6858000"/>
              <a:gd name="connsiteX7091" fmla="*/ 5801660 w 12192000"/>
              <a:gd name="connsiteY7091" fmla="*/ 3291799 h 6858000"/>
              <a:gd name="connsiteX7092" fmla="*/ 5775318 w 12192000"/>
              <a:gd name="connsiteY7092" fmla="*/ 3281232 h 6858000"/>
              <a:gd name="connsiteX7093" fmla="*/ 5759392 w 12192000"/>
              <a:gd name="connsiteY7093" fmla="*/ 3249829 h 6858000"/>
              <a:gd name="connsiteX7094" fmla="*/ 5754481 w 12192000"/>
              <a:gd name="connsiteY7094" fmla="*/ 3249829 h 6858000"/>
              <a:gd name="connsiteX7095" fmla="*/ 5754481 w 12192000"/>
              <a:gd name="connsiteY7095" fmla="*/ 3298496 h 6858000"/>
              <a:gd name="connsiteX7096" fmla="*/ 5759392 w 12192000"/>
              <a:gd name="connsiteY7096" fmla="*/ 3298496 h 6858000"/>
              <a:gd name="connsiteX7097" fmla="*/ 5764750 w 12192000"/>
              <a:gd name="connsiteY7097" fmla="*/ 3294626 h 6858000"/>
              <a:gd name="connsiteX7098" fmla="*/ 5772788 w 12192000"/>
              <a:gd name="connsiteY7098" fmla="*/ 3296115 h 6858000"/>
              <a:gd name="connsiteX7099" fmla="*/ 5801362 w 12192000"/>
              <a:gd name="connsiteY7099" fmla="*/ 3300579 h 6858000"/>
              <a:gd name="connsiteX7100" fmla="*/ 5832839 w 12192000"/>
              <a:gd name="connsiteY7100" fmla="*/ 3289194 h 6858000"/>
              <a:gd name="connsiteX7101" fmla="*/ 5846903 w 12192000"/>
              <a:gd name="connsiteY7101" fmla="*/ 3259205 h 6858000"/>
              <a:gd name="connsiteX7102" fmla="*/ 5816691 w 12192000"/>
              <a:gd name="connsiteY7102" fmla="*/ 3220361 h 6858000"/>
              <a:gd name="connsiteX7103" fmla="*/ 5794962 w 12192000"/>
              <a:gd name="connsiteY7103" fmla="*/ 3209794 h 6858000"/>
              <a:gd name="connsiteX7104" fmla="*/ 5776210 w 12192000"/>
              <a:gd name="connsiteY7104" fmla="*/ 3196846 h 6858000"/>
              <a:gd name="connsiteX7105" fmla="*/ 5771448 w 12192000"/>
              <a:gd name="connsiteY7105" fmla="*/ 3182559 h 6858000"/>
              <a:gd name="connsiteX7106" fmla="*/ 5777848 w 12192000"/>
              <a:gd name="connsiteY7106" fmla="*/ 3170355 h 6858000"/>
              <a:gd name="connsiteX7107" fmla="*/ 5794665 w 12192000"/>
              <a:gd name="connsiteY7107" fmla="*/ 3164848 h 6858000"/>
              <a:gd name="connsiteX7108" fmla="*/ 5817212 w 12192000"/>
              <a:gd name="connsiteY7108" fmla="*/ 3172736 h 6858000"/>
              <a:gd name="connsiteX7109" fmla="*/ 5831723 w 12192000"/>
              <a:gd name="connsiteY7109" fmla="*/ 3202502 h 6858000"/>
              <a:gd name="connsiteX7110" fmla="*/ 5836634 w 12192000"/>
              <a:gd name="connsiteY7110" fmla="*/ 3202502 h 6858000"/>
              <a:gd name="connsiteX7111" fmla="*/ 5836634 w 12192000"/>
              <a:gd name="connsiteY7111" fmla="*/ 3156067 h 6858000"/>
              <a:gd name="connsiteX7112" fmla="*/ 5831723 w 12192000"/>
              <a:gd name="connsiteY7112" fmla="*/ 3156067 h 6858000"/>
              <a:gd name="connsiteX7113" fmla="*/ 5828599 w 12192000"/>
              <a:gd name="connsiteY7113" fmla="*/ 3160681 h 6858000"/>
              <a:gd name="connsiteX7114" fmla="*/ 5824877 w 12192000"/>
              <a:gd name="connsiteY7114" fmla="*/ 3161723 h 6858000"/>
              <a:gd name="connsiteX7115" fmla="*/ 5814757 w 12192000"/>
              <a:gd name="connsiteY7115" fmla="*/ 3159490 h 6858000"/>
              <a:gd name="connsiteX7116" fmla="*/ 5795260 w 12192000"/>
              <a:gd name="connsiteY7116" fmla="*/ 3156067 h 6858000"/>
              <a:gd name="connsiteX7117" fmla="*/ 5569936 w 12192000"/>
              <a:gd name="connsiteY7117" fmla="*/ 3156067 h 6858000"/>
              <a:gd name="connsiteX7118" fmla="*/ 5528858 w 12192000"/>
              <a:gd name="connsiteY7118" fmla="*/ 3172736 h 6858000"/>
              <a:gd name="connsiteX7119" fmla="*/ 5530942 w 12192000"/>
              <a:gd name="connsiteY7119" fmla="*/ 3178094 h 6858000"/>
              <a:gd name="connsiteX7120" fmla="*/ 5541063 w 12192000"/>
              <a:gd name="connsiteY7120" fmla="*/ 3175862 h 6858000"/>
              <a:gd name="connsiteX7121" fmla="*/ 5547164 w 12192000"/>
              <a:gd name="connsiteY7121" fmla="*/ 3177722 h 6858000"/>
              <a:gd name="connsiteX7122" fmla="*/ 5550438 w 12192000"/>
              <a:gd name="connsiteY7122" fmla="*/ 3184345 h 6858000"/>
              <a:gd name="connsiteX7123" fmla="*/ 5551778 w 12192000"/>
              <a:gd name="connsiteY7123" fmla="*/ 3213068 h 6858000"/>
              <a:gd name="connsiteX7124" fmla="*/ 5551778 w 12192000"/>
              <a:gd name="connsiteY7124" fmla="*/ 3265605 h 6858000"/>
              <a:gd name="connsiteX7125" fmla="*/ 5549768 w 12192000"/>
              <a:gd name="connsiteY7125" fmla="*/ 3282720 h 6858000"/>
              <a:gd name="connsiteX7126" fmla="*/ 5544336 w 12192000"/>
              <a:gd name="connsiteY7126" fmla="*/ 3289120 h 6858000"/>
              <a:gd name="connsiteX7127" fmla="*/ 5530942 w 12192000"/>
              <a:gd name="connsiteY7127" fmla="*/ 3291054 h 6858000"/>
              <a:gd name="connsiteX7128" fmla="*/ 5530942 w 12192000"/>
              <a:gd name="connsiteY7128" fmla="*/ 3296412 h 6858000"/>
              <a:gd name="connsiteX7129" fmla="*/ 5597170 w 12192000"/>
              <a:gd name="connsiteY7129" fmla="*/ 3296412 h 6858000"/>
              <a:gd name="connsiteX7130" fmla="*/ 5597170 w 12192000"/>
              <a:gd name="connsiteY7130" fmla="*/ 3291054 h 6858000"/>
              <a:gd name="connsiteX7131" fmla="*/ 5583850 w 12192000"/>
              <a:gd name="connsiteY7131" fmla="*/ 3288971 h 6858000"/>
              <a:gd name="connsiteX7132" fmla="*/ 5578344 w 12192000"/>
              <a:gd name="connsiteY7132" fmla="*/ 3282646 h 6858000"/>
              <a:gd name="connsiteX7133" fmla="*/ 5576483 w 12192000"/>
              <a:gd name="connsiteY7133" fmla="*/ 3265605 h 6858000"/>
              <a:gd name="connsiteX7134" fmla="*/ 5576483 w 12192000"/>
              <a:gd name="connsiteY7134" fmla="*/ 3156067 h 6858000"/>
              <a:gd name="connsiteX7135" fmla="*/ 5458313 w 12192000"/>
              <a:gd name="connsiteY7135" fmla="*/ 3156067 h 6858000"/>
              <a:gd name="connsiteX7136" fmla="*/ 5417088 w 12192000"/>
              <a:gd name="connsiteY7136" fmla="*/ 3172736 h 6858000"/>
              <a:gd name="connsiteX7137" fmla="*/ 5418576 w 12192000"/>
              <a:gd name="connsiteY7137" fmla="*/ 3178094 h 6858000"/>
              <a:gd name="connsiteX7138" fmla="*/ 5428995 w 12192000"/>
              <a:gd name="connsiteY7138" fmla="*/ 3175862 h 6858000"/>
              <a:gd name="connsiteX7139" fmla="*/ 5435469 w 12192000"/>
              <a:gd name="connsiteY7139" fmla="*/ 3177945 h 6858000"/>
              <a:gd name="connsiteX7140" fmla="*/ 5439041 w 12192000"/>
              <a:gd name="connsiteY7140" fmla="*/ 3184568 h 6858000"/>
              <a:gd name="connsiteX7141" fmla="*/ 5440008 w 12192000"/>
              <a:gd name="connsiteY7141" fmla="*/ 3212920 h 6858000"/>
              <a:gd name="connsiteX7142" fmla="*/ 5440008 w 12192000"/>
              <a:gd name="connsiteY7142" fmla="*/ 3265754 h 6858000"/>
              <a:gd name="connsiteX7143" fmla="*/ 5439264 w 12192000"/>
              <a:gd name="connsiteY7143" fmla="*/ 3280190 h 6858000"/>
              <a:gd name="connsiteX7144" fmla="*/ 5434055 w 12192000"/>
              <a:gd name="connsiteY7144" fmla="*/ 3287780 h 6858000"/>
              <a:gd name="connsiteX7145" fmla="*/ 5418576 w 12192000"/>
              <a:gd name="connsiteY7145" fmla="*/ 3291054 h 6858000"/>
              <a:gd name="connsiteX7146" fmla="*/ 5418576 w 12192000"/>
              <a:gd name="connsiteY7146" fmla="*/ 3296412 h 6858000"/>
              <a:gd name="connsiteX7147" fmla="*/ 5488377 w 12192000"/>
              <a:gd name="connsiteY7147" fmla="*/ 3296412 h 6858000"/>
              <a:gd name="connsiteX7148" fmla="*/ 5488377 w 12192000"/>
              <a:gd name="connsiteY7148" fmla="*/ 3291054 h 6858000"/>
              <a:gd name="connsiteX7149" fmla="*/ 5474238 w 12192000"/>
              <a:gd name="connsiteY7149" fmla="*/ 3288375 h 6858000"/>
              <a:gd name="connsiteX7150" fmla="*/ 5467393 w 12192000"/>
              <a:gd name="connsiteY7150" fmla="*/ 3281678 h 6858000"/>
              <a:gd name="connsiteX7151" fmla="*/ 5464565 w 12192000"/>
              <a:gd name="connsiteY7151" fmla="*/ 3264563 h 6858000"/>
              <a:gd name="connsiteX7152" fmla="*/ 5464565 w 12192000"/>
              <a:gd name="connsiteY7152" fmla="*/ 3199227 h 6858000"/>
              <a:gd name="connsiteX7153" fmla="*/ 5478406 w 12192000"/>
              <a:gd name="connsiteY7153" fmla="*/ 3179136 h 6858000"/>
              <a:gd name="connsiteX7154" fmla="*/ 5484210 w 12192000"/>
              <a:gd name="connsiteY7154" fmla="*/ 3176159 h 6858000"/>
              <a:gd name="connsiteX7155" fmla="*/ 5493809 w 12192000"/>
              <a:gd name="connsiteY7155" fmla="*/ 3181294 h 6858000"/>
              <a:gd name="connsiteX7156" fmla="*/ 5505492 w 12192000"/>
              <a:gd name="connsiteY7156" fmla="*/ 3186428 h 6858000"/>
              <a:gd name="connsiteX7157" fmla="*/ 5514720 w 12192000"/>
              <a:gd name="connsiteY7157" fmla="*/ 3182410 h 6858000"/>
              <a:gd name="connsiteX7158" fmla="*/ 5518589 w 12192000"/>
              <a:gd name="connsiteY7158" fmla="*/ 3172587 h 6858000"/>
              <a:gd name="connsiteX7159" fmla="*/ 5513231 w 12192000"/>
              <a:gd name="connsiteY7159" fmla="*/ 3161053 h 6858000"/>
              <a:gd name="connsiteX7160" fmla="*/ 5499687 w 12192000"/>
              <a:gd name="connsiteY7160" fmla="*/ 3156067 h 6858000"/>
              <a:gd name="connsiteX7161" fmla="*/ 5464565 w 12192000"/>
              <a:gd name="connsiteY7161" fmla="*/ 3186726 h 6858000"/>
              <a:gd name="connsiteX7162" fmla="*/ 5464565 w 12192000"/>
              <a:gd name="connsiteY7162" fmla="*/ 3156067 h 6858000"/>
              <a:gd name="connsiteX7163" fmla="*/ 5229416 w 12192000"/>
              <a:gd name="connsiteY7163" fmla="*/ 3156067 h 6858000"/>
              <a:gd name="connsiteX7164" fmla="*/ 5188339 w 12192000"/>
              <a:gd name="connsiteY7164" fmla="*/ 3172736 h 6858000"/>
              <a:gd name="connsiteX7165" fmla="*/ 5190573 w 12192000"/>
              <a:gd name="connsiteY7165" fmla="*/ 3178094 h 6858000"/>
              <a:gd name="connsiteX7166" fmla="*/ 5200543 w 12192000"/>
              <a:gd name="connsiteY7166" fmla="*/ 3175862 h 6858000"/>
              <a:gd name="connsiteX7167" fmla="*/ 5206720 w 12192000"/>
              <a:gd name="connsiteY7167" fmla="*/ 3177796 h 6858000"/>
              <a:gd name="connsiteX7168" fmla="*/ 5210143 w 12192000"/>
              <a:gd name="connsiteY7168" fmla="*/ 3185089 h 6858000"/>
              <a:gd name="connsiteX7169" fmla="*/ 5211259 w 12192000"/>
              <a:gd name="connsiteY7169" fmla="*/ 3215003 h 6858000"/>
              <a:gd name="connsiteX7170" fmla="*/ 5211259 w 12192000"/>
              <a:gd name="connsiteY7170" fmla="*/ 3265605 h 6858000"/>
              <a:gd name="connsiteX7171" fmla="*/ 5207613 w 12192000"/>
              <a:gd name="connsiteY7171" fmla="*/ 3285771 h 6858000"/>
              <a:gd name="connsiteX7172" fmla="*/ 5193550 w 12192000"/>
              <a:gd name="connsiteY7172" fmla="*/ 3291054 h 6858000"/>
              <a:gd name="connsiteX7173" fmla="*/ 5190573 w 12192000"/>
              <a:gd name="connsiteY7173" fmla="*/ 3291054 h 6858000"/>
              <a:gd name="connsiteX7174" fmla="*/ 5190573 w 12192000"/>
              <a:gd name="connsiteY7174" fmla="*/ 3296412 h 6858000"/>
              <a:gd name="connsiteX7175" fmla="*/ 5257991 w 12192000"/>
              <a:gd name="connsiteY7175" fmla="*/ 3296412 h 6858000"/>
              <a:gd name="connsiteX7176" fmla="*/ 5257991 w 12192000"/>
              <a:gd name="connsiteY7176" fmla="*/ 3291054 h 6858000"/>
              <a:gd name="connsiteX7177" fmla="*/ 5243183 w 12192000"/>
              <a:gd name="connsiteY7177" fmla="*/ 3289045 h 6858000"/>
              <a:gd name="connsiteX7178" fmla="*/ 5237453 w 12192000"/>
              <a:gd name="connsiteY7178" fmla="*/ 3282720 h 6858000"/>
              <a:gd name="connsiteX7179" fmla="*/ 5235815 w 12192000"/>
              <a:gd name="connsiteY7179" fmla="*/ 3265605 h 6858000"/>
              <a:gd name="connsiteX7180" fmla="*/ 5235815 w 12192000"/>
              <a:gd name="connsiteY7180" fmla="*/ 3193721 h 6858000"/>
              <a:gd name="connsiteX7181" fmla="*/ 5271088 w 12192000"/>
              <a:gd name="connsiteY7181" fmla="*/ 3174373 h 6858000"/>
              <a:gd name="connsiteX7182" fmla="*/ 5287385 w 12192000"/>
              <a:gd name="connsiteY7182" fmla="*/ 3182782 h 6858000"/>
              <a:gd name="connsiteX7183" fmla="*/ 5292221 w 12192000"/>
              <a:gd name="connsiteY7183" fmla="*/ 3209794 h 6858000"/>
              <a:gd name="connsiteX7184" fmla="*/ 5292221 w 12192000"/>
              <a:gd name="connsiteY7184" fmla="*/ 3265605 h 6858000"/>
              <a:gd name="connsiteX7185" fmla="*/ 5291626 w 12192000"/>
              <a:gd name="connsiteY7185" fmla="*/ 3279595 h 6858000"/>
              <a:gd name="connsiteX7186" fmla="*/ 5286344 w 12192000"/>
              <a:gd name="connsiteY7186" fmla="*/ 3288152 h 6858000"/>
              <a:gd name="connsiteX7187" fmla="*/ 5273023 w 12192000"/>
              <a:gd name="connsiteY7187" fmla="*/ 3291054 h 6858000"/>
              <a:gd name="connsiteX7188" fmla="*/ 5270195 w 12192000"/>
              <a:gd name="connsiteY7188" fmla="*/ 3291054 h 6858000"/>
              <a:gd name="connsiteX7189" fmla="*/ 5270195 w 12192000"/>
              <a:gd name="connsiteY7189" fmla="*/ 3296412 h 6858000"/>
              <a:gd name="connsiteX7190" fmla="*/ 5337614 w 12192000"/>
              <a:gd name="connsiteY7190" fmla="*/ 3296412 h 6858000"/>
              <a:gd name="connsiteX7191" fmla="*/ 5337614 w 12192000"/>
              <a:gd name="connsiteY7191" fmla="*/ 3291054 h 6858000"/>
              <a:gd name="connsiteX7192" fmla="*/ 5324145 w 12192000"/>
              <a:gd name="connsiteY7192" fmla="*/ 3288971 h 6858000"/>
              <a:gd name="connsiteX7193" fmla="*/ 5318862 w 12192000"/>
              <a:gd name="connsiteY7193" fmla="*/ 3283167 h 6858000"/>
              <a:gd name="connsiteX7194" fmla="*/ 5316778 w 12192000"/>
              <a:gd name="connsiteY7194" fmla="*/ 3265605 h 6858000"/>
              <a:gd name="connsiteX7195" fmla="*/ 5316778 w 12192000"/>
              <a:gd name="connsiteY7195" fmla="*/ 3207413 h 6858000"/>
              <a:gd name="connsiteX7196" fmla="*/ 5313504 w 12192000"/>
              <a:gd name="connsiteY7196" fmla="*/ 3180029 h 6858000"/>
              <a:gd name="connsiteX7197" fmla="*/ 5300706 w 12192000"/>
              <a:gd name="connsiteY7197" fmla="*/ 3161649 h 6858000"/>
              <a:gd name="connsiteX7198" fmla="*/ 5281506 w 12192000"/>
              <a:gd name="connsiteY7198" fmla="*/ 3156067 h 6858000"/>
              <a:gd name="connsiteX7199" fmla="*/ 5235815 w 12192000"/>
              <a:gd name="connsiteY7199" fmla="*/ 3184940 h 6858000"/>
              <a:gd name="connsiteX7200" fmla="*/ 5235815 w 12192000"/>
              <a:gd name="connsiteY7200" fmla="*/ 3156067 h 6858000"/>
              <a:gd name="connsiteX7201" fmla="*/ 4967479 w 12192000"/>
              <a:gd name="connsiteY7201" fmla="*/ 3156067 h 6858000"/>
              <a:gd name="connsiteX7202" fmla="*/ 4935331 w 12192000"/>
              <a:gd name="connsiteY7202" fmla="*/ 3164923 h 6858000"/>
              <a:gd name="connsiteX7203" fmla="*/ 4910849 w 12192000"/>
              <a:gd name="connsiteY7203" fmla="*/ 3192307 h 6858000"/>
              <a:gd name="connsiteX7204" fmla="*/ 4901547 w 12192000"/>
              <a:gd name="connsiteY7204" fmla="*/ 3229589 h 6858000"/>
              <a:gd name="connsiteX7205" fmla="*/ 4916877 w 12192000"/>
              <a:gd name="connsiteY7205" fmla="*/ 3276023 h 6858000"/>
              <a:gd name="connsiteX7206" fmla="*/ 4965842 w 12192000"/>
              <a:gd name="connsiteY7206" fmla="*/ 3300579 h 6858000"/>
              <a:gd name="connsiteX7207" fmla="*/ 5000146 w 12192000"/>
              <a:gd name="connsiteY7207" fmla="*/ 3291054 h 6858000"/>
              <a:gd name="connsiteX7208" fmla="*/ 5024331 w 12192000"/>
              <a:gd name="connsiteY7208" fmla="*/ 3262777 h 6858000"/>
              <a:gd name="connsiteX7209" fmla="*/ 5033112 w 12192000"/>
              <a:gd name="connsiteY7209" fmla="*/ 3225719 h 6858000"/>
              <a:gd name="connsiteX7210" fmla="*/ 5017187 w 12192000"/>
              <a:gd name="connsiteY7210" fmla="*/ 3179582 h 6858000"/>
              <a:gd name="connsiteX7211" fmla="*/ 4967479 w 12192000"/>
              <a:gd name="connsiteY7211" fmla="*/ 3156067 h 6858000"/>
              <a:gd name="connsiteX7212" fmla="*/ 4833384 w 12192000"/>
              <a:gd name="connsiteY7212" fmla="*/ 3156067 h 6858000"/>
              <a:gd name="connsiteX7213" fmla="*/ 4787471 w 12192000"/>
              <a:gd name="connsiteY7213" fmla="*/ 3176159 h 6858000"/>
              <a:gd name="connsiteX7214" fmla="*/ 4768347 w 12192000"/>
              <a:gd name="connsiteY7214" fmla="*/ 3228398 h 6858000"/>
              <a:gd name="connsiteX7215" fmla="*/ 4785611 w 12192000"/>
              <a:gd name="connsiteY7215" fmla="*/ 3281083 h 6858000"/>
              <a:gd name="connsiteX7216" fmla="*/ 4826092 w 12192000"/>
              <a:gd name="connsiteY7216" fmla="*/ 3300579 h 6858000"/>
              <a:gd name="connsiteX7217" fmla="*/ 4861662 w 12192000"/>
              <a:gd name="connsiteY7217" fmla="*/ 3286069 h 6858000"/>
              <a:gd name="connsiteX7218" fmla="*/ 4883242 w 12192000"/>
              <a:gd name="connsiteY7218" fmla="*/ 3244620 h 6858000"/>
              <a:gd name="connsiteX7219" fmla="*/ 4878926 w 12192000"/>
              <a:gd name="connsiteY7219" fmla="*/ 3242536 h 6858000"/>
              <a:gd name="connsiteX7220" fmla="*/ 4863002 w 12192000"/>
              <a:gd name="connsiteY7220" fmla="*/ 3267391 h 6858000"/>
              <a:gd name="connsiteX7221" fmla="*/ 4836808 w 12192000"/>
              <a:gd name="connsiteY7221" fmla="*/ 3277362 h 6858000"/>
              <a:gd name="connsiteX7222" fmla="*/ 4804438 w 12192000"/>
              <a:gd name="connsiteY7222" fmla="*/ 3258684 h 6858000"/>
              <a:gd name="connsiteX7223" fmla="*/ 4792456 w 12192000"/>
              <a:gd name="connsiteY7223" fmla="*/ 3215599 h 6858000"/>
              <a:gd name="connsiteX7224" fmla="*/ 4804512 w 12192000"/>
              <a:gd name="connsiteY7224" fmla="*/ 3177052 h 6858000"/>
              <a:gd name="connsiteX7225" fmla="*/ 4828473 w 12192000"/>
              <a:gd name="connsiteY7225" fmla="*/ 3166039 h 6858000"/>
              <a:gd name="connsiteX7226" fmla="*/ 4842910 w 12192000"/>
              <a:gd name="connsiteY7226" fmla="*/ 3170504 h 6858000"/>
              <a:gd name="connsiteX7227" fmla="*/ 4848937 w 12192000"/>
              <a:gd name="connsiteY7227" fmla="*/ 3183898 h 6858000"/>
              <a:gd name="connsiteX7228" fmla="*/ 4852285 w 12192000"/>
              <a:gd name="connsiteY7228" fmla="*/ 3195805 h 6858000"/>
              <a:gd name="connsiteX7229" fmla="*/ 4865531 w 12192000"/>
              <a:gd name="connsiteY7229" fmla="*/ 3201460 h 6858000"/>
              <a:gd name="connsiteX7230" fmla="*/ 4875726 w 12192000"/>
              <a:gd name="connsiteY7230" fmla="*/ 3197963 h 6858000"/>
              <a:gd name="connsiteX7231" fmla="*/ 4879372 w 12192000"/>
              <a:gd name="connsiteY7231" fmla="*/ 3188809 h 6858000"/>
              <a:gd name="connsiteX7232" fmla="*/ 4866424 w 12192000"/>
              <a:gd name="connsiteY7232" fmla="*/ 3166708 h 6858000"/>
              <a:gd name="connsiteX7233" fmla="*/ 4833384 w 12192000"/>
              <a:gd name="connsiteY7233" fmla="*/ 3156067 h 6858000"/>
              <a:gd name="connsiteX7234" fmla="*/ 4376929 w 12192000"/>
              <a:gd name="connsiteY7234" fmla="*/ 3156067 h 6858000"/>
              <a:gd name="connsiteX7235" fmla="*/ 4344781 w 12192000"/>
              <a:gd name="connsiteY7235" fmla="*/ 3164923 h 6858000"/>
              <a:gd name="connsiteX7236" fmla="*/ 4320299 w 12192000"/>
              <a:gd name="connsiteY7236" fmla="*/ 3192307 h 6858000"/>
              <a:gd name="connsiteX7237" fmla="*/ 4310998 w 12192000"/>
              <a:gd name="connsiteY7237" fmla="*/ 3229589 h 6858000"/>
              <a:gd name="connsiteX7238" fmla="*/ 4326327 w 12192000"/>
              <a:gd name="connsiteY7238" fmla="*/ 3276023 h 6858000"/>
              <a:gd name="connsiteX7239" fmla="*/ 4375291 w 12192000"/>
              <a:gd name="connsiteY7239" fmla="*/ 3300579 h 6858000"/>
              <a:gd name="connsiteX7240" fmla="*/ 4409596 w 12192000"/>
              <a:gd name="connsiteY7240" fmla="*/ 3291054 h 6858000"/>
              <a:gd name="connsiteX7241" fmla="*/ 4433782 w 12192000"/>
              <a:gd name="connsiteY7241" fmla="*/ 3262777 h 6858000"/>
              <a:gd name="connsiteX7242" fmla="*/ 4442562 w 12192000"/>
              <a:gd name="connsiteY7242" fmla="*/ 3225719 h 6858000"/>
              <a:gd name="connsiteX7243" fmla="*/ 4426638 w 12192000"/>
              <a:gd name="connsiteY7243" fmla="*/ 3179582 h 6858000"/>
              <a:gd name="connsiteX7244" fmla="*/ 4376929 w 12192000"/>
              <a:gd name="connsiteY7244" fmla="*/ 3156067 h 6858000"/>
              <a:gd name="connsiteX7245" fmla="*/ 3700656 w 12192000"/>
              <a:gd name="connsiteY7245" fmla="*/ 3156067 h 6858000"/>
              <a:gd name="connsiteX7246" fmla="*/ 3668509 w 12192000"/>
              <a:gd name="connsiteY7246" fmla="*/ 3164923 h 6858000"/>
              <a:gd name="connsiteX7247" fmla="*/ 3644026 w 12192000"/>
              <a:gd name="connsiteY7247" fmla="*/ 3192307 h 6858000"/>
              <a:gd name="connsiteX7248" fmla="*/ 3634725 w 12192000"/>
              <a:gd name="connsiteY7248" fmla="*/ 3229589 h 6858000"/>
              <a:gd name="connsiteX7249" fmla="*/ 3650054 w 12192000"/>
              <a:gd name="connsiteY7249" fmla="*/ 3276023 h 6858000"/>
              <a:gd name="connsiteX7250" fmla="*/ 3699018 w 12192000"/>
              <a:gd name="connsiteY7250" fmla="*/ 3300579 h 6858000"/>
              <a:gd name="connsiteX7251" fmla="*/ 3733322 w 12192000"/>
              <a:gd name="connsiteY7251" fmla="*/ 3291054 h 6858000"/>
              <a:gd name="connsiteX7252" fmla="*/ 3757508 w 12192000"/>
              <a:gd name="connsiteY7252" fmla="*/ 3262777 h 6858000"/>
              <a:gd name="connsiteX7253" fmla="*/ 3766289 w 12192000"/>
              <a:gd name="connsiteY7253" fmla="*/ 3225719 h 6858000"/>
              <a:gd name="connsiteX7254" fmla="*/ 3750364 w 12192000"/>
              <a:gd name="connsiteY7254" fmla="*/ 3179582 h 6858000"/>
              <a:gd name="connsiteX7255" fmla="*/ 3700656 w 12192000"/>
              <a:gd name="connsiteY7255" fmla="*/ 3156067 h 6858000"/>
              <a:gd name="connsiteX7256" fmla="*/ 3433062 w 12192000"/>
              <a:gd name="connsiteY7256" fmla="*/ 3156067 h 6858000"/>
              <a:gd name="connsiteX7257" fmla="*/ 3403222 w 12192000"/>
              <a:gd name="connsiteY7257" fmla="*/ 3167378 h 6858000"/>
              <a:gd name="connsiteX7258" fmla="*/ 3391689 w 12192000"/>
              <a:gd name="connsiteY7258" fmla="*/ 3195507 h 6858000"/>
              <a:gd name="connsiteX7259" fmla="*/ 3398385 w 12192000"/>
              <a:gd name="connsiteY7259" fmla="*/ 3216938 h 6858000"/>
              <a:gd name="connsiteX7260" fmla="*/ 3426663 w 12192000"/>
              <a:gd name="connsiteY7260" fmla="*/ 3236286 h 6858000"/>
              <a:gd name="connsiteX7261" fmla="*/ 3455462 w 12192000"/>
              <a:gd name="connsiteY7261" fmla="*/ 3253996 h 6858000"/>
              <a:gd name="connsiteX7262" fmla="*/ 3462679 w 12192000"/>
              <a:gd name="connsiteY7262" fmla="*/ 3271260 h 6858000"/>
              <a:gd name="connsiteX7263" fmla="*/ 3456206 w 12192000"/>
              <a:gd name="connsiteY7263" fmla="*/ 3285771 h 6858000"/>
              <a:gd name="connsiteX7264" fmla="*/ 3439462 w 12192000"/>
              <a:gd name="connsiteY7264" fmla="*/ 3291799 h 6858000"/>
              <a:gd name="connsiteX7265" fmla="*/ 3413120 w 12192000"/>
              <a:gd name="connsiteY7265" fmla="*/ 3281232 h 6858000"/>
              <a:gd name="connsiteX7266" fmla="*/ 3397195 w 12192000"/>
              <a:gd name="connsiteY7266" fmla="*/ 3249829 h 6858000"/>
              <a:gd name="connsiteX7267" fmla="*/ 3392284 w 12192000"/>
              <a:gd name="connsiteY7267" fmla="*/ 3249829 h 6858000"/>
              <a:gd name="connsiteX7268" fmla="*/ 3392284 w 12192000"/>
              <a:gd name="connsiteY7268" fmla="*/ 3298496 h 6858000"/>
              <a:gd name="connsiteX7269" fmla="*/ 3397195 w 12192000"/>
              <a:gd name="connsiteY7269" fmla="*/ 3298496 h 6858000"/>
              <a:gd name="connsiteX7270" fmla="*/ 3402553 w 12192000"/>
              <a:gd name="connsiteY7270" fmla="*/ 3294626 h 6858000"/>
              <a:gd name="connsiteX7271" fmla="*/ 3410590 w 12192000"/>
              <a:gd name="connsiteY7271" fmla="*/ 3296115 h 6858000"/>
              <a:gd name="connsiteX7272" fmla="*/ 3439165 w 12192000"/>
              <a:gd name="connsiteY7272" fmla="*/ 3300579 h 6858000"/>
              <a:gd name="connsiteX7273" fmla="*/ 3470642 w 12192000"/>
              <a:gd name="connsiteY7273" fmla="*/ 3289194 h 6858000"/>
              <a:gd name="connsiteX7274" fmla="*/ 3484706 w 12192000"/>
              <a:gd name="connsiteY7274" fmla="*/ 3259205 h 6858000"/>
              <a:gd name="connsiteX7275" fmla="*/ 3454494 w 12192000"/>
              <a:gd name="connsiteY7275" fmla="*/ 3220361 h 6858000"/>
              <a:gd name="connsiteX7276" fmla="*/ 3432765 w 12192000"/>
              <a:gd name="connsiteY7276" fmla="*/ 3209794 h 6858000"/>
              <a:gd name="connsiteX7277" fmla="*/ 3414012 w 12192000"/>
              <a:gd name="connsiteY7277" fmla="*/ 3196846 h 6858000"/>
              <a:gd name="connsiteX7278" fmla="*/ 3409250 w 12192000"/>
              <a:gd name="connsiteY7278" fmla="*/ 3182559 h 6858000"/>
              <a:gd name="connsiteX7279" fmla="*/ 3415650 w 12192000"/>
              <a:gd name="connsiteY7279" fmla="*/ 3170355 h 6858000"/>
              <a:gd name="connsiteX7280" fmla="*/ 3432467 w 12192000"/>
              <a:gd name="connsiteY7280" fmla="*/ 3164848 h 6858000"/>
              <a:gd name="connsiteX7281" fmla="*/ 3455015 w 12192000"/>
              <a:gd name="connsiteY7281" fmla="*/ 3172736 h 6858000"/>
              <a:gd name="connsiteX7282" fmla="*/ 3469526 w 12192000"/>
              <a:gd name="connsiteY7282" fmla="*/ 3202502 h 6858000"/>
              <a:gd name="connsiteX7283" fmla="*/ 3474437 w 12192000"/>
              <a:gd name="connsiteY7283" fmla="*/ 3202502 h 6858000"/>
              <a:gd name="connsiteX7284" fmla="*/ 3474437 w 12192000"/>
              <a:gd name="connsiteY7284" fmla="*/ 3156067 h 6858000"/>
              <a:gd name="connsiteX7285" fmla="*/ 3469526 w 12192000"/>
              <a:gd name="connsiteY7285" fmla="*/ 3156067 h 6858000"/>
              <a:gd name="connsiteX7286" fmla="*/ 3466399 w 12192000"/>
              <a:gd name="connsiteY7286" fmla="*/ 3160681 h 6858000"/>
              <a:gd name="connsiteX7287" fmla="*/ 3462679 w 12192000"/>
              <a:gd name="connsiteY7287" fmla="*/ 3161723 h 6858000"/>
              <a:gd name="connsiteX7288" fmla="*/ 3452559 w 12192000"/>
              <a:gd name="connsiteY7288" fmla="*/ 3159490 h 6858000"/>
              <a:gd name="connsiteX7289" fmla="*/ 3433062 w 12192000"/>
              <a:gd name="connsiteY7289" fmla="*/ 3156067 h 6858000"/>
              <a:gd name="connsiteX7290" fmla="*/ 3224405 w 12192000"/>
              <a:gd name="connsiteY7290" fmla="*/ 3156067 h 6858000"/>
              <a:gd name="connsiteX7291" fmla="*/ 3192258 w 12192000"/>
              <a:gd name="connsiteY7291" fmla="*/ 3164923 h 6858000"/>
              <a:gd name="connsiteX7292" fmla="*/ 3167776 w 12192000"/>
              <a:gd name="connsiteY7292" fmla="*/ 3192307 h 6858000"/>
              <a:gd name="connsiteX7293" fmla="*/ 3158475 w 12192000"/>
              <a:gd name="connsiteY7293" fmla="*/ 3229589 h 6858000"/>
              <a:gd name="connsiteX7294" fmla="*/ 3173804 w 12192000"/>
              <a:gd name="connsiteY7294" fmla="*/ 3276023 h 6858000"/>
              <a:gd name="connsiteX7295" fmla="*/ 3222768 w 12192000"/>
              <a:gd name="connsiteY7295" fmla="*/ 3300579 h 6858000"/>
              <a:gd name="connsiteX7296" fmla="*/ 3257073 w 12192000"/>
              <a:gd name="connsiteY7296" fmla="*/ 3291054 h 6858000"/>
              <a:gd name="connsiteX7297" fmla="*/ 3281258 w 12192000"/>
              <a:gd name="connsiteY7297" fmla="*/ 3262777 h 6858000"/>
              <a:gd name="connsiteX7298" fmla="*/ 3290038 w 12192000"/>
              <a:gd name="connsiteY7298" fmla="*/ 3225719 h 6858000"/>
              <a:gd name="connsiteX7299" fmla="*/ 3274114 w 12192000"/>
              <a:gd name="connsiteY7299" fmla="*/ 3179582 h 6858000"/>
              <a:gd name="connsiteX7300" fmla="*/ 3224405 w 12192000"/>
              <a:gd name="connsiteY7300" fmla="*/ 3156067 h 6858000"/>
              <a:gd name="connsiteX7301" fmla="*/ 2928236 w 12192000"/>
              <a:gd name="connsiteY7301" fmla="*/ 3156067 h 6858000"/>
              <a:gd name="connsiteX7302" fmla="*/ 2898397 w 12192000"/>
              <a:gd name="connsiteY7302" fmla="*/ 3167378 h 6858000"/>
              <a:gd name="connsiteX7303" fmla="*/ 2886863 w 12192000"/>
              <a:gd name="connsiteY7303" fmla="*/ 3195507 h 6858000"/>
              <a:gd name="connsiteX7304" fmla="*/ 2893561 w 12192000"/>
              <a:gd name="connsiteY7304" fmla="*/ 3216938 h 6858000"/>
              <a:gd name="connsiteX7305" fmla="*/ 2921838 w 12192000"/>
              <a:gd name="connsiteY7305" fmla="*/ 3236286 h 6858000"/>
              <a:gd name="connsiteX7306" fmla="*/ 2950636 w 12192000"/>
              <a:gd name="connsiteY7306" fmla="*/ 3253996 h 6858000"/>
              <a:gd name="connsiteX7307" fmla="*/ 2957854 w 12192000"/>
              <a:gd name="connsiteY7307" fmla="*/ 3271260 h 6858000"/>
              <a:gd name="connsiteX7308" fmla="*/ 2951379 w 12192000"/>
              <a:gd name="connsiteY7308" fmla="*/ 3285771 h 6858000"/>
              <a:gd name="connsiteX7309" fmla="*/ 2934637 w 12192000"/>
              <a:gd name="connsiteY7309" fmla="*/ 3291799 h 6858000"/>
              <a:gd name="connsiteX7310" fmla="*/ 2908295 w 12192000"/>
              <a:gd name="connsiteY7310" fmla="*/ 3281232 h 6858000"/>
              <a:gd name="connsiteX7311" fmla="*/ 2892370 w 12192000"/>
              <a:gd name="connsiteY7311" fmla="*/ 3249829 h 6858000"/>
              <a:gd name="connsiteX7312" fmla="*/ 2887459 w 12192000"/>
              <a:gd name="connsiteY7312" fmla="*/ 3249829 h 6858000"/>
              <a:gd name="connsiteX7313" fmla="*/ 2887459 w 12192000"/>
              <a:gd name="connsiteY7313" fmla="*/ 3298496 h 6858000"/>
              <a:gd name="connsiteX7314" fmla="*/ 2892370 w 12192000"/>
              <a:gd name="connsiteY7314" fmla="*/ 3298496 h 6858000"/>
              <a:gd name="connsiteX7315" fmla="*/ 2897728 w 12192000"/>
              <a:gd name="connsiteY7315" fmla="*/ 3294626 h 6858000"/>
              <a:gd name="connsiteX7316" fmla="*/ 2905764 w 12192000"/>
              <a:gd name="connsiteY7316" fmla="*/ 3296115 h 6858000"/>
              <a:gd name="connsiteX7317" fmla="*/ 2934339 w 12192000"/>
              <a:gd name="connsiteY7317" fmla="*/ 3300579 h 6858000"/>
              <a:gd name="connsiteX7318" fmla="*/ 2965817 w 12192000"/>
              <a:gd name="connsiteY7318" fmla="*/ 3289194 h 6858000"/>
              <a:gd name="connsiteX7319" fmla="*/ 2979881 w 12192000"/>
              <a:gd name="connsiteY7319" fmla="*/ 3259205 h 6858000"/>
              <a:gd name="connsiteX7320" fmla="*/ 2949669 w 12192000"/>
              <a:gd name="connsiteY7320" fmla="*/ 3220361 h 6858000"/>
              <a:gd name="connsiteX7321" fmla="*/ 2927940 w 12192000"/>
              <a:gd name="connsiteY7321" fmla="*/ 3209794 h 6858000"/>
              <a:gd name="connsiteX7322" fmla="*/ 2909188 w 12192000"/>
              <a:gd name="connsiteY7322" fmla="*/ 3196846 h 6858000"/>
              <a:gd name="connsiteX7323" fmla="*/ 2904425 w 12192000"/>
              <a:gd name="connsiteY7323" fmla="*/ 3182559 h 6858000"/>
              <a:gd name="connsiteX7324" fmla="*/ 2910824 w 12192000"/>
              <a:gd name="connsiteY7324" fmla="*/ 3170355 h 6858000"/>
              <a:gd name="connsiteX7325" fmla="*/ 2927642 w 12192000"/>
              <a:gd name="connsiteY7325" fmla="*/ 3164848 h 6858000"/>
              <a:gd name="connsiteX7326" fmla="*/ 2950190 w 12192000"/>
              <a:gd name="connsiteY7326" fmla="*/ 3172736 h 6858000"/>
              <a:gd name="connsiteX7327" fmla="*/ 2964700 w 12192000"/>
              <a:gd name="connsiteY7327" fmla="*/ 3202502 h 6858000"/>
              <a:gd name="connsiteX7328" fmla="*/ 2969611 w 12192000"/>
              <a:gd name="connsiteY7328" fmla="*/ 3202502 h 6858000"/>
              <a:gd name="connsiteX7329" fmla="*/ 2969611 w 12192000"/>
              <a:gd name="connsiteY7329" fmla="*/ 3156067 h 6858000"/>
              <a:gd name="connsiteX7330" fmla="*/ 2964700 w 12192000"/>
              <a:gd name="connsiteY7330" fmla="*/ 3156067 h 6858000"/>
              <a:gd name="connsiteX7331" fmla="*/ 2961574 w 12192000"/>
              <a:gd name="connsiteY7331" fmla="*/ 3160681 h 6858000"/>
              <a:gd name="connsiteX7332" fmla="*/ 2957854 w 12192000"/>
              <a:gd name="connsiteY7332" fmla="*/ 3161723 h 6858000"/>
              <a:gd name="connsiteX7333" fmla="*/ 2947734 w 12192000"/>
              <a:gd name="connsiteY7333" fmla="*/ 3159490 h 6858000"/>
              <a:gd name="connsiteX7334" fmla="*/ 2928236 w 12192000"/>
              <a:gd name="connsiteY7334" fmla="*/ 3156067 h 6858000"/>
              <a:gd name="connsiteX7335" fmla="*/ 2836262 w 12192000"/>
              <a:gd name="connsiteY7335" fmla="*/ 3156067 h 6858000"/>
              <a:gd name="connsiteX7336" fmla="*/ 2795185 w 12192000"/>
              <a:gd name="connsiteY7336" fmla="*/ 3172736 h 6858000"/>
              <a:gd name="connsiteX7337" fmla="*/ 2797269 w 12192000"/>
              <a:gd name="connsiteY7337" fmla="*/ 3178094 h 6858000"/>
              <a:gd name="connsiteX7338" fmla="*/ 2807389 w 12192000"/>
              <a:gd name="connsiteY7338" fmla="*/ 3175862 h 6858000"/>
              <a:gd name="connsiteX7339" fmla="*/ 2813490 w 12192000"/>
              <a:gd name="connsiteY7339" fmla="*/ 3177722 h 6858000"/>
              <a:gd name="connsiteX7340" fmla="*/ 2816765 w 12192000"/>
              <a:gd name="connsiteY7340" fmla="*/ 3184345 h 6858000"/>
              <a:gd name="connsiteX7341" fmla="*/ 2818105 w 12192000"/>
              <a:gd name="connsiteY7341" fmla="*/ 3213068 h 6858000"/>
              <a:gd name="connsiteX7342" fmla="*/ 2818105 w 12192000"/>
              <a:gd name="connsiteY7342" fmla="*/ 3265605 h 6858000"/>
              <a:gd name="connsiteX7343" fmla="*/ 2816095 w 12192000"/>
              <a:gd name="connsiteY7343" fmla="*/ 3282720 h 6858000"/>
              <a:gd name="connsiteX7344" fmla="*/ 2810663 w 12192000"/>
              <a:gd name="connsiteY7344" fmla="*/ 3289120 h 6858000"/>
              <a:gd name="connsiteX7345" fmla="*/ 2797269 w 12192000"/>
              <a:gd name="connsiteY7345" fmla="*/ 3291054 h 6858000"/>
              <a:gd name="connsiteX7346" fmla="*/ 2797269 w 12192000"/>
              <a:gd name="connsiteY7346" fmla="*/ 3296412 h 6858000"/>
              <a:gd name="connsiteX7347" fmla="*/ 2863498 w 12192000"/>
              <a:gd name="connsiteY7347" fmla="*/ 3296412 h 6858000"/>
              <a:gd name="connsiteX7348" fmla="*/ 2863498 w 12192000"/>
              <a:gd name="connsiteY7348" fmla="*/ 3291054 h 6858000"/>
              <a:gd name="connsiteX7349" fmla="*/ 2850177 w 12192000"/>
              <a:gd name="connsiteY7349" fmla="*/ 3288971 h 6858000"/>
              <a:gd name="connsiteX7350" fmla="*/ 2844670 w 12192000"/>
              <a:gd name="connsiteY7350" fmla="*/ 3282646 h 6858000"/>
              <a:gd name="connsiteX7351" fmla="*/ 2842810 w 12192000"/>
              <a:gd name="connsiteY7351" fmla="*/ 3265605 h 6858000"/>
              <a:gd name="connsiteX7352" fmla="*/ 2842810 w 12192000"/>
              <a:gd name="connsiteY7352" fmla="*/ 3156067 h 6858000"/>
              <a:gd name="connsiteX7353" fmla="*/ 2514793 w 12192000"/>
              <a:gd name="connsiteY7353" fmla="*/ 3156067 h 6858000"/>
              <a:gd name="connsiteX7354" fmla="*/ 2473716 w 12192000"/>
              <a:gd name="connsiteY7354" fmla="*/ 3172736 h 6858000"/>
              <a:gd name="connsiteX7355" fmla="*/ 2475949 w 12192000"/>
              <a:gd name="connsiteY7355" fmla="*/ 3178094 h 6858000"/>
              <a:gd name="connsiteX7356" fmla="*/ 2485920 w 12192000"/>
              <a:gd name="connsiteY7356" fmla="*/ 3175862 h 6858000"/>
              <a:gd name="connsiteX7357" fmla="*/ 2492097 w 12192000"/>
              <a:gd name="connsiteY7357" fmla="*/ 3177796 h 6858000"/>
              <a:gd name="connsiteX7358" fmla="*/ 2495520 w 12192000"/>
              <a:gd name="connsiteY7358" fmla="*/ 3185089 h 6858000"/>
              <a:gd name="connsiteX7359" fmla="*/ 2496635 w 12192000"/>
              <a:gd name="connsiteY7359" fmla="*/ 3215003 h 6858000"/>
              <a:gd name="connsiteX7360" fmla="*/ 2496635 w 12192000"/>
              <a:gd name="connsiteY7360" fmla="*/ 3265605 h 6858000"/>
              <a:gd name="connsiteX7361" fmla="*/ 2492989 w 12192000"/>
              <a:gd name="connsiteY7361" fmla="*/ 3285771 h 6858000"/>
              <a:gd name="connsiteX7362" fmla="*/ 2478925 w 12192000"/>
              <a:gd name="connsiteY7362" fmla="*/ 3291054 h 6858000"/>
              <a:gd name="connsiteX7363" fmla="*/ 2475949 w 12192000"/>
              <a:gd name="connsiteY7363" fmla="*/ 3291054 h 6858000"/>
              <a:gd name="connsiteX7364" fmla="*/ 2475949 w 12192000"/>
              <a:gd name="connsiteY7364" fmla="*/ 3296412 h 6858000"/>
              <a:gd name="connsiteX7365" fmla="*/ 2543368 w 12192000"/>
              <a:gd name="connsiteY7365" fmla="*/ 3296412 h 6858000"/>
              <a:gd name="connsiteX7366" fmla="*/ 2543368 w 12192000"/>
              <a:gd name="connsiteY7366" fmla="*/ 3291054 h 6858000"/>
              <a:gd name="connsiteX7367" fmla="*/ 2528560 w 12192000"/>
              <a:gd name="connsiteY7367" fmla="*/ 3289045 h 6858000"/>
              <a:gd name="connsiteX7368" fmla="*/ 2522830 w 12192000"/>
              <a:gd name="connsiteY7368" fmla="*/ 3282720 h 6858000"/>
              <a:gd name="connsiteX7369" fmla="*/ 2521192 w 12192000"/>
              <a:gd name="connsiteY7369" fmla="*/ 3265605 h 6858000"/>
              <a:gd name="connsiteX7370" fmla="*/ 2521192 w 12192000"/>
              <a:gd name="connsiteY7370" fmla="*/ 3193721 h 6858000"/>
              <a:gd name="connsiteX7371" fmla="*/ 2556465 w 12192000"/>
              <a:gd name="connsiteY7371" fmla="*/ 3174373 h 6858000"/>
              <a:gd name="connsiteX7372" fmla="*/ 2572761 w 12192000"/>
              <a:gd name="connsiteY7372" fmla="*/ 3182782 h 6858000"/>
              <a:gd name="connsiteX7373" fmla="*/ 2577599 w 12192000"/>
              <a:gd name="connsiteY7373" fmla="*/ 3209794 h 6858000"/>
              <a:gd name="connsiteX7374" fmla="*/ 2577599 w 12192000"/>
              <a:gd name="connsiteY7374" fmla="*/ 3265605 h 6858000"/>
              <a:gd name="connsiteX7375" fmla="*/ 2577003 w 12192000"/>
              <a:gd name="connsiteY7375" fmla="*/ 3279595 h 6858000"/>
              <a:gd name="connsiteX7376" fmla="*/ 2571720 w 12192000"/>
              <a:gd name="connsiteY7376" fmla="*/ 3288152 h 6858000"/>
              <a:gd name="connsiteX7377" fmla="*/ 2558400 w 12192000"/>
              <a:gd name="connsiteY7377" fmla="*/ 3291054 h 6858000"/>
              <a:gd name="connsiteX7378" fmla="*/ 2555572 w 12192000"/>
              <a:gd name="connsiteY7378" fmla="*/ 3291054 h 6858000"/>
              <a:gd name="connsiteX7379" fmla="*/ 2555572 w 12192000"/>
              <a:gd name="connsiteY7379" fmla="*/ 3296412 h 6858000"/>
              <a:gd name="connsiteX7380" fmla="*/ 2622991 w 12192000"/>
              <a:gd name="connsiteY7380" fmla="*/ 3296412 h 6858000"/>
              <a:gd name="connsiteX7381" fmla="*/ 2622991 w 12192000"/>
              <a:gd name="connsiteY7381" fmla="*/ 3291054 h 6858000"/>
              <a:gd name="connsiteX7382" fmla="*/ 2609522 w 12192000"/>
              <a:gd name="connsiteY7382" fmla="*/ 3288971 h 6858000"/>
              <a:gd name="connsiteX7383" fmla="*/ 2604238 w 12192000"/>
              <a:gd name="connsiteY7383" fmla="*/ 3283167 h 6858000"/>
              <a:gd name="connsiteX7384" fmla="*/ 2602155 w 12192000"/>
              <a:gd name="connsiteY7384" fmla="*/ 3265605 h 6858000"/>
              <a:gd name="connsiteX7385" fmla="*/ 2602155 w 12192000"/>
              <a:gd name="connsiteY7385" fmla="*/ 3207413 h 6858000"/>
              <a:gd name="connsiteX7386" fmla="*/ 2598880 w 12192000"/>
              <a:gd name="connsiteY7386" fmla="*/ 3180029 h 6858000"/>
              <a:gd name="connsiteX7387" fmla="*/ 2586082 w 12192000"/>
              <a:gd name="connsiteY7387" fmla="*/ 3161649 h 6858000"/>
              <a:gd name="connsiteX7388" fmla="*/ 2566883 w 12192000"/>
              <a:gd name="connsiteY7388" fmla="*/ 3156067 h 6858000"/>
              <a:gd name="connsiteX7389" fmla="*/ 2521192 w 12192000"/>
              <a:gd name="connsiteY7389" fmla="*/ 3184940 h 6858000"/>
              <a:gd name="connsiteX7390" fmla="*/ 2521192 w 12192000"/>
              <a:gd name="connsiteY7390" fmla="*/ 3156067 h 6858000"/>
              <a:gd name="connsiteX7391" fmla="*/ 2436211 w 12192000"/>
              <a:gd name="connsiteY7391" fmla="*/ 3156067 h 6858000"/>
              <a:gd name="connsiteX7392" fmla="*/ 2395135 w 12192000"/>
              <a:gd name="connsiteY7392" fmla="*/ 3172736 h 6858000"/>
              <a:gd name="connsiteX7393" fmla="*/ 2397218 w 12192000"/>
              <a:gd name="connsiteY7393" fmla="*/ 3178094 h 6858000"/>
              <a:gd name="connsiteX7394" fmla="*/ 2407340 w 12192000"/>
              <a:gd name="connsiteY7394" fmla="*/ 3175862 h 6858000"/>
              <a:gd name="connsiteX7395" fmla="*/ 2413441 w 12192000"/>
              <a:gd name="connsiteY7395" fmla="*/ 3177722 h 6858000"/>
              <a:gd name="connsiteX7396" fmla="*/ 2416714 w 12192000"/>
              <a:gd name="connsiteY7396" fmla="*/ 3184345 h 6858000"/>
              <a:gd name="connsiteX7397" fmla="*/ 2418055 w 12192000"/>
              <a:gd name="connsiteY7397" fmla="*/ 3213068 h 6858000"/>
              <a:gd name="connsiteX7398" fmla="*/ 2418055 w 12192000"/>
              <a:gd name="connsiteY7398" fmla="*/ 3265605 h 6858000"/>
              <a:gd name="connsiteX7399" fmla="*/ 2416045 w 12192000"/>
              <a:gd name="connsiteY7399" fmla="*/ 3282720 h 6858000"/>
              <a:gd name="connsiteX7400" fmla="*/ 2410612 w 12192000"/>
              <a:gd name="connsiteY7400" fmla="*/ 3289120 h 6858000"/>
              <a:gd name="connsiteX7401" fmla="*/ 2397218 w 12192000"/>
              <a:gd name="connsiteY7401" fmla="*/ 3291054 h 6858000"/>
              <a:gd name="connsiteX7402" fmla="*/ 2397218 w 12192000"/>
              <a:gd name="connsiteY7402" fmla="*/ 3296412 h 6858000"/>
              <a:gd name="connsiteX7403" fmla="*/ 2463447 w 12192000"/>
              <a:gd name="connsiteY7403" fmla="*/ 3296412 h 6858000"/>
              <a:gd name="connsiteX7404" fmla="*/ 2463447 w 12192000"/>
              <a:gd name="connsiteY7404" fmla="*/ 3291054 h 6858000"/>
              <a:gd name="connsiteX7405" fmla="*/ 2450127 w 12192000"/>
              <a:gd name="connsiteY7405" fmla="*/ 3288971 h 6858000"/>
              <a:gd name="connsiteX7406" fmla="*/ 2444620 w 12192000"/>
              <a:gd name="connsiteY7406" fmla="*/ 3282646 h 6858000"/>
              <a:gd name="connsiteX7407" fmla="*/ 2442760 w 12192000"/>
              <a:gd name="connsiteY7407" fmla="*/ 3265605 h 6858000"/>
              <a:gd name="connsiteX7408" fmla="*/ 2442760 w 12192000"/>
              <a:gd name="connsiteY7408" fmla="*/ 3156067 h 6858000"/>
              <a:gd name="connsiteX7409" fmla="*/ 2310006 w 12192000"/>
              <a:gd name="connsiteY7409" fmla="*/ 3156067 h 6858000"/>
              <a:gd name="connsiteX7410" fmla="*/ 2277858 w 12192000"/>
              <a:gd name="connsiteY7410" fmla="*/ 3164923 h 6858000"/>
              <a:gd name="connsiteX7411" fmla="*/ 2253376 w 12192000"/>
              <a:gd name="connsiteY7411" fmla="*/ 3192307 h 6858000"/>
              <a:gd name="connsiteX7412" fmla="*/ 2244075 w 12192000"/>
              <a:gd name="connsiteY7412" fmla="*/ 3229589 h 6858000"/>
              <a:gd name="connsiteX7413" fmla="*/ 2259404 w 12192000"/>
              <a:gd name="connsiteY7413" fmla="*/ 3276023 h 6858000"/>
              <a:gd name="connsiteX7414" fmla="*/ 2308368 w 12192000"/>
              <a:gd name="connsiteY7414" fmla="*/ 3300579 h 6858000"/>
              <a:gd name="connsiteX7415" fmla="*/ 2342673 w 12192000"/>
              <a:gd name="connsiteY7415" fmla="*/ 3291054 h 6858000"/>
              <a:gd name="connsiteX7416" fmla="*/ 2366858 w 12192000"/>
              <a:gd name="connsiteY7416" fmla="*/ 3262777 h 6858000"/>
              <a:gd name="connsiteX7417" fmla="*/ 2375639 w 12192000"/>
              <a:gd name="connsiteY7417" fmla="*/ 3225719 h 6858000"/>
              <a:gd name="connsiteX7418" fmla="*/ 2359714 w 12192000"/>
              <a:gd name="connsiteY7418" fmla="*/ 3179582 h 6858000"/>
              <a:gd name="connsiteX7419" fmla="*/ 2310006 w 12192000"/>
              <a:gd name="connsiteY7419" fmla="*/ 3156067 h 6858000"/>
              <a:gd name="connsiteX7420" fmla="*/ 2172339 w 12192000"/>
              <a:gd name="connsiteY7420" fmla="*/ 3156067 h 6858000"/>
              <a:gd name="connsiteX7421" fmla="*/ 2149940 w 12192000"/>
              <a:gd name="connsiteY7421" fmla="*/ 3163285 h 6858000"/>
              <a:gd name="connsiteX7422" fmla="*/ 2128732 w 12192000"/>
              <a:gd name="connsiteY7422" fmla="*/ 3188512 h 6858000"/>
              <a:gd name="connsiteX7423" fmla="*/ 2128732 w 12192000"/>
              <a:gd name="connsiteY7423" fmla="*/ 3156663 h 6858000"/>
              <a:gd name="connsiteX7424" fmla="*/ 2123077 w 12192000"/>
              <a:gd name="connsiteY7424" fmla="*/ 3156663 h 6858000"/>
              <a:gd name="connsiteX7425" fmla="*/ 2081107 w 12192000"/>
              <a:gd name="connsiteY7425" fmla="*/ 3173629 h 6858000"/>
              <a:gd name="connsiteX7426" fmla="*/ 2082893 w 12192000"/>
              <a:gd name="connsiteY7426" fmla="*/ 3178391 h 6858000"/>
              <a:gd name="connsiteX7427" fmla="*/ 2091972 w 12192000"/>
              <a:gd name="connsiteY7427" fmla="*/ 3176308 h 6858000"/>
              <a:gd name="connsiteX7428" fmla="*/ 2099042 w 12192000"/>
              <a:gd name="connsiteY7428" fmla="*/ 3178094 h 6858000"/>
              <a:gd name="connsiteX7429" fmla="*/ 2102836 w 12192000"/>
              <a:gd name="connsiteY7429" fmla="*/ 3183452 h 6858000"/>
              <a:gd name="connsiteX7430" fmla="*/ 2104027 w 12192000"/>
              <a:gd name="connsiteY7430" fmla="*/ 3200269 h 6858000"/>
              <a:gd name="connsiteX7431" fmla="*/ 2104027 w 12192000"/>
              <a:gd name="connsiteY7431" fmla="*/ 3329154 h 6858000"/>
              <a:gd name="connsiteX7432" fmla="*/ 2102465 w 12192000"/>
              <a:gd name="connsiteY7432" fmla="*/ 3347684 h 6858000"/>
              <a:gd name="connsiteX7433" fmla="*/ 2098074 w 12192000"/>
              <a:gd name="connsiteY7433" fmla="*/ 3352967 h 6858000"/>
              <a:gd name="connsiteX7434" fmla="*/ 2084084 w 12192000"/>
              <a:gd name="connsiteY7434" fmla="*/ 3356092 h 6858000"/>
              <a:gd name="connsiteX7435" fmla="*/ 2080363 w 12192000"/>
              <a:gd name="connsiteY7435" fmla="*/ 3356092 h 6858000"/>
              <a:gd name="connsiteX7436" fmla="*/ 2080363 w 12192000"/>
              <a:gd name="connsiteY7436" fmla="*/ 3361599 h 6858000"/>
              <a:gd name="connsiteX7437" fmla="*/ 2151800 w 12192000"/>
              <a:gd name="connsiteY7437" fmla="*/ 3361599 h 6858000"/>
              <a:gd name="connsiteX7438" fmla="*/ 2151800 w 12192000"/>
              <a:gd name="connsiteY7438" fmla="*/ 3356092 h 6858000"/>
              <a:gd name="connsiteX7439" fmla="*/ 2136397 w 12192000"/>
              <a:gd name="connsiteY7439" fmla="*/ 3353860 h 6858000"/>
              <a:gd name="connsiteX7440" fmla="*/ 2130444 w 12192000"/>
              <a:gd name="connsiteY7440" fmla="*/ 3347832 h 6858000"/>
              <a:gd name="connsiteX7441" fmla="*/ 2128732 w 12192000"/>
              <a:gd name="connsiteY7441" fmla="*/ 3330047 h 6858000"/>
              <a:gd name="connsiteX7442" fmla="*/ 2128732 w 12192000"/>
              <a:gd name="connsiteY7442" fmla="*/ 3288524 h 6858000"/>
              <a:gd name="connsiteX7443" fmla="*/ 2142127 w 12192000"/>
              <a:gd name="connsiteY7443" fmla="*/ 3297454 h 6858000"/>
              <a:gd name="connsiteX7444" fmla="*/ 2161176 w 12192000"/>
              <a:gd name="connsiteY7444" fmla="*/ 3300579 h 6858000"/>
              <a:gd name="connsiteX7445" fmla="*/ 2203147 w 12192000"/>
              <a:gd name="connsiteY7445" fmla="*/ 3281678 h 6858000"/>
              <a:gd name="connsiteX7446" fmla="*/ 2223387 w 12192000"/>
              <a:gd name="connsiteY7446" fmla="*/ 3223338 h 6858000"/>
              <a:gd name="connsiteX7447" fmla="*/ 2206569 w 12192000"/>
              <a:gd name="connsiteY7447" fmla="*/ 3172141 h 6858000"/>
              <a:gd name="connsiteX7448" fmla="*/ 2172339 w 12192000"/>
              <a:gd name="connsiteY7448" fmla="*/ 3156067 h 6858000"/>
              <a:gd name="connsiteX7449" fmla="*/ 1886143 w 12192000"/>
              <a:gd name="connsiteY7449" fmla="*/ 3156067 h 6858000"/>
              <a:gd name="connsiteX7450" fmla="*/ 1845066 w 12192000"/>
              <a:gd name="connsiteY7450" fmla="*/ 3172736 h 6858000"/>
              <a:gd name="connsiteX7451" fmla="*/ 1847298 w 12192000"/>
              <a:gd name="connsiteY7451" fmla="*/ 3178094 h 6858000"/>
              <a:gd name="connsiteX7452" fmla="*/ 1857269 w 12192000"/>
              <a:gd name="connsiteY7452" fmla="*/ 3175862 h 6858000"/>
              <a:gd name="connsiteX7453" fmla="*/ 1863446 w 12192000"/>
              <a:gd name="connsiteY7453" fmla="*/ 3177796 h 6858000"/>
              <a:gd name="connsiteX7454" fmla="*/ 1866869 w 12192000"/>
              <a:gd name="connsiteY7454" fmla="*/ 3185089 h 6858000"/>
              <a:gd name="connsiteX7455" fmla="*/ 1867985 w 12192000"/>
              <a:gd name="connsiteY7455" fmla="*/ 3215003 h 6858000"/>
              <a:gd name="connsiteX7456" fmla="*/ 1867985 w 12192000"/>
              <a:gd name="connsiteY7456" fmla="*/ 3265605 h 6858000"/>
              <a:gd name="connsiteX7457" fmla="*/ 1864339 w 12192000"/>
              <a:gd name="connsiteY7457" fmla="*/ 3285771 h 6858000"/>
              <a:gd name="connsiteX7458" fmla="*/ 1850275 w 12192000"/>
              <a:gd name="connsiteY7458" fmla="*/ 3291054 h 6858000"/>
              <a:gd name="connsiteX7459" fmla="*/ 1847298 w 12192000"/>
              <a:gd name="connsiteY7459" fmla="*/ 3291054 h 6858000"/>
              <a:gd name="connsiteX7460" fmla="*/ 1847298 w 12192000"/>
              <a:gd name="connsiteY7460" fmla="*/ 3296412 h 6858000"/>
              <a:gd name="connsiteX7461" fmla="*/ 1914717 w 12192000"/>
              <a:gd name="connsiteY7461" fmla="*/ 3296412 h 6858000"/>
              <a:gd name="connsiteX7462" fmla="*/ 1914717 w 12192000"/>
              <a:gd name="connsiteY7462" fmla="*/ 3291054 h 6858000"/>
              <a:gd name="connsiteX7463" fmla="*/ 1899909 w 12192000"/>
              <a:gd name="connsiteY7463" fmla="*/ 3289045 h 6858000"/>
              <a:gd name="connsiteX7464" fmla="*/ 1894179 w 12192000"/>
              <a:gd name="connsiteY7464" fmla="*/ 3282720 h 6858000"/>
              <a:gd name="connsiteX7465" fmla="*/ 1892542 w 12192000"/>
              <a:gd name="connsiteY7465" fmla="*/ 3265605 h 6858000"/>
              <a:gd name="connsiteX7466" fmla="*/ 1892542 w 12192000"/>
              <a:gd name="connsiteY7466" fmla="*/ 3193721 h 6858000"/>
              <a:gd name="connsiteX7467" fmla="*/ 1927814 w 12192000"/>
              <a:gd name="connsiteY7467" fmla="*/ 3174373 h 6858000"/>
              <a:gd name="connsiteX7468" fmla="*/ 1944111 w 12192000"/>
              <a:gd name="connsiteY7468" fmla="*/ 3182782 h 6858000"/>
              <a:gd name="connsiteX7469" fmla="*/ 1948948 w 12192000"/>
              <a:gd name="connsiteY7469" fmla="*/ 3209794 h 6858000"/>
              <a:gd name="connsiteX7470" fmla="*/ 1948948 w 12192000"/>
              <a:gd name="connsiteY7470" fmla="*/ 3265605 h 6858000"/>
              <a:gd name="connsiteX7471" fmla="*/ 1948353 w 12192000"/>
              <a:gd name="connsiteY7471" fmla="*/ 3279595 h 6858000"/>
              <a:gd name="connsiteX7472" fmla="*/ 1943069 w 12192000"/>
              <a:gd name="connsiteY7472" fmla="*/ 3288152 h 6858000"/>
              <a:gd name="connsiteX7473" fmla="*/ 1929749 w 12192000"/>
              <a:gd name="connsiteY7473" fmla="*/ 3291054 h 6858000"/>
              <a:gd name="connsiteX7474" fmla="*/ 1926921 w 12192000"/>
              <a:gd name="connsiteY7474" fmla="*/ 3291054 h 6858000"/>
              <a:gd name="connsiteX7475" fmla="*/ 1926921 w 12192000"/>
              <a:gd name="connsiteY7475" fmla="*/ 3296412 h 6858000"/>
              <a:gd name="connsiteX7476" fmla="*/ 1994340 w 12192000"/>
              <a:gd name="connsiteY7476" fmla="*/ 3296412 h 6858000"/>
              <a:gd name="connsiteX7477" fmla="*/ 1994340 w 12192000"/>
              <a:gd name="connsiteY7477" fmla="*/ 3291054 h 6858000"/>
              <a:gd name="connsiteX7478" fmla="*/ 1980871 w 12192000"/>
              <a:gd name="connsiteY7478" fmla="*/ 3288971 h 6858000"/>
              <a:gd name="connsiteX7479" fmla="*/ 1975588 w 12192000"/>
              <a:gd name="connsiteY7479" fmla="*/ 3283167 h 6858000"/>
              <a:gd name="connsiteX7480" fmla="*/ 1973505 w 12192000"/>
              <a:gd name="connsiteY7480" fmla="*/ 3265605 h 6858000"/>
              <a:gd name="connsiteX7481" fmla="*/ 1973505 w 12192000"/>
              <a:gd name="connsiteY7481" fmla="*/ 3207413 h 6858000"/>
              <a:gd name="connsiteX7482" fmla="*/ 1970230 w 12192000"/>
              <a:gd name="connsiteY7482" fmla="*/ 3180029 h 6858000"/>
              <a:gd name="connsiteX7483" fmla="*/ 1957431 w 12192000"/>
              <a:gd name="connsiteY7483" fmla="*/ 3161649 h 6858000"/>
              <a:gd name="connsiteX7484" fmla="*/ 1938232 w 12192000"/>
              <a:gd name="connsiteY7484" fmla="*/ 3156067 h 6858000"/>
              <a:gd name="connsiteX7485" fmla="*/ 1892542 w 12192000"/>
              <a:gd name="connsiteY7485" fmla="*/ 3184940 h 6858000"/>
              <a:gd name="connsiteX7486" fmla="*/ 1892542 w 12192000"/>
              <a:gd name="connsiteY7486" fmla="*/ 3156067 h 6858000"/>
              <a:gd name="connsiteX7487" fmla="*/ 1807561 w 12192000"/>
              <a:gd name="connsiteY7487" fmla="*/ 3156067 h 6858000"/>
              <a:gd name="connsiteX7488" fmla="*/ 1766485 w 12192000"/>
              <a:gd name="connsiteY7488" fmla="*/ 3172736 h 6858000"/>
              <a:gd name="connsiteX7489" fmla="*/ 1768568 w 12192000"/>
              <a:gd name="connsiteY7489" fmla="*/ 3178094 h 6858000"/>
              <a:gd name="connsiteX7490" fmla="*/ 1778688 w 12192000"/>
              <a:gd name="connsiteY7490" fmla="*/ 3175862 h 6858000"/>
              <a:gd name="connsiteX7491" fmla="*/ 1784790 w 12192000"/>
              <a:gd name="connsiteY7491" fmla="*/ 3177722 h 6858000"/>
              <a:gd name="connsiteX7492" fmla="*/ 1788065 w 12192000"/>
              <a:gd name="connsiteY7492" fmla="*/ 3184345 h 6858000"/>
              <a:gd name="connsiteX7493" fmla="*/ 1789404 w 12192000"/>
              <a:gd name="connsiteY7493" fmla="*/ 3213068 h 6858000"/>
              <a:gd name="connsiteX7494" fmla="*/ 1789404 w 12192000"/>
              <a:gd name="connsiteY7494" fmla="*/ 3265605 h 6858000"/>
              <a:gd name="connsiteX7495" fmla="*/ 1787395 w 12192000"/>
              <a:gd name="connsiteY7495" fmla="*/ 3282720 h 6858000"/>
              <a:gd name="connsiteX7496" fmla="*/ 1781962 w 12192000"/>
              <a:gd name="connsiteY7496" fmla="*/ 3289120 h 6858000"/>
              <a:gd name="connsiteX7497" fmla="*/ 1768568 w 12192000"/>
              <a:gd name="connsiteY7497" fmla="*/ 3291054 h 6858000"/>
              <a:gd name="connsiteX7498" fmla="*/ 1768568 w 12192000"/>
              <a:gd name="connsiteY7498" fmla="*/ 3296412 h 6858000"/>
              <a:gd name="connsiteX7499" fmla="*/ 1834797 w 12192000"/>
              <a:gd name="connsiteY7499" fmla="*/ 3296412 h 6858000"/>
              <a:gd name="connsiteX7500" fmla="*/ 1834797 w 12192000"/>
              <a:gd name="connsiteY7500" fmla="*/ 3291054 h 6858000"/>
              <a:gd name="connsiteX7501" fmla="*/ 1821476 w 12192000"/>
              <a:gd name="connsiteY7501" fmla="*/ 3288971 h 6858000"/>
              <a:gd name="connsiteX7502" fmla="*/ 1815970 w 12192000"/>
              <a:gd name="connsiteY7502" fmla="*/ 3282646 h 6858000"/>
              <a:gd name="connsiteX7503" fmla="*/ 1814110 w 12192000"/>
              <a:gd name="connsiteY7503" fmla="*/ 3265605 h 6858000"/>
              <a:gd name="connsiteX7504" fmla="*/ 1814110 w 12192000"/>
              <a:gd name="connsiteY7504" fmla="*/ 3156067 h 6858000"/>
              <a:gd name="connsiteX7505" fmla="*/ 1690136 w 12192000"/>
              <a:gd name="connsiteY7505" fmla="*/ 3156067 h 6858000"/>
              <a:gd name="connsiteX7506" fmla="*/ 1653375 w 12192000"/>
              <a:gd name="connsiteY7506" fmla="*/ 3166783 h 6858000"/>
              <a:gd name="connsiteX7507" fmla="*/ 1640278 w 12192000"/>
              <a:gd name="connsiteY7507" fmla="*/ 3190298 h 6858000"/>
              <a:gd name="connsiteX7508" fmla="*/ 1643776 w 12192000"/>
              <a:gd name="connsiteY7508" fmla="*/ 3200865 h 6858000"/>
              <a:gd name="connsiteX7509" fmla="*/ 1652780 w 12192000"/>
              <a:gd name="connsiteY7509" fmla="*/ 3204734 h 6858000"/>
              <a:gd name="connsiteX7510" fmla="*/ 1661932 w 12192000"/>
              <a:gd name="connsiteY7510" fmla="*/ 3201013 h 6858000"/>
              <a:gd name="connsiteX7511" fmla="*/ 1665430 w 12192000"/>
              <a:gd name="connsiteY7511" fmla="*/ 3190447 h 6858000"/>
              <a:gd name="connsiteX7512" fmla="*/ 1665132 w 12192000"/>
              <a:gd name="connsiteY7512" fmla="*/ 3181815 h 6858000"/>
              <a:gd name="connsiteX7513" fmla="*/ 1670788 w 12192000"/>
              <a:gd name="connsiteY7513" fmla="*/ 3170206 h 6858000"/>
              <a:gd name="connsiteX7514" fmla="*/ 1685671 w 12192000"/>
              <a:gd name="connsiteY7514" fmla="*/ 3165146 h 6858000"/>
              <a:gd name="connsiteX7515" fmla="*/ 1704498 w 12192000"/>
              <a:gd name="connsiteY7515" fmla="*/ 3172736 h 6858000"/>
              <a:gd name="connsiteX7516" fmla="*/ 1710972 w 12192000"/>
              <a:gd name="connsiteY7516" fmla="*/ 3200716 h 6858000"/>
              <a:gd name="connsiteX7517" fmla="*/ 1710972 w 12192000"/>
              <a:gd name="connsiteY7517" fmla="*/ 3206074 h 6858000"/>
              <a:gd name="connsiteX7518" fmla="*/ 1660742 w 12192000"/>
              <a:gd name="connsiteY7518" fmla="*/ 3227803 h 6858000"/>
              <a:gd name="connsiteX7519" fmla="*/ 1639534 w 12192000"/>
              <a:gd name="connsiteY7519" fmla="*/ 3246852 h 6858000"/>
              <a:gd name="connsiteX7520" fmla="*/ 1635069 w 12192000"/>
              <a:gd name="connsiteY7520" fmla="*/ 3264116 h 6858000"/>
              <a:gd name="connsiteX7521" fmla="*/ 1644222 w 12192000"/>
              <a:gd name="connsiteY7521" fmla="*/ 3289566 h 6858000"/>
              <a:gd name="connsiteX7522" fmla="*/ 1667514 w 12192000"/>
              <a:gd name="connsiteY7522" fmla="*/ 3299240 h 6858000"/>
              <a:gd name="connsiteX7523" fmla="*/ 1684629 w 12192000"/>
              <a:gd name="connsiteY7523" fmla="*/ 3295519 h 6858000"/>
              <a:gd name="connsiteX7524" fmla="*/ 1710972 w 12192000"/>
              <a:gd name="connsiteY7524" fmla="*/ 3276767 h 6858000"/>
              <a:gd name="connsiteX7525" fmla="*/ 1715436 w 12192000"/>
              <a:gd name="connsiteY7525" fmla="*/ 3294031 h 6858000"/>
              <a:gd name="connsiteX7526" fmla="*/ 1727045 w 12192000"/>
              <a:gd name="connsiteY7526" fmla="*/ 3299091 h 6858000"/>
              <a:gd name="connsiteX7527" fmla="*/ 1758894 w 12192000"/>
              <a:gd name="connsiteY7527" fmla="*/ 3276767 h 6858000"/>
              <a:gd name="connsiteX7528" fmla="*/ 1758894 w 12192000"/>
              <a:gd name="connsiteY7528" fmla="*/ 3268432 h 6858000"/>
              <a:gd name="connsiteX7529" fmla="*/ 1746839 w 12192000"/>
              <a:gd name="connsiteY7529" fmla="*/ 3279297 h 6858000"/>
              <a:gd name="connsiteX7530" fmla="*/ 1742672 w 12192000"/>
              <a:gd name="connsiteY7530" fmla="*/ 3280339 h 6858000"/>
              <a:gd name="connsiteX7531" fmla="*/ 1738728 w 12192000"/>
              <a:gd name="connsiteY7531" fmla="*/ 3278850 h 6858000"/>
              <a:gd name="connsiteX7532" fmla="*/ 1736272 w 12192000"/>
              <a:gd name="connsiteY7532" fmla="*/ 3272972 h 6858000"/>
              <a:gd name="connsiteX7533" fmla="*/ 1735528 w 12192000"/>
              <a:gd name="connsiteY7533" fmla="*/ 3249085 h 6858000"/>
              <a:gd name="connsiteX7534" fmla="*/ 1735528 w 12192000"/>
              <a:gd name="connsiteY7534" fmla="*/ 3202799 h 6858000"/>
              <a:gd name="connsiteX7535" fmla="*/ 1732849 w 12192000"/>
              <a:gd name="connsiteY7535" fmla="*/ 3176606 h 6858000"/>
              <a:gd name="connsiteX7536" fmla="*/ 1719901 w 12192000"/>
              <a:gd name="connsiteY7536" fmla="*/ 3162169 h 6858000"/>
              <a:gd name="connsiteX7537" fmla="*/ 1690136 w 12192000"/>
              <a:gd name="connsiteY7537" fmla="*/ 3156067 h 6858000"/>
              <a:gd name="connsiteX7538" fmla="*/ 1448736 w 12192000"/>
              <a:gd name="connsiteY7538" fmla="*/ 3156067 h 6858000"/>
              <a:gd name="connsiteX7539" fmla="*/ 1407660 w 12192000"/>
              <a:gd name="connsiteY7539" fmla="*/ 3172736 h 6858000"/>
              <a:gd name="connsiteX7540" fmla="*/ 1409893 w 12192000"/>
              <a:gd name="connsiteY7540" fmla="*/ 3178094 h 6858000"/>
              <a:gd name="connsiteX7541" fmla="*/ 1419864 w 12192000"/>
              <a:gd name="connsiteY7541" fmla="*/ 3175862 h 6858000"/>
              <a:gd name="connsiteX7542" fmla="*/ 1425966 w 12192000"/>
              <a:gd name="connsiteY7542" fmla="*/ 3177722 h 6858000"/>
              <a:gd name="connsiteX7543" fmla="*/ 1429240 w 12192000"/>
              <a:gd name="connsiteY7543" fmla="*/ 3184493 h 6858000"/>
              <a:gd name="connsiteX7544" fmla="*/ 1430579 w 12192000"/>
              <a:gd name="connsiteY7544" fmla="*/ 3213515 h 6858000"/>
              <a:gd name="connsiteX7545" fmla="*/ 1430579 w 12192000"/>
              <a:gd name="connsiteY7545" fmla="*/ 3265605 h 6858000"/>
              <a:gd name="connsiteX7546" fmla="*/ 1428644 w 12192000"/>
              <a:gd name="connsiteY7546" fmla="*/ 3282646 h 6858000"/>
              <a:gd name="connsiteX7547" fmla="*/ 1422989 w 12192000"/>
              <a:gd name="connsiteY7547" fmla="*/ 3289045 h 6858000"/>
              <a:gd name="connsiteX7548" fmla="*/ 1409893 w 12192000"/>
              <a:gd name="connsiteY7548" fmla="*/ 3291054 h 6858000"/>
              <a:gd name="connsiteX7549" fmla="*/ 1409893 w 12192000"/>
              <a:gd name="connsiteY7549" fmla="*/ 3296412 h 6858000"/>
              <a:gd name="connsiteX7550" fmla="*/ 1477311 w 12192000"/>
              <a:gd name="connsiteY7550" fmla="*/ 3296412 h 6858000"/>
              <a:gd name="connsiteX7551" fmla="*/ 1477311 w 12192000"/>
              <a:gd name="connsiteY7551" fmla="*/ 3291054 h 6858000"/>
              <a:gd name="connsiteX7552" fmla="*/ 1462503 w 12192000"/>
              <a:gd name="connsiteY7552" fmla="*/ 3289045 h 6858000"/>
              <a:gd name="connsiteX7553" fmla="*/ 1456996 w 12192000"/>
              <a:gd name="connsiteY7553" fmla="*/ 3283018 h 6858000"/>
              <a:gd name="connsiteX7554" fmla="*/ 1455136 w 12192000"/>
              <a:gd name="connsiteY7554" fmla="*/ 3265605 h 6858000"/>
              <a:gd name="connsiteX7555" fmla="*/ 1455136 w 12192000"/>
              <a:gd name="connsiteY7555" fmla="*/ 3192530 h 6858000"/>
              <a:gd name="connsiteX7556" fmla="*/ 1474186 w 12192000"/>
              <a:gd name="connsiteY7556" fmla="*/ 3177796 h 6858000"/>
              <a:gd name="connsiteX7557" fmla="*/ 1490111 w 12192000"/>
              <a:gd name="connsiteY7557" fmla="*/ 3173480 h 6858000"/>
              <a:gd name="connsiteX7558" fmla="*/ 1508417 w 12192000"/>
              <a:gd name="connsiteY7558" fmla="*/ 3183005 h 6858000"/>
              <a:gd name="connsiteX7559" fmla="*/ 1513328 w 12192000"/>
              <a:gd name="connsiteY7559" fmla="*/ 3206966 h 6858000"/>
              <a:gd name="connsiteX7560" fmla="*/ 1513328 w 12192000"/>
              <a:gd name="connsiteY7560" fmla="*/ 3265605 h 6858000"/>
              <a:gd name="connsiteX7561" fmla="*/ 1512583 w 12192000"/>
              <a:gd name="connsiteY7561" fmla="*/ 3280339 h 6858000"/>
              <a:gd name="connsiteX7562" fmla="*/ 1506705 w 12192000"/>
              <a:gd name="connsiteY7562" fmla="*/ 3288375 h 6858000"/>
              <a:gd name="connsiteX7563" fmla="*/ 1491152 w 12192000"/>
              <a:gd name="connsiteY7563" fmla="*/ 3291054 h 6858000"/>
              <a:gd name="connsiteX7564" fmla="*/ 1491152 w 12192000"/>
              <a:gd name="connsiteY7564" fmla="*/ 3296412 h 6858000"/>
              <a:gd name="connsiteX7565" fmla="*/ 1560060 w 12192000"/>
              <a:gd name="connsiteY7565" fmla="*/ 3296412 h 6858000"/>
              <a:gd name="connsiteX7566" fmla="*/ 1560060 w 12192000"/>
              <a:gd name="connsiteY7566" fmla="*/ 3291054 h 6858000"/>
              <a:gd name="connsiteX7567" fmla="*/ 1545326 w 12192000"/>
              <a:gd name="connsiteY7567" fmla="*/ 3288748 h 6858000"/>
              <a:gd name="connsiteX7568" fmla="*/ 1539447 w 12192000"/>
              <a:gd name="connsiteY7568" fmla="*/ 3283018 h 6858000"/>
              <a:gd name="connsiteX7569" fmla="*/ 1537884 w 12192000"/>
              <a:gd name="connsiteY7569" fmla="*/ 3265605 h 6858000"/>
              <a:gd name="connsiteX7570" fmla="*/ 1537884 w 12192000"/>
              <a:gd name="connsiteY7570" fmla="*/ 3200567 h 6858000"/>
              <a:gd name="connsiteX7571" fmla="*/ 1537587 w 12192000"/>
              <a:gd name="connsiteY7571" fmla="*/ 3194167 h 6858000"/>
              <a:gd name="connsiteX7572" fmla="*/ 1537884 w 12192000"/>
              <a:gd name="connsiteY7572" fmla="*/ 3192530 h 6858000"/>
              <a:gd name="connsiteX7573" fmla="*/ 1557157 w 12192000"/>
              <a:gd name="connsiteY7573" fmla="*/ 3177871 h 6858000"/>
              <a:gd name="connsiteX7574" fmla="*/ 1573008 w 12192000"/>
              <a:gd name="connsiteY7574" fmla="*/ 3173927 h 6858000"/>
              <a:gd name="connsiteX7575" fmla="*/ 1591611 w 12192000"/>
              <a:gd name="connsiteY7575" fmla="*/ 3183452 h 6858000"/>
              <a:gd name="connsiteX7576" fmla="*/ 1595630 w 12192000"/>
              <a:gd name="connsiteY7576" fmla="*/ 3206966 h 6858000"/>
              <a:gd name="connsiteX7577" fmla="*/ 1595630 w 12192000"/>
              <a:gd name="connsiteY7577" fmla="*/ 3265605 h 6858000"/>
              <a:gd name="connsiteX7578" fmla="*/ 1595034 w 12192000"/>
              <a:gd name="connsiteY7578" fmla="*/ 3280041 h 6858000"/>
              <a:gd name="connsiteX7579" fmla="*/ 1590123 w 12192000"/>
              <a:gd name="connsiteY7579" fmla="*/ 3287631 h 6858000"/>
              <a:gd name="connsiteX7580" fmla="*/ 1576431 w 12192000"/>
              <a:gd name="connsiteY7580" fmla="*/ 3291054 h 6858000"/>
              <a:gd name="connsiteX7581" fmla="*/ 1573603 w 12192000"/>
              <a:gd name="connsiteY7581" fmla="*/ 3291054 h 6858000"/>
              <a:gd name="connsiteX7582" fmla="*/ 1573603 w 12192000"/>
              <a:gd name="connsiteY7582" fmla="*/ 3296412 h 6858000"/>
              <a:gd name="connsiteX7583" fmla="*/ 1640874 w 12192000"/>
              <a:gd name="connsiteY7583" fmla="*/ 3296412 h 6858000"/>
              <a:gd name="connsiteX7584" fmla="*/ 1640874 w 12192000"/>
              <a:gd name="connsiteY7584" fmla="*/ 3291054 h 6858000"/>
              <a:gd name="connsiteX7585" fmla="*/ 1627777 w 12192000"/>
              <a:gd name="connsiteY7585" fmla="*/ 3288748 h 6858000"/>
              <a:gd name="connsiteX7586" fmla="*/ 1622270 w 12192000"/>
              <a:gd name="connsiteY7586" fmla="*/ 3283167 h 6858000"/>
              <a:gd name="connsiteX7587" fmla="*/ 1620335 w 12192000"/>
              <a:gd name="connsiteY7587" fmla="*/ 3265605 h 6858000"/>
              <a:gd name="connsiteX7588" fmla="*/ 1620335 w 12192000"/>
              <a:gd name="connsiteY7588" fmla="*/ 3206966 h 6858000"/>
              <a:gd name="connsiteX7589" fmla="*/ 1617061 w 12192000"/>
              <a:gd name="connsiteY7589" fmla="*/ 3179880 h 6858000"/>
              <a:gd name="connsiteX7590" fmla="*/ 1603741 w 12192000"/>
              <a:gd name="connsiteY7590" fmla="*/ 3161649 h 6858000"/>
              <a:gd name="connsiteX7591" fmla="*/ 1584467 w 12192000"/>
              <a:gd name="connsiteY7591" fmla="*/ 3156067 h 6858000"/>
              <a:gd name="connsiteX7592" fmla="*/ 1562739 w 12192000"/>
              <a:gd name="connsiteY7592" fmla="*/ 3161649 h 6858000"/>
              <a:gd name="connsiteX7593" fmla="*/ 1536843 w 12192000"/>
              <a:gd name="connsiteY7593" fmla="*/ 3185089 h 6858000"/>
              <a:gd name="connsiteX7594" fmla="*/ 1524490 w 12192000"/>
              <a:gd name="connsiteY7594" fmla="*/ 3163509 h 6858000"/>
              <a:gd name="connsiteX7595" fmla="*/ 1502463 w 12192000"/>
              <a:gd name="connsiteY7595" fmla="*/ 3156067 h 6858000"/>
              <a:gd name="connsiteX7596" fmla="*/ 1487134 w 12192000"/>
              <a:gd name="connsiteY7596" fmla="*/ 3159193 h 6858000"/>
              <a:gd name="connsiteX7597" fmla="*/ 1472698 w 12192000"/>
              <a:gd name="connsiteY7597" fmla="*/ 3167974 h 6858000"/>
              <a:gd name="connsiteX7598" fmla="*/ 1455136 w 12192000"/>
              <a:gd name="connsiteY7598" fmla="*/ 3185089 h 6858000"/>
              <a:gd name="connsiteX7599" fmla="*/ 1455136 w 12192000"/>
              <a:gd name="connsiteY7599" fmla="*/ 3156067 h 6858000"/>
              <a:gd name="connsiteX7600" fmla="*/ 10261443 w 12192000"/>
              <a:gd name="connsiteY7600" fmla="*/ 3155918 h 6858000"/>
              <a:gd name="connsiteX7601" fmla="*/ 10216422 w 12192000"/>
              <a:gd name="connsiteY7601" fmla="*/ 3175490 h 6858000"/>
              <a:gd name="connsiteX7602" fmla="*/ 10198489 w 12192000"/>
              <a:gd name="connsiteY7602" fmla="*/ 3230035 h 6858000"/>
              <a:gd name="connsiteX7603" fmla="*/ 10215976 w 12192000"/>
              <a:gd name="connsiteY7603" fmla="*/ 3281455 h 6858000"/>
              <a:gd name="connsiteX7604" fmla="*/ 10258020 w 12192000"/>
              <a:gd name="connsiteY7604" fmla="*/ 3300579 h 6858000"/>
              <a:gd name="connsiteX7605" fmla="*/ 10295673 w 12192000"/>
              <a:gd name="connsiteY7605" fmla="*/ 3283836 h 6858000"/>
              <a:gd name="connsiteX7606" fmla="*/ 10313831 w 12192000"/>
              <a:gd name="connsiteY7606" fmla="*/ 3246704 h 6858000"/>
              <a:gd name="connsiteX7607" fmla="*/ 10309217 w 12192000"/>
              <a:gd name="connsiteY7607" fmla="*/ 3243727 h 6858000"/>
              <a:gd name="connsiteX7608" fmla="*/ 10292622 w 12192000"/>
              <a:gd name="connsiteY7608" fmla="*/ 3268953 h 6858000"/>
              <a:gd name="connsiteX7609" fmla="*/ 10269331 w 12192000"/>
              <a:gd name="connsiteY7609" fmla="*/ 3276320 h 6858000"/>
              <a:gd name="connsiteX7610" fmla="*/ 10234356 w 12192000"/>
              <a:gd name="connsiteY7610" fmla="*/ 3259056 h 6858000"/>
              <a:gd name="connsiteX7611" fmla="*/ 10219622 w 12192000"/>
              <a:gd name="connsiteY7611" fmla="*/ 3211431 h 6858000"/>
              <a:gd name="connsiteX7612" fmla="*/ 10313831 w 12192000"/>
              <a:gd name="connsiteY7612" fmla="*/ 3211431 h 6858000"/>
              <a:gd name="connsiteX7613" fmla="*/ 10299097 w 12192000"/>
              <a:gd name="connsiteY7613" fmla="*/ 3171024 h 6858000"/>
              <a:gd name="connsiteX7614" fmla="*/ 10261443 w 12192000"/>
              <a:gd name="connsiteY7614" fmla="*/ 3155918 h 6858000"/>
              <a:gd name="connsiteX7615" fmla="*/ 9013668 w 12192000"/>
              <a:gd name="connsiteY7615" fmla="*/ 3155918 h 6858000"/>
              <a:gd name="connsiteX7616" fmla="*/ 8968647 w 12192000"/>
              <a:gd name="connsiteY7616" fmla="*/ 3175490 h 6858000"/>
              <a:gd name="connsiteX7617" fmla="*/ 8950714 w 12192000"/>
              <a:gd name="connsiteY7617" fmla="*/ 3230035 h 6858000"/>
              <a:gd name="connsiteX7618" fmla="*/ 8968201 w 12192000"/>
              <a:gd name="connsiteY7618" fmla="*/ 3281455 h 6858000"/>
              <a:gd name="connsiteX7619" fmla="*/ 9010245 w 12192000"/>
              <a:gd name="connsiteY7619" fmla="*/ 3300579 h 6858000"/>
              <a:gd name="connsiteX7620" fmla="*/ 9047898 w 12192000"/>
              <a:gd name="connsiteY7620" fmla="*/ 3283836 h 6858000"/>
              <a:gd name="connsiteX7621" fmla="*/ 9066056 w 12192000"/>
              <a:gd name="connsiteY7621" fmla="*/ 3246704 h 6858000"/>
              <a:gd name="connsiteX7622" fmla="*/ 9061442 w 12192000"/>
              <a:gd name="connsiteY7622" fmla="*/ 3243727 h 6858000"/>
              <a:gd name="connsiteX7623" fmla="*/ 9044847 w 12192000"/>
              <a:gd name="connsiteY7623" fmla="*/ 3268953 h 6858000"/>
              <a:gd name="connsiteX7624" fmla="*/ 9021556 w 12192000"/>
              <a:gd name="connsiteY7624" fmla="*/ 3276320 h 6858000"/>
              <a:gd name="connsiteX7625" fmla="*/ 8986581 w 12192000"/>
              <a:gd name="connsiteY7625" fmla="*/ 3259056 h 6858000"/>
              <a:gd name="connsiteX7626" fmla="*/ 8971847 w 12192000"/>
              <a:gd name="connsiteY7626" fmla="*/ 3211431 h 6858000"/>
              <a:gd name="connsiteX7627" fmla="*/ 9066056 w 12192000"/>
              <a:gd name="connsiteY7627" fmla="*/ 3211431 h 6858000"/>
              <a:gd name="connsiteX7628" fmla="*/ 9051322 w 12192000"/>
              <a:gd name="connsiteY7628" fmla="*/ 3171024 h 6858000"/>
              <a:gd name="connsiteX7629" fmla="*/ 9013668 w 12192000"/>
              <a:gd name="connsiteY7629" fmla="*/ 3155918 h 6858000"/>
              <a:gd name="connsiteX7630" fmla="*/ 8337393 w 12192000"/>
              <a:gd name="connsiteY7630" fmla="*/ 3155918 h 6858000"/>
              <a:gd name="connsiteX7631" fmla="*/ 8292373 w 12192000"/>
              <a:gd name="connsiteY7631" fmla="*/ 3175490 h 6858000"/>
              <a:gd name="connsiteX7632" fmla="*/ 8274439 w 12192000"/>
              <a:gd name="connsiteY7632" fmla="*/ 3230035 h 6858000"/>
              <a:gd name="connsiteX7633" fmla="*/ 8291926 w 12192000"/>
              <a:gd name="connsiteY7633" fmla="*/ 3281455 h 6858000"/>
              <a:gd name="connsiteX7634" fmla="*/ 8333970 w 12192000"/>
              <a:gd name="connsiteY7634" fmla="*/ 3300579 h 6858000"/>
              <a:gd name="connsiteX7635" fmla="*/ 8371624 w 12192000"/>
              <a:gd name="connsiteY7635" fmla="*/ 3283836 h 6858000"/>
              <a:gd name="connsiteX7636" fmla="*/ 8389780 w 12192000"/>
              <a:gd name="connsiteY7636" fmla="*/ 3246704 h 6858000"/>
              <a:gd name="connsiteX7637" fmla="*/ 8385167 w 12192000"/>
              <a:gd name="connsiteY7637" fmla="*/ 3243727 h 6858000"/>
              <a:gd name="connsiteX7638" fmla="*/ 8368573 w 12192000"/>
              <a:gd name="connsiteY7638" fmla="*/ 3268953 h 6858000"/>
              <a:gd name="connsiteX7639" fmla="*/ 8345281 w 12192000"/>
              <a:gd name="connsiteY7639" fmla="*/ 3276320 h 6858000"/>
              <a:gd name="connsiteX7640" fmla="*/ 8310307 w 12192000"/>
              <a:gd name="connsiteY7640" fmla="*/ 3259056 h 6858000"/>
              <a:gd name="connsiteX7641" fmla="*/ 8295573 w 12192000"/>
              <a:gd name="connsiteY7641" fmla="*/ 3211431 h 6858000"/>
              <a:gd name="connsiteX7642" fmla="*/ 8389780 w 12192000"/>
              <a:gd name="connsiteY7642" fmla="*/ 3211431 h 6858000"/>
              <a:gd name="connsiteX7643" fmla="*/ 8375047 w 12192000"/>
              <a:gd name="connsiteY7643" fmla="*/ 3171024 h 6858000"/>
              <a:gd name="connsiteX7644" fmla="*/ 8337393 w 12192000"/>
              <a:gd name="connsiteY7644" fmla="*/ 3155918 h 6858000"/>
              <a:gd name="connsiteX7645" fmla="*/ 7861143 w 12192000"/>
              <a:gd name="connsiteY7645" fmla="*/ 3155918 h 6858000"/>
              <a:gd name="connsiteX7646" fmla="*/ 7816123 w 12192000"/>
              <a:gd name="connsiteY7646" fmla="*/ 3175490 h 6858000"/>
              <a:gd name="connsiteX7647" fmla="*/ 7798189 w 12192000"/>
              <a:gd name="connsiteY7647" fmla="*/ 3230035 h 6858000"/>
              <a:gd name="connsiteX7648" fmla="*/ 7815676 w 12192000"/>
              <a:gd name="connsiteY7648" fmla="*/ 3281455 h 6858000"/>
              <a:gd name="connsiteX7649" fmla="*/ 7857720 w 12192000"/>
              <a:gd name="connsiteY7649" fmla="*/ 3300579 h 6858000"/>
              <a:gd name="connsiteX7650" fmla="*/ 7895374 w 12192000"/>
              <a:gd name="connsiteY7650" fmla="*/ 3283836 h 6858000"/>
              <a:gd name="connsiteX7651" fmla="*/ 7913531 w 12192000"/>
              <a:gd name="connsiteY7651" fmla="*/ 3246704 h 6858000"/>
              <a:gd name="connsiteX7652" fmla="*/ 7908917 w 12192000"/>
              <a:gd name="connsiteY7652" fmla="*/ 3243727 h 6858000"/>
              <a:gd name="connsiteX7653" fmla="*/ 7892323 w 12192000"/>
              <a:gd name="connsiteY7653" fmla="*/ 3268953 h 6858000"/>
              <a:gd name="connsiteX7654" fmla="*/ 7869031 w 12192000"/>
              <a:gd name="connsiteY7654" fmla="*/ 3276320 h 6858000"/>
              <a:gd name="connsiteX7655" fmla="*/ 7834057 w 12192000"/>
              <a:gd name="connsiteY7655" fmla="*/ 3259056 h 6858000"/>
              <a:gd name="connsiteX7656" fmla="*/ 7819323 w 12192000"/>
              <a:gd name="connsiteY7656" fmla="*/ 3211431 h 6858000"/>
              <a:gd name="connsiteX7657" fmla="*/ 7913531 w 12192000"/>
              <a:gd name="connsiteY7657" fmla="*/ 3211431 h 6858000"/>
              <a:gd name="connsiteX7658" fmla="*/ 7898797 w 12192000"/>
              <a:gd name="connsiteY7658" fmla="*/ 3171024 h 6858000"/>
              <a:gd name="connsiteX7659" fmla="*/ 7861143 w 12192000"/>
              <a:gd name="connsiteY7659" fmla="*/ 3155918 h 6858000"/>
              <a:gd name="connsiteX7660" fmla="*/ 7623018 w 12192000"/>
              <a:gd name="connsiteY7660" fmla="*/ 3155918 h 6858000"/>
              <a:gd name="connsiteX7661" fmla="*/ 7577998 w 12192000"/>
              <a:gd name="connsiteY7661" fmla="*/ 3175490 h 6858000"/>
              <a:gd name="connsiteX7662" fmla="*/ 7560064 w 12192000"/>
              <a:gd name="connsiteY7662" fmla="*/ 3230035 h 6858000"/>
              <a:gd name="connsiteX7663" fmla="*/ 7577551 w 12192000"/>
              <a:gd name="connsiteY7663" fmla="*/ 3281455 h 6858000"/>
              <a:gd name="connsiteX7664" fmla="*/ 7619595 w 12192000"/>
              <a:gd name="connsiteY7664" fmla="*/ 3300579 h 6858000"/>
              <a:gd name="connsiteX7665" fmla="*/ 7657249 w 12192000"/>
              <a:gd name="connsiteY7665" fmla="*/ 3283836 h 6858000"/>
              <a:gd name="connsiteX7666" fmla="*/ 7675406 w 12192000"/>
              <a:gd name="connsiteY7666" fmla="*/ 3246704 h 6858000"/>
              <a:gd name="connsiteX7667" fmla="*/ 7670792 w 12192000"/>
              <a:gd name="connsiteY7667" fmla="*/ 3243727 h 6858000"/>
              <a:gd name="connsiteX7668" fmla="*/ 7654198 w 12192000"/>
              <a:gd name="connsiteY7668" fmla="*/ 3268953 h 6858000"/>
              <a:gd name="connsiteX7669" fmla="*/ 7630906 w 12192000"/>
              <a:gd name="connsiteY7669" fmla="*/ 3276320 h 6858000"/>
              <a:gd name="connsiteX7670" fmla="*/ 7595932 w 12192000"/>
              <a:gd name="connsiteY7670" fmla="*/ 3259056 h 6858000"/>
              <a:gd name="connsiteX7671" fmla="*/ 7581198 w 12192000"/>
              <a:gd name="connsiteY7671" fmla="*/ 3211431 h 6858000"/>
              <a:gd name="connsiteX7672" fmla="*/ 7675406 w 12192000"/>
              <a:gd name="connsiteY7672" fmla="*/ 3211431 h 6858000"/>
              <a:gd name="connsiteX7673" fmla="*/ 7660672 w 12192000"/>
              <a:gd name="connsiteY7673" fmla="*/ 3171024 h 6858000"/>
              <a:gd name="connsiteX7674" fmla="*/ 7623018 w 12192000"/>
              <a:gd name="connsiteY7674" fmla="*/ 3155918 h 6858000"/>
              <a:gd name="connsiteX7675" fmla="*/ 6175218 w 12192000"/>
              <a:gd name="connsiteY7675" fmla="*/ 3155918 h 6858000"/>
              <a:gd name="connsiteX7676" fmla="*/ 6130198 w 12192000"/>
              <a:gd name="connsiteY7676" fmla="*/ 3175490 h 6858000"/>
              <a:gd name="connsiteX7677" fmla="*/ 6112264 w 12192000"/>
              <a:gd name="connsiteY7677" fmla="*/ 3230035 h 6858000"/>
              <a:gd name="connsiteX7678" fmla="*/ 6129751 w 12192000"/>
              <a:gd name="connsiteY7678" fmla="*/ 3281455 h 6858000"/>
              <a:gd name="connsiteX7679" fmla="*/ 6171795 w 12192000"/>
              <a:gd name="connsiteY7679" fmla="*/ 3300579 h 6858000"/>
              <a:gd name="connsiteX7680" fmla="*/ 6209449 w 12192000"/>
              <a:gd name="connsiteY7680" fmla="*/ 3283836 h 6858000"/>
              <a:gd name="connsiteX7681" fmla="*/ 6227606 w 12192000"/>
              <a:gd name="connsiteY7681" fmla="*/ 3246704 h 6858000"/>
              <a:gd name="connsiteX7682" fmla="*/ 6222992 w 12192000"/>
              <a:gd name="connsiteY7682" fmla="*/ 3243727 h 6858000"/>
              <a:gd name="connsiteX7683" fmla="*/ 6206398 w 12192000"/>
              <a:gd name="connsiteY7683" fmla="*/ 3268953 h 6858000"/>
              <a:gd name="connsiteX7684" fmla="*/ 6183106 w 12192000"/>
              <a:gd name="connsiteY7684" fmla="*/ 3276320 h 6858000"/>
              <a:gd name="connsiteX7685" fmla="*/ 6148132 w 12192000"/>
              <a:gd name="connsiteY7685" fmla="*/ 3259056 h 6858000"/>
              <a:gd name="connsiteX7686" fmla="*/ 6133398 w 12192000"/>
              <a:gd name="connsiteY7686" fmla="*/ 3211431 h 6858000"/>
              <a:gd name="connsiteX7687" fmla="*/ 6227606 w 12192000"/>
              <a:gd name="connsiteY7687" fmla="*/ 3211431 h 6858000"/>
              <a:gd name="connsiteX7688" fmla="*/ 6212872 w 12192000"/>
              <a:gd name="connsiteY7688" fmla="*/ 3171024 h 6858000"/>
              <a:gd name="connsiteX7689" fmla="*/ 6175218 w 12192000"/>
              <a:gd name="connsiteY7689" fmla="*/ 3155918 h 6858000"/>
              <a:gd name="connsiteX7690" fmla="*/ 5679919 w 12192000"/>
              <a:gd name="connsiteY7690" fmla="*/ 3155918 h 6858000"/>
              <a:gd name="connsiteX7691" fmla="*/ 5634898 w 12192000"/>
              <a:gd name="connsiteY7691" fmla="*/ 3175490 h 6858000"/>
              <a:gd name="connsiteX7692" fmla="*/ 5616965 w 12192000"/>
              <a:gd name="connsiteY7692" fmla="*/ 3230035 h 6858000"/>
              <a:gd name="connsiteX7693" fmla="*/ 5634452 w 12192000"/>
              <a:gd name="connsiteY7693" fmla="*/ 3281455 h 6858000"/>
              <a:gd name="connsiteX7694" fmla="*/ 5676495 w 12192000"/>
              <a:gd name="connsiteY7694" fmla="*/ 3300579 h 6858000"/>
              <a:gd name="connsiteX7695" fmla="*/ 5714149 w 12192000"/>
              <a:gd name="connsiteY7695" fmla="*/ 3283836 h 6858000"/>
              <a:gd name="connsiteX7696" fmla="*/ 5732306 w 12192000"/>
              <a:gd name="connsiteY7696" fmla="*/ 3246704 h 6858000"/>
              <a:gd name="connsiteX7697" fmla="*/ 5727693 w 12192000"/>
              <a:gd name="connsiteY7697" fmla="*/ 3243727 h 6858000"/>
              <a:gd name="connsiteX7698" fmla="*/ 5711099 w 12192000"/>
              <a:gd name="connsiteY7698" fmla="*/ 3268953 h 6858000"/>
              <a:gd name="connsiteX7699" fmla="*/ 5687808 w 12192000"/>
              <a:gd name="connsiteY7699" fmla="*/ 3276320 h 6858000"/>
              <a:gd name="connsiteX7700" fmla="*/ 5652832 w 12192000"/>
              <a:gd name="connsiteY7700" fmla="*/ 3259056 h 6858000"/>
              <a:gd name="connsiteX7701" fmla="*/ 5638098 w 12192000"/>
              <a:gd name="connsiteY7701" fmla="*/ 3211431 h 6858000"/>
              <a:gd name="connsiteX7702" fmla="*/ 5732306 w 12192000"/>
              <a:gd name="connsiteY7702" fmla="*/ 3211431 h 6858000"/>
              <a:gd name="connsiteX7703" fmla="*/ 5717572 w 12192000"/>
              <a:gd name="connsiteY7703" fmla="*/ 3171024 h 6858000"/>
              <a:gd name="connsiteX7704" fmla="*/ 5679919 w 12192000"/>
              <a:gd name="connsiteY7704" fmla="*/ 3155918 h 6858000"/>
              <a:gd name="connsiteX7705" fmla="*/ 1250795 w 12192000"/>
              <a:gd name="connsiteY7705" fmla="*/ 3155918 h 6858000"/>
              <a:gd name="connsiteX7706" fmla="*/ 1205775 w 12192000"/>
              <a:gd name="connsiteY7706" fmla="*/ 3175490 h 6858000"/>
              <a:gd name="connsiteX7707" fmla="*/ 1187841 w 12192000"/>
              <a:gd name="connsiteY7707" fmla="*/ 3230035 h 6858000"/>
              <a:gd name="connsiteX7708" fmla="*/ 1205328 w 12192000"/>
              <a:gd name="connsiteY7708" fmla="*/ 3281455 h 6858000"/>
              <a:gd name="connsiteX7709" fmla="*/ 1247372 w 12192000"/>
              <a:gd name="connsiteY7709" fmla="*/ 3300579 h 6858000"/>
              <a:gd name="connsiteX7710" fmla="*/ 1285025 w 12192000"/>
              <a:gd name="connsiteY7710" fmla="*/ 3283836 h 6858000"/>
              <a:gd name="connsiteX7711" fmla="*/ 1303182 w 12192000"/>
              <a:gd name="connsiteY7711" fmla="*/ 3246704 h 6858000"/>
              <a:gd name="connsiteX7712" fmla="*/ 1298569 w 12192000"/>
              <a:gd name="connsiteY7712" fmla="*/ 3243727 h 6858000"/>
              <a:gd name="connsiteX7713" fmla="*/ 1281974 w 12192000"/>
              <a:gd name="connsiteY7713" fmla="*/ 3268953 h 6858000"/>
              <a:gd name="connsiteX7714" fmla="*/ 1258683 w 12192000"/>
              <a:gd name="connsiteY7714" fmla="*/ 3276320 h 6858000"/>
              <a:gd name="connsiteX7715" fmla="*/ 1223708 w 12192000"/>
              <a:gd name="connsiteY7715" fmla="*/ 3259056 h 6858000"/>
              <a:gd name="connsiteX7716" fmla="*/ 1208974 w 12192000"/>
              <a:gd name="connsiteY7716" fmla="*/ 3211431 h 6858000"/>
              <a:gd name="connsiteX7717" fmla="*/ 1303182 w 12192000"/>
              <a:gd name="connsiteY7717" fmla="*/ 3211431 h 6858000"/>
              <a:gd name="connsiteX7718" fmla="*/ 1288448 w 12192000"/>
              <a:gd name="connsiteY7718" fmla="*/ 3171024 h 6858000"/>
              <a:gd name="connsiteX7719" fmla="*/ 1250795 w 12192000"/>
              <a:gd name="connsiteY7719" fmla="*/ 3155918 h 6858000"/>
              <a:gd name="connsiteX7720" fmla="*/ 768294 w 12192000"/>
              <a:gd name="connsiteY7720" fmla="*/ 3141631 h 6858000"/>
              <a:gd name="connsiteX7721" fmla="*/ 723646 w 12192000"/>
              <a:gd name="connsiteY7721" fmla="*/ 3186279 h 6858000"/>
              <a:gd name="connsiteX7722" fmla="*/ 768294 w 12192000"/>
              <a:gd name="connsiteY7722" fmla="*/ 3230928 h 6858000"/>
              <a:gd name="connsiteX7723" fmla="*/ 812943 w 12192000"/>
              <a:gd name="connsiteY7723" fmla="*/ 3186279 h 6858000"/>
              <a:gd name="connsiteX7724" fmla="*/ 637325 w 12192000"/>
              <a:gd name="connsiteY7724" fmla="*/ 3141631 h 6858000"/>
              <a:gd name="connsiteX7725" fmla="*/ 592677 w 12192000"/>
              <a:gd name="connsiteY7725" fmla="*/ 3186279 h 6858000"/>
              <a:gd name="connsiteX7726" fmla="*/ 637325 w 12192000"/>
              <a:gd name="connsiteY7726" fmla="*/ 3230928 h 6858000"/>
              <a:gd name="connsiteX7727" fmla="*/ 682123 w 12192000"/>
              <a:gd name="connsiteY7727" fmla="*/ 3186279 h 6858000"/>
              <a:gd name="connsiteX7728" fmla="*/ 10574577 w 12192000"/>
              <a:gd name="connsiteY7728" fmla="*/ 3115288 h 6858000"/>
              <a:gd name="connsiteX7729" fmla="*/ 10565052 w 12192000"/>
              <a:gd name="connsiteY7729" fmla="*/ 3135975 h 6858000"/>
              <a:gd name="connsiteX7730" fmla="*/ 10549797 w 12192000"/>
              <a:gd name="connsiteY7730" fmla="*/ 3154505 h 6858000"/>
              <a:gd name="connsiteX7731" fmla="*/ 10533054 w 12192000"/>
              <a:gd name="connsiteY7731" fmla="*/ 3165592 h 6858000"/>
              <a:gd name="connsiteX7732" fmla="*/ 10533054 w 12192000"/>
              <a:gd name="connsiteY7732" fmla="*/ 3170504 h 6858000"/>
              <a:gd name="connsiteX7733" fmla="*/ 10554634 w 12192000"/>
              <a:gd name="connsiteY7733" fmla="*/ 3170504 h 6858000"/>
              <a:gd name="connsiteX7734" fmla="*/ 10554634 w 12192000"/>
              <a:gd name="connsiteY7734" fmla="*/ 3262182 h 6858000"/>
              <a:gd name="connsiteX7735" fmla="*/ 10557760 w 12192000"/>
              <a:gd name="connsiteY7735" fmla="*/ 3283985 h 6858000"/>
              <a:gd name="connsiteX7736" fmla="*/ 10567434 w 12192000"/>
              <a:gd name="connsiteY7736" fmla="*/ 3294850 h 6858000"/>
              <a:gd name="connsiteX7737" fmla="*/ 10580828 w 12192000"/>
              <a:gd name="connsiteY7737" fmla="*/ 3298645 h 6858000"/>
              <a:gd name="connsiteX7738" fmla="*/ 10600473 w 12192000"/>
              <a:gd name="connsiteY7738" fmla="*/ 3291278 h 6858000"/>
              <a:gd name="connsiteX7739" fmla="*/ 10615207 w 12192000"/>
              <a:gd name="connsiteY7739" fmla="*/ 3269325 h 6858000"/>
              <a:gd name="connsiteX7740" fmla="*/ 10609403 w 12192000"/>
              <a:gd name="connsiteY7740" fmla="*/ 3269325 h 6858000"/>
              <a:gd name="connsiteX7741" fmla="*/ 10602259 w 12192000"/>
              <a:gd name="connsiteY7741" fmla="*/ 3278330 h 6858000"/>
              <a:gd name="connsiteX7742" fmla="*/ 10592734 w 12192000"/>
              <a:gd name="connsiteY7742" fmla="*/ 3281381 h 6858000"/>
              <a:gd name="connsiteX7743" fmla="*/ 10582986 w 12192000"/>
              <a:gd name="connsiteY7743" fmla="*/ 3276767 h 6858000"/>
              <a:gd name="connsiteX7744" fmla="*/ 10579191 w 12192000"/>
              <a:gd name="connsiteY7744" fmla="*/ 3258907 h 6858000"/>
              <a:gd name="connsiteX7745" fmla="*/ 10579191 w 12192000"/>
              <a:gd name="connsiteY7745" fmla="*/ 3170504 h 6858000"/>
              <a:gd name="connsiteX7746" fmla="*/ 10611040 w 12192000"/>
              <a:gd name="connsiteY7746" fmla="*/ 3170504 h 6858000"/>
              <a:gd name="connsiteX7747" fmla="*/ 10611040 w 12192000"/>
              <a:gd name="connsiteY7747" fmla="*/ 3160086 h 6858000"/>
              <a:gd name="connsiteX7748" fmla="*/ 10579191 w 12192000"/>
              <a:gd name="connsiteY7748" fmla="*/ 3160086 h 6858000"/>
              <a:gd name="connsiteX7749" fmla="*/ 10579191 w 12192000"/>
              <a:gd name="connsiteY7749" fmla="*/ 3115288 h 6858000"/>
              <a:gd name="connsiteX7750" fmla="*/ 7364653 w 12192000"/>
              <a:gd name="connsiteY7750" fmla="*/ 3115288 h 6858000"/>
              <a:gd name="connsiteX7751" fmla="*/ 7355128 w 12192000"/>
              <a:gd name="connsiteY7751" fmla="*/ 3135975 h 6858000"/>
              <a:gd name="connsiteX7752" fmla="*/ 7339873 w 12192000"/>
              <a:gd name="connsiteY7752" fmla="*/ 3154505 h 6858000"/>
              <a:gd name="connsiteX7753" fmla="*/ 7323130 w 12192000"/>
              <a:gd name="connsiteY7753" fmla="*/ 3165592 h 6858000"/>
              <a:gd name="connsiteX7754" fmla="*/ 7323130 w 12192000"/>
              <a:gd name="connsiteY7754" fmla="*/ 3170504 h 6858000"/>
              <a:gd name="connsiteX7755" fmla="*/ 7344710 w 12192000"/>
              <a:gd name="connsiteY7755" fmla="*/ 3170504 h 6858000"/>
              <a:gd name="connsiteX7756" fmla="*/ 7344710 w 12192000"/>
              <a:gd name="connsiteY7756" fmla="*/ 3262182 h 6858000"/>
              <a:gd name="connsiteX7757" fmla="*/ 7347835 w 12192000"/>
              <a:gd name="connsiteY7757" fmla="*/ 3283985 h 6858000"/>
              <a:gd name="connsiteX7758" fmla="*/ 7357509 w 12192000"/>
              <a:gd name="connsiteY7758" fmla="*/ 3294850 h 6858000"/>
              <a:gd name="connsiteX7759" fmla="*/ 7370903 w 12192000"/>
              <a:gd name="connsiteY7759" fmla="*/ 3298645 h 6858000"/>
              <a:gd name="connsiteX7760" fmla="*/ 7390549 w 12192000"/>
              <a:gd name="connsiteY7760" fmla="*/ 3291278 h 6858000"/>
              <a:gd name="connsiteX7761" fmla="*/ 7405283 w 12192000"/>
              <a:gd name="connsiteY7761" fmla="*/ 3269325 h 6858000"/>
              <a:gd name="connsiteX7762" fmla="*/ 7399478 w 12192000"/>
              <a:gd name="connsiteY7762" fmla="*/ 3269325 h 6858000"/>
              <a:gd name="connsiteX7763" fmla="*/ 7392335 w 12192000"/>
              <a:gd name="connsiteY7763" fmla="*/ 3278330 h 6858000"/>
              <a:gd name="connsiteX7764" fmla="*/ 7382810 w 12192000"/>
              <a:gd name="connsiteY7764" fmla="*/ 3281381 h 6858000"/>
              <a:gd name="connsiteX7765" fmla="*/ 7373061 w 12192000"/>
              <a:gd name="connsiteY7765" fmla="*/ 3276767 h 6858000"/>
              <a:gd name="connsiteX7766" fmla="*/ 7369266 w 12192000"/>
              <a:gd name="connsiteY7766" fmla="*/ 3258907 h 6858000"/>
              <a:gd name="connsiteX7767" fmla="*/ 7369266 w 12192000"/>
              <a:gd name="connsiteY7767" fmla="*/ 3170504 h 6858000"/>
              <a:gd name="connsiteX7768" fmla="*/ 7401116 w 12192000"/>
              <a:gd name="connsiteY7768" fmla="*/ 3170504 h 6858000"/>
              <a:gd name="connsiteX7769" fmla="*/ 7401116 w 12192000"/>
              <a:gd name="connsiteY7769" fmla="*/ 3160086 h 6858000"/>
              <a:gd name="connsiteX7770" fmla="*/ 7369266 w 12192000"/>
              <a:gd name="connsiteY7770" fmla="*/ 3160086 h 6858000"/>
              <a:gd name="connsiteX7771" fmla="*/ 7369266 w 12192000"/>
              <a:gd name="connsiteY7771" fmla="*/ 3115288 h 6858000"/>
              <a:gd name="connsiteX7772" fmla="*/ 5373928 w 12192000"/>
              <a:gd name="connsiteY7772" fmla="*/ 3115288 h 6858000"/>
              <a:gd name="connsiteX7773" fmla="*/ 5364404 w 12192000"/>
              <a:gd name="connsiteY7773" fmla="*/ 3135975 h 6858000"/>
              <a:gd name="connsiteX7774" fmla="*/ 5349148 w 12192000"/>
              <a:gd name="connsiteY7774" fmla="*/ 3154505 h 6858000"/>
              <a:gd name="connsiteX7775" fmla="*/ 5332405 w 12192000"/>
              <a:gd name="connsiteY7775" fmla="*/ 3165592 h 6858000"/>
              <a:gd name="connsiteX7776" fmla="*/ 5332405 w 12192000"/>
              <a:gd name="connsiteY7776" fmla="*/ 3170504 h 6858000"/>
              <a:gd name="connsiteX7777" fmla="*/ 5353986 w 12192000"/>
              <a:gd name="connsiteY7777" fmla="*/ 3170504 h 6858000"/>
              <a:gd name="connsiteX7778" fmla="*/ 5353986 w 12192000"/>
              <a:gd name="connsiteY7778" fmla="*/ 3262182 h 6858000"/>
              <a:gd name="connsiteX7779" fmla="*/ 5357110 w 12192000"/>
              <a:gd name="connsiteY7779" fmla="*/ 3283985 h 6858000"/>
              <a:gd name="connsiteX7780" fmla="*/ 5366784 w 12192000"/>
              <a:gd name="connsiteY7780" fmla="*/ 3294850 h 6858000"/>
              <a:gd name="connsiteX7781" fmla="*/ 5380179 w 12192000"/>
              <a:gd name="connsiteY7781" fmla="*/ 3298645 h 6858000"/>
              <a:gd name="connsiteX7782" fmla="*/ 5399824 w 12192000"/>
              <a:gd name="connsiteY7782" fmla="*/ 3291278 h 6858000"/>
              <a:gd name="connsiteX7783" fmla="*/ 5414558 w 12192000"/>
              <a:gd name="connsiteY7783" fmla="*/ 3269325 h 6858000"/>
              <a:gd name="connsiteX7784" fmla="*/ 5408754 w 12192000"/>
              <a:gd name="connsiteY7784" fmla="*/ 3269325 h 6858000"/>
              <a:gd name="connsiteX7785" fmla="*/ 5401611 w 12192000"/>
              <a:gd name="connsiteY7785" fmla="*/ 3278330 h 6858000"/>
              <a:gd name="connsiteX7786" fmla="*/ 5392085 w 12192000"/>
              <a:gd name="connsiteY7786" fmla="*/ 3281381 h 6858000"/>
              <a:gd name="connsiteX7787" fmla="*/ 5382336 w 12192000"/>
              <a:gd name="connsiteY7787" fmla="*/ 3276767 h 6858000"/>
              <a:gd name="connsiteX7788" fmla="*/ 5378543 w 12192000"/>
              <a:gd name="connsiteY7788" fmla="*/ 3258907 h 6858000"/>
              <a:gd name="connsiteX7789" fmla="*/ 5378543 w 12192000"/>
              <a:gd name="connsiteY7789" fmla="*/ 3170504 h 6858000"/>
              <a:gd name="connsiteX7790" fmla="*/ 5410391 w 12192000"/>
              <a:gd name="connsiteY7790" fmla="*/ 3170504 h 6858000"/>
              <a:gd name="connsiteX7791" fmla="*/ 5410391 w 12192000"/>
              <a:gd name="connsiteY7791" fmla="*/ 3160086 h 6858000"/>
              <a:gd name="connsiteX7792" fmla="*/ 5378543 w 12192000"/>
              <a:gd name="connsiteY7792" fmla="*/ 3160086 h 6858000"/>
              <a:gd name="connsiteX7793" fmla="*/ 5378543 w 12192000"/>
              <a:gd name="connsiteY7793" fmla="*/ 3115288 h 6858000"/>
              <a:gd name="connsiteX7794" fmla="*/ 3106980 w 12192000"/>
              <a:gd name="connsiteY7794" fmla="*/ 3115288 h 6858000"/>
              <a:gd name="connsiteX7795" fmla="*/ 3097455 w 12192000"/>
              <a:gd name="connsiteY7795" fmla="*/ 3135975 h 6858000"/>
              <a:gd name="connsiteX7796" fmla="*/ 3082199 w 12192000"/>
              <a:gd name="connsiteY7796" fmla="*/ 3154505 h 6858000"/>
              <a:gd name="connsiteX7797" fmla="*/ 3065457 w 12192000"/>
              <a:gd name="connsiteY7797" fmla="*/ 3165592 h 6858000"/>
              <a:gd name="connsiteX7798" fmla="*/ 3065457 w 12192000"/>
              <a:gd name="connsiteY7798" fmla="*/ 3170504 h 6858000"/>
              <a:gd name="connsiteX7799" fmla="*/ 3087037 w 12192000"/>
              <a:gd name="connsiteY7799" fmla="*/ 3170504 h 6858000"/>
              <a:gd name="connsiteX7800" fmla="*/ 3087037 w 12192000"/>
              <a:gd name="connsiteY7800" fmla="*/ 3262182 h 6858000"/>
              <a:gd name="connsiteX7801" fmla="*/ 3090162 w 12192000"/>
              <a:gd name="connsiteY7801" fmla="*/ 3283985 h 6858000"/>
              <a:gd name="connsiteX7802" fmla="*/ 3099836 w 12192000"/>
              <a:gd name="connsiteY7802" fmla="*/ 3294850 h 6858000"/>
              <a:gd name="connsiteX7803" fmla="*/ 3113231 w 12192000"/>
              <a:gd name="connsiteY7803" fmla="*/ 3298645 h 6858000"/>
              <a:gd name="connsiteX7804" fmla="*/ 3132876 w 12192000"/>
              <a:gd name="connsiteY7804" fmla="*/ 3291278 h 6858000"/>
              <a:gd name="connsiteX7805" fmla="*/ 3147610 w 12192000"/>
              <a:gd name="connsiteY7805" fmla="*/ 3269325 h 6858000"/>
              <a:gd name="connsiteX7806" fmla="*/ 3141806 w 12192000"/>
              <a:gd name="connsiteY7806" fmla="*/ 3269325 h 6858000"/>
              <a:gd name="connsiteX7807" fmla="*/ 3134662 w 12192000"/>
              <a:gd name="connsiteY7807" fmla="*/ 3278330 h 6858000"/>
              <a:gd name="connsiteX7808" fmla="*/ 3125137 w 12192000"/>
              <a:gd name="connsiteY7808" fmla="*/ 3281381 h 6858000"/>
              <a:gd name="connsiteX7809" fmla="*/ 3115388 w 12192000"/>
              <a:gd name="connsiteY7809" fmla="*/ 3276767 h 6858000"/>
              <a:gd name="connsiteX7810" fmla="*/ 3111594 w 12192000"/>
              <a:gd name="connsiteY7810" fmla="*/ 3258907 h 6858000"/>
              <a:gd name="connsiteX7811" fmla="*/ 3111594 w 12192000"/>
              <a:gd name="connsiteY7811" fmla="*/ 3170504 h 6858000"/>
              <a:gd name="connsiteX7812" fmla="*/ 3143443 w 12192000"/>
              <a:gd name="connsiteY7812" fmla="*/ 3170504 h 6858000"/>
              <a:gd name="connsiteX7813" fmla="*/ 3143443 w 12192000"/>
              <a:gd name="connsiteY7813" fmla="*/ 3160086 h 6858000"/>
              <a:gd name="connsiteX7814" fmla="*/ 3111594 w 12192000"/>
              <a:gd name="connsiteY7814" fmla="*/ 3160086 h 6858000"/>
              <a:gd name="connsiteX7815" fmla="*/ 3111594 w 12192000"/>
              <a:gd name="connsiteY7815" fmla="*/ 3115288 h 6858000"/>
              <a:gd name="connsiteX7816" fmla="*/ 2659305 w 12192000"/>
              <a:gd name="connsiteY7816" fmla="*/ 3115288 h 6858000"/>
              <a:gd name="connsiteX7817" fmla="*/ 2649780 w 12192000"/>
              <a:gd name="connsiteY7817" fmla="*/ 3135975 h 6858000"/>
              <a:gd name="connsiteX7818" fmla="*/ 2634525 w 12192000"/>
              <a:gd name="connsiteY7818" fmla="*/ 3154505 h 6858000"/>
              <a:gd name="connsiteX7819" fmla="*/ 2617782 w 12192000"/>
              <a:gd name="connsiteY7819" fmla="*/ 3165592 h 6858000"/>
              <a:gd name="connsiteX7820" fmla="*/ 2617782 w 12192000"/>
              <a:gd name="connsiteY7820" fmla="*/ 3170504 h 6858000"/>
              <a:gd name="connsiteX7821" fmla="*/ 2639362 w 12192000"/>
              <a:gd name="connsiteY7821" fmla="*/ 3170504 h 6858000"/>
              <a:gd name="connsiteX7822" fmla="*/ 2639362 w 12192000"/>
              <a:gd name="connsiteY7822" fmla="*/ 3262182 h 6858000"/>
              <a:gd name="connsiteX7823" fmla="*/ 2642487 w 12192000"/>
              <a:gd name="connsiteY7823" fmla="*/ 3283985 h 6858000"/>
              <a:gd name="connsiteX7824" fmla="*/ 2652161 w 12192000"/>
              <a:gd name="connsiteY7824" fmla="*/ 3294850 h 6858000"/>
              <a:gd name="connsiteX7825" fmla="*/ 2665555 w 12192000"/>
              <a:gd name="connsiteY7825" fmla="*/ 3298645 h 6858000"/>
              <a:gd name="connsiteX7826" fmla="*/ 2685202 w 12192000"/>
              <a:gd name="connsiteY7826" fmla="*/ 3291278 h 6858000"/>
              <a:gd name="connsiteX7827" fmla="*/ 2699935 w 12192000"/>
              <a:gd name="connsiteY7827" fmla="*/ 3269325 h 6858000"/>
              <a:gd name="connsiteX7828" fmla="*/ 2694130 w 12192000"/>
              <a:gd name="connsiteY7828" fmla="*/ 3269325 h 6858000"/>
              <a:gd name="connsiteX7829" fmla="*/ 2686987 w 12192000"/>
              <a:gd name="connsiteY7829" fmla="*/ 3278330 h 6858000"/>
              <a:gd name="connsiteX7830" fmla="*/ 2677462 w 12192000"/>
              <a:gd name="connsiteY7830" fmla="*/ 3281381 h 6858000"/>
              <a:gd name="connsiteX7831" fmla="*/ 2667714 w 12192000"/>
              <a:gd name="connsiteY7831" fmla="*/ 3276767 h 6858000"/>
              <a:gd name="connsiteX7832" fmla="*/ 2663919 w 12192000"/>
              <a:gd name="connsiteY7832" fmla="*/ 3258907 h 6858000"/>
              <a:gd name="connsiteX7833" fmla="*/ 2663919 w 12192000"/>
              <a:gd name="connsiteY7833" fmla="*/ 3170504 h 6858000"/>
              <a:gd name="connsiteX7834" fmla="*/ 2695768 w 12192000"/>
              <a:gd name="connsiteY7834" fmla="*/ 3170504 h 6858000"/>
              <a:gd name="connsiteX7835" fmla="*/ 2695768 w 12192000"/>
              <a:gd name="connsiteY7835" fmla="*/ 3160086 h 6858000"/>
              <a:gd name="connsiteX7836" fmla="*/ 2663919 w 12192000"/>
              <a:gd name="connsiteY7836" fmla="*/ 3160086 h 6858000"/>
              <a:gd name="connsiteX7837" fmla="*/ 2663919 w 12192000"/>
              <a:gd name="connsiteY7837" fmla="*/ 3115288 h 6858000"/>
              <a:gd name="connsiteX7838" fmla="*/ 864288 w 12192000"/>
              <a:gd name="connsiteY7838" fmla="*/ 3094601 h 6858000"/>
              <a:gd name="connsiteX7839" fmla="*/ 861907 w 12192000"/>
              <a:gd name="connsiteY7839" fmla="*/ 3141929 h 6858000"/>
              <a:gd name="connsiteX7840" fmla="*/ 867562 w 12192000"/>
              <a:gd name="connsiteY7840" fmla="*/ 3141929 h 6858000"/>
              <a:gd name="connsiteX7841" fmla="*/ 874111 w 12192000"/>
              <a:gd name="connsiteY7841" fmla="*/ 3120200 h 6858000"/>
              <a:gd name="connsiteX7842" fmla="*/ 887357 w 12192000"/>
              <a:gd name="connsiteY7842" fmla="*/ 3109335 h 6858000"/>
              <a:gd name="connsiteX7843" fmla="*/ 907448 w 12192000"/>
              <a:gd name="connsiteY7843" fmla="*/ 3107252 h 6858000"/>
              <a:gd name="connsiteX7844" fmla="*/ 931708 w 12192000"/>
              <a:gd name="connsiteY7844" fmla="*/ 3107252 h 6858000"/>
              <a:gd name="connsiteX7845" fmla="*/ 931708 w 12192000"/>
              <a:gd name="connsiteY7845" fmla="*/ 3261438 h 6858000"/>
              <a:gd name="connsiteX7846" fmla="*/ 928433 w 12192000"/>
              <a:gd name="connsiteY7846" fmla="*/ 3283167 h 6858000"/>
              <a:gd name="connsiteX7847" fmla="*/ 910276 w 12192000"/>
              <a:gd name="connsiteY7847" fmla="*/ 3290906 h 6858000"/>
              <a:gd name="connsiteX7848" fmla="*/ 903133 w 12192000"/>
              <a:gd name="connsiteY7848" fmla="*/ 3290906 h 6858000"/>
              <a:gd name="connsiteX7849" fmla="*/ 903133 w 12192000"/>
              <a:gd name="connsiteY7849" fmla="*/ 3296412 h 6858000"/>
              <a:gd name="connsiteX7850" fmla="*/ 988709 w 12192000"/>
              <a:gd name="connsiteY7850" fmla="*/ 3296412 h 6858000"/>
              <a:gd name="connsiteX7851" fmla="*/ 988709 w 12192000"/>
              <a:gd name="connsiteY7851" fmla="*/ 3290906 h 6858000"/>
              <a:gd name="connsiteX7852" fmla="*/ 981714 w 12192000"/>
              <a:gd name="connsiteY7852" fmla="*/ 3290906 h 6858000"/>
              <a:gd name="connsiteX7853" fmla="*/ 964301 w 12192000"/>
              <a:gd name="connsiteY7853" fmla="*/ 3284655 h 6858000"/>
              <a:gd name="connsiteX7854" fmla="*/ 960283 w 12192000"/>
              <a:gd name="connsiteY7854" fmla="*/ 3261438 h 6858000"/>
              <a:gd name="connsiteX7855" fmla="*/ 960283 w 12192000"/>
              <a:gd name="connsiteY7855" fmla="*/ 3107252 h 6858000"/>
              <a:gd name="connsiteX7856" fmla="*/ 988709 w 12192000"/>
              <a:gd name="connsiteY7856" fmla="*/ 3107252 h 6858000"/>
              <a:gd name="connsiteX7857" fmla="*/ 1008875 w 12192000"/>
              <a:gd name="connsiteY7857" fmla="*/ 3111345 h 6858000"/>
              <a:gd name="connsiteX7858" fmla="*/ 1021153 w 12192000"/>
              <a:gd name="connsiteY7858" fmla="*/ 3124069 h 6858000"/>
              <a:gd name="connsiteX7859" fmla="*/ 1025618 w 12192000"/>
              <a:gd name="connsiteY7859" fmla="*/ 3141929 h 6858000"/>
              <a:gd name="connsiteX7860" fmla="*/ 1031274 w 12192000"/>
              <a:gd name="connsiteY7860" fmla="*/ 3141929 h 6858000"/>
              <a:gd name="connsiteX7861" fmla="*/ 1029041 w 12192000"/>
              <a:gd name="connsiteY7861" fmla="*/ 3094601 h 6858000"/>
              <a:gd name="connsiteX7862" fmla="*/ 6434179 w 12192000"/>
              <a:gd name="connsiteY7862" fmla="*/ 3085076 h 6858000"/>
              <a:gd name="connsiteX7863" fmla="*/ 6403893 w 12192000"/>
              <a:gd name="connsiteY7863" fmla="*/ 3093783 h 6858000"/>
              <a:gd name="connsiteX7864" fmla="*/ 6383875 w 12192000"/>
              <a:gd name="connsiteY7864" fmla="*/ 3116628 h 6858000"/>
              <a:gd name="connsiteX7865" fmla="*/ 6377327 w 12192000"/>
              <a:gd name="connsiteY7865" fmla="*/ 3151156 h 6858000"/>
              <a:gd name="connsiteX7866" fmla="*/ 6377327 w 12192000"/>
              <a:gd name="connsiteY7866" fmla="*/ 3160086 h 6858000"/>
              <a:gd name="connsiteX7867" fmla="*/ 6350835 w 12192000"/>
              <a:gd name="connsiteY7867" fmla="*/ 3160086 h 6858000"/>
              <a:gd name="connsiteX7868" fmla="*/ 6350835 w 12192000"/>
              <a:gd name="connsiteY7868" fmla="*/ 3170801 h 6858000"/>
              <a:gd name="connsiteX7869" fmla="*/ 6377327 w 12192000"/>
              <a:gd name="connsiteY7869" fmla="*/ 3170801 h 6858000"/>
              <a:gd name="connsiteX7870" fmla="*/ 6377327 w 12192000"/>
              <a:gd name="connsiteY7870" fmla="*/ 3260396 h 6858000"/>
              <a:gd name="connsiteX7871" fmla="*/ 6375466 w 12192000"/>
              <a:gd name="connsiteY7871" fmla="*/ 3280041 h 6858000"/>
              <a:gd name="connsiteX7872" fmla="*/ 6368695 w 12192000"/>
              <a:gd name="connsiteY7872" fmla="*/ 3288078 h 6858000"/>
              <a:gd name="connsiteX7873" fmla="*/ 6357830 w 12192000"/>
              <a:gd name="connsiteY7873" fmla="*/ 3291054 h 6858000"/>
              <a:gd name="connsiteX7874" fmla="*/ 6351728 w 12192000"/>
              <a:gd name="connsiteY7874" fmla="*/ 3291054 h 6858000"/>
              <a:gd name="connsiteX7875" fmla="*/ 6351728 w 12192000"/>
              <a:gd name="connsiteY7875" fmla="*/ 3296412 h 6858000"/>
              <a:gd name="connsiteX7876" fmla="*/ 6433137 w 12192000"/>
              <a:gd name="connsiteY7876" fmla="*/ 3296412 h 6858000"/>
              <a:gd name="connsiteX7877" fmla="*/ 6433137 w 12192000"/>
              <a:gd name="connsiteY7877" fmla="*/ 3291054 h 6858000"/>
              <a:gd name="connsiteX7878" fmla="*/ 6420785 w 12192000"/>
              <a:gd name="connsiteY7878" fmla="*/ 3291054 h 6858000"/>
              <a:gd name="connsiteX7879" fmla="*/ 6406051 w 12192000"/>
              <a:gd name="connsiteY7879" fmla="*/ 3284506 h 6858000"/>
              <a:gd name="connsiteX7880" fmla="*/ 6401883 w 12192000"/>
              <a:gd name="connsiteY7880" fmla="*/ 3260396 h 6858000"/>
              <a:gd name="connsiteX7881" fmla="*/ 6401883 w 12192000"/>
              <a:gd name="connsiteY7881" fmla="*/ 3170801 h 6858000"/>
              <a:gd name="connsiteX7882" fmla="*/ 6437007 w 12192000"/>
              <a:gd name="connsiteY7882" fmla="*/ 3170801 h 6858000"/>
              <a:gd name="connsiteX7883" fmla="*/ 6437007 w 12192000"/>
              <a:gd name="connsiteY7883" fmla="*/ 3160086 h 6858000"/>
              <a:gd name="connsiteX7884" fmla="*/ 6401883 w 12192000"/>
              <a:gd name="connsiteY7884" fmla="*/ 3160086 h 6858000"/>
              <a:gd name="connsiteX7885" fmla="*/ 6401883 w 12192000"/>
              <a:gd name="connsiteY7885" fmla="*/ 3150263 h 6858000"/>
              <a:gd name="connsiteX7886" fmla="*/ 6403967 w 12192000"/>
              <a:gd name="connsiteY7886" fmla="*/ 3110749 h 6858000"/>
              <a:gd name="connsiteX7887" fmla="*/ 6410813 w 12192000"/>
              <a:gd name="connsiteY7887" fmla="*/ 3099438 h 6858000"/>
              <a:gd name="connsiteX7888" fmla="*/ 6422422 w 12192000"/>
              <a:gd name="connsiteY7888" fmla="*/ 3095792 h 6858000"/>
              <a:gd name="connsiteX7889" fmla="*/ 6432691 w 12192000"/>
              <a:gd name="connsiteY7889" fmla="*/ 3098620 h 6858000"/>
              <a:gd name="connsiteX7890" fmla="*/ 6442811 w 12192000"/>
              <a:gd name="connsiteY7890" fmla="*/ 3109559 h 6858000"/>
              <a:gd name="connsiteX7891" fmla="*/ 6452113 w 12192000"/>
              <a:gd name="connsiteY7891" fmla="*/ 3120125 h 6858000"/>
              <a:gd name="connsiteX7892" fmla="*/ 6459331 w 12192000"/>
              <a:gd name="connsiteY7892" fmla="*/ 3122581 h 6858000"/>
              <a:gd name="connsiteX7893" fmla="*/ 6467666 w 12192000"/>
              <a:gd name="connsiteY7893" fmla="*/ 3118637 h 6858000"/>
              <a:gd name="connsiteX7894" fmla="*/ 6471535 w 12192000"/>
              <a:gd name="connsiteY7894" fmla="*/ 3110228 h 6858000"/>
              <a:gd name="connsiteX7895" fmla="*/ 6462903 w 12192000"/>
              <a:gd name="connsiteY7895" fmla="*/ 3095197 h 6858000"/>
              <a:gd name="connsiteX7896" fmla="*/ 6434179 w 12192000"/>
              <a:gd name="connsiteY7896" fmla="*/ 3085076 h 6858000"/>
              <a:gd name="connsiteX7897" fmla="*/ 11015704 w 12192000"/>
              <a:gd name="connsiteY7897" fmla="*/ 3084779 h 6858000"/>
              <a:gd name="connsiteX7898" fmla="*/ 10975074 w 12192000"/>
              <a:gd name="connsiteY7898" fmla="*/ 3101448 h 6858000"/>
              <a:gd name="connsiteX7899" fmla="*/ 10977009 w 12192000"/>
              <a:gd name="connsiteY7899" fmla="*/ 3106656 h 6858000"/>
              <a:gd name="connsiteX7900" fmla="*/ 10987278 w 12192000"/>
              <a:gd name="connsiteY7900" fmla="*/ 3104275 h 6858000"/>
              <a:gd name="connsiteX7901" fmla="*/ 10993231 w 12192000"/>
              <a:gd name="connsiteY7901" fmla="*/ 3106210 h 6858000"/>
              <a:gd name="connsiteX7902" fmla="*/ 10996728 w 12192000"/>
              <a:gd name="connsiteY7902" fmla="*/ 3113503 h 6858000"/>
              <a:gd name="connsiteX7903" fmla="*/ 10997845 w 12192000"/>
              <a:gd name="connsiteY7903" fmla="*/ 3142226 h 6858000"/>
              <a:gd name="connsiteX7904" fmla="*/ 10997845 w 12192000"/>
              <a:gd name="connsiteY7904" fmla="*/ 3167378 h 6858000"/>
              <a:gd name="connsiteX7905" fmla="*/ 10968079 w 12192000"/>
              <a:gd name="connsiteY7905" fmla="*/ 3155918 h 6858000"/>
              <a:gd name="connsiteX7906" fmla="*/ 10920603 w 12192000"/>
              <a:gd name="connsiteY7906" fmla="*/ 3180252 h 6858000"/>
              <a:gd name="connsiteX7907" fmla="*/ 10902148 w 12192000"/>
              <a:gd name="connsiteY7907" fmla="*/ 3233905 h 6858000"/>
              <a:gd name="connsiteX7908" fmla="*/ 10918817 w 12192000"/>
              <a:gd name="connsiteY7908" fmla="*/ 3281902 h 6858000"/>
              <a:gd name="connsiteX7909" fmla="*/ 10957810 w 12192000"/>
              <a:gd name="connsiteY7909" fmla="*/ 3300579 h 6858000"/>
              <a:gd name="connsiteX7910" fmla="*/ 10978348 w 12192000"/>
              <a:gd name="connsiteY7910" fmla="*/ 3296040 h 6858000"/>
              <a:gd name="connsiteX7911" fmla="*/ 10997845 w 12192000"/>
              <a:gd name="connsiteY7911" fmla="*/ 3281083 h 6858000"/>
              <a:gd name="connsiteX7912" fmla="*/ 10997845 w 12192000"/>
              <a:gd name="connsiteY7912" fmla="*/ 3300579 h 6858000"/>
              <a:gd name="connsiteX7913" fmla="*/ 11004691 w 12192000"/>
              <a:gd name="connsiteY7913" fmla="*/ 3300579 h 6858000"/>
              <a:gd name="connsiteX7914" fmla="*/ 11045172 w 12192000"/>
              <a:gd name="connsiteY7914" fmla="*/ 3283762 h 6858000"/>
              <a:gd name="connsiteX7915" fmla="*/ 11043535 w 12192000"/>
              <a:gd name="connsiteY7915" fmla="*/ 3278553 h 6858000"/>
              <a:gd name="connsiteX7916" fmla="*/ 11032819 w 12192000"/>
              <a:gd name="connsiteY7916" fmla="*/ 3281083 h 6858000"/>
              <a:gd name="connsiteX7917" fmla="*/ 11027089 w 12192000"/>
              <a:gd name="connsiteY7917" fmla="*/ 3278999 h 6858000"/>
              <a:gd name="connsiteX7918" fmla="*/ 11023517 w 12192000"/>
              <a:gd name="connsiteY7918" fmla="*/ 3271632 h 6858000"/>
              <a:gd name="connsiteX7919" fmla="*/ 11022401 w 12192000"/>
              <a:gd name="connsiteY7919" fmla="*/ 3242388 h 6858000"/>
              <a:gd name="connsiteX7920" fmla="*/ 11022401 w 12192000"/>
              <a:gd name="connsiteY7920" fmla="*/ 3084779 h 6858000"/>
              <a:gd name="connsiteX7921" fmla="*/ 10158454 w 12192000"/>
              <a:gd name="connsiteY7921" fmla="*/ 3084779 h 6858000"/>
              <a:gd name="connsiteX7922" fmla="*/ 10117824 w 12192000"/>
              <a:gd name="connsiteY7922" fmla="*/ 3101448 h 6858000"/>
              <a:gd name="connsiteX7923" fmla="*/ 10119759 w 12192000"/>
              <a:gd name="connsiteY7923" fmla="*/ 3106656 h 6858000"/>
              <a:gd name="connsiteX7924" fmla="*/ 10130028 w 12192000"/>
              <a:gd name="connsiteY7924" fmla="*/ 3104275 h 6858000"/>
              <a:gd name="connsiteX7925" fmla="*/ 10135981 w 12192000"/>
              <a:gd name="connsiteY7925" fmla="*/ 3106210 h 6858000"/>
              <a:gd name="connsiteX7926" fmla="*/ 10139478 w 12192000"/>
              <a:gd name="connsiteY7926" fmla="*/ 3113503 h 6858000"/>
              <a:gd name="connsiteX7927" fmla="*/ 10140595 w 12192000"/>
              <a:gd name="connsiteY7927" fmla="*/ 3142226 h 6858000"/>
              <a:gd name="connsiteX7928" fmla="*/ 10140595 w 12192000"/>
              <a:gd name="connsiteY7928" fmla="*/ 3167378 h 6858000"/>
              <a:gd name="connsiteX7929" fmla="*/ 10110829 w 12192000"/>
              <a:gd name="connsiteY7929" fmla="*/ 3155918 h 6858000"/>
              <a:gd name="connsiteX7930" fmla="*/ 10063353 w 12192000"/>
              <a:gd name="connsiteY7930" fmla="*/ 3180252 h 6858000"/>
              <a:gd name="connsiteX7931" fmla="*/ 10044898 w 12192000"/>
              <a:gd name="connsiteY7931" fmla="*/ 3233905 h 6858000"/>
              <a:gd name="connsiteX7932" fmla="*/ 10061567 w 12192000"/>
              <a:gd name="connsiteY7932" fmla="*/ 3281902 h 6858000"/>
              <a:gd name="connsiteX7933" fmla="*/ 10100560 w 12192000"/>
              <a:gd name="connsiteY7933" fmla="*/ 3300579 h 6858000"/>
              <a:gd name="connsiteX7934" fmla="*/ 10121098 w 12192000"/>
              <a:gd name="connsiteY7934" fmla="*/ 3296040 h 6858000"/>
              <a:gd name="connsiteX7935" fmla="*/ 10140595 w 12192000"/>
              <a:gd name="connsiteY7935" fmla="*/ 3281083 h 6858000"/>
              <a:gd name="connsiteX7936" fmla="*/ 10140595 w 12192000"/>
              <a:gd name="connsiteY7936" fmla="*/ 3300579 h 6858000"/>
              <a:gd name="connsiteX7937" fmla="*/ 10147441 w 12192000"/>
              <a:gd name="connsiteY7937" fmla="*/ 3300579 h 6858000"/>
              <a:gd name="connsiteX7938" fmla="*/ 10187922 w 12192000"/>
              <a:gd name="connsiteY7938" fmla="*/ 3283762 h 6858000"/>
              <a:gd name="connsiteX7939" fmla="*/ 10186285 w 12192000"/>
              <a:gd name="connsiteY7939" fmla="*/ 3278553 h 6858000"/>
              <a:gd name="connsiteX7940" fmla="*/ 10175569 w 12192000"/>
              <a:gd name="connsiteY7940" fmla="*/ 3281083 h 6858000"/>
              <a:gd name="connsiteX7941" fmla="*/ 10169839 w 12192000"/>
              <a:gd name="connsiteY7941" fmla="*/ 3278999 h 6858000"/>
              <a:gd name="connsiteX7942" fmla="*/ 10166267 w 12192000"/>
              <a:gd name="connsiteY7942" fmla="*/ 3271632 h 6858000"/>
              <a:gd name="connsiteX7943" fmla="*/ 10165151 w 12192000"/>
              <a:gd name="connsiteY7943" fmla="*/ 3242388 h 6858000"/>
              <a:gd name="connsiteX7944" fmla="*/ 10165151 w 12192000"/>
              <a:gd name="connsiteY7944" fmla="*/ 3084779 h 6858000"/>
              <a:gd name="connsiteX7945" fmla="*/ 9122461 w 12192000"/>
              <a:gd name="connsiteY7945" fmla="*/ 3084779 h 6858000"/>
              <a:gd name="connsiteX7946" fmla="*/ 9081831 w 12192000"/>
              <a:gd name="connsiteY7946" fmla="*/ 3101448 h 6858000"/>
              <a:gd name="connsiteX7947" fmla="*/ 9084361 w 12192000"/>
              <a:gd name="connsiteY7947" fmla="*/ 3106656 h 6858000"/>
              <a:gd name="connsiteX7948" fmla="*/ 9094184 w 12192000"/>
              <a:gd name="connsiteY7948" fmla="*/ 3104275 h 6858000"/>
              <a:gd name="connsiteX7949" fmla="*/ 9100063 w 12192000"/>
              <a:gd name="connsiteY7949" fmla="*/ 3106210 h 6858000"/>
              <a:gd name="connsiteX7950" fmla="*/ 9103411 w 12192000"/>
              <a:gd name="connsiteY7950" fmla="*/ 3113428 h 6858000"/>
              <a:gd name="connsiteX7951" fmla="*/ 9104453 w 12192000"/>
              <a:gd name="connsiteY7951" fmla="*/ 3141780 h 6858000"/>
              <a:gd name="connsiteX7952" fmla="*/ 9104453 w 12192000"/>
              <a:gd name="connsiteY7952" fmla="*/ 3265605 h 6858000"/>
              <a:gd name="connsiteX7953" fmla="*/ 9102518 w 12192000"/>
              <a:gd name="connsiteY7953" fmla="*/ 3282720 h 6858000"/>
              <a:gd name="connsiteX7954" fmla="*/ 9097161 w 12192000"/>
              <a:gd name="connsiteY7954" fmla="*/ 3289120 h 6858000"/>
              <a:gd name="connsiteX7955" fmla="*/ 9084361 w 12192000"/>
              <a:gd name="connsiteY7955" fmla="*/ 3291054 h 6858000"/>
              <a:gd name="connsiteX7956" fmla="*/ 9084361 w 12192000"/>
              <a:gd name="connsiteY7956" fmla="*/ 3296412 h 6858000"/>
              <a:gd name="connsiteX7957" fmla="*/ 9151185 w 12192000"/>
              <a:gd name="connsiteY7957" fmla="*/ 3296412 h 6858000"/>
              <a:gd name="connsiteX7958" fmla="*/ 9151185 w 12192000"/>
              <a:gd name="connsiteY7958" fmla="*/ 3291054 h 6858000"/>
              <a:gd name="connsiteX7959" fmla="*/ 9136749 w 12192000"/>
              <a:gd name="connsiteY7959" fmla="*/ 3288896 h 6858000"/>
              <a:gd name="connsiteX7960" fmla="*/ 9131019 w 12192000"/>
              <a:gd name="connsiteY7960" fmla="*/ 3282571 h 6858000"/>
              <a:gd name="connsiteX7961" fmla="*/ 9129159 w 12192000"/>
              <a:gd name="connsiteY7961" fmla="*/ 3265605 h 6858000"/>
              <a:gd name="connsiteX7962" fmla="*/ 9129159 w 12192000"/>
              <a:gd name="connsiteY7962" fmla="*/ 3084779 h 6858000"/>
              <a:gd name="connsiteX7963" fmla="*/ 8839242 w 12192000"/>
              <a:gd name="connsiteY7963" fmla="*/ 3084779 h 6858000"/>
              <a:gd name="connsiteX7964" fmla="*/ 8798462 w 12192000"/>
              <a:gd name="connsiteY7964" fmla="*/ 3101448 h 6858000"/>
              <a:gd name="connsiteX7965" fmla="*/ 8800546 w 12192000"/>
              <a:gd name="connsiteY7965" fmla="*/ 3106656 h 6858000"/>
              <a:gd name="connsiteX7966" fmla="*/ 8810666 w 12192000"/>
              <a:gd name="connsiteY7966" fmla="*/ 3104275 h 6858000"/>
              <a:gd name="connsiteX7967" fmla="*/ 8816843 w 12192000"/>
              <a:gd name="connsiteY7967" fmla="*/ 3106210 h 6858000"/>
              <a:gd name="connsiteX7968" fmla="*/ 8820266 w 12192000"/>
              <a:gd name="connsiteY7968" fmla="*/ 3113503 h 6858000"/>
              <a:gd name="connsiteX7969" fmla="*/ 8821382 w 12192000"/>
              <a:gd name="connsiteY7969" fmla="*/ 3142226 h 6858000"/>
              <a:gd name="connsiteX7970" fmla="*/ 8821382 w 12192000"/>
              <a:gd name="connsiteY7970" fmla="*/ 3265605 h 6858000"/>
              <a:gd name="connsiteX7971" fmla="*/ 8819596 w 12192000"/>
              <a:gd name="connsiteY7971" fmla="*/ 3282571 h 6858000"/>
              <a:gd name="connsiteX7972" fmla="*/ 8814834 w 12192000"/>
              <a:gd name="connsiteY7972" fmla="*/ 3288227 h 6858000"/>
              <a:gd name="connsiteX7973" fmla="*/ 8800546 w 12192000"/>
              <a:gd name="connsiteY7973" fmla="*/ 3291054 h 6858000"/>
              <a:gd name="connsiteX7974" fmla="*/ 8800546 w 12192000"/>
              <a:gd name="connsiteY7974" fmla="*/ 3296412 h 6858000"/>
              <a:gd name="connsiteX7975" fmla="*/ 8868114 w 12192000"/>
              <a:gd name="connsiteY7975" fmla="*/ 3296412 h 6858000"/>
              <a:gd name="connsiteX7976" fmla="*/ 8868114 w 12192000"/>
              <a:gd name="connsiteY7976" fmla="*/ 3291054 h 6858000"/>
              <a:gd name="connsiteX7977" fmla="*/ 8853454 w 12192000"/>
              <a:gd name="connsiteY7977" fmla="*/ 3288748 h 6858000"/>
              <a:gd name="connsiteX7978" fmla="*/ 8847650 w 12192000"/>
              <a:gd name="connsiteY7978" fmla="*/ 3283018 h 6858000"/>
              <a:gd name="connsiteX7979" fmla="*/ 8846088 w 12192000"/>
              <a:gd name="connsiteY7979" fmla="*/ 3265605 h 6858000"/>
              <a:gd name="connsiteX7980" fmla="*/ 8846088 w 12192000"/>
              <a:gd name="connsiteY7980" fmla="*/ 3193572 h 6858000"/>
              <a:gd name="connsiteX7981" fmla="*/ 8864989 w 12192000"/>
              <a:gd name="connsiteY7981" fmla="*/ 3177945 h 6858000"/>
              <a:gd name="connsiteX7982" fmla="*/ 8880169 w 12192000"/>
              <a:gd name="connsiteY7982" fmla="*/ 3174075 h 6858000"/>
              <a:gd name="connsiteX7983" fmla="*/ 8892373 w 12192000"/>
              <a:gd name="connsiteY7983" fmla="*/ 3177573 h 6858000"/>
              <a:gd name="connsiteX7984" fmla="*/ 8899740 w 12192000"/>
              <a:gd name="connsiteY7984" fmla="*/ 3188065 h 6858000"/>
              <a:gd name="connsiteX7985" fmla="*/ 8902047 w 12192000"/>
              <a:gd name="connsiteY7985" fmla="*/ 3217384 h 6858000"/>
              <a:gd name="connsiteX7986" fmla="*/ 8902047 w 12192000"/>
              <a:gd name="connsiteY7986" fmla="*/ 3265605 h 6858000"/>
              <a:gd name="connsiteX7987" fmla="*/ 8901600 w 12192000"/>
              <a:gd name="connsiteY7987" fmla="*/ 3279595 h 6858000"/>
              <a:gd name="connsiteX7988" fmla="*/ 8896391 w 12192000"/>
              <a:gd name="connsiteY7988" fmla="*/ 3288152 h 6858000"/>
              <a:gd name="connsiteX7989" fmla="*/ 8883146 w 12192000"/>
              <a:gd name="connsiteY7989" fmla="*/ 3291054 h 6858000"/>
              <a:gd name="connsiteX7990" fmla="*/ 8880020 w 12192000"/>
              <a:gd name="connsiteY7990" fmla="*/ 3291054 h 6858000"/>
              <a:gd name="connsiteX7991" fmla="*/ 8880020 w 12192000"/>
              <a:gd name="connsiteY7991" fmla="*/ 3296412 h 6858000"/>
              <a:gd name="connsiteX7992" fmla="*/ 8946993 w 12192000"/>
              <a:gd name="connsiteY7992" fmla="*/ 3296412 h 6858000"/>
              <a:gd name="connsiteX7993" fmla="*/ 8946993 w 12192000"/>
              <a:gd name="connsiteY7993" fmla="*/ 3291054 h 6858000"/>
              <a:gd name="connsiteX7994" fmla="*/ 8933896 w 12192000"/>
              <a:gd name="connsiteY7994" fmla="*/ 3288971 h 6858000"/>
              <a:gd name="connsiteX7995" fmla="*/ 8928836 w 12192000"/>
              <a:gd name="connsiteY7995" fmla="*/ 3283315 h 6858000"/>
              <a:gd name="connsiteX7996" fmla="*/ 8926752 w 12192000"/>
              <a:gd name="connsiteY7996" fmla="*/ 3265605 h 6858000"/>
              <a:gd name="connsiteX7997" fmla="*/ 8926752 w 12192000"/>
              <a:gd name="connsiteY7997" fmla="*/ 3217384 h 6858000"/>
              <a:gd name="connsiteX7998" fmla="*/ 8923925 w 12192000"/>
              <a:gd name="connsiteY7998" fmla="*/ 3182559 h 6858000"/>
              <a:gd name="connsiteX7999" fmla="*/ 8911572 w 12192000"/>
              <a:gd name="connsiteY7999" fmla="*/ 3162467 h 6858000"/>
              <a:gd name="connsiteX8000" fmla="*/ 8891629 w 12192000"/>
              <a:gd name="connsiteY8000" fmla="*/ 3156067 h 6858000"/>
              <a:gd name="connsiteX8001" fmla="*/ 8872281 w 12192000"/>
              <a:gd name="connsiteY8001" fmla="*/ 3161202 h 6858000"/>
              <a:gd name="connsiteX8002" fmla="*/ 8846088 w 12192000"/>
              <a:gd name="connsiteY8002" fmla="*/ 3184493 h 6858000"/>
              <a:gd name="connsiteX8003" fmla="*/ 8846088 w 12192000"/>
              <a:gd name="connsiteY8003" fmla="*/ 3084779 h 6858000"/>
              <a:gd name="connsiteX8004" fmla="*/ 7448592 w 12192000"/>
              <a:gd name="connsiteY8004" fmla="*/ 3084779 h 6858000"/>
              <a:gd name="connsiteX8005" fmla="*/ 7407813 w 12192000"/>
              <a:gd name="connsiteY8005" fmla="*/ 3101448 h 6858000"/>
              <a:gd name="connsiteX8006" fmla="*/ 7409896 w 12192000"/>
              <a:gd name="connsiteY8006" fmla="*/ 3106656 h 6858000"/>
              <a:gd name="connsiteX8007" fmla="*/ 7420017 w 12192000"/>
              <a:gd name="connsiteY8007" fmla="*/ 3104275 h 6858000"/>
              <a:gd name="connsiteX8008" fmla="*/ 7426193 w 12192000"/>
              <a:gd name="connsiteY8008" fmla="*/ 3106210 h 6858000"/>
              <a:gd name="connsiteX8009" fmla="*/ 7429616 w 12192000"/>
              <a:gd name="connsiteY8009" fmla="*/ 3113503 h 6858000"/>
              <a:gd name="connsiteX8010" fmla="*/ 7430732 w 12192000"/>
              <a:gd name="connsiteY8010" fmla="*/ 3142226 h 6858000"/>
              <a:gd name="connsiteX8011" fmla="*/ 7430732 w 12192000"/>
              <a:gd name="connsiteY8011" fmla="*/ 3265605 h 6858000"/>
              <a:gd name="connsiteX8012" fmla="*/ 7428946 w 12192000"/>
              <a:gd name="connsiteY8012" fmla="*/ 3282571 h 6858000"/>
              <a:gd name="connsiteX8013" fmla="*/ 7424184 w 12192000"/>
              <a:gd name="connsiteY8013" fmla="*/ 3288227 h 6858000"/>
              <a:gd name="connsiteX8014" fmla="*/ 7409896 w 12192000"/>
              <a:gd name="connsiteY8014" fmla="*/ 3291054 h 6858000"/>
              <a:gd name="connsiteX8015" fmla="*/ 7409896 w 12192000"/>
              <a:gd name="connsiteY8015" fmla="*/ 3296412 h 6858000"/>
              <a:gd name="connsiteX8016" fmla="*/ 7477464 w 12192000"/>
              <a:gd name="connsiteY8016" fmla="*/ 3296412 h 6858000"/>
              <a:gd name="connsiteX8017" fmla="*/ 7477464 w 12192000"/>
              <a:gd name="connsiteY8017" fmla="*/ 3291054 h 6858000"/>
              <a:gd name="connsiteX8018" fmla="*/ 7462805 w 12192000"/>
              <a:gd name="connsiteY8018" fmla="*/ 3288748 h 6858000"/>
              <a:gd name="connsiteX8019" fmla="*/ 7457000 w 12192000"/>
              <a:gd name="connsiteY8019" fmla="*/ 3283018 h 6858000"/>
              <a:gd name="connsiteX8020" fmla="*/ 7455438 w 12192000"/>
              <a:gd name="connsiteY8020" fmla="*/ 3265605 h 6858000"/>
              <a:gd name="connsiteX8021" fmla="*/ 7455438 w 12192000"/>
              <a:gd name="connsiteY8021" fmla="*/ 3193572 h 6858000"/>
              <a:gd name="connsiteX8022" fmla="*/ 7474339 w 12192000"/>
              <a:gd name="connsiteY8022" fmla="*/ 3177945 h 6858000"/>
              <a:gd name="connsiteX8023" fmla="*/ 7489519 w 12192000"/>
              <a:gd name="connsiteY8023" fmla="*/ 3174075 h 6858000"/>
              <a:gd name="connsiteX8024" fmla="*/ 7501723 w 12192000"/>
              <a:gd name="connsiteY8024" fmla="*/ 3177573 h 6858000"/>
              <a:gd name="connsiteX8025" fmla="*/ 7509090 w 12192000"/>
              <a:gd name="connsiteY8025" fmla="*/ 3188065 h 6858000"/>
              <a:gd name="connsiteX8026" fmla="*/ 7511397 w 12192000"/>
              <a:gd name="connsiteY8026" fmla="*/ 3217384 h 6858000"/>
              <a:gd name="connsiteX8027" fmla="*/ 7511397 w 12192000"/>
              <a:gd name="connsiteY8027" fmla="*/ 3265605 h 6858000"/>
              <a:gd name="connsiteX8028" fmla="*/ 7510951 w 12192000"/>
              <a:gd name="connsiteY8028" fmla="*/ 3279595 h 6858000"/>
              <a:gd name="connsiteX8029" fmla="*/ 7505742 w 12192000"/>
              <a:gd name="connsiteY8029" fmla="*/ 3288152 h 6858000"/>
              <a:gd name="connsiteX8030" fmla="*/ 7492496 w 12192000"/>
              <a:gd name="connsiteY8030" fmla="*/ 3291054 h 6858000"/>
              <a:gd name="connsiteX8031" fmla="*/ 7489371 w 12192000"/>
              <a:gd name="connsiteY8031" fmla="*/ 3291054 h 6858000"/>
              <a:gd name="connsiteX8032" fmla="*/ 7489371 w 12192000"/>
              <a:gd name="connsiteY8032" fmla="*/ 3296412 h 6858000"/>
              <a:gd name="connsiteX8033" fmla="*/ 7556343 w 12192000"/>
              <a:gd name="connsiteY8033" fmla="*/ 3296412 h 6858000"/>
              <a:gd name="connsiteX8034" fmla="*/ 7556343 w 12192000"/>
              <a:gd name="connsiteY8034" fmla="*/ 3291054 h 6858000"/>
              <a:gd name="connsiteX8035" fmla="*/ 7543246 w 12192000"/>
              <a:gd name="connsiteY8035" fmla="*/ 3288971 h 6858000"/>
              <a:gd name="connsiteX8036" fmla="*/ 7538186 w 12192000"/>
              <a:gd name="connsiteY8036" fmla="*/ 3283315 h 6858000"/>
              <a:gd name="connsiteX8037" fmla="*/ 7536103 w 12192000"/>
              <a:gd name="connsiteY8037" fmla="*/ 3265605 h 6858000"/>
              <a:gd name="connsiteX8038" fmla="*/ 7536103 w 12192000"/>
              <a:gd name="connsiteY8038" fmla="*/ 3217384 h 6858000"/>
              <a:gd name="connsiteX8039" fmla="*/ 7533275 w 12192000"/>
              <a:gd name="connsiteY8039" fmla="*/ 3182559 h 6858000"/>
              <a:gd name="connsiteX8040" fmla="*/ 7520922 w 12192000"/>
              <a:gd name="connsiteY8040" fmla="*/ 3162467 h 6858000"/>
              <a:gd name="connsiteX8041" fmla="*/ 7500979 w 12192000"/>
              <a:gd name="connsiteY8041" fmla="*/ 3156067 h 6858000"/>
              <a:gd name="connsiteX8042" fmla="*/ 7481632 w 12192000"/>
              <a:gd name="connsiteY8042" fmla="*/ 3161202 h 6858000"/>
              <a:gd name="connsiteX8043" fmla="*/ 7455438 w 12192000"/>
              <a:gd name="connsiteY8043" fmla="*/ 3184493 h 6858000"/>
              <a:gd name="connsiteX8044" fmla="*/ 7455438 w 12192000"/>
              <a:gd name="connsiteY8044" fmla="*/ 3084779 h 6858000"/>
              <a:gd name="connsiteX8045" fmla="*/ 7050030 w 12192000"/>
              <a:gd name="connsiteY8045" fmla="*/ 3084779 h 6858000"/>
              <a:gd name="connsiteX8046" fmla="*/ 7039240 w 12192000"/>
              <a:gd name="connsiteY8046" fmla="*/ 3089169 h 6858000"/>
              <a:gd name="connsiteX8047" fmla="*/ 7034850 w 12192000"/>
              <a:gd name="connsiteY8047" fmla="*/ 3099810 h 6858000"/>
              <a:gd name="connsiteX8048" fmla="*/ 7039314 w 12192000"/>
              <a:gd name="connsiteY8048" fmla="*/ 3110526 h 6858000"/>
              <a:gd name="connsiteX8049" fmla="*/ 7050030 w 12192000"/>
              <a:gd name="connsiteY8049" fmla="*/ 3114991 h 6858000"/>
              <a:gd name="connsiteX8050" fmla="*/ 7060671 w 12192000"/>
              <a:gd name="connsiteY8050" fmla="*/ 3110526 h 6858000"/>
              <a:gd name="connsiteX8051" fmla="*/ 7065062 w 12192000"/>
              <a:gd name="connsiteY8051" fmla="*/ 3099810 h 6858000"/>
              <a:gd name="connsiteX8052" fmla="*/ 7060671 w 12192000"/>
              <a:gd name="connsiteY8052" fmla="*/ 3089169 h 6858000"/>
              <a:gd name="connsiteX8053" fmla="*/ 7050030 w 12192000"/>
              <a:gd name="connsiteY8053" fmla="*/ 3084779 h 6858000"/>
              <a:gd name="connsiteX8054" fmla="*/ 5564131 w 12192000"/>
              <a:gd name="connsiteY8054" fmla="*/ 3084779 h 6858000"/>
              <a:gd name="connsiteX8055" fmla="*/ 5553340 w 12192000"/>
              <a:gd name="connsiteY8055" fmla="*/ 3089169 h 6858000"/>
              <a:gd name="connsiteX8056" fmla="*/ 5548950 w 12192000"/>
              <a:gd name="connsiteY8056" fmla="*/ 3099810 h 6858000"/>
              <a:gd name="connsiteX8057" fmla="*/ 5553415 w 12192000"/>
              <a:gd name="connsiteY8057" fmla="*/ 3110526 h 6858000"/>
              <a:gd name="connsiteX8058" fmla="*/ 5564131 w 12192000"/>
              <a:gd name="connsiteY8058" fmla="*/ 3114991 h 6858000"/>
              <a:gd name="connsiteX8059" fmla="*/ 5574772 w 12192000"/>
              <a:gd name="connsiteY8059" fmla="*/ 3110526 h 6858000"/>
              <a:gd name="connsiteX8060" fmla="*/ 5579162 w 12192000"/>
              <a:gd name="connsiteY8060" fmla="*/ 3099810 h 6858000"/>
              <a:gd name="connsiteX8061" fmla="*/ 5574772 w 12192000"/>
              <a:gd name="connsiteY8061" fmla="*/ 3089169 h 6858000"/>
              <a:gd name="connsiteX8062" fmla="*/ 5564131 w 12192000"/>
              <a:gd name="connsiteY8062" fmla="*/ 3084779 h 6858000"/>
              <a:gd name="connsiteX8063" fmla="*/ 4200567 w 12192000"/>
              <a:gd name="connsiteY8063" fmla="*/ 3084779 h 6858000"/>
              <a:gd name="connsiteX8064" fmla="*/ 4159790 w 12192000"/>
              <a:gd name="connsiteY8064" fmla="*/ 3101448 h 6858000"/>
              <a:gd name="connsiteX8065" fmla="*/ 4161874 w 12192000"/>
              <a:gd name="connsiteY8065" fmla="*/ 3106656 h 6858000"/>
              <a:gd name="connsiteX8066" fmla="*/ 4171994 w 12192000"/>
              <a:gd name="connsiteY8066" fmla="*/ 3104275 h 6858000"/>
              <a:gd name="connsiteX8067" fmla="*/ 4178171 w 12192000"/>
              <a:gd name="connsiteY8067" fmla="*/ 3106210 h 6858000"/>
              <a:gd name="connsiteX8068" fmla="*/ 4181594 w 12192000"/>
              <a:gd name="connsiteY8068" fmla="*/ 3113503 h 6858000"/>
              <a:gd name="connsiteX8069" fmla="*/ 4182710 w 12192000"/>
              <a:gd name="connsiteY8069" fmla="*/ 3142226 h 6858000"/>
              <a:gd name="connsiteX8070" fmla="*/ 4182710 w 12192000"/>
              <a:gd name="connsiteY8070" fmla="*/ 3265605 h 6858000"/>
              <a:gd name="connsiteX8071" fmla="*/ 4180924 w 12192000"/>
              <a:gd name="connsiteY8071" fmla="*/ 3282571 h 6858000"/>
              <a:gd name="connsiteX8072" fmla="*/ 4176161 w 12192000"/>
              <a:gd name="connsiteY8072" fmla="*/ 3288227 h 6858000"/>
              <a:gd name="connsiteX8073" fmla="*/ 4161874 w 12192000"/>
              <a:gd name="connsiteY8073" fmla="*/ 3291054 h 6858000"/>
              <a:gd name="connsiteX8074" fmla="*/ 4161874 w 12192000"/>
              <a:gd name="connsiteY8074" fmla="*/ 3296412 h 6858000"/>
              <a:gd name="connsiteX8075" fmla="*/ 4229440 w 12192000"/>
              <a:gd name="connsiteY8075" fmla="*/ 3296412 h 6858000"/>
              <a:gd name="connsiteX8076" fmla="*/ 4229440 w 12192000"/>
              <a:gd name="connsiteY8076" fmla="*/ 3291054 h 6858000"/>
              <a:gd name="connsiteX8077" fmla="*/ 4214781 w 12192000"/>
              <a:gd name="connsiteY8077" fmla="*/ 3288748 h 6858000"/>
              <a:gd name="connsiteX8078" fmla="*/ 4208976 w 12192000"/>
              <a:gd name="connsiteY8078" fmla="*/ 3283018 h 6858000"/>
              <a:gd name="connsiteX8079" fmla="*/ 4207414 w 12192000"/>
              <a:gd name="connsiteY8079" fmla="*/ 3265605 h 6858000"/>
              <a:gd name="connsiteX8080" fmla="*/ 4207414 w 12192000"/>
              <a:gd name="connsiteY8080" fmla="*/ 3193572 h 6858000"/>
              <a:gd name="connsiteX8081" fmla="*/ 4226314 w 12192000"/>
              <a:gd name="connsiteY8081" fmla="*/ 3177945 h 6858000"/>
              <a:gd name="connsiteX8082" fmla="*/ 4241495 w 12192000"/>
              <a:gd name="connsiteY8082" fmla="*/ 3174075 h 6858000"/>
              <a:gd name="connsiteX8083" fmla="*/ 4253698 w 12192000"/>
              <a:gd name="connsiteY8083" fmla="*/ 3177573 h 6858000"/>
              <a:gd name="connsiteX8084" fmla="*/ 4261065 w 12192000"/>
              <a:gd name="connsiteY8084" fmla="*/ 3188065 h 6858000"/>
              <a:gd name="connsiteX8085" fmla="*/ 4263373 w 12192000"/>
              <a:gd name="connsiteY8085" fmla="*/ 3217384 h 6858000"/>
              <a:gd name="connsiteX8086" fmla="*/ 4263373 w 12192000"/>
              <a:gd name="connsiteY8086" fmla="*/ 3265605 h 6858000"/>
              <a:gd name="connsiteX8087" fmla="*/ 4262926 w 12192000"/>
              <a:gd name="connsiteY8087" fmla="*/ 3279595 h 6858000"/>
              <a:gd name="connsiteX8088" fmla="*/ 4257717 w 12192000"/>
              <a:gd name="connsiteY8088" fmla="*/ 3288152 h 6858000"/>
              <a:gd name="connsiteX8089" fmla="*/ 4244472 w 12192000"/>
              <a:gd name="connsiteY8089" fmla="*/ 3291054 h 6858000"/>
              <a:gd name="connsiteX8090" fmla="*/ 4241346 w 12192000"/>
              <a:gd name="connsiteY8090" fmla="*/ 3291054 h 6858000"/>
              <a:gd name="connsiteX8091" fmla="*/ 4241346 w 12192000"/>
              <a:gd name="connsiteY8091" fmla="*/ 3296412 h 6858000"/>
              <a:gd name="connsiteX8092" fmla="*/ 4308319 w 12192000"/>
              <a:gd name="connsiteY8092" fmla="*/ 3296412 h 6858000"/>
              <a:gd name="connsiteX8093" fmla="*/ 4308319 w 12192000"/>
              <a:gd name="connsiteY8093" fmla="*/ 3291054 h 6858000"/>
              <a:gd name="connsiteX8094" fmla="*/ 4295223 w 12192000"/>
              <a:gd name="connsiteY8094" fmla="*/ 3288971 h 6858000"/>
              <a:gd name="connsiteX8095" fmla="*/ 4290162 w 12192000"/>
              <a:gd name="connsiteY8095" fmla="*/ 3283315 h 6858000"/>
              <a:gd name="connsiteX8096" fmla="*/ 4288079 w 12192000"/>
              <a:gd name="connsiteY8096" fmla="*/ 3265605 h 6858000"/>
              <a:gd name="connsiteX8097" fmla="*/ 4288079 w 12192000"/>
              <a:gd name="connsiteY8097" fmla="*/ 3217384 h 6858000"/>
              <a:gd name="connsiteX8098" fmla="*/ 4285250 w 12192000"/>
              <a:gd name="connsiteY8098" fmla="*/ 3182559 h 6858000"/>
              <a:gd name="connsiteX8099" fmla="*/ 4272898 w 12192000"/>
              <a:gd name="connsiteY8099" fmla="*/ 3162467 h 6858000"/>
              <a:gd name="connsiteX8100" fmla="*/ 4252954 w 12192000"/>
              <a:gd name="connsiteY8100" fmla="*/ 3156067 h 6858000"/>
              <a:gd name="connsiteX8101" fmla="*/ 4233608 w 12192000"/>
              <a:gd name="connsiteY8101" fmla="*/ 3161202 h 6858000"/>
              <a:gd name="connsiteX8102" fmla="*/ 4207414 w 12192000"/>
              <a:gd name="connsiteY8102" fmla="*/ 3184493 h 6858000"/>
              <a:gd name="connsiteX8103" fmla="*/ 4207414 w 12192000"/>
              <a:gd name="connsiteY8103" fmla="*/ 3084779 h 6858000"/>
              <a:gd name="connsiteX8104" fmla="*/ 3524294 w 12192000"/>
              <a:gd name="connsiteY8104" fmla="*/ 3084779 h 6858000"/>
              <a:gd name="connsiteX8105" fmla="*/ 3483516 w 12192000"/>
              <a:gd name="connsiteY8105" fmla="*/ 3101448 h 6858000"/>
              <a:gd name="connsiteX8106" fmla="*/ 3485598 w 12192000"/>
              <a:gd name="connsiteY8106" fmla="*/ 3106656 h 6858000"/>
              <a:gd name="connsiteX8107" fmla="*/ 3495719 w 12192000"/>
              <a:gd name="connsiteY8107" fmla="*/ 3104275 h 6858000"/>
              <a:gd name="connsiteX8108" fmla="*/ 3501896 w 12192000"/>
              <a:gd name="connsiteY8108" fmla="*/ 3106210 h 6858000"/>
              <a:gd name="connsiteX8109" fmla="*/ 3505319 w 12192000"/>
              <a:gd name="connsiteY8109" fmla="*/ 3113503 h 6858000"/>
              <a:gd name="connsiteX8110" fmla="*/ 3506435 w 12192000"/>
              <a:gd name="connsiteY8110" fmla="*/ 3142226 h 6858000"/>
              <a:gd name="connsiteX8111" fmla="*/ 3506435 w 12192000"/>
              <a:gd name="connsiteY8111" fmla="*/ 3265605 h 6858000"/>
              <a:gd name="connsiteX8112" fmla="*/ 3504648 w 12192000"/>
              <a:gd name="connsiteY8112" fmla="*/ 3282571 h 6858000"/>
              <a:gd name="connsiteX8113" fmla="*/ 3499886 w 12192000"/>
              <a:gd name="connsiteY8113" fmla="*/ 3288227 h 6858000"/>
              <a:gd name="connsiteX8114" fmla="*/ 3485598 w 12192000"/>
              <a:gd name="connsiteY8114" fmla="*/ 3291054 h 6858000"/>
              <a:gd name="connsiteX8115" fmla="*/ 3485598 w 12192000"/>
              <a:gd name="connsiteY8115" fmla="*/ 3296412 h 6858000"/>
              <a:gd name="connsiteX8116" fmla="*/ 3553167 w 12192000"/>
              <a:gd name="connsiteY8116" fmla="*/ 3296412 h 6858000"/>
              <a:gd name="connsiteX8117" fmla="*/ 3553167 w 12192000"/>
              <a:gd name="connsiteY8117" fmla="*/ 3291054 h 6858000"/>
              <a:gd name="connsiteX8118" fmla="*/ 3538507 w 12192000"/>
              <a:gd name="connsiteY8118" fmla="*/ 3288748 h 6858000"/>
              <a:gd name="connsiteX8119" fmla="*/ 3532703 w 12192000"/>
              <a:gd name="connsiteY8119" fmla="*/ 3283018 h 6858000"/>
              <a:gd name="connsiteX8120" fmla="*/ 3531141 w 12192000"/>
              <a:gd name="connsiteY8120" fmla="*/ 3265605 h 6858000"/>
              <a:gd name="connsiteX8121" fmla="*/ 3531141 w 12192000"/>
              <a:gd name="connsiteY8121" fmla="*/ 3193572 h 6858000"/>
              <a:gd name="connsiteX8122" fmla="*/ 3550041 w 12192000"/>
              <a:gd name="connsiteY8122" fmla="*/ 3177945 h 6858000"/>
              <a:gd name="connsiteX8123" fmla="*/ 3565222 w 12192000"/>
              <a:gd name="connsiteY8123" fmla="*/ 3174075 h 6858000"/>
              <a:gd name="connsiteX8124" fmla="*/ 3577426 w 12192000"/>
              <a:gd name="connsiteY8124" fmla="*/ 3177573 h 6858000"/>
              <a:gd name="connsiteX8125" fmla="*/ 3584793 w 12192000"/>
              <a:gd name="connsiteY8125" fmla="*/ 3188065 h 6858000"/>
              <a:gd name="connsiteX8126" fmla="*/ 3587100 w 12192000"/>
              <a:gd name="connsiteY8126" fmla="*/ 3217384 h 6858000"/>
              <a:gd name="connsiteX8127" fmla="*/ 3587100 w 12192000"/>
              <a:gd name="connsiteY8127" fmla="*/ 3265605 h 6858000"/>
              <a:gd name="connsiteX8128" fmla="*/ 3586653 w 12192000"/>
              <a:gd name="connsiteY8128" fmla="*/ 3279595 h 6858000"/>
              <a:gd name="connsiteX8129" fmla="*/ 3581445 w 12192000"/>
              <a:gd name="connsiteY8129" fmla="*/ 3288152 h 6858000"/>
              <a:gd name="connsiteX8130" fmla="*/ 3568199 w 12192000"/>
              <a:gd name="connsiteY8130" fmla="*/ 3291054 h 6858000"/>
              <a:gd name="connsiteX8131" fmla="*/ 3565073 w 12192000"/>
              <a:gd name="connsiteY8131" fmla="*/ 3291054 h 6858000"/>
              <a:gd name="connsiteX8132" fmla="*/ 3565073 w 12192000"/>
              <a:gd name="connsiteY8132" fmla="*/ 3296412 h 6858000"/>
              <a:gd name="connsiteX8133" fmla="*/ 3632046 w 12192000"/>
              <a:gd name="connsiteY8133" fmla="*/ 3296412 h 6858000"/>
              <a:gd name="connsiteX8134" fmla="*/ 3632046 w 12192000"/>
              <a:gd name="connsiteY8134" fmla="*/ 3291054 h 6858000"/>
              <a:gd name="connsiteX8135" fmla="*/ 3618949 w 12192000"/>
              <a:gd name="connsiteY8135" fmla="*/ 3288971 h 6858000"/>
              <a:gd name="connsiteX8136" fmla="*/ 3613889 w 12192000"/>
              <a:gd name="connsiteY8136" fmla="*/ 3283315 h 6858000"/>
              <a:gd name="connsiteX8137" fmla="*/ 3611806 w 12192000"/>
              <a:gd name="connsiteY8137" fmla="*/ 3265605 h 6858000"/>
              <a:gd name="connsiteX8138" fmla="*/ 3611806 w 12192000"/>
              <a:gd name="connsiteY8138" fmla="*/ 3217384 h 6858000"/>
              <a:gd name="connsiteX8139" fmla="*/ 3608978 w 12192000"/>
              <a:gd name="connsiteY8139" fmla="*/ 3182559 h 6858000"/>
              <a:gd name="connsiteX8140" fmla="*/ 3596625 w 12192000"/>
              <a:gd name="connsiteY8140" fmla="*/ 3162467 h 6858000"/>
              <a:gd name="connsiteX8141" fmla="*/ 3576682 w 12192000"/>
              <a:gd name="connsiteY8141" fmla="*/ 3156067 h 6858000"/>
              <a:gd name="connsiteX8142" fmla="*/ 3557334 w 12192000"/>
              <a:gd name="connsiteY8142" fmla="*/ 3161202 h 6858000"/>
              <a:gd name="connsiteX8143" fmla="*/ 3531141 w 12192000"/>
              <a:gd name="connsiteY8143" fmla="*/ 3184493 h 6858000"/>
              <a:gd name="connsiteX8144" fmla="*/ 3531141 w 12192000"/>
              <a:gd name="connsiteY8144" fmla="*/ 3084779 h 6858000"/>
              <a:gd name="connsiteX8145" fmla="*/ 2830458 w 12192000"/>
              <a:gd name="connsiteY8145" fmla="*/ 3084779 h 6858000"/>
              <a:gd name="connsiteX8146" fmla="*/ 2819667 w 12192000"/>
              <a:gd name="connsiteY8146" fmla="*/ 3089169 h 6858000"/>
              <a:gd name="connsiteX8147" fmla="*/ 2815277 w 12192000"/>
              <a:gd name="connsiteY8147" fmla="*/ 3099810 h 6858000"/>
              <a:gd name="connsiteX8148" fmla="*/ 2819742 w 12192000"/>
              <a:gd name="connsiteY8148" fmla="*/ 3110526 h 6858000"/>
              <a:gd name="connsiteX8149" fmla="*/ 2830458 w 12192000"/>
              <a:gd name="connsiteY8149" fmla="*/ 3114991 h 6858000"/>
              <a:gd name="connsiteX8150" fmla="*/ 2841098 w 12192000"/>
              <a:gd name="connsiteY8150" fmla="*/ 3110526 h 6858000"/>
              <a:gd name="connsiteX8151" fmla="*/ 2845489 w 12192000"/>
              <a:gd name="connsiteY8151" fmla="*/ 3099810 h 6858000"/>
              <a:gd name="connsiteX8152" fmla="*/ 2841098 w 12192000"/>
              <a:gd name="connsiteY8152" fmla="*/ 3089169 h 6858000"/>
              <a:gd name="connsiteX8153" fmla="*/ 2830458 w 12192000"/>
              <a:gd name="connsiteY8153" fmla="*/ 3084779 h 6858000"/>
              <a:gd name="connsiteX8154" fmla="*/ 2430407 w 12192000"/>
              <a:gd name="connsiteY8154" fmla="*/ 3084779 h 6858000"/>
              <a:gd name="connsiteX8155" fmla="*/ 2419616 w 12192000"/>
              <a:gd name="connsiteY8155" fmla="*/ 3089169 h 6858000"/>
              <a:gd name="connsiteX8156" fmla="*/ 2415227 w 12192000"/>
              <a:gd name="connsiteY8156" fmla="*/ 3099810 h 6858000"/>
              <a:gd name="connsiteX8157" fmla="*/ 2419692 w 12192000"/>
              <a:gd name="connsiteY8157" fmla="*/ 3110526 h 6858000"/>
              <a:gd name="connsiteX8158" fmla="*/ 2430407 w 12192000"/>
              <a:gd name="connsiteY8158" fmla="*/ 3114991 h 6858000"/>
              <a:gd name="connsiteX8159" fmla="*/ 2441048 w 12192000"/>
              <a:gd name="connsiteY8159" fmla="*/ 3110526 h 6858000"/>
              <a:gd name="connsiteX8160" fmla="*/ 2445439 w 12192000"/>
              <a:gd name="connsiteY8160" fmla="*/ 3099810 h 6858000"/>
              <a:gd name="connsiteX8161" fmla="*/ 2441048 w 12192000"/>
              <a:gd name="connsiteY8161" fmla="*/ 3089169 h 6858000"/>
              <a:gd name="connsiteX8162" fmla="*/ 2430407 w 12192000"/>
              <a:gd name="connsiteY8162" fmla="*/ 3084779 h 6858000"/>
              <a:gd name="connsiteX8163" fmla="*/ 1801757 w 12192000"/>
              <a:gd name="connsiteY8163" fmla="*/ 3084779 h 6858000"/>
              <a:gd name="connsiteX8164" fmla="*/ 1790967 w 12192000"/>
              <a:gd name="connsiteY8164" fmla="*/ 3089169 h 6858000"/>
              <a:gd name="connsiteX8165" fmla="*/ 1786576 w 12192000"/>
              <a:gd name="connsiteY8165" fmla="*/ 3099810 h 6858000"/>
              <a:gd name="connsiteX8166" fmla="*/ 1791041 w 12192000"/>
              <a:gd name="connsiteY8166" fmla="*/ 3110526 h 6858000"/>
              <a:gd name="connsiteX8167" fmla="*/ 1801757 w 12192000"/>
              <a:gd name="connsiteY8167" fmla="*/ 3114991 h 6858000"/>
              <a:gd name="connsiteX8168" fmla="*/ 1812398 w 12192000"/>
              <a:gd name="connsiteY8168" fmla="*/ 3110526 h 6858000"/>
              <a:gd name="connsiteX8169" fmla="*/ 1816788 w 12192000"/>
              <a:gd name="connsiteY8169" fmla="*/ 3099810 h 6858000"/>
              <a:gd name="connsiteX8170" fmla="*/ 1812398 w 12192000"/>
              <a:gd name="connsiteY8170" fmla="*/ 3089169 h 6858000"/>
              <a:gd name="connsiteX8171" fmla="*/ 1801757 w 12192000"/>
              <a:gd name="connsiteY8171" fmla="*/ 3084779 h 6858000"/>
              <a:gd name="connsiteX8172" fmla="*/ 1076368 w 12192000"/>
              <a:gd name="connsiteY8172" fmla="*/ 3084779 h 6858000"/>
              <a:gd name="connsiteX8173" fmla="*/ 1035590 w 12192000"/>
              <a:gd name="connsiteY8173" fmla="*/ 3101448 h 6858000"/>
              <a:gd name="connsiteX8174" fmla="*/ 1037673 w 12192000"/>
              <a:gd name="connsiteY8174" fmla="*/ 3106656 h 6858000"/>
              <a:gd name="connsiteX8175" fmla="*/ 1047793 w 12192000"/>
              <a:gd name="connsiteY8175" fmla="*/ 3104275 h 6858000"/>
              <a:gd name="connsiteX8176" fmla="*/ 1053970 w 12192000"/>
              <a:gd name="connsiteY8176" fmla="*/ 3106210 h 6858000"/>
              <a:gd name="connsiteX8177" fmla="*/ 1057393 w 12192000"/>
              <a:gd name="connsiteY8177" fmla="*/ 3113503 h 6858000"/>
              <a:gd name="connsiteX8178" fmla="*/ 1058509 w 12192000"/>
              <a:gd name="connsiteY8178" fmla="*/ 3142226 h 6858000"/>
              <a:gd name="connsiteX8179" fmla="*/ 1058509 w 12192000"/>
              <a:gd name="connsiteY8179" fmla="*/ 3265605 h 6858000"/>
              <a:gd name="connsiteX8180" fmla="*/ 1056723 w 12192000"/>
              <a:gd name="connsiteY8180" fmla="*/ 3282571 h 6858000"/>
              <a:gd name="connsiteX8181" fmla="*/ 1051961 w 12192000"/>
              <a:gd name="connsiteY8181" fmla="*/ 3288227 h 6858000"/>
              <a:gd name="connsiteX8182" fmla="*/ 1037673 w 12192000"/>
              <a:gd name="connsiteY8182" fmla="*/ 3291054 h 6858000"/>
              <a:gd name="connsiteX8183" fmla="*/ 1037673 w 12192000"/>
              <a:gd name="connsiteY8183" fmla="*/ 3296412 h 6858000"/>
              <a:gd name="connsiteX8184" fmla="*/ 1105241 w 12192000"/>
              <a:gd name="connsiteY8184" fmla="*/ 3296412 h 6858000"/>
              <a:gd name="connsiteX8185" fmla="*/ 1105241 w 12192000"/>
              <a:gd name="connsiteY8185" fmla="*/ 3291054 h 6858000"/>
              <a:gd name="connsiteX8186" fmla="*/ 1090582 w 12192000"/>
              <a:gd name="connsiteY8186" fmla="*/ 3288748 h 6858000"/>
              <a:gd name="connsiteX8187" fmla="*/ 1084777 w 12192000"/>
              <a:gd name="connsiteY8187" fmla="*/ 3283018 h 6858000"/>
              <a:gd name="connsiteX8188" fmla="*/ 1083214 w 12192000"/>
              <a:gd name="connsiteY8188" fmla="*/ 3265605 h 6858000"/>
              <a:gd name="connsiteX8189" fmla="*/ 1083214 w 12192000"/>
              <a:gd name="connsiteY8189" fmla="*/ 3193572 h 6858000"/>
              <a:gd name="connsiteX8190" fmla="*/ 1102116 w 12192000"/>
              <a:gd name="connsiteY8190" fmla="*/ 3177945 h 6858000"/>
              <a:gd name="connsiteX8191" fmla="*/ 1117296 w 12192000"/>
              <a:gd name="connsiteY8191" fmla="*/ 3174075 h 6858000"/>
              <a:gd name="connsiteX8192" fmla="*/ 1129500 w 12192000"/>
              <a:gd name="connsiteY8192" fmla="*/ 3177573 h 6858000"/>
              <a:gd name="connsiteX8193" fmla="*/ 1136867 w 12192000"/>
              <a:gd name="connsiteY8193" fmla="*/ 3188065 h 6858000"/>
              <a:gd name="connsiteX8194" fmla="*/ 1139174 w 12192000"/>
              <a:gd name="connsiteY8194" fmla="*/ 3217384 h 6858000"/>
              <a:gd name="connsiteX8195" fmla="*/ 1139174 w 12192000"/>
              <a:gd name="connsiteY8195" fmla="*/ 3265605 h 6858000"/>
              <a:gd name="connsiteX8196" fmla="*/ 1138727 w 12192000"/>
              <a:gd name="connsiteY8196" fmla="*/ 3279595 h 6858000"/>
              <a:gd name="connsiteX8197" fmla="*/ 1133518 w 12192000"/>
              <a:gd name="connsiteY8197" fmla="*/ 3288152 h 6858000"/>
              <a:gd name="connsiteX8198" fmla="*/ 1120273 w 12192000"/>
              <a:gd name="connsiteY8198" fmla="*/ 3291054 h 6858000"/>
              <a:gd name="connsiteX8199" fmla="*/ 1117147 w 12192000"/>
              <a:gd name="connsiteY8199" fmla="*/ 3291054 h 6858000"/>
              <a:gd name="connsiteX8200" fmla="*/ 1117147 w 12192000"/>
              <a:gd name="connsiteY8200" fmla="*/ 3296412 h 6858000"/>
              <a:gd name="connsiteX8201" fmla="*/ 1184120 w 12192000"/>
              <a:gd name="connsiteY8201" fmla="*/ 3296412 h 6858000"/>
              <a:gd name="connsiteX8202" fmla="*/ 1184120 w 12192000"/>
              <a:gd name="connsiteY8202" fmla="*/ 3291054 h 6858000"/>
              <a:gd name="connsiteX8203" fmla="*/ 1171023 w 12192000"/>
              <a:gd name="connsiteY8203" fmla="*/ 3288971 h 6858000"/>
              <a:gd name="connsiteX8204" fmla="*/ 1165963 w 12192000"/>
              <a:gd name="connsiteY8204" fmla="*/ 3283315 h 6858000"/>
              <a:gd name="connsiteX8205" fmla="*/ 1163880 w 12192000"/>
              <a:gd name="connsiteY8205" fmla="*/ 3265605 h 6858000"/>
              <a:gd name="connsiteX8206" fmla="*/ 1163880 w 12192000"/>
              <a:gd name="connsiteY8206" fmla="*/ 3217384 h 6858000"/>
              <a:gd name="connsiteX8207" fmla="*/ 1161052 w 12192000"/>
              <a:gd name="connsiteY8207" fmla="*/ 3182559 h 6858000"/>
              <a:gd name="connsiteX8208" fmla="*/ 1148699 w 12192000"/>
              <a:gd name="connsiteY8208" fmla="*/ 3162467 h 6858000"/>
              <a:gd name="connsiteX8209" fmla="*/ 1128756 w 12192000"/>
              <a:gd name="connsiteY8209" fmla="*/ 3156067 h 6858000"/>
              <a:gd name="connsiteX8210" fmla="*/ 1109408 w 12192000"/>
              <a:gd name="connsiteY8210" fmla="*/ 3161202 h 6858000"/>
              <a:gd name="connsiteX8211" fmla="*/ 1083214 w 12192000"/>
              <a:gd name="connsiteY8211" fmla="*/ 3184493 h 6858000"/>
              <a:gd name="connsiteX8212" fmla="*/ 1083214 w 12192000"/>
              <a:gd name="connsiteY8212" fmla="*/ 3084779 h 6858000"/>
              <a:gd name="connsiteX8213" fmla="*/ 702810 w 12192000"/>
              <a:gd name="connsiteY8213" fmla="*/ 3076147 h 6858000"/>
              <a:gd name="connsiteX8214" fmla="*/ 658162 w 12192000"/>
              <a:gd name="connsiteY8214" fmla="*/ 3120795 h 6858000"/>
              <a:gd name="connsiteX8215" fmla="*/ 702810 w 12192000"/>
              <a:gd name="connsiteY8215" fmla="*/ 3165592 h 6858000"/>
              <a:gd name="connsiteX8216" fmla="*/ 747607 w 12192000"/>
              <a:gd name="connsiteY8216" fmla="*/ 3120795 h 6858000"/>
              <a:gd name="connsiteX8217" fmla="*/ 10491978 w 12192000"/>
              <a:gd name="connsiteY8217" fmla="*/ 2534114 h 6858000"/>
              <a:gd name="connsiteX8218" fmla="*/ 10480295 w 12192000"/>
              <a:gd name="connsiteY8218" fmla="*/ 2538877 h 6858000"/>
              <a:gd name="connsiteX8219" fmla="*/ 10475458 w 12192000"/>
              <a:gd name="connsiteY8219" fmla="*/ 2550634 h 6858000"/>
              <a:gd name="connsiteX8220" fmla="*/ 10480295 w 12192000"/>
              <a:gd name="connsiteY8220" fmla="*/ 2562317 h 6858000"/>
              <a:gd name="connsiteX8221" fmla="*/ 10491978 w 12192000"/>
              <a:gd name="connsiteY8221" fmla="*/ 2567155 h 6858000"/>
              <a:gd name="connsiteX8222" fmla="*/ 10503661 w 12192000"/>
              <a:gd name="connsiteY8222" fmla="*/ 2562317 h 6858000"/>
              <a:gd name="connsiteX8223" fmla="*/ 10508498 w 12192000"/>
              <a:gd name="connsiteY8223" fmla="*/ 2550634 h 6858000"/>
              <a:gd name="connsiteX8224" fmla="*/ 10503735 w 12192000"/>
              <a:gd name="connsiteY8224" fmla="*/ 2538952 h 6858000"/>
              <a:gd name="connsiteX8225" fmla="*/ 10491978 w 12192000"/>
              <a:gd name="connsiteY8225" fmla="*/ 2534114 h 6858000"/>
              <a:gd name="connsiteX8226" fmla="*/ 6378220 w 12192000"/>
              <a:gd name="connsiteY8226" fmla="*/ 2481727 h 6858000"/>
              <a:gd name="connsiteX8227" fmla="*/ 6378220 w 12192000"/>
              <a:gd name="connsiteY8227" fmla="*/ 2533668 h 6858000"/>
              <a:gd name="connsiteX8228" fmla="*/ 6348454 w 12192000"/>
              <a:gd name="connsiteY8228" fmla="*/ 2548551 h 6858000"/>
              <a:gd name="connsiteX8229" fmla="*/ 6333720 w 12192000"/>
              <a:gd name="connsiteY8229" fmla="*/ 2541481 h 6858000"/>
              <a:gd name="connsiteX8230" fmla="*/ 6327321 w 12192000"/>
              <a:gd name="connsiteY8230" fmla="*/ 2523697 h 6858000"/>
              <a:gd name="connsiteX8231" fmla="*/ 6332381 w 12192000"/>
              <a:gd name="connsiteY8231" fmla="*/ 2508070 h 6858000"/>
              <a:gd name="connsiteX8232" fmla="*/ 6349198 w 12192000"/>
              <a:gd name="connsiteY8232" fmla="*/ 2494377 h 6858000"/>
              <a:gd name="connsiteX8233" fmla="*/ 6378220 w 12192000"/>
              <a:gd name="connsiteY8233" fmla="*/ 2481727 h 6858000"/>
              <a:gd name="connsiteX8234" fmla="*/ 3320697 w 12192000"/>
              <a:gd name="connsiteY8234" fmla="*/ 2481727 h 6858000"/>
              <a:gd name="connsiteX8235" fmla="*/ 3320697 w 12192000"/>
              <a:gd name="connsiteY8235" fmla="*/ 2533668 h 6858000"/>
              <a:gd name="connsiteX8236" fmla="*/ 3290931 w 12192000"/>
              <a:gd name="connsiteY8236" fmla="*/ 2548551 h 6858000"/>
              <a:gd name="connsiteX8237" fmla="*/ 3276198 w 12192000"/>
              <a:gd name="connsiteY8237" fmla="*/ 2541481 h 6858000"/>
              <a:gd name="connsiteX8238" fmla="*/ 3269799 w 12192000"/>
              <a:gd name="connsiteY8238" fmla="*/ 2523697 h 6858000"/>
              <a:gd name="connsiteX8239" fmla="*/ 3274858 w 12192000"/>
              <a:gd name="connsiteY8239" fmla="*/ 2508070 h 6858000"/>
              <a:gd name="connsiteX8240" fmla="*/ 3291676 w 12192000"/>
              <a:gd name="connsiteY8240" fmla="*/ 2494377 h 6858000"/>
              <a:gd name="connsiteX8241" fmla="*/ 3320697 w 12192000"/>
              <a:gd name="connsiteY8241" fmla="*/ 2481727 h 6858000"/>
              <a:gd name="connsiteX8242" fmla="*/ 1930047 w 12192000"/>
              <a:gd name="connsiteY8242" fmla="*/ 2481727 h 6858000"/>
              <a:gd name="connsiteX8243" fmla="*/ 1930047 w 12192000"/>
              <a:gd name="connsiteY8243" fmla="*/ 2533668 h 6858000"/>
              <a:gd name="connsiteX8244" fmla="*/ 1900281 w 12192000"/>
              <a:gd name="connsiteY8244" fmla="*/ 2548551 h 6858000"/>
              <a:gd name="connsiteX8245" fmla="*/ 1885547 w 12192000"/>
              <a:gd name="connsiteY8245" fmla="*/ 2541481 h 6858000"/>
              <a:gd name="connsiteX8246" fmla="*/ 1879148 w 12192000"/>
              <a:gd name="connsiteY8246" fmla="*/ 2523697 h 6858000"/>
              <a:gd name="connsiteX8247" fmla="*/ 1884208 w 12192000"/>
              <a:gd name="connsiteY8247" fmla="*/ 2508070 h 6858000"/>
              <a:gd name="connsiteX8248" fmla="*/ 1901025 w 12192000"/>
              <a:gd name="connsiteY8248" fmla="*/ 2494377 h 6858000"/>
              <a:gd name="connsiteX8249" fmla="*/ 1930047 w 12192000"/>
              <a:gd name="connsiteY8249" fmla="*/ 2481727 h 6858000"/>
              <a:gd name="connsiteX8250" fmla="*/ 1710972 w 12192000"/>
              <a:gd name="connsiteY8250" fmla="*/ 2481727 h 6858000"/>
              <a:gd name="connsiteX8251" fmla="*/ 1710972 w 12192000"/>
              <a:gd name="connsiteY8251" fmla="*/ 2533668 h 6858000"/>
              <a:gd name="connsiteX8252" fmla="*/ 1681206 w 12192000"/>
              <a:gd name="connsiteY8252" fmla="*/ 2548551 h 6858000"/>
              <a:gd name="connsiteX8253" fmla="*/ 1666472 w 12192000"/>
              <a:gd name="connsiteY8253" fmla="*/ 2541481 h 6858000"/>
              <a:gd name="connsiteX8254" fmla="*/ 1660073 w 12192000"/>
              <a:gd name="connsiteY8254" fmla="*/ 2523697 h 6858000"/>
              <a:gd name="connsiteX8255" fmla="*/ 1665133 w 12192000"/>
              <a:gd name="connsiteY8255" fmla="*/ 2508070 h 6858000"/>
              <a:gd name="connsiteX8256" fmla="*/ 1681950 w 12192000"/>
              <a:gd name="connsiteY8256" fmla="*/ 2494377 h 6858000"/>
              <a:gd name="connsiteX8257" fmla="*/ 1710972 w 12192000"/>
              <a:gd name="connsiteY8257" fmla="*/ 2481727 h 6858000"/>
              <a:gd name="connsiteX8258" fmla="*/ 702810 w 12192000"/>
              <a:gd name="connsiteY8258" fmla="*/ 2473690 h 6858000"/>
              <a:gd name="connsiteX8259" fmla="*/ 658162 w 12192000"/>
              <a:gd name="connsiteY8259" fmla="*/ 2518339 h 6858000"/>
              <a:gd name="connsiteX8260" fmla="*/ 702810 w 12192000"/>
              <a:gd name="connsiteY8260" fmla="*/ 2562987 h 6858000"/>
              <a:gd name="connsiteX8261" fmla="*/ 747458 w 12192000"/>
              <a:gd name="connsiteY8261" fmla="*/ 2518339 h 6858000"/>
              <a:gd name="connsiteX8262" fmla="*/ 3445118 w 12192000"/>
              <a:gd name="connsiteY8262" fmla="*/ 2443776 h 6858000"/>
              <a:gd name="connsiteX8263" fmla="*/ 3471684 w 12192000"/>
              <a:gd name="connsiteY8263" fmla="*/ 2457840 h 6858000"/>
              <a:gd name="connsiteX8264" fmla="*/ 3483367 w 12192000"/>
              <a:gd name="connsiteY8264" fmla="*/ 2498098 h 6858000"/>
              <a:gd name="connsiteX8265" fmla="*/ 3471684 w 12192000"/>
              <a:gd name="connsiteY8265" fmla="*/ 2541407 h 6858000"/>
              <a:gd name="connsiteX8266" fmla="*/ 3446458 w 12192000"/>
              <a:gd name="connsiteY8266" fmla="*/ 2556290 h 6858000"/>
              <a:gd name="connsiteX8267" fmla="*/ 3429862 w 12192000"/>
              <a:gd name="connsiteY8267" fmla="*/ 2552495 h 6858000"/>
              <a:gd name="connsiteX8268" fmla="*/ 3414162 w 12192000"/>
              <a:gd name="connsiteY8268" fmla="*/ 2541258 h 6858000"/>
              <a:gd name="connsiteX8269" fmla="*/ 3414162 w 12192000"/>
              <a:gd name="connsiteY8269" fmla="*/ 2459700 h 6858000"/>
              <a:gd name="connsiteX8270" fmla="*/ 3429342 w 12192000"/>
              <a:gd name="connsiteY8270" fmla="*/ 2447794 h 6858000"/>
              <a:gd name="connsiteX8271" fmla="*/ 3445118 w 12192000"/>
              <a:gd name="connsiteY8271" fmla="*/ 2443776 h 6858000"/>
              <a:gd name="connsiteX8272" fmla="*/ 8024259 w 12192000"/>
              <a:gd name="connsiteY8272" fmla="*/ 2433060 h 6858000"/>
              <a:gd name="connsiteX8273" fmla="*/ 8039663 w 12192000"/>
              <a:gd name="connsiteY8273" fmla="*/ 2437823 h 6858000"/>
              <a:gd name="connsiteX8274" fmla="*/ 8050750 w 12192000"/>
              <a:gd name="connsiteY8274" fmla="*/ 2450920 h 6858000"/>
              <a:gd name="connsiteX8275" fmla="*/ 8053876 w 12192000"/>
              <a:gd name="connsiteY8275" fmla="*/ 2469374 h 6858000"/>
              <a:gd name="connsiteX8276" fmla="*/ 7990773 w 12192000"/>
              <a:gd name="connsiteY8276" fmla="*/ 2469374 h 6858000"/>
              <a:gd name="connsiteX8277" fmla="*/ 8002158 w 12192000"/>
              <a:gd name="connsiteY8277" fmla="*/ 2442660 h 6858000"/>
              <a:gd name="connsiteX8278" fmla="*/ 8024259 w 12192000"/>
              <a:gd name="connsiteY8278" fmla="*/ 2433060 h 6858000"/>
              <a:gd name="connsiteX8279" fmla="*/ 7662309 w 12192000"/>
              <a:gd name="connsiteY8279" fmla="*/ 2433060 h 6858000"/>
              <a:gd name="connsiteX8280" fmla="*/ 7677713 w 12192000"/>
              <a:gd name="connsiteY8280" fmla="*/ 2437823 h 6858000"/>
              <a:gd name="connsiteX8281" fmla="*/ 7688800 w 12192000"/>
              <a:gd name="connsiteY8281" fmla="*/ 2450920 h 6858000"/>
              <a:gd name="connsiteX8282" fmla="*/ 7691926 w 12192000"/>
              <a:gd name="connsiteY8282" fmla="*/ 2469374 h 6858000"/>
              <a:gd name="connsiteX8283" fmla="*/ 7628823 w 12192000"/>
              <a:gd name="connsiteY8283" fmla="*/ 2469374 h 6858000"/>
              <a:gd name="connsiteX8284" fmla="*/ 7640208 w 12192000"/>
              <a:gd name="connsiteY8284" fmla="*/ 2442660 h 6858000"/>
              <a:gd name="connsiteX8285" fmla="*/ 7662309 w 12192000"/>
              <a:gd name="connsiteY8285" fmla="*/ 2433060 h 6858000"/>
              <a:gd name="connsiteX8286" fmla="*/ 7100334 w 12192000"/>
              <a:gd name="connsiteY8286" fmla="*/ 2433060 h 6858000"/>
              <a:gd name="connsiteX8287" fmla="*/ 7115738 w 12192000"/>
              <a:gd name="connsiteY8287" fmla="*/ 2437823 h 6858000"/>
              <a:gd name="connsiteX8288" fmla="*/ 7126825 w 12192000"/>
              <a:gd name="connsiteY8288" fmla="*/ 2450920 h 6858000"/>
              <a:gd name="connsiteX8289" fmla="*/ 7129951 w 12192000"/>
              <a:gd name="connsiteY8289" fmla="*/ 2469374 h 6858000"/>
              <a:gd name="connsiteX8290" fmla="*/ 7066848 w 12192000"/>
              <a:gd name="connsiteY8290" fmla="*/ 2469374 h 6858000"/>
              <a:gd name="connsiteX8291" fmla="*/ 7078233 w 12192000"/>
              <a:gd name="connsiteY8291" fmla="*/ 2442660 h 6858000"/>
              <a:gd name="connsiteX8292" fmla="*/ 7100334 w 12192000"/>
              <a:gd name="connsiteY8292" fmla="*/ 2433060 h 6858000"/>
              <a:gd name="connsiteX8293" fmla="*/ 6014484 w 12192000"/>
              <a:gd name="connsiteY8293" fmla="*/ 2433060 h 6858000"/>
              <a:gd name="connsiteX8294" fmla="*/ 6029888 w 12192000"/>
              <a:gd name="connsiteY8294" fmla="*/ 2437823 h 6858000"/>
              <a:gd name="connsiteX8295" fmla="*/ 6040975 w 12192000"/>
              <a:gd name="connsiteY8295" fmla="*/ 2450920 h 6858000"/>
              <a:gd name="connsiteX8296" fmla="*/ 6044101 w 12192000"/>
              <a:gd name="connsiteY8296" fmla="*/ 2469374 h 6858000"/>
              <a:gd name="connsiteX8297" fmla="*/ 5980998 w 12192000"/>
              <a:gd name="connsiteY8297" fmla="*/ 2469374 h 6858000"/>
              <a:gd name="connsiteX8298" fmla="*/ 5992383 w 12192000"/>
              <a:gd name="connsiteY8298" fmla="*/ 2442660 h 6858000"/>
              <a:gd name="connsiteX8299" fmla="*/ 6014484 w 12192000"/>
              <a:gd name="connsiteY8299" fmla="*/ 2433060 h 6858000"/>
              <a:gd name="connsiteX8300" fmla="*/ 4709559 w 12192000"/>
              <a:gd name="connsiteY8300" fmla="*/ 2433060 h 6858000"/>
              <a:gd name="connsiteX8301" fmla="*/ 4724963 w 12192000"/>
              <a:gd name="connsiteY8301" fmla="*/ 2437823 h 6858000"/>
              <a:gd name="connsiteX8302" fmla="*/ 4736051 w 12192000"/>
              <a:gd name="connsiteY8302" fmla="*/ 2450920 h 6858000"/>
              <a:gd name="connsiteX8303" fmla="*/ 4739176 w 12192000"/>
              <a:gd name="connsiteY8303" fmla="*/ 2469374 h 6858000"/>
              <a:gd name="connsiteX8304" fmla="*/ 4676073 w 12192000"/>
              <a:gd name="connsiteY8304" fmla="*/ 2469374 h 6858000"/>
              <a:gd name="connsiteX8305" fmla="*/ 4687458 w 12192000"/>
              <a:gd name="connsiteY8305" fmla="*/ 2442660 h 6858000"/>
              <a:gd name="connsiteX8306" fmla="*/ 4709559 w 12192000"/>
              <a:gd name="connsiteY8306" fmla="*/ 2433060 h 6858000"/>
              <a:gd name="connsiteX8307" fmla="*/ 4471434 w 12192000"/>
              <a:gd name="connsiteY8307" fmla="*/ 2433060 h 6858000"/>
              <a:gd name="connsiteX8308" fmla="*/ 4486839 w 12192000"/>
              <a:gd name="connsiteY8308" fmla="*/ 2437823 h 6858000"/>
              <a:gd name="connsiteX8309" fmla="*/ 4497926 w 12192000"/>
              <a:gd name="connsiteY8309" fmla="*/ 2450920 h 6858000"/>
              <a:gd name="connsiteX8310" fmla="*/ 4501051 w 12192000"/>
              <a:gd name="connsiteY8310" fmla="*/ 2469374 h 6858000"/>
              <a:gd name="connsiteX8311" fmla="*/ 4437948 w 12192000"/>
              <a:gd name="connsiteY8311" fmla="*/ 2469374 h 6858000"/>
              <a:gd name="connsiteX8312" fmla="*/ 4449333 w 12192000"/>
              <a:gd name="connsiteY8312" fmla="*/ 2442660 h 6858000"/>
              <a:gd name="connsiteX8313" fmla="*/ 4471434 w 12192000"/>
              <a:gd name="connsiteY8313" fmla="*/ 2433060 h 6858000"/>
              <a:gd name="connsiteX8314" fmla="*/ 2147337 w 12192000"/>
              <a:gd name="connsiteY8314" fmla="*/ 2433060 h 6858000"/>
              <a:gd name="connsiteX8315" fmla="*/ 2162740 w 12192000"/>
              <a:gd name="connsiteY8315" fmla="*/ 2437823 h 6858000"/>
              <a:gd name="connsiteX8316" fmla="*/ 2173828 w 12192000"/>
              <a:gd name="connsiteY8316" fmla="*/ 2450920 h 6858000"/>
              <a:gd name="connsiteX8317" fmla="*/ 2176954 w 12192000"/>
              <a:gd name="connsiteY8317" fmla="*/ 2469374 h 6858000"/>
              <a:gd name="connsiteX8318" fmla="*/ 2113850 w 12192000"/>
              <a:gd name="connsiteY8318" fmla="*/ 2469374 h 6858000"/>
              <a:gd name="connsiteX8319" fmla="*/ 2125235 w 12192000"/>
              <a:gd name="connsiteY8319" fmla="*/ 2442660 h 6858000"/>
              <a:gd name="connsiteX8320" fmla="*/ 2147337 w 12192000"/>
              <a:gd name="connsiteY8320" fmla="*/ 2433060 h 6858000"/>
              <a:gd name="connsiteX8321" fmla="*/ 10125414 w 12192000"/>
              <a:gd name="connsiteY8321" fmla="*/ 2432316 h 6858000"/>
              <a:gd name="connsiteX8322" fmla="*/ 10152352 w 12192000"/>
              <a:gd name="connsiteY8322" fmla="*/ 2446604 h 6858000"/>
              <a:gd name="connsiteX8323" fmla="*/ 10167979 w 12192000"/>
              <a:gd name="connsiteY8323" fmla="*/ 2503754 h 6858000"/>
              <a:gd name="connsiteX8324" fmla="*/ 10158603 w 12192000"/>
              <a:gd name="connsiteY8324" fmla="*/ 2544681 h 6858000"/>
              <a:gd name="connsiteX8325" fmla="*/ 10134790 w 12192000"/>
              <a:gd name="connsiteY8325" fmla="*/ 2556588 h 6858000"/>
              <a:gd name="connsiteX8326" fmla="*/ 10103611 w 12192000"/>
              <a:gd name="connsiteY8326" fmla="*/ 2535008 h 6858000"/>
              <a:gd name="connsiteX8327" fmla="*/ 10091779 w 12192000"/>
              <a:gd name="connsiteY8327" fmla="*/ 2483662 h 6858000"/>
              <a:gd name="connsiteX8328" fmla="*/ 10096690 w 12192000"/>
              <a:gd name="connsiteY8328" fmla="*/ 2453450 h 6858000"/>
              <a:gd name="connsiteX8329" fmla="*/ 10109564 w 12192000"/>
              <a:gd name="connsiteY8329" fmla="*/ 2437004 h 6858000"/>
              <a:gd name="connsiteX8330" fmla="*/ 10125414 w 12192000"/>
              <a:gd name="connsiteY8330" fmla="*/ 2432316 h 6858000"/>
              <a:gd name="connsiteX8331" fmla="*/ 9420564 w 12192000"/>
              <a:gd name="connsiteY8331" fmla="*/ 2432316 h 6858000"/>
              <a:gd name="connsiteX8332" fmla="*/ 9447502 w 12192000"/>
              <a:gd name="connsiteY8332" fmla="*/ 2446604 h 6858000"/>
              <a:gd name="connsiteX8333" fmla="*/ 9463129 w 12192000"/>
              <a:gd name="connsiteY8333" fmla="*/ 2503754 h 6858000"/>
              <a:gd name="connsiteX8334" fmla="*/ 9453753 w 12192000"/>
              <a:gd name="connsiteY8334" fmla="*/ 2544681 h 6858000"/>
              <a:gd name="connsiteX8335" fmla="*/ 9429940 w 12192000"/>
              <a:gd name="connsiteY8335" fmla="*/ 2556588 h 6858000"/>
              <a:gd name="connsiteX8336" fmla="*/ 9398761 w 12192000"/>
              <a:gd name="connsiteY8336" fmla="*/ 2535008 h 6858000"/>
              <a:gd name="connsiteX8337" fmla="*/ 9386929 w 12192000"/>
              <a:gd name="connsiteY8337" fmla="*/ 2483662 h 6858000"/>
              <a:gd name="connsiteX8338" fmla="*/ 9391840 w 12192000"/>
              <a:gd name="connsiteY8338" fmla="*/ 2453450 h 6858000"/>
              <a:gd name="connsiteX8339" fmla="*/ 9404714 w 12192000"/>
              <a:gd name="connsiteY8339" fmla="*/ 2437004 h 6858000"/>
              <a:gd name="connsiteX8340" fmla="*/ 9420564 w 12192000"/>
              <a:gd name="connsiteY8340" fmla="*/ 2432316 h 6858000"/>
              <a:gd name="connsiteX8341" fmla="*/ 8591889 w 12192000"/>
              <a:gd name="connsiteY8341" fmla="*/ 2432316 h 6858000"/>
              <a:gd name="connsiteX8342" fmla="*/ 8618827 w 12192000"/>
              <a:gd name="connsiteY8342" fmla="*/ 2446604 h 6858000"/>
              <a:gd name="connsiteX8343" fmla="*/ 8634454 w 12192000"/>
              <a:gd name="connsiteY8343" fmla="*/ 2503754 h 6858000"/>
              <a:gd name="connsiteX8344" fmla="*/ 8625078 w 12192000"/>
              <a:gd name="connsiteY8344" fmla="*/ 2544681 h 6858000"/>
              <a:gd name="connsiteX8345" fmla="*/ 8601266 w 12192000"/>
              <a:gd name="connsiteY8345" fmla="*/ 2556588 h 6858000"/>
              <a:gd name="connsiteX8346" fmla="*/ 8570086 w 12192000"/>
              <a:gd name="connsiteY8346" fmla="*/ 2535008 h 6858000"/>
              <a:gd name="connsiteX8347" fmla="*/ 8558254 w 12192000"/>
              <a:gd name="connsiteY8347" fmla="*/ 2483662 h 6858000"/>
              <a:gd name="connsiteX8348" fmla="*/ 8563166 w 12192000"/>
              <a:gd name="connsiteY8348" fmla="*/ 2453450 h 6858000"/>
              <a:gd name="connsiteX8349" fmla="*/ 8576039 w 12192000"/>
              <a:gd name="connsiteY8349" fmla="*/ 2437004 h 6858000"/>
              <a:gd name="connsiteX8350" fmla="*/ 8591889 w 12192000"/>
              <a:gd name="connsiteY8350" fmla="*/ 2432316 h 6858000"/>
              <a:gd name="connsiteX8351" fmla="*/ 8296614 w 12192000"/>
              <a:gd name="connsiteY8351" fmla="*/ 2432316 h 6858000"/>
              <a:gd name="connsiteX8352" fmla="*/ 8323552 w 12192000"/>
              <a:gd name="connsiteY8352" fmla="*/ 2446604 h 6858000"/>
              <a:gd name="connsiteX8353" fmla="*/ 8339179 w 12192000"/>
              <a:gd name="connsiteY8353" fmla="*/ 2503754 h 6858000"/>
              <a:gd name="connsiteX8354" fmla="*/ 8329803 w 12192000"/>
              <a:gd name="connsiteY8354" fmla="*/ 2544681 h 6858000"/>
              <a:gd name="connsiteX8355" fmla="*/ 8305991 w 12192000"/>
              <a:gd name="connsiteY8355" fmla="*/ 2556588 h 6858000"/>
              <a:gd name="connsiteX8356" fmla="*/ 8274811 w 12192000"/>
              <a:gd name="connsiteY8356" fmla="*/ 2535008 h 6858000"/>
              <a:gd name="connsiteX8357" fmla="*/ 8262979 w 12192000"/>
              <a:gd name="connsiteY8357" fmla="*/ 2483662 h 6858000"/>
              <a:gd name="connsiteX8358" fmla="*/ 8267891 w 12192000"/>
              <a:gd name="connsiteY8358" fmla="*/ 2453450 h 6858000"/>
              <a:gd name="connsiteX8359" fmla="*/ 8280764 w 12192000"/>
              <a:gd name="connsiteY8359" fmla="*/ 2437004 h 6858000"/>
              <a:gd name="connsiteX8360" fmla="*/ 8296614 w 12192000"/>
              <a:gd name="connsiteY8360" fmla="*/ 2432316 h 6858000"/>
              <a:gd name="connsiteX8361" fmla="*/ 5305765 w 12192000"/>
              <a:gd name="connsiteY8361" fmla="*/ 2432316 h 6858000"/>
              <a:gd name="connsiteX8362" fmla="*/ 5332703 w 12192000"/>
              <a:gd name="connsiteY8362" fmla="*/ 2446604 h 6858000"/>
              <a:gd name="connsiteX8363" fmla="*/ 5348329 w 12192000"/>
              <a:gd name="connsiteY8363" fmla="*/ 2503754 h 6858000"/>
              <a:gd name="connsiteX8364" fmla="*/ 5338954 w 12192000"/>
              <a:gd name="connsiteY8364" fmla="*/ 2544681 h 6858000"/>
              <a:gd name="connsiteX8365" fmla="*/ 5315141 w 12192000"/>
              <a:gd name="connsiteY8365" fmla="*/ 2556588 h 6858000"/>
              <a:gd name="connsiteX8366" fmla="*/ 5283962 w 12192000"/>
              <a:gd name="connsiteY8366" fmla="*/ 2535008 h 6858000"/>
              <a:gd name="connsiteX8367" fmla="*/ 5272129 w 12192000"/>
              <a:gd name="connsiteY8367" fmla="*/ 2483662 h 6858000"/>
              <a:gd name="connsiteX8368" fmla="*/ 5277041 w 12192000"/>
              <a:gd name="connsiteY8368" fmla="*/ 2453450 h 6858000"/>
              <a:gd name="connsiteX8369" fmla="*/ 5289915 w 12192000"/>
              <a:gd name="connsiteY8369" fmla="*/ 2437004 h 6858000"/>
              <a:gd name="connsiteX8370" fmla="*/ 5305765 w 12192000"/>
              <a:gd name="connsiteY8370" fmla="*/ 2432316 h 6858000"/>
              <a:gd name="connsiteX8371" fmla="*/ 3591268 w 12192000"/>
              <a:gd name="connsiteY8371" fmla="*/ 2432316 h 6858000"/>
              <a:gd name="connsiteX8372" fmla="*/ 3618205 w 12192000"/>
              <a:gd name="connsiteY8372" fmla="*/ 2446604 h 6858000"/>
              <a:gd name="connsiteX8373" fmla="*/ 3633832 w 12192000"/>
              <a:gd name="connsiteY8373" fmla="*/ 2503754 h 6858000"/>
              <a:gd name="connsiteX8374" fmla="*/ 3624456 w 12192000"/>
              <a:gd name="connsiteY8374" fmla="*/ 2544681 h 6858000"/>
              <a:gd name="connsiteX8375" fmla="*/ 3600643 w 12192000"/>
              <a:gd name="connsiteY8375" fmla="*/ 2556588 h 6858000"/>
              <a:gd name="connsiteX8376" fmla="*/ 3569464 w 12192000"/>
              <a:gd name="connsiteY8376" fmla="*/ 2535008 h 6858000"/>
              <a:gd name="connsiteX8377" fmla="*/ 3557632 w 12192000"/>
              <a:gd name="connsiteY8377" fmla="*/ 2483662 h 6858000"/>
              <a:gd name="connsiteX8378" fmla="*/ 3562544 w 12192000"/>
              <a:gd name="connsiteY8378" fmla="*/ 2453450 h 6858000"/>
              <a:gd name="connsiteX8379" fmla="*/ 3575417 w 12192000"/>
              <a:gd name="connsiteY8379" fmla="*/ 2437004 h 6858000"/>
              <a:gd name="connsiteX8380" fmla="*/ 3591268 w 12192000"/>
              <a:gd name="connsiteY8380" fmla="*/ 2432316 h 6858000"/>
              <a:gd name="connsiteX8381" fmla="*/ 2705442 w 12192000"/>
              <a:gd name="connsiteY8381" fmla="*/ 2432316 h 6858000"/>
              <a:gd name="connsiteX8382" fmla="*/ 2732379 w 12192000"/>
              <a:gd name="connsiteY8382" fmla="*/ 2446604 h 6858000"/>
              <a:gd name="connsiteX8383" fmla="*/ 2748007 w 12192000"/>
              <a:gd name="connsiteY8383" fmla="*/ 2503754 h 6858000"/>
              <a:gd name="connsiteX8384" fmla="*/ 2738631 w 12192000"/>
              <a:gd name="connsiteY8384" fmla="*/ 2544681 h 6858000"/>
              <a:gd name="connsiteX8385" fmla="*/ 2714819 w 12192000"/>
              <a:gd name="connsiteY8385" fmla="*/ 2556588 h 6858000"/>
              <a:gd name="connsiteX8386" fmla="*/ 2683639 w 12192000"/>
              <a:gd name="connsiteY8386" fmla="*/ 2535008 h 6858000"/>
              <a:gd name="connsiteX8387" fmla="*/ 2671807 w 12192000"/>
              <a:gd name="connsiteY8387" fmla="*/ 2483662 h 6858000"/>
              <a:gd name="connsiteX8388" fmla="*/ 2676718 w 12192000"/>
              <a:gd name="connsiteY8388" fmla="*/ 2453450 h 6858000"/>
              <a:gd name="connsiteX8389" fmla="*/ 2689592 w 12192000"/>
              <a:gd name="connsiteY8389" fmla="*/ 2437004 h 6858000"/>
              <a:gd name="connsiteX8390" fmla="*/ 2705442 w 12192000"/>
              <a:gd name="connsiteY8390" fmla="*/ 2432316 h 6858000"/>
              <a:gd name="connsiteX8391" fmla="*/ 9718518 w 12192000"/>
              <a:gd name="connsiteY8391" fmla="*/ 2431721 h 6858000"/>
              <a:gd name="connsiteX8392" fmla="*/ 9732880 w 12192000"/>
              <a:gd name="connsiteY8392" fmla="*/ 2435962 h 6858000"/>
              <a:gd name="connsiteX8393" fmla="*/ 9744712 w 12192000"/>
              <a:gd name="connsiteY8393" fmla="*/ 2448538 h 6858000"/>
              <a:gd name="connsiteX8394" fmla="*/ 9750070 w 12192000"/>
              <a:gd name="connsiteY8394" fmla="*/ 2466993 h 6858000"/>
              <a:gd name="connsiteX8395" fmla="*/ 9750070 w 12192000"/>
              <a:gd name="connsiteY8395" fmla="*/ 2537240 h 6858000"/>
              <a:gd name="connsiteX8396" fmla="*/ 9723876 w 12192000"/>
              <a:gd name="connsiteY8396" fmla="*/ 2550783 h 6858000"/>
              <a:gd name="connsiteX8397" fmla="*/ 9694706 w 12192000"/>
              <a:gd name="connsiteY8397" fmla="*/ 2534784 h 6858000"/>
              <a:gd name="connsiteX8398" fmla="*/ 9681609 w 12192000"/>
              <a:gd name="connsiteY8398" fmla="*/ 2488722 h 6858000"/>
              <a:gd name="connsiteX8399" fmla="*/ 9695152 w 12192000"/>
              <a:gd name="connsiteY8399" fmla="*/ 2443478 h 6858000"/>
              <a:gd name="connsiteX8400" fmla="*/ 9718518 w 12192000"/>
              <a:gd name="connsiteY8400" fmla="*/ 2431721 h 6858000"/>
              <a:gd name="connsiteX8401" fmla="*/ 6641943 w 12192000"/>
              <a:gd name="connsiteY8401" fmla="*/ 2431721 h 6858000"/>
              <a:gd name="connsiteX8402" fmla="*/ 6656305 w 12192000"/>
              <a:gd name="connsiteY8402" fmla="*/ 2435962 h 6858000"/>
              <a:gd name="connsiteX8403" fmla="*/ 6668137 w 12192000"/>
              <a:gd name="connsiteY8403" fmla="*/ 2448538 h 6858000"/>
              <a:gd name="connsiteX8404" fmla="*/ 6673495 w 12192000"/>
              <a:gd name="connsiteY8404" fmla="*/ 2466993 h 6858000"/>
              <a:gd name="connsiteX8405" fmla="*/ 6673495 w 12192000"/>
              <a:gd name="connsiteY8405" fmla="*/ 2537240 h 6858000"/>
              <a:gd name="connsiteX8406" fmla="*/ 6647301 w 12192000"/>
              <a:gd name="connsiteY8406" fmla="*/ 2550783 h 6858000"/>
              <a:gd name="connsiteX8407" fmla="*/ 6618131 w 12192000"/>
              <a:gd name="connsiteY8407" fmla="*/ 2534784 h 6858000"/>
              <a:gd name="connsiteX8408" fmla="*/ 6605034 w 12192000"/>
              <a:gd name="connsiteY8408" fmla="*/ 2488722 h 6858000"/>
              <a:gd name="connsiteX8409" fmla="*/ 6618577 w 12192000"/>
              <a:gd name="connsiteY8409" fmla="*/ 2443478 h 6858000"/>
              <a:gd name="connsiteX8410" fmla="*/ 6641943 w 12192000"/>
              <a:gd name="connsiteY8410" fmla="*/ 2431721 h 6858000"/>
              <a:gd name="connsiteX8411" fmla="*/ 4060671 w 12192000"/>
              <a:gd name="connsiteY8411" fmla="*/ 2431721 h 6858000"/>
              <a:gd name="connsiteX8412" fmla="*/ 4075032 w 12192000"/>
              <a:gd name="connsiteY8412" fmla="*/ 2435962 h 6858000"/>
              <a:gd name="connsiteX8413" fmla="*/ 4086865 w 12192000"/>
              <a:gd name="connsiteY8413" fmla="*/ 2448538 h 6858000"/>
              <a:gd name="connsiteX8414" fmla="*/ 4092222 w 12192000"/>
              <a:gd name="connsiteY8414" fmla="*/ 2466993 h 6858000"/>
              <a:gd name="connsiteX8415" fmla="*/ 4092222 w 12192000"/>
              <a:gd name="connsiteY8415" fmla="*/ 2537240 h 6858000"/>
              <a:gd name="connsiteX8416" fmla="*/ 4066028 w 12192000"/>
              <a:gd name="connsiteY8416" fmla="*/ 2550783 h 6858000"/>
              <a:gd name="connsiteX8417" fmla="*/ 4036858 w 12192000"/>
              <a:gd name="connsiteY8417" fmla="*/ 2534784 h 6858000"/>
              <a:gd name="connsiteX8418" fmla="*/ 4023762 w 12192000"/>
              <a:gd name="connsiteY8418" fmla="*/ 2488722 h 6858000"/>
              <a:gd name="connsiteX8419" fmla="*/ 4037305 w 12192000"/>
              <a:gd name="connsiteY8419" fmla="*/ 2443478 h 6858000"/>
              <a:gd name="connsiteX8420" fmla="*/ 4060671 w 12192000"/>
              <a:gd name="connsiteY8420" fmla="*/ 2431721 h 6858000"/>
              <a:gd name="connsiteX8421" fmla="*/ 1546070 w 12192000"/>
              <a:gd name="connsiteY8421" fmla="*/ 2431721 h 6858000"/>
              <a:gd name="connsiteX8422" fmla="*/ 1560432 w 12192000"/>
              <a:gd name="connsiteY8422" fmla="*/ 2435962 h 6858000"/>
              <a:gd name="connsiteX8423" fmla="*/ 1572264 w 12192000"/>
              <a:gd name="connsiteY8423" fmla="*/ 2448538 h 6858000"/>
              <a:gd name="connsiteX8424" fmla="*/ 1577622 w 12192000"/>
              <a:gd name="connsiteY8424" fmla="*/ 2466993 h 6858000"/>
              <a:gd name="connsiteX8425" fmla="*/ 1577622 w 12192000"/>
              <a:gd name="connsiteY8425" fmla="*/ 2537240 h 6858000"/>
              <a:gd name="connsiteX8426" fmla="*/ 1551428 w 12192000"/>
              <a:gd name="connsiteY8426" fmla="*/ 2550783 h 6858000"/>
              <a:gd name="connsiteX8427" fmla="*/ 1522257 w 12192000"/>
              <a:gd name="connsiteY8427" fmla="*/ 2534784 h 6858000"/>
              <a:gd name="connsiteX8428" fmla="*/ 1509161 w 12192000"/>
              <a:gd name="connsiteY8428" fmla="*/ 2488722 h 6858000"/>
              <a:gd name="connsiteX8429" fmla="*/ 1522704 w 12192000"/>
              <a:gd name="connsiteY8429" fmla="*/ 2443478 h 6858000"/>
              <a:gd name="connsiteX8430" fmla="*/ 1546070 w 12192000"/>
              <a:gd name="connsiteY8430" fmla="*/ 2431721 h 6858000"/>
              <a:gd name="connsiteX8431" fmla="*/ 7731514 w 12192000"/>
              <a:gd name="connsiteY8431" fmla="*/ 2426661 h 6858000"/>
              <a:gd name="connsiteX8432" fmla="*/ 7731514 w 12192000"/>
              <a:gd name="connsiteY8432" fmla="*/ 2432167 h 6858000"/>
              <a:gd name="connsiteX8433" fmla="*/ 7742527 w 12192000"/>
              <a:gd name="connsiteY8433" fmla="*/ 2436334 h 6858000"/>
              <a:gd name="connsiteX8434" fmla="*/ 7748629 w 12192000"/>
              <a:gd name="connsiteY8434" fmla="*/ 2443329 h 6858000"/>
              <a:gd name="connsiteX8435" fmla="*/ 7755773 w 12192000"/>
              <a:gd name="connsiteY8435" fmla="*/ 2454789 h 6858000"/>
              <a:gd name="connsiteX8436" fmla="*/ 7804737 w 12192000"/>
              <a:gd name="connsiteY8436" fmla="*/ 2557629 h 6858000"/>
              <a:gd name="connsiteX8437" fmla="*/ 7795064 w 12192000"/>
              <a:gd name="connsiteY8437" fmla="*/ 2581293 h 6858000"/>
              <a:gd name="connsiteX8438" fmla="*/ 7784422 w 12192000"/>
              <a:gd name="connsiteY8438" fmla="*/ 2599153 h 6858000"/>
              <a:gd name="connsiteX8439" fmla="*/ 7774674 w 12192000"/>
              <a:gd name="connsiteY8439" fmla="*/ 2603766 h 6858000"/>
              <a:gd name="connsiteX8440" fmla="*/ 7767233 w 12192000"/>
              <a:gd name="connsiteY8440" fmla="*/ 2601534 h 6858000"/>
              <a:gd name="connsiteX8441" fmla="*/ 7753838 w 12192000"/>
              <a:gd name="connsiteY8441" fmla="*/ 2598259 h 6858000"/>
              <a:gd name="connsiteX8442" fmla="*/ 7742602 w 12192000"/>
              <a:gd name="connsiteY8442" fmla="*/ 2602055 h 6858000"/>
              <a:gd name="connsiteX8443" fmla="*/ 7738509 w 12192000"/>
              <a:gd name="connsiteY8443" fmla="*/ 2612100 h 6858000"/>
              <a:gd name="connsiteX8444" fmla="*/ 7744164 w 12192000"/>
              <a:gd name="connsiteY8444" fmla="*/ 2623709 h 6858000"/>
              <a:gd name="connsiteX8445" fmla="*/ 7758601 w 12192000"/>
              <a:gd name="connsiteY8445" fmla="*/ 2628769 h 6858000"/>
              <a:gd name="connsiteX8446" fmla="*/ 7783678 w 12192000"/>
              <a:gd name="connsiteY8446" fmla="*/ 2618649 h 6858000"/>
              <a:gd name="connsiteX8447" fmla="*/ 7804737 w 12192000"/>
              <a:gd name="connsiteY8447" fmla="*/ 2588735 h 6858000"/>
              <a:gd name="connsiteX8448" fmla="*/ 7860250 w 12192000"/>
              <a:gd name="connsiteY8448" fmla="*/ 2452706 h 6858000"/>
              <a:gd name="connsiteX8449" fmla="*/ 7865310 w 12192000"/>
              <a:gd name="connsiteY8449" fmla="*/ 2441246 h 6858000"/>
              <a:gd name="connsiteX8450" fmla="*/ 7871859 w 12192000"/>
              <a:gd name="connsiteY8450" fmla="*/ 2434549 h 6858000"/>
              <a:gd name="connsiteX8451" fmla="*/ 7880342 w 12192000"/>
              <a:gd name="connsiteY8451" fmla="*/ 2432167 h 6858000"/>
              <a:gd name="connsiteX8452" fmla="*/ 7880342 w 12192000"/>
              <a:gd name="connsiteY8452" fmla="*/ 2426661 h 6858000"/>
              <a:gd name="connsiteX8453" fmla="*/ 7835991 w 12192000"/>
              <a:gd name="connsiteY8453" fmla="*/ 2426661 h 6858000"/>
              <a:gd name="connsiteX8454" fmla="*/ 7835991 w 12192000"/>
              <a:gd name="connsiteY8454" fmla="*/ 2432167 h 6858000"/>
              <a:gd name="connsiteX8455" fmla="*/ 7844921 w 12192000"/>
              <a:gd name="connsiteY8455" fmla="*/ 2433135 h 6858000"/>
              <a:gd name="connsiteX8456" fmla="*/ 7848642 w 12192000"/>
              <a:gd name="connsiteY8456" fmla="*/ 2435739 h 6858000"/>
              <a:gd name="connsiteX8457" fmla="*/ 7849683 w 12192000"/>
              <a:gd name="connsiteY8457" fmla="*/ 2439757 h 6858000"/>
              <a:gd name="connsiteX8458" fmla="*/ 7847153 w 12192000"/>
              <a:gd name="connsiteY8458" fmla="*/ 2451813 h 6858000"/>
              <a:gd name="connsiteX8459" fmla="*/ 7816644 w 12192000"/>
              <a:gd name="connsiteY8459" fmla="*/ 2527120 h 6858000"/>
              <a:gd name="connsiteX8460" fmla="*/ 7783455 w 12192000"/>
              <a:gd name="connsiteY8460" fmla="*/ 2458361 h 6858000"/>
              <a:gd name="connsiteX8461" fmla="*/ 7778544 w 12192000"/>
              <a:gd name="connsiteY8461" fmla="*/ 2442288 h 6858000"/>
              <a:gd name="connsiteX8462" fmla="*/ 7781892 w 12192000"/>
              <a:gd name="connsiteY8462" fmla="*/ 2435070 h 6858000"/>
              <a:gd name="connsiteX8463" fmla="*/ 7791938 w 12192000"/>
              <a:gd name="connsiteY8463" fmla="*/ 2432167 h 6858000"/>
              <a:gd name="connsiteX8464" fmla="*/ 7795064 w 12192000"/>
              <a:gd name="connsiteY8464" fmla="*/ 2432167 h 6858000"/>
              <a:gd name="connsiteX8465" fmla="*/ 7795064 w 12192000"/>
              <a:gd name="connsiteY8465" fmla="*/ 2426661 h 6858000"/>
              <a:gd name="connsiteX8466" fmla="*/ 5386876 w 12192000"/>
              <a:gd name="connsiteY8466" fmla="*/ 2426661 h 6858000"/>
              <a:gd name="connsiteX8467" fmla="*/ 5386876 w 12192000"/>
              <a:gd name="connsiteY8467" fmla="*/ 2432167 h 6858000"/>
              <a:gd name="connsiteX8468" fmla="*/ 5401684 w 12192000"/>
              <a:gd name="connsiteY8468" fmla="*/ 2434028 h 6858000"/>
              <a:gd name="connsiteX8469" fmla="*/ 5407861 w 12192000"/>
              <a:gd name="connsiteY8469" fmla="*/ 2439757 h 6858000"/>
              <a:gd name="connsiteX8470" fmla="*/ 5409945 w 12192000"/>
              <a:gd name="connsiteY8470" fmla="*/ 2453152 h 6858000"/>
              <a:gd name="connsiteX8471" fmla="*/ 5409945 w 12192000"/>
              <a:gd name="connsiteY8471" fmla="*/ 2514023 h 6858000"/>
              <a:gd name="connsiteX8472" fmla="*/ 5413219 w 12192000"/>
              <a:gd name="connsiteY8472" fmla="*/ 2543491 h 6858000"/>
              <a:gd name="connsiteX8473" fmla="*/ 5424901 w 12192000"/>
              <a:gd name="connsiteY8473" fmla="*/ 2560531 h 6858000"/>
              <a:gd name="connsiteX8474" fmla="*/ 5444770 w 12192000"/>
              <a:gd name="connsiteY8474" fmla="*/ 2567155 h 6858000"/>
              <a:gd name="connsiteX8475" fmla="*/ 5464267 w 12192000"/>
              <a:gd name="connsiteY8475" fmla="*/ 2562243 h 6858000"/>
              <a:gd name="connsiteX8476" fmla="*/ 5491056 w 12192000"/>
              <a:gd name="connsiteY8476" fmla="*/ 2538282 h 6858000"/>
              <a:gd name="connsiteX8477" fmla="*/ 5491056 w 12192000"/>
              <a:gd name="connsiteY8477" fmla="*/ 2567155 h 6858000"/>
              <a:gd name="connsiteX8478" fmla="*/ 5497753 w 12192000"/>
              <a:gd name="connsiteY8478" fmla="*/ 2567155 h 6858000"/>
              <a:gd name="connsiteX8479" fmla="*/ 5538532 w 12192000"/>
              <a:gd name="connsiteY8479" fmla="*/ 2550337 h 6858000"/>
              <a:gd name="connsiteX8480" fmla="*/ 5536449 w 12192000"/>
              <a:gd name="connsiteY8480" fmla="*/ 2545128 h 6858000"/>
              <a:gd name="connsiteX8481" fmla="*/ 5526031 w 12192000"/>
              <a:gd name="connsiteY8481" fmla="*/ 2547658 h 6858000"/>
              <a:gd name="connsiteX8482" fmla="*/ 5520300 w 12192000"/>
              <a:gd name="connsiteY8482" fmla="*/ 2545574 h 6858000"/>
              <a:gd name="connsiteX8483" fmla="*/ 5516729 w 12192000"/>
              <a:gd name="connsiteY8483" fmla="*/ 2538207 h 6858000"/>
              <a:gd name="connsiteX8484" fmla="*/ 5515613 w 12192000"/>
              <a:gd name="connsiteY8484" fmla="*/ 2509260 h 6858000"/>
              <a:gd name="connsiteX8485" fmla="*/ 5515613 w 12192000"/>
              <a:gd name="connsiteY8485" fmla="*/ 2426661 h 6858000"/>
              <a:gd name="connsiteX8486" fmla="*/ 5469180 w 12192000"/>
              <a:gd name="connsiteY8486" fmla="*/ 2426661 h 6858000"/>
              <a:gd name="connsiteX8487" fmla="*/ 5469180 w 12192000"/>
              <a:gd name="connsiteY8487" fmla="*/ 2432167 h 6858000"/>
              <a:gd name="connsiteX8488" fmla="*/ 5486814 w 12192000"/>
              <a:gd name="connsiteY8488" fmla="*/ 2436558 h 6858000"/>
              <a:gd name="connsiteX8489" fmla="*/ 5491056 w 12192000"/>
              <a:gd name="connsiteY8489" fmla="*/ 2452259 h 6858000"/>
              <a:gd name="connsiteX8490" fmla="*/ 5491056 w 12192000"/>
              <a:gd name="connsiteY8490" fmla="*/ 2529501 h 6858000"/>
              <a:gd name="connsiteX8491" fmla="*/ 5471782 w 12192000"/>
              <a:gd name="connsiteY8491" fmla="*/ 2544830 h 6858000"/>
              <a:gd name="connsiteX8492" fmla="*/ 5457272 w 12192000"/>
              <a:gd name="connsiteY8492" fmla="*/ 2548849 h 6858000"/>
              <a:gd name="connsiteX8493" fmla="*/ 5441274 w 12192000"/>
              <a:gd name="connsiteY8493" fmla="*/ 2542896 h 6858000"/>
              <a:gd name="connsiteX8494" fmla="*/ 5434650 w 12192000"/>
              <a:gd name="connsiteY8494" fmla="*/ 2517892 h 6858000"/>
              <a:gd name="connsiteX8495" fmla="*/ 5434650 w 12192000"/>
              <a:gd name="connsiteY8495" fmla="*/ 2426661 h 6858000"/>
              <a:gd name="connsiteX8496" fmla="*/ 3672378 w 12192000"/>
              <a:gd name="connsiteY8496" fmla="*/ 2426661 h 6858000"/>
              <a:gd name="connsiteX8497" fmla="*/ 3672378 w 12192000"/>
              <a:gd name="connsiteY8497" fmla="*/ 2432167 h 6858000"/>
              <a:gd name="connsiteX8498" fmla="*/ 3687188 w 12192000"/>
              <a:gd name="connsiteY8498" fmla="*/ 2434028 h 6858000"/>
              <a:gd name="connsiteX8499" fmla="*/ 3693363 w 12192000"/>
              <a:gd name="connsiteY8499" fmla="*/ 2439757 h 6858000"/>
              <a:gd name="connsiteX8500" fmla="*/ 3695446 w 12192000"/>
              <a:gd name="connsiteY8500" fmla="*/ 2453152 h 6858000"/>
              <a:gd name="connsiteX8501" fmla="*/ 3695446 w 12192000"/>
              <a:gd name="connsiteY8501" fmla="*/ 2514023 h 6858000"/>
              <a:gd name="connsiteX8502" fmla="*/ 3698721 w 12192000"/>
              <a:gd name="connsiteY8502" fmla="*/ 2543491 h 6858000"/>
              <a:gd name="connsiteX8503" fmla="*/ 3710403 w 12192000"/>
              <a:gd name="connsiteY8503" fmla="*/ 2560531 h 6858000"/>
              <a:gd name="connsiteX8504" fmla="*/ 3730273 w 12192000"/>
              <a:gd name="connsiteY8504" fmla="*/ 2567155 h 6858000"/>
              <a:gd name="connsiteX8505" fmla="*/ 3749769 w 12192000"/>
              <a:gd name="connsiteY8505" fmla="*/ 2562243 h 6858000"/>
              <a:gd name="connsiteX8506" fmla="*/ 3776558 w 12192000"/>
              <a:gd name="connsiteY8506" fmla="*/ 2538282 h 6858000"/>
              <a:gd name="connsiteX8507" fmla="*/ 3776558 w 12192000"/>
              <a:gd name="connsiteY8507" fmla="*/ 2567155 h 6858000"/>
              <a:gd name="connsiteX8508" fmla="*/ 3783256 w 12192000"/>
              <a:gd name="connsiteY8508" fmla="*/ 2567155 h 6858000"/>
              <a:gd name="connsiteX8509" fmla="*/ 3824035 w 12192000"/>
              <a:gd name="connsiteY8509" fmla="*/ 2550337 h 6858000"/>
              <a:gd name="connsiteX8510" fmla="*/ 3821951 w 12192000"/>
              <a:gd name="connsiteY8510" fmla="*/ 2545128 h 6858000"/>
              <a:gd name="connsiteX8511" fmla="*/ 3811532 w 12192000"/>
              <a:gd name="connsiteY8511" fmla="*/ 2547658 h 6858000"/>
              <a:gd name="connsiteX8512" fmla="*/ 3805803 w 12192000"/>
              <a:gd name="connsiteY8512" fmla="*/ 2545574 h 6858000"/>
              <a:gd name="connsiteX8513" fmla="*/ 3802231 w 12192000"/>
              <a:gd name="connsiteY8513" fmla="*/ 2538207 h 6858000"/>
              <a:gd name="connsiteX8514" fmla="*/ 3801115 w 12192000"/>
              <a:gd name="connsiteY8514" fmla="*/ 2509260 h 6858000"/>
              <a:gd name="connsiteX8515" fmla="*/ 3801115 w 12192000"/>
              <a:gd name="connsiteY8515" fmla="*/ 2426661 h 6858000"/>
              <a:gd name="connsiteX8516" fmla="*/ 3754680 w 12192000"/>
              <a:gd name="connsiteY8516" fmla="*/ 2426661 h 6858000"/>
              <a:gd name="connsiteX8517" fmla="*/ 3754680 w 12192000"/>
              <a:gd name="connsiteY8517" fmla="*/ 2432167 h 6858000"/>
              <a:gd name="connsiteX8518" fmla="*/ 3772316 w 12192000"/>
              <a:gd name="connsiteY8518" fmla="*/ 2436558 h 6858000"/>
              <a:gd name="connsiteX8519" fmla="*/ 3776558 w 12192000"/>
              <a:gd name="connsiteY8519" fmla="*/ 2452259 h 6858000"/>
              <a:gd name="connsiteX8520" fmla="*/ 3776558 w 12192000"/>
              <a:gd name="connsiteY8520" fmla="*/ 2529501 h 6858000"/>
              <a:gd name="connsiteX8521" fmla="*/ 3757285 w 12192000"/>
              <a:gd name="connsiteY8521" fmla="*/ 2544830 h 6858000"/>
              <a:gd name="connsiteX8522" fmla="*/ 3742775 w 12192000"/>
              <a:gd name="connsiteY8522" fmla="*/ 2548849 h 6858000"/>
              <a:gd name="connsiteX8523" fmla="*/ 3726775 w 12192000"/>
              <a:gd name="connsiteY8523" fmla="*/ 2542896 h 6858000"/>
              <a:gd name="connsiteX8524" fmla="*/ 3720153 w 12192000"/>
              <a:gd name="connsiteY8524" fmla="*/ 2517892 h 6858000"/>
              <a:gd name="connsiteX8525" fmla="*/ 3720153 w 12192000"/>
              <a:gd name="connsiteY8525" fmla="*/ 2426661 h 6858000"/>
              <a:gd name="connsiteX8526" fmla="*/ 2788191 w 12192000"/>
              <a:gd name="connsiteY8526" fmla="*/ 2426661 h 6858000"/>
              <a:gd name="connsiteX8527" fmla="*/ 2788191 w 12192000"/>
              <a:gd name="connsiteY8527" fmla="*/ 2432167 h 6858000"/>
              <a:gd name="connsiteX8528" fmla="*/ 2801287 w 12192000"/>
              <a:gd name="connsiteY8528" fmla="*/ 2437897 h 6858000"/>
              <a:gd name="connsiteX8529" fmla="*/ 2809770 w 12192000"/>
              <a:gd name="connsiteY8529" fmla="*/ 2452557 h 6858000"/>
              <a:gd name="connsiteX8530" fmla="*/ 2853526 w 12192000"/>
              <a:gd name="connsiteY8530" fmla="*/ 2567155 h 6858000"/>
              <a:gd name="connsiteX8531" fmla="*/ 2859033 w 12192000"/>
              <a:gd name="connsiteY8531" fmla="*/ 2567155 h 6858000"/>
              <a:gd name="connsiteX8532" fmla="*/ 2898770 w 12192000"/>
              <a:gd name="connsiteY8532" fmla="*/ 2480090 h 6858000"/>
              <a:gd name="connsiteX8533" fmla="*/ 2932852 w 12192000"/>
              <a:gd name="connsiteY8533" fmla="*/ 2567155 h 6858000"/>
              <a:gd name="connsiteX8534" fmla="*/ 2938954 w 12192000"/>
              <a:gd name="connsiteY8534" fmla="*/ 2567155 h 6858000"/>
              <a:gd name="connsiteX8535" fmla="*/ 2984495 w 12192000"/>
              <a:gd name="connsiteY8535" fmla="*/ 2449729 h 6858000"/>
              <a:gd name="connsiteX8536" fmla="*/ 3003545 w 12192000"/>
              <a:gd name="connsiteY8536" fmla="*/ 2432167 h 6858000"/>
              <a:gd name="connsiteX8537" fmla="*/ 3003545 w 12192000"/>
              <a:gd name="connsiteY8537" fmla="*/ 2426661 h 6858000"/>
              <a:gd name="connsiteX8538" fmla="*/ 2960533 w 12192000"/>
              <a:gd name="connsiteY8538" fmla="*/ 2426661 h 6858000"/>
              <a:gd name="connsiteX8539" fmla="*/ 2960533 w 12192000"/>
              <a:gd name="connsiteY8539" fmla="*/ 2432167 h 6858000"/>
              <a:gd name="connsiteX8540" fmla="*/ 2971919 w 12192000"/>
              <a:gd name="connsiteY8540" fmla="*/ 2434698 h 6858000"/>
              <a:gd name="connsiteX8541" fmla="*/ 2974821 w 12192000"/>
              <a:gd name="connsiteY8541" fmla="*/ 2439757 h 6858000"/>
              <a:gd name="connsiteX8542" fmla="*/ 2971845 w 12192000"/>
              <a:gd name="connsiteY8542" fmla="*/ 2452557 h 6858000"/>
              <a:gd name="connsiteX8543" fmla="*/ 2943121 w 12192000"/>
              <a:gd name="connsiteY8543" fmla="*/ 2528013 h 6858000"/>
              <a:gd name="connsiteX8544" fmla="*/ 2912164 w 12192000"/>
              <a:gd name="connsiteY8544" fmla="*/ 2449729 h 6858000"/>
              <a:gd name="connsiteX8545" fmla="*/ 2910973 w 12192000"/>
              <a:gd name="connsiteY8545" fmla="*/ 2443627 h 6858000"/>
              <a:gd name="connsiteX8546" fmla="*/ 2913950 w 12192000"/>
              <a:gd name="connsiteY8546" fmla="*/ 2436037 h 6858000"/>
              <a:gd name="connsiteX8547" fmla="*/ 2929130 w 12192000"/>
              <a:gd name="connsiteY8547" fmla="*/ 2432167 h 6858000"/>
              <a:gd name="connsiteX8548" fmla="*/ 2929130 w 12192000"/>
              <a:gd name="connsiteY8548" fmla="*/ 2426661 h 6858000"/>
              <a:gd name="connsiteX8549" fmla="*/ 2864241 w 12192000"/>
              <a:gd name="connsiteY8549" fmla="*/ 2426661 h 6858000"/>
              <a:gd name="connsiteX8550" fmla="*/ 2864241 w 12192000"/>
              <a:gd name="connsiteY8550" fmla="*/ 2432167 h 6858000"/>
              <a:gd name="connsiteX8551" fmla="*/ 2876446 w 12192000"/>
              <a:gd name="connsiteY8551" fmla="*/ 2434698 h 6858000"/>
              <a:gd name="connsiteX8552" fmla="*/ 2885822 w 12192000"/>
              <a:gd name="connsiteY8552" fmla="*/ 2447050 h 6858000"/>
              <a:gd name="connsiteX8553" fmla="*/ 2893561 w 12192000"/>
              <a:gd name="connsiteY8553" fmla="*/ 2467142 h 6858000"/>
              <a:gd name="connsiteX8554" fmla="*/ 2864241 w 12192000"/>
              <a:gd name="connsiteY8554" fmla="*/ 2530989 h 6858000"/>
              <a:gd name="connsiteX8555" fmla="*/ 2835072 w 12192000"/>
              <a:gd name="connsiteY8555" fmla="*/ 2452557 h 6858000"/>
              <a:gd name="connsiteX8556" fmla="*/ 2832540 w 12192000"/>
              <a:gd name="connsiteY8556" fmla="*/ 2441395 h 6858000"/>
              <a:gd name="connsiteX8557" fmla="*/ 2834997 w 12192000"/>
              <a:gd name="connsiteY8557" fmla="*/ 2434995 h 6858000"/>
              <a:gd name="connsiteX8558" fmla="*/ 2845341 w 12192000"/>
              <a:gd name="connsiteY8558" fmla="*/ 2432167 h 6858000"/>
              <a:gd name="connsiteX8559" fmla="*/ 2845341 w 12192000"/>
              <a:gd name="connsiteY8559" fmla="*/ 2426661 h 6858000"/>
              <a:gd name="connsiteX8560" fmla="*/ 10405360 w 12192000"/>
              <a:gd name="connsiteY8560" fmla="*/ 2422642 h 6858000"/>
              <a:gd name="connsiteX8561" fmla="*/ 10375520 w 12192000"/>
              <a:gd name="connsiteY8561" fmla="*/ 2433953 h 6858000"/>
              <a:gd name="connsiteX8562" fmla="*/ 10363986 w 12192000"/>
              <a:gd name="connsiteY8562" fmla="*/ 2462082 h 6858000"/>
              <a:gd name="connsiteX8563" fmla="*/ 10370683 w 12192000"/>
              <a:gd name="connsiteY8563" fmla="*/ 2483513 h 6858000"/>
              <a:gd name="connsiteX8564" fmla="*/ 10398960 w 12192000"/>
              <a:gd name="connsiteY8564" fmla="*/ 2502861 h 6858000"/>
              <a:gd name="connsiteX8565" fmla="*/ 10427758 w 12192000"/>
              <a:gd name="connsiteY8565" fmla="*/ 2520571 h 6858000"/>
              <a:gd name="connsiteX8566" fmla="*/ 10434977 w 12192000"/>
              <a:gd name="connsiteY8566" fmla="*/ 2537835 h 6858000"/>
              <a:gd name="connsiteX8567" fmla="*/ 10428503 w 12192000"/>
              <a:gd name="connsiteY8567" fmla="*/ 2552346 h 6858000"/>
              <a:gd name="connsiteX8568" fmla="*/ 10411759 w 12192000"/>
              <a:gd name="connsiteY8568" fmla="*/ 2558373 h 6858000"/>
              <a:gd name="connsiteX8569" fmla="*/ 10385417 w 12192000"/>
              <a:gd name="connsiteY8569" fmla="*/ 2547807 h 6858000"/>
              <a:gd name="connsiteX8570" fmla="*/ 10369492 w 12192000"/>
              <a:gd name="connsiteY8570" fmla="*/ 2516404 h 6858000"/>
              <a:gd name="connsiteX8571" fmla="*/ 10364581 w 12192000"/>
              <a:gd name="connsiteY8571" fmla="*/ 2516404 h 6858000"/>
              <a:gd name="connsiteX8572" fmla="*/ 10364581 w 12192000"/>
              <a:gd name="connsiteY8572" fmla="*/ 2565071 h 6858000"/>
              <a:gd name="connsiteX8573" fmla="*/ 10369492 w 12192000"/>
              <a:gd name="connsiteY8573" fmla="*/ 2565071 h 6858000"/>
              <a:gd name="connsiteX8574" fmla="*/ 10374850 w 12192000"/>
              <a:gd name="connsiteY8574" fmla="*/ 2561201 h 6858000"/>
              <a:gd name="connsiteX8575" fmla="*/ 10382887 w 12192000"/>
              <a:gd name="connsiteY8575" fmla="*/ 2562690 h 6858000"/>
              <a:gd name="connsiteX8576" fmla="*/ 10411462 w 12192000"/>
              <a:gd name="connsiteY8576" fmla="*/ 2567155 h 6858000"/>
              <a:gd name="connsiteX8577" fmla="*/ 10442939 w 12192000"/>
              <a:gd name="connsiteY8577" fmla="*/ 2555769 h 6858000"/>
              <a:gd name="connsiteX8578" fmla="*/ 10457003 w 12192000"/>
              <a:gd name="connsiteY8578" fmla="*/ 2525780 h 6858000"/>
              <a:gd name="connsiteX8579" fmla="*/ 10426791 w 12192000"/>
              <a:gd name="connsiteY8579" fmla="*/ 2486936 h 6858000"/>
              <a:gd name="connsiteX8580" fmla="*/ 10405062 w 12192000"/>
              <a:gd name="connsiteY8580" fmla="*/ 2476369 h 6858000"/>
              <a:gd name="connsiteX8581" fmla="*/ 10386310 w 12192000"/>
              <a:gd name="connsiteY8581" fmla="*/ 2463421 h 6858000"/>
              <a:gd name="connsiteX8582" fmla="*/ 10381547 w 12192000"/>
              <a:gd name="connsiteY8582" fmla="*/ 2449134 h 6858000"/>
              <a:gd name="connsiteX8583" fmla="*/ 10387947 w 12192000"/>
              <a:gd name="connsiteY8583" fmla="*/ 2436930 h 6858000"/>
              <a:gd name="connsiteX8584" fmla="*/ 10404764 w 12192000"/>
              <a:gd name="connsiteY8584" fmla="*/ 2431423 h 6858000"/>
              <a:gd name="connsiteX8585" fmla="*/ 10427312 w 12192000"/>
              <a:gd name="connsiteY8585" fmla="*/ 2439311 h 6858000"/>
              <a:gd name="connsiteX8586" fmla="*/ 10441823 w 12192000"/>
              <a:gd name="connsiteY8586" fmla="*/ 2469077 h 6858000"/>
              <a:gd name="connsiteX8587" fmla="*/ 10446734 w 12192000"/>
              <a:gd name="connsiteY8587" fmla="*/ 2469077 h 6858000"/>
              <a:gd name="connsiteX8588" fmla="*/ 10446734 w 12192000"/>
              <a:gd name="connsiteY8588" fmla="*/ 2422642 h 6858000"/>
              <a:gd name="connsiteX8589" fmla="*/ 10441823 w 12192000"/>
              <a:gd name="connsiteY8589" fmla="*/ 2422642 h 6858000"/>
              <a:gd name="connsiteX8590" fmla="*/ 10438697 w 12192000"/>
              <a:gd name="connsiteY8590" fmla="*/ 2427256 h 6858000"/>
              <a:gd name="connsiteX8591" fmla="*/ 10434977 w 12192000"/>
              <a:gd name="connsiteY8591" fmla="*/ 2428298 h 6858000"/>
              <a:gd name="connsiteX8592" fmla="*/ 10424856 w 12192000"/>
              <a:gd name="connsiteY8592" fmla="*/ 2426065 h 6858000"/>
              <a:gd name="connsiteX8593" fmla="*/ 10405360 w 12192000"/>
              <a:gd name="connsiteY8593" fmla="*/ 2422642 h 6858000"/>
              <a:gd name="connsiteX8594" fmla="*/ 10249090 w 12192000"/>
              <a:gd name="connsiteY8594" fmla="*/ 2422642 h 6858000"/>
              <a:gd name="connsiteX8595" fmla="*/ 10208014 w 12192000"/>
              <a:gd name="connsiteY8595" fmla="*/ 2439311 h 6858000"/>
              <a:gd name="connsiteX8596" fmla="*/ 10210246 w 12192000"/>
              <a:gd name="connsiteY8596" fmla="*/ 2444669 h 6858000"/>
              <a:gd name="connsiteX8597" fmla="*/ 10220218 w 12192000"/>
              <a:gd name="connsiteY8597" fmla="*/ 2442436 h 6858000"/>
              <a:gd name="connsiteX8598" fmla="*/ 10226394 w 12192000"/>
              <a:gd name="connsiteY8598" fmla="*/ 2444371 h 6858000"/>
              <a:gd name="connsiteX8599" fmla="*/ 10229817 w 12192000"/>
              <a:gd name="connsiteY8599" fmla="*/ 2451664 h 6858000"/>
              <a:gd name="connsiteX8600" fmla="*/ 10230933 w 12192000"/>
              <a:gd name="connsiteY8600" fmla="*/ 2481578 h 6858000"/>
              <a:gd name="connsiteX8601" fmla="*/ 10230933 w 12192000"/>
              <a:gd name="connsiteY8601" fmla="*/ 2532180 h 6858000"/>
              <a:gd name="connsiteX8602" fmla="*/ 10227287 w 12192000"/>
              <a:gd name="connsiteY8602" fmla="*/ 2552346 h 6858000"/>
              <a:gd name="connsiteX8603" fmla="*/ 10213223 w 12192000"/>
              <a:gd name="connsiteY8603" fmla="*/ 2557629 h 6858000"/>
              <a:gd name="connsiteX8604" fmla="*/ 10210246 w 12192000"/>
              <a:gd name="connsiteY8604" fmla="*/ 2557629 h 6858000"/>
              <a:gd name="connsiteX8605" fmla="*/ 10210246 w 12192000"/>
              <a:gd name="connsiteY8605" fmla="*/ 2562987 h 6858000"/>
              <a:gd name="connsiteX8606" fmla="*/ 10277665 w 12192000"/>
              <a:gd name="connsiteY8606" fmla="*/ 2562987 h 6858000"/>
              <a:gd name="connsiteX8607" fmla="*/ 10277665 w 12192000"/>
              <a:gd name="connsiteY8607" fmla="*/ 2557629 h 6858000"/>
              <a:gd name="connsiteX8608" fmla="*/ 10262857 w 12192000"/>
              <a:gd name="connsiteY8608" fmla="*/ 2555620 h 6858000"/>
              <a:gd name="connsiteX8609" fmla="*/ 10257127 w 12192000"/>
              <a:gd name="connsiteY8609" fmla="*/ 2549295 h 6858000"/>
              <a:gd name="connsiteX8610" fmla="*/ 10255490 w 12192000"/>
              <a:gd name="connsiteY8610" fmla="*/ 2532180 h 6858000"/>
              <a:gd name="connsiteX8611" fmla="*/ 10255490 w 12192000"/>
              <a:gd name="connsiteY8611" fmla="*/ 2460296 h 6858000"/>
              <a:gd name="connsiteX8612" fmla="*/ 10290762 w 12192000"/>
              <a:gd name="connsiteY8612" fmla="*/ 2440948 h 6858000"/>
              <a:gd name="connsiteX8613" fmla="*/ 10307059 w 12192000"/>
              <a:gd name="connsiteY8613" fmla="*/ 2449357 h 6858000"/>
              <a:gd name="connsiteX8614" fmla="*/ 10311896 w 12192000"/>
              <a:gd name="connsiteY8614" fmla="*/ 2476369 h 6858000"/>
              <a:gd name="connsiteX8615" fmla="*/ 10311896 w 12192000"/>
              <a:gd name="connsiteY8615" fmla="*/ 2532180 h 6858000"/>
              <a:gd name="connsiteX8616" fmla="*/ 10311300 w 12192000"/>
              <a:gd name="connsiteY8616" fmla="*/ 2546170 h 6858000"/>
              <a:gd name="connsiteX8617" fmla="*/ 10306017 w 12192000"/>
              <a:gd name="connsiteY8617" fmla="*/ 2554727 h 6858000"/>
              <a:gd name="connsiteX8618" fmla="*/ 10292697 w 12192000"/>
              <a:gd name="connsiteY8618" fmla="*/ 2557629 h 6858000"/>
              <a:gd name="connsiteX8619" fmla="*/ 10289869 w 12192000"/>
              <a:gd name="connsiteY8619" fmla="*/ 2557629 h 6858000"/>
              <a:gd name="connsiteX8620" fmla="*/ 10289869 w 12192000"/>
              <a:gd name="connsiteY8620" fmla="*/ 2562987 h 6858000"/>
              <a:gd name="connsiteX8621" fmla="*/ 10357288 w 12192000"/>
              <a:gd name="connsiteY8621" fmla="*/ 2562987 h 6858000"/>
              <a:gd name="connsiteX8622" fmla="*/ 10357288 w 12192000"/>
              <a:gd name="connsiteY8622" fmla="*/ 2557629 h 6858000"/>
              <a:gd name="connsiteX8623" fmla="*/ 10343819 w 12192000"/>
              <a:gd name="connsiteY8623" fmla="*/ 2555546 h 6858000"/>
              <a:gd name="connsiteX8624" fmla="*/ 10338536 w 12192000"/>
              <a:gd name="connsiteY8624" fmla="*/ 2549741 h 6858000"/>
              <a:gd name="connsiteX8625" fmla="*/ 10336452 w 12192000"/>
              <a:gd name="connsiteY8625" fmla="*/ 2532180 h 6858000"/>
              <a:gd name="connsiteX8626" fmla="*/ 10336452 w 12192000"/>
              <a:gd name="connsiteY8626" fmla="*/ 2473988 h 6858000"/>
              <a:gd name="connsiteX8627" fmla="*/ 10333178 w 12192000"/>
              <a:gd name="connsiteY8627" fmla="*/ 2446604 h 6858000"/>
              <a:gd name="connsiteX8628" fmla="*/ 10320379 w 12192000"/>
              <a:gd name="connsiteY8628" fmla="*/ 2428223 h 6858000"/>
              <a:gd name="connsiteX8629" fmla="*/ 10301180 w 12192000"/>
              <a:gd name="connsiteY8629" fmla="*/ 2422642 h 6858000"/>
              <a:gd name="connsiteX8630" fmla="*/ 10255490 w 12192000"/>
              <a:gd name="connsiteY8630" fmla="*/ 2451515 h 6858000"/>
              <a:gd name="connsiteX8631" fmla="*/ 10255490 w 12192000"/>
              <a:gd name="connsiteY8631" fmla="*/ 2422642 h 6858000"/>
              <a:gd name="connsiteX8632" fmla="*/ 10130028 w 12192000"/>
              <a:gd name="connsiteY8632" fmla="*/ 2422642 h 6858000"/>
              <a:gd name="connsiteX8633" fmla="*/ 10097881 w 12192000"/>
              <a:gd name="connsiteY8633" fmla="*/ 2431497 h 6858000"/>
              <a:gd name="connsiteX8634" fmla="*/ 10073399 w 12192000"/>
              <a:gd name="connsiteY8634" fmla="*/ 2458882 h 6858000"/>
              <a:gd name="connsiteX8635" fmla="*/ 10064097 w 12192000"/>
              <a:gd name="connsiteY8635" fmla="*/ 2496163 h 6858000"/>
              <a:gd name="connsiteX8636" fmla="*/ 10079426 w 12192000"/>
              <a:gd name="connsiteY8636" fmla="*/ 2542598 h 6858000"/>
              <a:gd name="connsiteX8637" fmla="*/ 10128391 w 12192000"/>
              <a:gd name="connsiteY8637" fmla="*/ 2567155 h 6858000"/>
              <a:gd name="connsiteX8638" fmla="*/ 10162696 w 12192000"/>
              <a:gd name="connsiteY8638" fmla="*/ 2557629 h 6858000"/>
              <a:gd name="connsiteX8639" fmla="*/ 10186880 w 12192000"/>
              <a:gd name="connsiteY8639" fmla="*/ 2529352 h 6858000"/>
              <a:gd name="connsiteX8640" fmla="*/ 10195661 w 12192000"/>
              <a:gd name="connsiteY8640" fmla="*/ 2492294 h 6858000"/>
              <a:gd name="connsiteX8641" fmla="*/ 10179736 w 12192000"/>
              <a:gd name="connsiteY8641" fmla="*/ 2446157 h 6858000"/>
              <a:gd name="connsiteX8642" fmla="*/ 10130028 w 12192000"/>
              <a:gd name="connsiteY8642" fmla="*/ 2422642 h 6858000"/>
              <a:gd name="connsiteX8643" fmla="*/ 10018109 w 12192000"/>
              <a:gd name="connsiteY8643" fmla="*/ 2422642 h 6858000"/>
              <a:gd name="connsiteX8644" fmla="*/ 9977032 w 12192000"/>
              <a:gd name="connsiteY8644" fmla="*/ 2439311 h 6858000"/>
              <a:gd name="connsiteX8645" fmla="*/ 9979116 w 12192000"/>
              <a:gd name="connsiteY8645" fmla="*/ 2444669 h 6858000"/>
              <a:gd name="connsiteX8646" fmla="*/ 9989236 w 12192000"/>
              <a:gd name="connsiteY8646" fmla="*/ 2442436 h 6858000"/>
              <a:gd name="connsiteX8647" fmla="*/ 9995338 w 12192000"/>
              <a:gd name="connsiteY8647" fmla="*/ 2444297 h 6858000"/>
              <a:gd name="connsiteX8648" fmla="*/ 9998613 w 12192000"/>
              <a:gd name="connsiteY8648" fmla="*/ 2450920 h 6858000"/>
              <a:gd name="connsiteX8649" fmla="*/ 9999952 w 12192000"/>
              <a:gd name="connsiteY8649" fmla="*/ 2479643 h 6858000"/>
              <a:gd name="connsiteX8650" fmla="*/ 9999952 w 12192000"/>
              <a:gd name="connsiteY8650" fmla="*/ 2532180 h 6858000"/>
              <a:gd name="connsiteX8651" fmla="*/ 9997943 w 12192000"/>
              <a:gd name="connsiteY8651" fmla="*/ 2549295 h 6858000"/>
              <a:gd name="connsiteX8652" fmla="*/ 9992511 w 12192000"/>
              <a:gd name="connsiteY8652" fmla="*/ 2555695 h 6858000"/>
              <a:gd name="connsiteX8653" fmla="*/ 9979116 w 12192000"/>
              <a:gd name="connsiteY8653" fmla="*/ 2557629 h 6858000"/>
              <a:gd name="connsiteX8654" fmla="*/ 9979116 w 12192000"/>
              <a:gd name="connsiteY8654" fmla="*/ 2562987 h 6858000"/>
              <a:gd name="connsiteX8655" fmla="*/ 10045345 w 12192000"/>
              <a:gd name="connsiteY8655" fmla="*/ 2562987 h 6858000"/>
              <a:gd name="connsiteX8656" fmla="*/ 10045345 w 12192000"/>
              <a:gd name="connsiteY8656" fmla="*/ 2557629 h 6858000"/>
              <a:gd name="connsiteX8657" fmla="*/ 10032024 w 12192000"/>
              <a:gd name="connsiteY8657" fmla="*/ 2555546 h 6858000"/>
              <a:gd name="connsiteX8658" fmla="*/ 10026518 w 12192000"/>
              <a:gd name="connsiteY8658" fmla="*/ 2549221 h 6858000"/>
              <a:gd name="connsiteX8659" fmla="*/ 10024657 w 12192000"/>
              <a:gd name="connsiteY8659" fmla="*/ 2532180 h 6858000"/>
              <a:gd name="connsiteX8660" fmla="*/ 10024657 w 12192000"/>
              <a:gd name="connsiteY8660" fmla="*/ 2422642 h 6858000"/>
              <a:gd name="connsiteX8661" fmla="*/ 9846659 w 12192000"/>
              <a:gd name="connsiteY8661" fmla="*/ 2422642 h 6858000"/>
              <a:gd name="connsiteX8662" fmla="*/ 9805582 w 12192000"/>
              <a:gd name="connsiteY8662" fmla="*/ 2439311 h 6858000"/>
              <a:gd name="connsiteX8663" fmla="*/ 9807666 w 12192000"/>
              <a:gd name="connsiteY8663" fmla="*/ 2444669 h 6858000"/>
              <a:gd name="connsiteX8664" fmla="*/ 9817786 w 12192000"/>
              <a:gd name="connsiteY8664" fmla="*/ 2442436 h 6858000"/>
              <a:gd name="connsiteX8665" fmla="*/ 9823888 w 12192000"/>
              <a:gd name="connsiteY8665" fmla="*/ 2444297 h 6858000"/>
              <a:gd name="connsiteX8666" fmla="*/ 9827163 w 12192000"/>
              <a:gd name="connsiteY8666" fmla="*/ 2450920 h 6858000"/>
              <a:gd name="connsiteX8667" fmla="*/ 9828502 w 12192000"/>
              <a:gd name="connsiteY8667" fmla="*/ 2479643 h 6858000"/>
              <a:gd name="connsiteX8668" fmla="*/ 9828502 w 12192000"/>
              <a:gd name="connsiteY8668" fmla="*/ 2532180 h 6858000"/>
              <a:gd name="connsiteX8669" fmla="*/ 9826493 w 12192000"/>
              <a:gd name="connsiteY8669" fmla="*/ 2549295 h 6858000"/>
              <a:gd name="connsiteX8670" fmla="*/ 9821061 w 12192000"/>
              <a:gd name="connsiteY8670" fmla="*/ 2555695 h 6858000"/>
              <a:gd name="connsiteX8671" fmla="*/ 9807666 w 12192000"/>
              <a:gd name="connsiteY8671" fmla="*/ 2557629 h 6858000"/>
              <a:gd name="connsiteX8672" fmla="*/ 9807666 w 12192000"/>
              <a:gd name="connsiteY8672" fmla="*/ 2562987 h 6858000"/>
              <a:gd name="connsiteX8673" fmla="*/ 9873895 w 12192000"/>
              <a:gd name="connsiteY8673" fmla="*/ 2562987 h 6858000"/>
              <a:gd name="connsiteX8674" fmla="*/ 9873895 w 12192000"/>
              <a:gd name="connsiteY8674" fmla="*/ 2557629 h 6858000"/>
              <a:gd name="connsiteX8675" fmla="*/ 9860574 w 12192000"/>
              <a:gd name="connsiteY8675" fmla="*/ 2555546 h 6858000"/>
              <a:gd name="connsiteX8676" fmla="*/ 9855068 w 12192000"/>
              <a:gd name="connsiteY8676" fmla="*/ 2549221 h 6858000"/>
              <a:gd name="connsiteX8677" fmla="*/ 9853207 w 12192000"/>
              <a:gd name="connsiteY8677" fmla="*/ 2532180 h 6858000"/>
              <a:gd name="connsiteX8678" fmla="*/ 9853207 w 12192000"/>
              <a:gd name="connsiteY8678" fmla="*/ 2422642 h 6858000"/>
              <a:gd name="connsiteX8679" fmla="*/ 9544240 w 12192000"/>
              <a:gd name="connsiteY8679" fmla="*/ 2422642 h 6858000"/>
              <a:gd name="connsiteX8680" fmla="*/ 9503164 w 12192000"/>
              <a:gd name="connsiteY8680" fmla="*/ 2439311 h 6858000"/>
              <a:gd name="connsiteX8681" fmla="*/ 9505396 w 12192000"/>
              <a:gd name="connsiteY8681" fmla="*/ 2444669 h 6858000"/>
              <a:gd name="connsiteX8682" fmla="*/ 9515368 w 12192000"/>
              <a:gd name="connsiteY8682" fmla="*/ 2442436 h 6858000"/>
              <a:gd name="connsiteX8683" fmla="*/ 9521544 w 12192000"/>
              <a:gd name="connsiteY8683" fmla="*/ 2444371 h 6858000"/>
              <a:gd name="connsiteX8684" fmla="*/ 9524967 w 12192000"/>
              <a:gd name="connsiteY8684" fmla="*/ 2451664 h 6858000"/>
              <a:gd name="connsiteX8685" fmla="*/ 9526083 w 12192000"/>
              <a:gd name="connsiteY8685" fmla="*/ 2481578 h 6858000"/>
              <a:gd name="connsiteX8686" fmla="*/ 9526083 w 12192000"/>
              <a:gd name="connsiteY8686" fmla="*/ 2532180 h 6858000"/>
              <a:gd name="connsiteX8687" fmla="*/ 9522437 w 12192000"/>
              <a:gd name="connsiteY8687" fmla="*/ 2552346 h 6858000"/>
              <a:gd name="connsiteX8688" fmla="*/ 9508373 w 12192000"/>
              <a:gd name="connsiteY8688" fmla="*/ 2557629 h 6858000"/>
              <a:gd name="connsiteX8689" fmla="*/ 9505396 w 12192000"/>
              <a:gd name="connsiteY8689" fmla="*/ 2557629 h 6858000"/>
              <a:gd name="connsiteX8690" fmla="*/ 9505396 w 12192000"/>
              <a:gd name="connsiteY8690" fmla="*/ 2562987 h 6858000"/>
              <a:gd name="connsiteX8691" fmla="*/ 9572815 w 12192000"/>
              <a:gd name="connsiteY8691" fmla="*/ 2562987 h 6858000"/>
              <a:gd name="connsiteX8692" fmla="*/ 9572815 w 12192000"/>
              <a:gd name="connsiteY8692" fmla="*/ 2557629 h 6858000"/>
              <a:gd name="connsiteX8693" fmla="*/ 9558007 w 12192000"/>
              <a:gd name="connsiteY8693" fmla="*/ 2555620 h 6858000"/>
              <a:gd name="connsiteX8694" fmla="*/ 9552277 w 12192000"/>
              <a:gd name="connsiteY8694" fmla="*/ 2549295 h 6858000"/>
              <a:gd name="connsiteX8695" fmla="*/ 9550640 w 12192000"/>
              <a:gd name="connsiteY8695" fmla="*/ 2532180 h 6858000"/>
              <a:gd name="connsiteX8696" fmla="*/ 9550640 w 12192000"/>
              <a:gd name="connsiteY8696" fmla="*/ 2460296 h 6858000"/>
              <a:gd name="connsiteX8697" fmla="*/ 9585912 w 12192000"/>
              <a:gd name="connsiteY8697" fmla="*/ 2440948 h 6858000"/>
              <a:gd name="connsiteX8698" fmla="*/ 9602209 w 12192000"/>
              <a:gd name="connsiteY8698" fmla="*/ 2449357 h 6858000"/>
              <a:gd name="connsiteX8699" fmla="*/ 9607046 w 12192000"/>
              <a:gd name="connsiteY8699" fmla="*/ 2476369 h 6858000"/>
              <a:gd name="connsiteX8700" fmla="*/ 9607046 w 12192000"/>
              <a:gd name="connsiteY8700" fmla="*/ 2532180 h 6858000"/>
              <a:gd name="connsiteX8701" fmla="*/ 9606450 w 12192000"/>
              <a:gd name="connsiteY8701" fmla="*/ 2546170 h 6858000"/>
              <a:gd name="connsiteX8702" fmla="*/ 9601167 w 12192000"/>
              <a:gd name="connsiteY8702" fmla="*/ 2554727 h 6858000"/>
              <a:gd name="connsiteX8703" fmla="*/ 9587847 w 12192000"/>
              <a:gd name="connsiteY8703" fmla="*/ 2557629 h 6858000"/>
              <a:gd name="connsiteX8704" fmla="*/ 9585019 w 12192000"/>
              <a:gd name="connsiteY8704" fmla="*/ 2557629 h 6858000"/>
              <a:gd name="connsiteX8705" fmla="*/ 9585019 w 12192000"/>
              <a:gd name="connsiteY8705" fmla="*/ 2562987 h 6858000"/>
              <a:gd name="connsiteX8706" fmla="*/ 9652438 w 12192000"/>
              <a:gd name="connsiteY8706" fmla="*/ 2562987 h 6858000"/>
              <a:gd name="connsiteX8707" fmla="*/ 9652438 w 12192000"/>
              <a:gd name="connsiteY8707" fmla="*/ 2557629 h 6858000"/>
              <a:gd name="connsiteX8708" fmla="*/ 9638969 w 12192000"/>
              <a:gd name="connsiteY8708" fmla="*/ 2555546 h 6858000"/>
              <a:gd name="connsiteX8709" fmla="*/ 9633686 w 12192000"/>
              <a:gd name="connsiteY8709" fmla="*/ 2549741 h 6858000"/>
              <a:gd name="connsiteX8710" fmla="*/ 9631602 w 12192000"/>
              <a:gd name="connsiteY8710" fmla="*/ 2532180 h 6858000"/>
              <a:gd name="connsiteX8711" fmla="*/ 9631602 w 12192000"/>
              <a:gd name="connsiteY8711" fmla="*/ 2473988 h 6858000"/>
              <a:gd name="connsiteX8712" fmla="*/ 9628328 w 12192000"/>
              <a:gd name="connsiteY8712" fmla="*/ 2446604 h 6858000"/>
              <a:gd name="connsiteX8713" fmla="*/ 9615529 w 12192000"/>
              <a:gd name="connsiteY8713" fmla="*/ 2428223 h 6858000"/>
              <a:gd name="connsiteX8714" fmla="*/ 9596330 w 12192000"/>
              <a:gd name="connsiteY8714" fmla="*/ 2422642 h 6858000"/>
              <a:gd name="connsiteX8715" fmla="*/ 9550640 w 12192000"/>
              <a:gd name="connsiteY8715" fmla="*/ 2451515 h 6858000"/>
              <a:gd name="connsiteX8716" fmla="*/ 9550640 w 12192000"/>
              <a:gd name="connsiteY8716" fmla="*/ 2422642 h 6858000"/>
              <a:gd name="connsiteX8717" fmla="*/ 9425178 w 12192000"/>
              <a:gd name="connsiteY8717" fmla="*/ 2422642 h 6858000"/>
              <a:gd name="connsiteX8718" fmla="*/ 9393031 w 12192000"/>
              <a:gd name="connsiteY8718" fmla="*/ 2431497 h 6858000"/>
              <a:gd name="connsiteX8719" fmla="*/ 9368549 w 12192000"/>
              <a:gd name="connsiteY8719" fmla="*/ 2458882 h 6858000"/>
              <a:gd name="connsiteX8720" fmla="*/ 9359247 w 12192000"/>
              <a:gd name="connsiteY8720" fmla="*/ 2496163 h 6858000"/>
              <a:gd name="connsiteX8721" fmla="*/ 9374576 w 12192000"/>
              <a:gd name="connsiteY8721" fmla="*/ 2542598 h 6858000"/>
              <a:gd name="connsiteX8722" fmla="*/ 9423541 w 12192000"/>
              <a:gd name="connsiteY8722" fmla="*/ 2567155 h 6858000"/>
              <a:gd name="connsiteX8723" fmla="*/ 9457846 w 12192000"/>
              <a:gd name="connsiteY8723" fmla="*/ 2557629 h 6858000"/>
              <a:gd name="connsiteX8724" fmla="*/ 9482030 w 12192000"/>
              <a:gd name="connsiteY8724" fmla="*/ 2529352 h 6858000"/>
              <a:gd name="connsiteX8725" fmla="*/ 9490811 w 12192000"/>
              <a:gd name="connsiteY8725" fmla="*/ 2492294 h 6858000"/>
              <a:gd name="connsiteX8726" fmla="*/ 9474886 w 12192000"/>
              <a:gd name="connsiteY8726" fmla="*/ 2446157 h 6858000"/>
              <a:gd name="connsiteX8727" fmla="*/ 9425178 w 12192000"/>
              <a:gd name="connsiteY8727" fmla="*/ 2422642 h 6858000"/>
              <a:gd name="connsiteX8728" fmla="*/ 9291084 w 12192000"/>
              <a:gd name="connsiteY8728" fmla="*/ 2422642 h 6858000"/>
              <a:gd name="connsiteX8729" fmla="*/ 9245170 w 12192000"/>
              <a:gd name="connsiteY8729" fmla="*/ 2442734 h 6858000"/>
              <a:gd name="connsiteX8730" fmla="*/ 9226046 w 12192000"/>
              <a:gd name="connsiteY8730" fmla="*/ 2494973 h 6858000"/>
              <a:gd name="connsiteX8731" fmla="*/ 9243310 w 12192000"/>
              <a:gd name="connsiteY8731" fmla="*/ 2547658 h 6858000"/>
              <a:gd name="connsiteX8732" fmla="*/ 9283791 w 12192000"/>
              <a:gd name="connsiteY8732" fmla="*/ 2567155 h 6858000"/>
              <a:gd name="connsiteX8733" fmla="*/ 9319361 w 12192000"/>
              <a:gd name="connsiteY8733" fmla="*/ 2552644 h 6858000"/>
              <a:gd name="connsiteX8734" fmla="*/ 9340941 w 12192000"/>
              <a:gd name="connsiteY8734" fmla="*/ 2511195 h 6858000"/>
              <a:gd name="connsiteX8735" fmla="*/ 9336625 w 12192000"/>
              <a:gd name="connsiteY8735" fmla="*/ 2509112 h 6858000"/>
              <a:gd name="connsiteX8736" fmla="*/ 9320700 w 12192000"/>
              <a:gd name="connsiteY8736" fmla="*/ 2533966 h 6858000"/>
              <a:gd name="connsiteX8737" fmla="*/ 9294507 w 12192000"/>
              <a:gd name="connsiteY8737" fmla="*/ 2543937 h 6858000"/>
              <a:gd name="connsiteX8738" fmla="*/ 9262137 w 12192000"/>
              <a:gd name="connsiteY8738" fmla="*/ 2525259 h 6858000"/>
              <a:gd name="connsiteX8739" fmla="*/ 9250156 w 12192000"/>
              <a:gd name="connsiteY8739" fmla="*/ 2482173 h 6858000"/>
              <a:gd name="connsiteX8740" fmla="*/ 9262211 w 12192000"/>
              <a:gd name="connsiteY8740" fmla="*/ 2443627 h 6858000"/>
              <a:gd name="connsiteX8741" fmla="*/ 9286172 w 12192000"/>
              <a:gd name="connsiteY8741" fmla="*/ 2432614 h 6858000"/>
              <a:gd name="connsiteX8742" fmla="*/ 9300609 w 12192000"/>
              <a:gd name="connsiteY8742" fmla="*/ 2437079 h 6858000"/>
              <a:gd name="connsiteX8743" fmla="*/ 9306636 w 12192000"/>
              <a:gd name="connsiteY8743" fmla="*/ 2450473 h 6858000"/>
              <a:gd name="connsiteX8744" fmla="*/ 9309985 w 12192000"/>
              <a:gd name="connsiteY8744" fmla="*/ 2462379 h 6858000"/>
              <a:gd name="connsiteX8745" fmla="*/ 9323231 w 12192000"/>
              <a:gd name="connsiteY8745" fmla="*/ 2468035 h 6858000"/>
              <a:gd name="connsiteX8746" fmla="*/ 9333425 w 12192000"/>
              <a:gd name="connsiteY8746" fmla="*/ 2464537 h 6858000"/>
              <a:gd name="connsiteX8747" fmla="*/ 9337072 w 12192000"/>
              <a:gd name="connsiteY8747" fmla="*/ 2455384 h 6858000"/>
              <a:gd name="connsiteX8748" fmla="*/ 9324123 w 12192000"/>
              <a:gd name="connsiteY8748" fmla="*/ 2433283 h 6858000"/>
              <a:gd name="connsiteX8749" fmla="*/ 9291084 w 12192000"/>
              <a:gd name="connsiteY8749" fmla="*/ 2422642 h 6858000"/>
              <a:gd name="connsiteX8750" fmla="*/ 9052959 w 12192000"/>
              <a:gd name="connsiteY8750" fmla="*/ 2422642 h 6858000"/>
              <a:gd name="connsiteX8751" fmla="*/ 9007045 w 12192000"/>
              <a:gd name="connsiteY8751" fmla="*/ 2442734 h 6858000"/>
              <a:gd name="connsiteX8752" fmla="*/ 8987921 w 12192000"/>
              <a:gd name="connsiteY8752" fmla="*/ 2494973 h 6858000"/>
              <a:gd name="connsiteX8753" fmla="*/ 9005185 w 12192000"/>
              <a:gd name="connsiteY8753" fmla="*/ 2547658 h 6858000"/>
              <a:gd name="connsiteX8754" fmla="*/ 9045666 w 12192000"/>
              <a:gd name="connsiteY8754" fmla="*/ 2567155 h 6858000"/>
              <a:gd name="connsiteX8755" fmla="*/ 9081236 w 12192000"/>
              <a:gd name="connsiteY8755" fmla="*/ 2552644 h 6858000"/>
              <a:gd name="connsiteX8756" fmla="*/ 9102816 w 12192000"/>
              <a:gd name="connsiteY8756" fmla="*/ 2511195 h 6858000"/>
              <a:gd name="connsiteX8757" fmla="*/ 9098500 w 12192000"/>
              <a:gd name="connsiteY8757" fmla="*/ 2509112 h 6858000"/>
              <a:gd name="connsiteX8758" fmla="*/ 9082575 w 12192000"/>
              <a:gd name="connsiteY8758" fmla="*/ 2533966 h 6858000"/>
              <a:gd name="connsiteX8759" fmla="*/ 9056382 w 12192000"/>
              <a:gd name="connsiteY8759" fmla="*/ 2543937 h 6858000"/>
              <a:gd name="connsiteX8760" fmla="*/ 9024012 w 12192000"/>
              <a:gd name="connsiteY8760" fmla="*/ 2525259 h 6858000"/>
              <a:gd name="connsiteX8761" fmla="*/ 9012031 w 12192000"/>
              <a:gd name="connsiteY8761" fmla="*/ 2482173 h 6858000"/>
              <a:gd name="connsiteX8762" fmla="*/ 9024086 w 12192000"/>
              <a:gd name="connsiteY8762" fmla="*/ 2443627 h 6858000"/>
              <a:gd name="connsiteX8763" fmla="*/ 9048047 w 12192000"/>
              <a:gd name="connsiteY8763" fmla="*/ 2432614 h 6858000"/>
              <a:gd name="connsiteX8764" fmla="*/ 9062484 w 12192000"/>
              <a:gd name="connsiteY8764" fmla="*/ 2437079 h 6858000"/>
              <a:gd name="connsiteX8765" fmla="*/ 9068511 w 12192000"/>
              <a:gd name="connsiteY8765" fmla="*/ 2450473 h 6858000"/>
              <a:gd name="connsiteX8766" fmla="*/ 9071860 w 12192000"/>
              <a:gd name="connsiteY8766" fmla="*/ 2462379 h 6858000"/>
              <a:gd name="connsiteX8767" fmla="*/ 9085106 w 12192000"/>
              <a:gd name="connsiteY8767" fmla="*/ 2468035 h 6858000"/>
              <a:gd name="connsiteX8768" fmla="*/ 9095300 w 12192000"/>
              <a:gd name="connsiteY8768" fmla="*/ 2464537 h 6858000"/>
              <a:gd name="connsiteX8769" fmla="*/ 9098947 w 12192000"/>
              <a:gd name="connsiteY8769" fmla="*/ 2455384 h 6858000"/>
              <a:gd name="connsiteX8770" fmla="*/ 9085998 w 12192000"/>
              <a:gd name="connsiteY8770" fmla="*/ 2433283 h 6858000"/>
              <a:gd name="connsiteX8771" fmla="*/ 9052959 w 12192000"/>
              <a:gd name="connsiteY8771" fmla="*/ 2422642 h 6858000"/>
              <a:gd name="connsiteX8772" fmla="*/ 8716310 w 12192000"/>
              <a:gd name="connsiteY8772" fmla="*/ 2422642 h 6858000"/>
              <a:gd name="connsiteX8773" fmla="*/ 8675233 w 12192000"/>
              <a:gd name="connsiteY8773" fmla="*/ 2439311 h 6858000"/>
              <a:gd name="connsiteX8774" fmla="*/ 8677466 w 12192000"/>
              <a:gd name="connsiteY8774" fmla="*/ 2444669 h 6858000"/>
              <a:gd name="connsiteX8775" fmla="*/ 8687437 w 12192000"/>
              <a:gd name="connsiteY8775" fmla="*/ 2442436 h 6858000"/>
              <a:gd name="connsiteX8776" fmla="*/ 8693538 w 12192000"/>
              <a:gd name="connsiteY8776" fmla="*/ 2444297 h 6858000"/>
              <a:gd name="connsiteX8777" fmla="*/ 8696813 w 12192000"/>
              <a:gd name="connsiteY8777" fmla="*/ 2451069 h 6858000"/>
              <a:gd name="connsiteX8778" fmla="*/ 8698152 w 12192000"/>
              <a:gd name="connsiteY8778" fmla="*/ 2480090 h 6858000"/>
              <a:gd name="connsiteX8779" fmla="*/ 8698152 w 12192000"/>
              <a:gd name="connsiteY8779" fmla="*/ 2532180 h 6858000"/>
              <a:gd name="connsiteX8780" fmla="*/ 8696218 w 12192000"/>
              <a:gd name="connsiteY8780" fmla="*/ 2549221 h 6858000"/>
              <a:gd name="connsiteX8781" fmla="*/ 8690562 w 12192000"/>
              <a:gd name="connsiteY8781" fmla="*/ 2555620 h 6858000"/>
              <a:gd name="connsiteX8782" fmla="*/ 8677466 w 12192000"/>
              <a:gd name="connsiteY8782" fmla="*/ 2557629 h 6858000"/>
              <a:gd name="connsiteX8783" fmla="*/ 8677466 w 12192000"/>
              <a:gd name="connsiteY8783" fmla="*/ 2562987 h 6858000"/>
              <a:gd name="connsiteX8784" fmla="*/ 8744884 w 12192000"/>
              <a:gd name="connsiteY8784" fmla="*/ 2562987 h 6858000"/>
              <a:gd name="connsiteX8785" fmla="*/ 8744884 w 12192000"/>
              <a:gd name="connsiteY8785" fmla="*/ 2557629 h 6858000"/>
              <a:gd name="connsiteX8786" fmla="*/ 8730076 w 12192000"/>
              <a:gd name="connsiteY8786" fmla="*/ 2555620 h 6858000"/>
              <a:gd name="connsiteX8787" fmla="*/ 8724570 w 12192000"/>
              <a:gd name="connsiteY8787" fmla="*/ 2549593 h 6858000"/>
              <a:gd name="connsiteX8788" fmla="*/ 8722709 w 12192000"/>
              <a:gd name="connsiteY8788" fmla="*/ 2532180 h 6858000"/>
              <a:gd name="connsiteX8789" fmla="*/ 8722709 w 12192000"/>
              <a:gd name="connsiteY8789" fmla="*/ 2459105 h 6858000"/>
              <a:gd name="connsiteX8790" fmla="*/ 8741759 w 12192000"/>
              <a:gd name="connsiteY8790" fmla="*/ 2444371 h 6858000"/>
              <a:gd name="connsiteX8791" fmla="*/ 8757684 w 12192000"/>
              <a:gd name="connsiteY8791" fmla="*/ 2440055 h 6858000"/>
              <a:gd name="connsiteX8792" fmla="*/ 8775990 w 12192000"/>
              <a:gd name="connsiteY8792" fmla="*/ 2449580 h 6858000"/>
              <a:gd name="connsiteX8793" fmla="*/ 8780901 w 12192000"/>
              <a:gd name="connsiteY8793" fmla="*/ 2473541 h 6858000"/>
              <a:gd name="connsiteX8794" fmla="*/ 8780901 w 12192000"/>
              <a:gd name="connsiteY8794" fmla="*/ 2532180 h 6858000"/>
              <a:gd name="connsiteX8795" fmla="*/ 8780156 w 12192000"/>
              <a:gd name="connsiteY8795" fmla="*/ 2546914 h 6858000"/>
              <a:gd name="connsiteX8796" fmla="*/ 8774278 w 12192000"/>
              <a:gd name="connsiteY8796" fmla="*/ 2554951 h 6858000"/>
              <a:gd name="connsiteX8797" fmla="*/ 8758726 w 12192000"/>
              <a:gd name="connsiteY8797" fmla="*/ 2557629 h 6858000"/>
              <a:gd name="connsiteX8798" fmla="*/ 8758726 w 12192000"/>
              <a:gd name="connsiteY8798" fmla="*/ 2562987 h 6858000"/>
              <a:gd name="connsiteX8799" fmla="*/ 8827633 w 12192000"/>
              <a:gd name="connsiteY8799" fmla="*/ 2562987 h 6858000"/>
              <a:gd name="connsiteX8800" fmla="*/ 8827633 w 12192000"/>
              <a:gd name="connsiteY8800" fmla="*/ 2557629 h 6858000"/>
              <a:gd name="connsiteX8801" fmla="*/ 8812899 w 12192000"/>
              <a:gd name="connsiteY8801" fmla="*/ 2555322 h 6858000"/>
              <a:gd name="connsiteX8802" fmla="*/ 8807020 w 12192000"/>
              <a:gd name="connsiteY8802" fmla="*/ 2549593 h 6858000"/>
              <a:gd name="connsiteX8803" fmla="*/ 8805458 w 12192000"/>
              <a:gd name="connsiteY8803" fmla="*/ 2532180 h 6858000"/>
              <a:gd name="connsiteX8804" fmla="*/ 8805458 w 12192000"/>
              <a:gd name="connsiteY8804" fmla="*/ 2467142 h 6858000"/>
              <a:gd name="connsiteX8805" fmla="*/ 8805160 w 12192000"/>
              <a:gd name="connsiteY8805" fmla="*/ 2460742 h 6858000"/>
              <a:gd name="connsiteX8806" fmla="*/ 8805458 w 12192000"/>
              <a:gd name="connsiteY8806" fmla="*/ 2459105 h 6858000"/>
              <a:gd name="connsiteX8807" fmla="*/ 8824730 w 12192000"/>
              <a:gd name="connsiteY8807" fmla="*/ 2444446 h 6858000"/>
              <a:gd name="connsiteX8808" fmla="*/ 8840581 w 12192000"/>
              <a:gd name="connsiteY8808" fmla="*/ 2440502 h 6858000"/>
              <a:gd name="connsiteX8809" fmla="*/ 8859184 w 12192000"/>
              <a:gd name="connsiteY8809" fmla="*/ 2450027 h 6858000"/>
              <a:gd name="connsiteX8810" fmla="*/ 8863203 w 12192000"/>
              <a:gd name="connsiteY8810" fmla="*/ 2473541 h 6858000"/>
              <a:gd name="connsiteX8811" fmla="*/ 8863203 w 12192000"/>
              <a:gd name="connsiteY8811" fmla="*/ 2532180 h 6858000"/>
              <a:gd name="connsiteX8812" fmla="*/ 8862608 w 12192000"/>
              <a:gd name="connsiteY8812" fmla="*/ 2546616 h 6858000"/>
              <a:gd name="connsiteX8813" fmla="*/ 8857696 w 12192000"/>
              <a:gd name="connsiteY8813" fmla="*/ 2554206 h 6858000"/>
              <a:gd name="connsiteX8814" fmla="*/ 8844004 w 12192000"/>
              <a:gd name="connsiteY8814" fmla="*/ 2557629 h 6858000"/>
              <a:gd name="connsiteX8815" fmla="*/ 8841176 w 12192000"/>
              <a:gd name="connsiteY8815" fmla="*/ 2557629 h 6858000"/>
              <a:gd name="connsiteX8816" fmla="*/ 8841176 w 12192000"/>
              <a:gd name="connsiteY8816" fmla="*/ 2562987 h 6858000"/>
              <a:gd name="connsiteX8817" fmla="*/ 8902791 w 12192000"/>
              <a:gd name="connsiteY8817" fmla="*/ 2562987 h 6858000"/>
              <a:gd name="connsiteX8818" fmla="*/ 8908447 w 12192000"/>
              <a:gd name="connsiteY8818" fmla="*/ 2562987 h 6858000"/>
              <a:gd name="connsiteX8819" fmla="*/ 8969020 w 12192000"/>
              <a:gd name="connsiteY8819" fmla="*/ 2562987 h 6858000"/>
              <a:gd name="connsiteX8820" fmla="*/ 8969020 w 12192000"/>
              <a:gd name="connsiteY8820" fmla="*/ 2557629 h 6858000"/>
              <a:gd name="connsiteX8821" fmla="*/ 8955699 w 12192000"/>
              <a:gd name="connsiteY8821" fmla="*/ 2555546 h 6858000"/>
              <a:gd name="connsiteX8822" fmla="*/ 8950193 w 12192000"/>
              <a:gd name="connsiteY8822" fmla="*/ 2549221 h 6858000"/>
              <a:gd name="connsiteX8823" fmla="*/ 8948332 w 12192000"/>
              <a:gd name="connsiteY8823" fmla="*/ 2532180 h 6858000"/>
              <a:gd name="connsiteX8824" fmla="*/ 8948332 w 12192000"/>
              <a:gd name="connsiteY8824" fmla="*/ 2422642 h 6858000"/>
              <a:gd name="connsiteX8825" fmla="*/ 8941784 w 12192000"/>
              <a:gd name="connsiteY8825" fmla="*/ 2422642 h 6858000"/>
              <a:gd name="connsiteX8826" fmla="*/ 8900707 w 12192000"/>
              <a:gd name="connsiteY8826" fmla="*/ 2439311 h 6858000"/>
              <a:gd name="connsiteX8827" fmla="*/ 8902791 w 12192000"/>
              <a:gd name="connsiteY8827" fmla="*/ 2444669 h 6858000"/>
              <a:gd name="connsiteX8828" fmla="*/ 8912911 w 12192000"/>
              <a:gd name="connsiteY8828" fmla="*/ 2442436 h 6858000"/>
              <a:gd name="connsiteX8829" fmla="*/ 8919013 w 12192000"/>
              <a:gd name="connsiteY8829" fmla="*/ 2444297 h 6858000"/>
              <a:gd name="connsiteX8830" fmla="*/ 8922288 w 12192000"/>
              <a:gd name="connsiteY8830" fmla="*/ 2450920 h 6858000"/>
              <a:gd name="connsiteX8831" fmla="*/ 8923627 w 12192000"/>
              <a:gd name="connsiteY8831" fmla="*/ 2479643 h 6858000"/>
              <a:gd name="connsiteX8832" fmla="*/ 8923627 w 12192000"/>
              <a:gd name="connsiteY8832" fmla="*/ 2532180 h 6858000"/>
              <a:gd name="connsiteX8833" fmla="*/ 8921618 w 12192000"/>
              <a:gd name="connsiteY8833" fmla="*/ 2549295 h 6858000"/>
              <a:gd name="connsiteX8834" fmla="*/ 8916186 w 12192000"/>
              <a:gd name="connsiteY8834" fmla="*/ 2555695 h 6858000"/>
              <a:gd name="connsiteX8835" fmla="*/ 8905898 w 12192000"/>
              <a:gd name="connsiteY8835" fmla="*/ 2557181 h 6858000"/>
              <a:gd name="connsiteX8836" fmla="*/ 8895350 w 12192000"/>
              <a:gd name="connsiteY8836" fmla="*/ 2555322 h 6858000"/>
              <a:gd name="connsiteX8837" fmla="*/ 8889843 w 12192000"/>
              <a:gd name="connsiteY8837" fmla="*/ 2549741 h 6858000"/>
              <a:gd name="connsiteX8838" fmla="*/ 8887908 w 12192000"/>
              <a:gd name="connsiteY8838" fmla="*/ 2532180 h 6858000"/>
              <a:gd name="connsiteX8839" fmla="*/ 8887908 w 12192000"/>
              <a:gd name="connsiteY8839" fmla="*/ 2473541 h 6858000"/>
              <a:gd name="connsiteX8840" fmla="*/ 8884634 w 12192000"/>
              <a:gd name="connsiteY8840" fmla="*/ 2446455 h 6858000"/>
              <a:gd name="connsiteX8841" fmla="*/ 8871314 w 12192000"/>
              <a:gd name="connsiteY8841" fmla="*/ 2428223 h 6858000"/>
              <a:gd name="connsiteX8842" fmla="*/ 8852040 w 12192000"/>
              <a:gd name="connsiteY8842" fmla="*/ 2422642 h 6858000"/>
              <a:gd name="connsiteX8843" fmla="*/ 8830312 w 12192000"/>
              <a:gd name="connsiteY8843" fmla="*/ 2428223 h 6858000"/>
              <a:gd name="connsiteX8844" fmla="*/ 8804416 w 12192000"/>
              <a:gd name="connsiteY8844" fmla="*/ 2451664 h 6858000"/>
              <a:gd name="connsiteX8845" fmla="*/ 8792063 w 12192000"/>
              <a:gd name="connsiteY8845" fmla="*/ 2430084 h 6858000"/>
              <a:gd name="connsiteX8846" fmla="*/ 8770036 w 12192000"/>
              <a:gd name="connsiteY8846" fmla="*/ 2422642 h 6858000"/>
              <a:gd name="connsiteX8847" fmla="*/ 8754707 w 12192000"/>
              <a:gd name="connsiteY8847" fmla="*/ 2425768 h 6858000"/>
              <a:gd name="connsiteX8848" fmla="*/ 8740270 w 12192000"/>
              <a:gd name="connsiteY8848" fmla="*/ 2434549 h 6858000"/>
              <a:gd name="connsiteX8849" fmla="*/ 8722709 w 12192000"/>
              <a:gd name="connsiteY8849" fmla="*/ 2451664 h 6858000"/>
              <a:gd name="connsiteX8850" fmla="*/ 8722709 w 12192000"/>
              <a:gd name="connsiteY8850" fmla="*/ 2422642 h 6858000"/>
              <a:gd name="connsiteX8851" fmla="*/ 8596503 w 12192000"/>
              <a:gd name="connsiteY8851" fmla="*/ 2422642 h 6858000"/>
              <a:gd name="connsiteX8852" fmla="*/ 8564356 w 12192000"/>
              <a:gd name="connsiteY8852" fmla="*/ 2431497 h 6858000"/>
              <a:gd name="connsiteX8853" fmla="*/ 8539874 w 12192000"/>
              <a:gd name="connsiteY8853" fmla="*/ 2458882 h 6858000"/>
              <a:gd name="connsiteX8854" fmla="*/ 8530572 w 12192000"/>
              <a:gd name="connsiteY8854" fmla="*/ 2496163 h 6858000"/>
              <a:gd name="connsiteX8855" fmla="*/ 8545901 w 12192000"/>
              <a:gd name="connsiteY8855" fmla="*/ 2542598 h 6858000"/>
              <a:gd name="connsiteX8856" fmla="*/ 8594866 w 12192000"/>
              <a:gd name="connsiteY8856" fmla="*/ 2567155 h 6858000"/>
              <a:gd name="connsiteX8857" fmla="*/ 8629170 w 12192000"/>
              <a:gd name="connsiteY8857" fmla="*/ 2557629 h 6858000"/>
              <a:gd name="connsiteX8858" fmla="*/ 8653355 w 12192000"/>
              <a:gd name="connsiteY8858" fmla="*/ 2529352 h 6858000"/>
              <a:gd name="connsiteX8859" fmla="*/ 8662136 w 12192000"/>
              <a:gd name="connsiteY8859" fmla="*/ 2492294 h 6858000"/>
              <a:gd name="connsiteX8860" fmla="*/ 8646212 w 12192000"/>
              <a:gd name="connsiteY8860" fmla="*/ 2446157 h 6858000"/>
              <a:gd name="connsiteX8861" fmla="*/ 8596503 w 12192000"/>
              <a:gd name="connsiteY8861" fmla="*/ 2422642 h 6858000"/>
              <a:gd name="connsiteX8862" fmla="*/ 8420290 w 12192000"/>
              <a:gd name="connsiteY8862" fmla="*/ 2422642 h 6858000"/>
              <a:gd name="connsiteX8863" fmla="*/ 8379214 w 12192000"/>
              <a:gd name="connsiteY8863" fmla="*/ 2439311 h 6858000"/>
              <a:gd name="connsiteX8864" fmla="*/ 8381446 w 12192000"/>
              <a:gd name="connsiteY8864" fmla="*/ 2444669 h 6858000"/>
              <a:gd name="connsiteX8865" fmla="*/ 8391418 w 12192000"/>
              <a:gd name="connsiteY8865" fmla="*/ 2442436 h 6858000"/>
              <a:gd name="connsiteX8866" fmla="*/ 8397594 w 12192000"/>
              <a:gd name="connsiteY8866" fmla="*/ 2444371 h 6858000"/>
              <a:gd name="connsiteX8867" fmla="*/ 8401017 w 12192000"/>
              <a:gd name="connsiteY8867" fmla="*/ 2451664 h 6858000"/>
              <a:gd name="connsiteX8868" fmla="*/ 8402133 w 12192000"/>
              <a:gd name="connsiteY8868" fmla="*/ 2481578 h 6858000"/>
              <a:gd name="connsiteX8869" fmla="*/ 8402133 w 12192000"/>
              <a:gd name="connsiteY8869" fmla="*/ 2532180 h 6858000"/>
              <a:gd name="connsiteX8870" fmla="*/ 8398487 w 12192000"/>
              <a:gd name="connsiteY8870" fmla="*/ 2552346 h 6858000"/>
              <a:gd name="connsiteX8871" fmla="*/ 8384423 w 12192000"/>
              <a:gd name="connsiteY8871" fmla="*/ 2557629 h 6858000"/>
              <a:gd name="connsiteX8872" fmla="*/ 8381446 w 12192000"/>
              <a:gd name="connsiteY8872" fmla="*/ 2557629 h 6858000"/>
              <a:gd name="connsiteX8873" fmla="*/ 8381446 w 12192000"/>
              <a:gd name="connsiteY8873" fmla="*/ 2562987 h 6858000"/>
              <a:gd name="connsiteX8874" fmla="*/ 8448866 w 12192000"/>
              <a:gd name="connsiteY8874" fmla="*/ 2562987 h 6858000"/>
              <a:gd name="connsiteX8875" fmla="*/ 8448866 w 12192000"/>
              <a:gd name="connsiteY8875" fmla="*/ 2557629 h 6858000"/>
              <a:gd name="connsiteX8876" fmla="*/ 8434057 w 12192000"/>
              <a:gd name="connsiteY8876" fmla="*/ 2555620 h 6858000"/>
              <a:gd name="connsiteX8877" fmla="*/ 8428327 w 12192000"/>
              <a:gd name="connsiteY8877" fmla="*/ 2549295 h 6858000"/>
              <a:gd name="connsiteX8878" fmla="*/ 8426690 w 12192000"/>
              <a:gd name="connsiteY8878" fmla="*/ 2532180 h 6858000"/>
              <a:gd name="connsiteX8879" fmla="*/ 8426690 w 12192000"/>
              <a:gd name="connsiteY8879" fmla="*/ 2460296 h 6858000"/>
              <a:gd name="connsiteX8880" fmla="*/ 8461962 w 12192000"/>
              <a:gd name="connsiteY8880" fmla="*/ 2440948 h 6858000"/>
              <a:gd name="connsiteX8881" fmla="*/ 8478259 w 12192000"/>
              <a:gd name="connsiteY8881" fmla="*/ 2449357 h 6858000"/>
              <a:gd name="connsiteX8882" fmla="*/ 8483096 w 12192000"/>
              <a:gd name="connsiteY8882" fmla="*/ 2476369 h 6858000"/>
              <a:gd name="connsiteX8883" fmla="*/ 8483096 w 12192000"/>
              <a:gd name="connsiteY8883" fmla="*/ 2532180 h 6858000"/>
              <a:gd name="connsiteX8884" fmla="*/ 8482500 w 12192000"/>
              <a:gd name="connsiteY8884" fmla="*/ 2546170 h 6858000"/>
              <a:gd name="connsiteX8885" fmla="*/ 8477217 w 12192000"/>
              <a:gd name="connsiteY8885" fmla="*/ 2554727 h 6858000"/>
              <a:gd name="connsiteX8886" fmla="*/ 8463897 w 12192000"/>
              <a:gd name="connsiteY8886" fmla="*/ 2557629 h 6858000"/>
              <a:gd name="connsiteX8887" fmla="*/ 8461069 w 12192000"/>
              <a:gd name="connsiteY8887" fmla="*/ 2557629 h 6858000"/>
              <a:gd name="connsiteX8888" fmla="*/ 8461069 w 12192000"/>
              <a:gd name="connsiteY8888" fmla="*/ 2562987 h 6858000"/>
              <a:gd name="connsiteX8889" fmla="*/ 8528488 w 12192000"/>
              <a:gd name="connsiteY8889" fmla="*/ 2562987 h 6858000"/>
              <a:gd name="connsiteX8890" fmla="*/ 8528488 w 12192000"/>
              <a:gd name="connsiteY8890" fmla="*/ 2557629 h 6858000"/>
              <a:gd name="connsiteX8891" fmla="*/ 8515020 w 12192000"/>
              <a:gd name="connsiteY8891" fmla="*/ 2555546 h 6858000"/>
              <a:gd name="connsiteX8892" fmla="*/ 8509736 w 12192000"/>
              <a:gd name="connsiteY8892" fmla="*/ 2549741 h 6858000"/>
              <a:gd name="connsiteX8893" fmla="*/ 8507652 w 12192000"/>
              <a:gd name="connsiteY8893" fmla="*/ 2532180 h 6858000"/>
              <a:gd name="connsiteX8894" fmla="*/ 8507652 w 12192000"/>
              <a:gd name="connsiteY8894" fmla="*/ 2473988 h 6858000"/>
              <a:gd name="connsiteX8895" fmla="*/ 8504378 w 12192000"/>
              <a:gd name="connsiteY8895" fmla="*/ 2446604 h 6858000"/>
              <a:gd name="connsiteX8896" fmla="*/ 8491579 w 12192000"/>
              <a:gd name="connsiteY8896" fmla="*/ 2428223 h 6858000"/>
              <a:gd name="connsiteX8897" fmla="*/ 8472380 w 12192000"/>
              <a:gd name="connsiteY8897" fmla="*/ 2422642 h 6858000"/>
              <a:gd name="connsiteX8898" fmla="*/ 8426690 w 12192000"/>
              <a:gd name="connsiteY8898" fmla="*/ 2451515 h 6858000"/>
              <a:gd name="connsiteX8899" fmla="*/ 8426690 w 12192000"/>
              <a:gd name="connsiteY8899" fmla="*/ 2422642 h 6858000"/>
              <a:gd name="connsiteX8900" fmla="*/ 8301228 w 12192000"/>
              <a:gd name="connsiteY8900" fmla="*/ 2422642 h 6858000"/>
              <a:gd name="connsiteX8901" fmla="*/ 8269081 w 12192000"/>
              <a:gd name="connsiteY8901" fmla="*/ 2431497 h 6858000"/>
              <a:gd name="connsiteX8902" fmla="*/ 8244599 w 12192000"/>
              <a:gd name="connsiteY8902" fmla="*/ 2458882 h 6858000"/>
              <a:gd name="connsiteX8903" fmla="*/ 8235297 w 12192000"/>
              <a:gd name="connsiteY8903" fmla="*/ 2496163 h 6858000"/>
              <a:gd name="connsiteX8904" fmla="*/ 8250626 w 12192000"/>
              <a:gd name="connsiteY8904" fmla="*/ 2542598 h 6858000"/>
              <a:gd name="connsiteX8905" fmla="*/ 8299591 w 12192000"/>
              <a:gd name="connsiteY8905" fmla="*/ 2567155 h 6858000"/>
              <a:gd name="connsiteX8906" fmla="*/ 8333896 w 12192000"/>
              <a:gd name="connsiteY8906" fmla="*/ 2557629 h 6858000"/>
              <a:gd name="connsiteX8907" fmla="*/ 8358080 w 12192000"/>
              <a:gd name="connsiteY8907" fmla="*/ 2529352 h 6858000"/>
              <a:gd name="connsiteX8908" fmla="*/ 8366861 w 12192000"/>
              <a:gd name="connsiteY8908" fmla="*/ 2492294 h 6858000"/>
              <a:gd name="connsiteX8909" fmla="*/ 8350937 w 12192000"/>
              <a:gd name="connsiteY8909" fmla="*/ 2446157 h 6858000"/>
              <a:gd name="connsiteX8910" fmla="*/ 8301228 w 12192000"/>
              <a:gd name="connsiteY8910" fmla="*/ 2422642 h 6858000"/>
              <a:gd name="connsiteX8911" fmla="*/ 8167134 w 12192000"/>
              <a:gd name="connsiteY8911" fmla="*/ 2422642 h 6858000"/>
              <a:gd name="connsiteX8912" fmla="*/ 8121220 w 12192000"/>
              <a:gd name="connsiteY8912" fmla="*/ 2442734 h 6858000"/>
              <a:gd name="connsiteX8913" fmla="*/ 8102096 w 12192000"/>
              <a:gd name="connsiteY8913" fmla="*/ 2494973 h 6858000"/>
              <a:gd name="connsiteX8914" fmla="*/ 8119360 w 12192000"/>
              <a:gd name="connsiteY8914" fmla="*/ 2547658 h 6858000"/>
              <a:gd name="connsiteX8915" fmla="*/ 8159841 w 12192000"/>
              <a:gd name="connsiteY8915" fmla="*/ 2567155 h 6858000"/>
              <a:gd name="connsiteX8916" fmla="*/ 8195411 w 12192000"/>
              <a:gd name="connsiteY8916" fmla="*/ 2552644 h 6858000"/>
              <a:gd name="connsiteX8917" fmla="*/ 8216991 w 12192000"/>
              <a:gd name="connsiteY8917" fmla="*/ 2511195 h 6858000"/>
              <a:gd name="connsiteX8918" fmla="*/ 8212675 w 12192000"/>
              <a:gd name="connsiteY8918" fmla="*/ 2509112 h 6858000"/>
              <a:gd name="connsiteX8919" fmla="*/ 8196751 w 12192000"/>
              <a:gd name="connsiteY8919" fmla="*/ 2533966 h 6858000"/>
              <a:gd name="connsiteX8920" fmla="*/ 8170557 w 12192000"/>
              <a:gd name="connsiteY8920" fmla="*/ 2543937 h 6858000"/>
              <a:gd name="connsiteX8921" fmla="*/ 8138187 w 12192000"/>
              <a:gd name="connsiteY8921" fmla="*/ 2525259 h 6858000"/>
              <a:gd name="connsiteX8922" fmla="*/ 8126206 w 12192000"/>
              <a:gd name="connsiteY8922" fmla="*/ 2482173 h 6858000"/>
              <a:gd name="connsiteX8923" fmla="*/ 8138261 w 12192000"/>
              <a:gd name="connsiteY8923" fmla="*/ 2443627 h 6858000"/>
              <a:gd name="connsiteX8924" fmla="*/ 8162223 w 12192000"/>
              <a:gd name="connsiteY8924" fmla="*/ 2432614 h 6858000"/>
              <a:gd name="connsiteX8925" fmla="*/ 8176659 w 12192000"/>
              <a:gd name="connsiteY8925" fmla="*/ 2437079 h 6858000"/>
              <a:gd name="connsiteX8926" fmla="*/ 8182686 w 12192000"/>
              <a:gd name="connsiteY8926" fmla="*/ 2450473 h 6858000"/>
              <a:gd name="connsiteX8927" fmla="*/ 8186035 w 12192000"/>
              <a:gd name="connsiteY8927" fmla="*/ 2462379 h 6858000"/>
              <a:gd name="connsiteX8928" fmla="*/ 8199281 w 12192000"/>
              <a:gd name="connsiteY8928" fmla="*/ 2468035 h 6858000"/>
              <a:gd name="connsiteX8929" fmla="*/ 8209475 w 12192000"/>
              <a:gd name="connsiteY8929" fmla="*/ 2464537 h 6858000"/>
              <a:gd name="connsiteX8930" fmla="*/ 8213122 w 12192000"/>
              <a:gd name="connsiteY8930" fmla="*/ 2455384 h 6858000"/>
              <a:gd name="connsiteX8931" fmla="*/ 8200174 w 12192000"/>
              <a:gd name="connsiteY8931" fmla="*/ 2433283 h 6858000"/>
              <a:gd name="connsiteX8932" fmla="*/ 8167134 w 12192000"/>
              <a:gd name="connsiteY8932" fmla="*/ 2422642 h 6858000"/>
              <a:gd name="connsiteX8933" fmla="*/ 7296638 w 12192000"/>
              <a:gd name="connsiteY8933" fmla="*/ 2422642 h 6858000"/>
              <a:gd name="connsiteX8934" fmla="*/ 7255413 w 12192000"/>
              <a:gd name="connsiteY8934" fmla="*/ 2439311 h 6858000"/>
              <a:gd name="connsiteX8935" fmla="*/ 7256901 w 12192000"/>
              <a:gd name="connsiteY8935" fmla="*/ 2444669 h 6858000"/>
              <a:gd name="connsiteX8936" fmla="*/ 7267319 w 12192000"/>
              <a:gd name="connsiteY8936" fmla="*/ 2442436 h 6858000"/>
              <a:gd name="connsiteX8937" fmla="*/ 7273793 w 12192000"/>
              <a:gd name="connsiteY8937" fmla="*/ 2444520 h 6858000"/>
              <a:gd name="connsiteX8938" fmla="*/ 7277365 w 12192000"/>
              <a:gd name="connsiteY8938" fmla="*/ 2451143 h 6858000"/>
              <a:gd name="connsiteX8939" fmla="*/ 7278332 w 12192000"/>
              <a:gd name="connsiteY8939" fmla="*/ 2479495 h 6858000"/>
              <a:gd name="connsiteX8940" fmla="*/ 7278332 w 12192000"/>
              <a:gd name="connsiteY8940" fmla="*/ 2532329 h 6858000"/>
              <a:gd name="connsiteX8941" fmla="*/ 7277588 w 12192000"/>
              <a:gd name="connsiteY8941" fmla="*/ 2546765 h 6858000"/>
              <a:gd name="connsiteX8942" fmla="*/ 7272379 w 12192000"/>
              <a:gd name="connsiteY8942" fmla="*/ 2554355 h 6858000"/>
              <a:gd name="connsiteX8943" fmla="*/ 7256901 w 12192000"/>
              <a:gd name="connsiteY8943" fmla="*/ 2557629 h 6858000"/>
              <a:gd name="connsiteX8944" fmla="*/ 7256901 w 12192000"/>
              <a:gd name="connsiteY8944" fmla="*/ 2562987 h 6858000"/>
              <a:gd name="connsiteX8945" fmla="*/ 7326701 w 12192000"/>
              <a:gd name="connsiteY8945" fmla="*/ 2562987 h 6858000"/>
              <a:gd name="connsiteX8946" fmla="*/ 7326701 w 12192000"/>
              <a:gd name="connsiteY8946" fmla="*/ 2557629 h 6858000"/>
              <a:gd name="connsiteX8947" fmla="*/ 7312563 w 12192000"/>
              <a:gd name="connsiteY8947" fmla="*/ 2554951 h 6858000"/>
              <a:gd name="connsiteX8948" fmla="*/ 7305717 w 12192000"/>
              <a:gd name="connsiteY8948" fmla="*/ 2548253 h 6858000"/>
              <a:gd name="connsiteX8949" fmla="*/ 7302889 w 12192000"/>
              <a:gd name="connsiteY8949" fmla="*/ 2531138 h 6858000"/>
              <a:gd name="connsiteX8950" fmla="*/ 7302889 w 12192000"/>
              <a:gd name="connsiteY8950" fmla="*/ 2465802 h 6858000"/>
              <a:gd name="connsiteX8951" fmla="*/ 7316730 w 12192000"/>
              <a:gd name="connsiteY8951" fmla="*/ 2445711 h 6858000"/>
              <a:gd name="connsiteX8952" fmla="*/ 7322534 w 12192000"/>
              <a:gd name="connsiteY8952" fmla="*/ 2442734 h 6858000"/>
              <a:gd name="connsiteX8953" fmla="*/ 7332134 w 12192000"/>
              <a:gd name="connsiteY8953" fmla="*/ 2447869 h 6858000"/>
              <a:gd name="connsiteX8954" fmla="*/ 7343817 w 12192000"/>
              <a:gd name="connsiteY8954" fmla="*/ 2453003 h 6858000"/>
              <a:gd name="connsiteX8955" fmla="*/ 7353044 w 12192000"/>
              <a:gd name="connsiteY8955" fmla="*/ 2448985 h 6858000"/>
              <a:gd name="connsiteX8956" fmla="*/ 7356914 w 12192000"/>
              <a:gd name="connsiteY8956" fmla="*/ 2439162 h 6858000"/>
              <a:gd name="connsiteX8957" fmla="*/ 7351556 w 12192000"/>
              <a:gd name="connsiteY8957" fmla="*/ 2427628 h 6858000"/>
              <a:gd name="connsiteX8958" fmla="*/ 7338012 w 12192000"/>
              <a:gd name="connsiteY8958" fmla="*/ 2422642 h 6858000"/>
              <a:gd name="connsiteX8959" fmla="*/ 7302889 w 12192000"/>
              <a:gd name="connsiteY8959" fmla="*/ 2453301 h 6858000"/>
              <a:gd name="connsiteX8960" fmla="*/ 7302889 w 12192000"/>
              <a:gd name="connsiteY8960" fmla="*/ 2422642 h 6858000"/>
              <a:gd name="connsiteX8961" fmla="*/ 7217759 w 12192000"/>
              <a:gd name="connsiteY8961" fmla="*/ 2422642 h 6858000"/>
              <a:gd name="connsiteX8962" fmla="*/ 7176683 w 12192000"/>
              <a:gd name="connsiteY8962" fmla="*/ 2439311 h 6858000"/>
              <a:gd name="connsiteX8963" fmla="*/ 7178766 w 12192000"/>
              <a:gd name="connsiteY8963" fmla="*/ 2444669 h 6858000"/>
              <a:gd name="connsiteX8964" fmla="*/ 7188887 w 12192000"/>
              <a:gd name="connsiteY8964" fmla="*/ 2442436 h 6858000"/>
              <a:gd name="connsiteX8965" fmla="*/ 7194989 w 12192000"/>
              <a:gd name="connsiteY8965" fmla="*/ 2444297 h 6858000"/>
              <a:gd name="connsiteX8966" fmla="*/ 7198263 w 12192000"/>
              <a:gd name="connsiteY8966" fmla="*/ 2450920 h 6858000"/>
              <a:gd name="connsiteX8967" fmla="*/ 7199602 w 12192000"/>
              <a:gd name="connsiteY8967" fmla="*/ 2479643 h 6858000"/>
              <a:gd name="connsiteX8968" fmla="*/ 7199602 w 12192000"/>
              <a:gd name="connsiteY8968" fmla="*/ 2532180 h 6858000"/>
              <a:gd name="connsiteX8969" fmla="*/ 7197593 w 12192000"/>
              <a:gd name="connsiteY8969" fmla="*/ 2549295 h 6858000"/>
              <a:gd name="connsiteX8970" fmla="*/ 7192161 w 12192000"/>
              <a:gd name="connsiteY8970" fmla="*/ 2555695 h 6858000"/>
              <a:gd name="connsiteX8971" fmla="*/ 7178766 w 12192000"/>
              <a:gd name="connsiteY8971" fmla="*/ 2557629 h 6858000"/>
              <a:gd name="connsiteX8972" fmla="*/ 7178766 w 12192000"/>
              <a:gd name="connsiteY8972" fmla="*/ 2562987 h 6858000"/>
              <a:gd name="connsiteX8973" fmla="*/ 7244995 w 12192000"/>
              <a:gd name="connsiteY8973" fmla="*/ 2562987 h 6858000"/>
              <a:gd name="connsiteX8974" fmla="*/ 7244995 w 12192000"/>
              <a:gd name="connsiteY8974" fmla="*/ 2557629 h 6858000"/>
              <a:gd name="connsiteX8975" fmla="*/ 7231675 w 12192000"/>
              <a:gd name="connsiteY8975" fmla="*/ 2555546 h 6858000"/>
              <a:gd name="connsiteX8976" fmla="*/ 7226168 w 12192000"/>
              <a:gd name="connsiteY8976" fmla="*/ 2549221 h 6858000"/>
              <a:gd name="connsiteX8977" fmla="*/ 7224308 w 12192000"/>
              <a:gd name="connsiteY8977" fmla="*/ 2532180 h 6858000"/>
              <a:gd name="connsiteX8978" fmla="*/ 7224308 w 12192000"/>
              <a:gd name="connsiteY8978" fmla="*/ 2422642 h 6858000"/>
              <a:gd name="connsiteX8979" fmla="*/ 6467666 w 12192000"/>
              <a:gd name="connsiteY8979" fmla="*/ 2422642 h 6858000"/>
              <a:gd name="connsiteX8980" fmla="*/ 6426589 w 12192000"/>
              <a:gd name="connsiteY8980" fmla="*/ 2439311 h 6858000"/>
              <a:gd name="connsiteX8981" fmla="*/ 6428821 w 12192000"/>
              <a:gd name="connsiteY8981" fmla="*/ 2444669 h 6858000"/>
              <a:gd name="connsiteX8982" fmla="*/ 6438793 w 12192000"/>
              <a:gd name="connsiteY8982" fmla="*/ 2442436 h 6858000"/>
              <a:gd name="connsiteX8983" fmla="*/ 6444969 w 12192000"/>
              <a:gd name="connsiteY8983" fmla="*/ 2444371 h 6858000"/>
              <a:gd name="connsiteX8984" fmla="*/ 6448392 w 12192000"/>
              <a:gd name="connsiteY8984" fmla="*/ 2451664 h 6858000"/>
              <a:gd name="connsiteX8985" fmla="*/ 6449508 w 12192000"/>
              <a:gd name="connsiteY8985" fmla="*/ 2481578 h 6858000"/>
              <a:gd name="connsiteX8986" fmla="*/ 6449508 w 12192000"/>
              <a:gd name="connsiteY8986" fmla="*/ 2532180 h 6858000"/>
              <a:gd name="connsiteX8987" fmla="*/ 6445862 w 12192000"/>
              <a:gd name="connsiteY8987" fmla="*/ 2552346 h 6858000"/>
              <a:gd name="connsiteX8988" fmla="*/ 6431798 w 12192000"/>
              <a:gd name="connsiteY8988" fmla="*/ 2557629 h 6858000"/>
              <a:gd name="connsiteX8989" fmla="*/ 6428821 w 12192000"/>
              <a:gd name="connsiteY8989" fmla="*/ 2557629 h 6858000"/>
              <a:gd name="connsiteX8990" fmla="*/ 6428821 w 12192000"/>
              <a:gd name="connsiteY8990" fmla="*/ 2562987 h 6858000"/>
              <a:gd name="connsiteX8991" fmla="*/ 6496241 w 12192000"/>
              <a:gd name="connsiteY8991" fmla="*/ 2562987 h 6858000"/>
              <a:gd name="connsiteX8992" fmla="*/ 6496241 w 12192000"/>
              <a:gd name="connsiteY8992" fmla="*/ 2557629 h 6858000"/>
              <a:gd name="connsiteX8993" fmla="*/ 6481432 w 12192000"/>
              <a:gd name="connsiteY8993" fmla="*/ 2555620 h 6858000"/>
              <a:gd name="connsiteX8994" fmla="*/ 6475702 w 12192000"/>
              <a:gd name="connsiteY8994" fmla="*/ 2549295 h 6858000"/>
              <a:gd name="connsiteX8995" fmla="*/ 6474065 w 12192000"/>
              <a:gd name="connsiteY8995" fmla="*/ 2532180 h 6858000"/>
              <a:gd name="connsiteX8996" fmla="*/ 6474065 w 12192000"/>
              <a:gd name="connsiteY8996" fmla="*/ 2460296 h 6858000"/>
              <a:gd name="connsiteX8997" fmla="*/ 6509337 w 12192000"/>
              <a:gd name="connsiteY8997" fmla="*/ 2440948 h 6858000"/>
              <a:gd name="connsiteX8998" fmla="*/ 6525634 w 12192000"/>
              <a:gd name="connsiteY8998" fmla="*/ 2449357 h 6858000"/>
              <a:gd name="connsiteX8999" fmla="*/ 6530471 w 12192000"/>
              <a:gd name="connsiteY8999" fmla="*/ 2476369 h 6858000"/>
              <a:gd name="connsiteX9000" fmla="*/ 6530471 w 12192000"/>
              <a:gd name="connsiteY9000" fmla="*/ 2532180 h 6858000"/>
              <a:gd name="connsiteX9001" fmla="*/ 6529876 w 12192000"/>
              <a:gd name="connsiteY9001" fmla="*/ 2546170 h 6858000"/>
              <a:gd name="connsiteX9002" fmla="*/ 6524592 w 12192000"/>
              <a:gd name="connsiteY9002" fmla="*/ 2554727 h 6858000"/>
              <a:gd name="connsiteX9003" fmla="*/ 6511272 w 12192000"/>
              <a:gd name="connsiteY9003" fmla="*/ 2557629 h 6858000"/>
              <a:gd name="connsiteX9004" fmla="*/ 6508444 w 12192000"/>
              <a:gd name="connsiteY9004" fmla="*/ 2557629 h 6858000"/>
              <a:gd name="connsiteX9005" fmla="*/ 6508444 w 12192000"/>
              <a:gd name="connsiteY9005" fmla="*/ 2562987 h 6858000"/>
              <a:gd name="connsiteX9006" fmla="*/ 6575864 w 12192000"/>
              <a:gd name="connsiteY9006" fmla="*/ 2562987 h 6858000"/>
              <a:gd name="connsiteX9007" fmla="*/ 6575864 w 12192000"/>
              <a:gd name="connsiteY9007" fmla="*/ 2557629 h 6858000"/>
              <a:gd name="connsiteX9008" fmla="*/ 6562395 w 12192000"/>
              <a:gd name="connsiteY9008" fmla="*/ 2555546 h 6858000"/>
              <a:gd name="connsiteX9009" fmla="*/ 6557111 w 12192000"/>
              <a:gd name="connsiteY9009" fmla="*/ 2549741 h 6858000"/>
              <a:gd name="connsiteX9010" fmla="*/ 6555028 w 12192000"/>
              <a:gd name="connsiteY9010" fmla="*/ 2532180 h 6858000"/>
              <a:gd name="connsiteX9011" fmla="*/ 6555028 w 12192000"/>
              <a:gd name="connsiteY9011" fmla="*/ 2473988 h 6858000"/>
              <a:gd name="connsiteX9012" fmla="*/ 6551753 w 12192000"/>
              <a:gd name="connsiteY9012" fmla="*/ 2446604 h 6858000"/>
              <a:gd name="connsiteX9013" fmla="*/ 6538954 w 12192000"/>
              <a:gd name="connsiteY9013" fmla="*/ 2428223 h 6858000"/>
              <a:gd name="connsiteX9014" fmla="*/ 6519755 w 12192000"/>
              <a:gd name="connsiteY9014" fmla="*/ 2422642 h 6858000"/>
              <a:gd name="connsiteX9015" fmla="*/ 6474065 w 12192000"/>
              <a:gd name="connsiteY9015" fmla="*/ 2451515 h 6858000"/>
              <a:gd name="connsiteX9016" fmla="*/ 6474065 w 12192000"/>
              <a:gd name="connsiteY9016" fmla="*/ 2422642 h 6858000"/>
              <a:gd name="connsiteX9017" fmla="*/ 6357384 w 12192000"/>
              <a:gd name="connsiteY9017" fmla="*/ 2422642 h 6858000"/>
              <a:gd name="connsiteX9018" fmla="*/ 6320623 w 12192000"/>
              <a:gd name="connsiteY9018" fmla="*/ 2433358 h 6858000"/>
              <a:gd name="connsiteX9019" fmla="*/ 6307526 w 12192000"/>
              <a:gd name="connsiteY9019" fmla="*/ 2456873 h 6858000"/>
              <a:gd name="connsiteX9020" fmla="*/ 6311024 w 12192000"/>
              <a:gd name="connsiteY9020" fmla="*/ 2467439 h 6858000"/>
              <a:gd name="connsiteX9021" fmla="*/ 6320028 w 12192000"/>
              <a:gd name="connsiteY9021" fmla="*/ 2471309 h 6858000"/>
              <a:gd name="connsiteX9022" fmla="*/ 6329181 w 12192000"/>
              <a:gd name="connsiteY9022" fmla="*/ 2467588 h 6858000"/>
              <a:gd name="connsiteX9023" fmla="*/ 6332678 w 12192000"/>
              <a:gd name="connsiteY9023" fmla="*/ 2457022 h 6858000"/>
              <a:gd name="connsiteX9024" fmla="*/ 6332381 w 12192000"/>
              <a:gd name="connsiteY9024" fmla="*/ 2448389 h 6858000"/>
              <a:gd name="connsiteX9025" fmla="*/ 6338036 w 12192000"/>
              <a:gd name="connsiteY9025" fmla="*/ 2436781 h 6858000"/>
              <a:gd name="connsiteX9026" fmla="*/ 6352919 w 12192000"/>
              <a:gd name="connsiteY9026" fmla="*/ 2431721 h 6858000"/>
              <a:gd name="connsiteX9027" fmla="*/ 6371746 w 12192000"/>
              <a:gd name="connsiteY9027" fmla="*/ 2439311 h 6858000"/>
              <a:gd name="connsiteX9028" fmla="*/ 6378220 w 12192000"/>
              <a:gd name="connsiteY9028" fmla="*/ 2467291 h 6858000"/>
              <a:gd name="connsiteX9029" fmla="*/ 6378220 w 12192000"/>
              <a:gd name="connsiteY9029" fmla="*/ 2472649 h 6858000"/>
              <a:gd name="connsiteX9030" fmla="*/ 6327990 w 12192000"/>
              <a:gd name="connsiteY9030" fmla="*/ 2494377 h 6858000"/>
              <a:gd name="connsiteX9031" fmla="*/ 6306782 w 12192000"/>
              <a:gd name="connsiteY9031" fmla="*/ 2513427 h 6858000"/>
              <a:gd name="connsiteX9032" fmla="*/ 6302317 w 12192000"/>
              <a:gd name="connsiteY9032" fmla="*/ 2530692 h 6858000"/>
              <a:gd name="connsiteX9033" fmla="*/ 6311470 w 12192000"/>
              <a:gd name="connsiteY9033" fmla="*/ 2556141 h 6858000"/>
              <a:gd name="connsiteX9034" fmla="*/ 6334762 w 12192000"/>
              <a:gd name="connsiteY9034" fmla="*/ 2565815 h 6858000"/>
              <a:gd name="connsiteX9035" fmla="*/ 6351877 w 12192000"/>
              <a:gd name="connsiteY9035" fmla="*/ 2562094 h 6858000"/>
              <a:gd name="connsiteX9036" fmla="*/ 6378220 w 12192000"/>
              <a:gd name="connsiteY9036" fmla="*/ 2543342 h 6858000"/>
              <a:gd name="connsiteX9037" fmla="*/ 6382685 w 12192000"/>
              <a:gd name="connsiteY9037" fmla="*/ 2560606 h 6858000"/>
              <a:gd name="connsiteX9038" fmla="*/ 6394293 w 12192000"/>
              <a:gd name="connsiteY9038" fmla="*/ 2565666 h 6858000"/>
              <a:gd name="connsiteX9039" fmla="*/ 6426142 w 12192000"/>
              <a:gd name="connsiteY9039" fmla="*/ 2543342 h 6858000"/>
              <a:gd name="connsiteX9040" fmla="*/ 6426142 w 12192000"/>
              <a:gd name="connsiteY9040" fmla="*/ 2535008 h 6858000"/>
              <a:gd name="connsiteX9041" fmla="*/ 6414087 w 12192000"/>
              <a:gd name="connsiteY9041" fmla="*/ 2545872 h 6858000"/>
              <a:gd name="connsiteX9042" fmla="*/ 6409920 w 12192000"/>
              <a:gd name="connsiteY9042" fmla="*/ 2546914 h 6858000"/>
              <a:gd name="connsiteX9043" fmla="*/ 6405976 w 12192000"/>
              <a:gd name="connsiteY9043" fmla="*/ 2545425 h 6858000"/>
              <a:gd name="connsiteX9044" fmla="*/ 6403521 w 12192000"/>
              <a:gd name="connsiteY9044" fmla="*/ 2539547 h 6858000"/>
              <a:gd name="connsiteX9045" fmla="*/ 6402776 w 12192000"/>
              <a:gd name="connsiteY9045" fmla="*/ 2515660 h 6858000"/>
              <a:gd name="connsiteX9046" fmla="*/ 6402776 w 12192000"/>
              <a:gd name="connsiteY9046" fmla="*/ 2469374 h 6858000"/>
              <a:gd name="connsiteX9047" fmla="*/ 6400098 w 12192000"/>
              <a:gd name="connsiteY9047" fmla="*/ 2443180 h 6858000"/>
              <a:gd name="connsiteX9048" fmla="*/ 6387150 w 12192000"/>
              <a:gd name="connsiteY9048" fmla="*/ 2428744 h 6858000"/>
              <a:gd name="connsiteX9049" fmla="*/ 6357384 w 12192000"/>
              <a:gd name="connsiteY9049" fmla="*/ 2422642 h 6858000"/>
              <a:gd name="connsiteX9050" fmla="*/ 6138160 w 12192000"/>
              <a:gd name="connsiteY9050" fmla="*/ 2422642 h 6858000"/>
              <a:gd name="connsiteX9051" fmla="*/ 6108320 w 12192000"/>
              <a:gd name="connsiteY9051" fmla="*/ 2433953 h 6858000"/>
              <a:gd name="connsiteX9052" fmla="*/ 6096786 w 12192000"/>
              <a:gd name="connsiteY9052" fmla="*/ 2462082 h 6858000"/>
              <a:gd name="connsiteX9053" fmla="*/ 6103483 w 12192000"/>
              <a:gd name="connsiteY9053" fmla="*/ 2483513 h 6858000"/>
              <a:gd name="connsiteX9054" fmla="*/ 6131760 w 12192000"/>
              <a:gd name="connsiteY9054" fmla="*/ 2502861 h 6858000"/>
              <a:gd name="connsiteX9055" fmla="*/ 6160559 w 12192000"/>
              <a:gd name="connsiteY9055" fmla="*/ 2520571 h 6858000"/>
              <a:gd name="connsiteX9056" fmla="*/ 6167777 w 12192000"/>
              <a:gd name="connsiteY9056" fmla="*/ 2537835 h 6858000"/>
              <a:gd name="connsiteX9057" fmla="*/ 6161303 w 12192000"/>
              <a:gd name="connsiteY9057" fmla="*/ 2552346 h 6858000"/>
              <a:gd name="connsiteX9058" fmla="*/ 6144560 w 12192000"/>
              <a:gd name="connsiteY9058" fmla="*/ 2558373 h 6858000"/>
              <a:gd name="connsiteX9059" fmla="*/ 6118217 w 12192000"/>
              <a:gd name="connsiteY9059" fmla="*/ 2547807 h 6858000"/>
              <a:gd name="connsiteX9060" fmla="*/ 6102292 w 12192000"/>
              <a:gd name="connsiteY9060" fmla="*/ 2516404 h 6858000"/>
              <a:gd name="connsiteX9061" fmla="*/ 6097381 w 12192000"/>
              <a:gd name="connsiteY9061" fmla="*/ 2516404 h 6858000"/>
              <a:gd name="connsiteX9062" fmla="*/ 6097381 w 12192000"/>
              <a:gd name="connsiteY9062" fmla="*/ 2565071 h 6858000"/>
              <a:gd name="connsiteX9063" fmla="*/ 6102292 w 12192000"/>
              <a:gd name="connsiteY9063" fmla="*/ 2565071 h 6858000"/>
              <a:gd name="connsiteX9064" fmla="*/ 6107650 w 12192000"/>
              <a:gd name="connsiteY9064" fmla="*/ 2561201 h 6858000"/>
              <a:gd name="connsiteX9065" fmla="*/ 6115687 w 12192000"/>
              <a:gd name="connsiteY9065" fmla="*/ 2562690 h 6858000"/>
              <a:gd name="connsiteX9066" fmla="*/ 6144262 w 12192000"/>
              <a:gd name="connsiteY9066" fmla="*/ 2567155 h 6858000"/>
              <a:gd name="connsiteX9067" fmla="*/ 6175739 w 12192000"/>
              <a:gd name="connsiteY9067" fmla="*/ 2555769 h 6858000"/>
              <a:gd name="connsiteX9068" fmla="*/ 6189803 w 12192000"/>
              <a:gd name="connsiteY9068" fmla="*/ 2525780 h 6858000"/>
              <a:gd name="connsiteX9069" fmla="*/ 6159591 w 12192000"/>
              <a:gd name="connsiteY9069" fmla="*/ 2486936 h 6858000"/>
              <a:gd name="connsiteX9070" fmla="*/ 6137862 w 12192000"/>
              <a:gd name="connsiteY9070" fmla="*/ 2476369 h 6858000"/>
              <a:gd name="connsiteX9071" fmla="*/ 6119110 w 12192000"/>
              <a:gd name="connsiteY9071" fmla="*/ 2463421 h 6858000"/>
              <a:gd name="connsiteX9072" fmla="*/ 6114348 w 12192000"/>
              <a:gd name="connsiteY9072" fmla="*/ 2449134 h 6858000"/>
              <a:gd name="connsiteX9073" fmla="*/ 6120747 w 12192000"/>
              <a:gd name="connsiteY9073" fmla="*/ 2436930 h 6858000"/>
              <a:gd name="connsiteX9074" fmla="*/ 6137565 w 12192000"/>
              <a:gd name="connsiteY9074" fmla="*/ 2431423 h 6858000"/>
              <a:gd name="connsiteX9075" fmla="*/ 6160112 w 12192000"/>
              <a:gd name="connsiteY9075" fmla="*/ 2439311 h 6858000"/>
              <a:gd name="connsiteX9076" fmla="*/ 6174623 w 12192000"/>
              <a:gd name="connsiteY9076" fmla="*/ 2469077 h 6858000"/>
              <a:gd name="connsiteX9077" fmla="*/ 6179534 w 12192000"/>
              <a:gd name="connsiteY9077" fmla="*/ 2469077 h 6858000"/>
              <a:gd name="connsiteX9078" fmla="*/ 6179534 w 12192000"/>
              <a:gd name="connsiteY9078" fmla="*/ 2422642 h 6858000"/>
              <a:gd name="connsiteX9079" fmla="*/ 6174623 w 12192000"/>
              <a:gd name="connsiteY9079" fmla="*/ 2422642 h 6858000"/>
              <a:gd name="connsiteX9080" fmla="*/ 6171498 w 12192000"/>
              <a:gd name="connsiteY9080" fmla="*/ 2427256 h 6858000"/>
              <a:gd name="connsiteX9081" fmla="*/ 6167777 w 12192000"/>
              <a:gd name="connsiteY9081" fmla="*/ 2428298 h 6858000"/>
              <a:gd name="connsiteX9082" fmla="*/ 6157657 w 12192000"/>
              <a:gd name="connsiteY9082" fmla="*/ 2426065 h 6858000"/>
              <a:gd name="connsiteX9083" fmla="*/ 6138160 w 12192000"/>
              <a:gd name="connsiteY9083" fmla="*/ 2422642 h 6858000"/>
              <a:gd name="connsiteX9084" fmla="*/ 5912834 w 12192000"/>
              <a:gd name="connsiteY9084" fmla="*/ 2422642 h 6858000"/>
              <a:gd name="connsiteX9085" fmla="*/ 5871758 w 12192000"/>
              <a:gd name="connsiteY9085" fmla="*/ 2439311 h 6858000"/>
              <a:gd name="connsiteX9086" fmla="*/ 5873842 w 12192000"/>
              <a:gd name="connsiteY9086" fmla="*/ 2444669 h 6858000"/>
              <a:gd name="connsiteX9087" fmla="*/ 5883963 w 12192000"/>
              <a:gd name="connsiteY9087" fmla="*/ 2442436 h 6858000"/>
              <a:gd name="connsiteX9088" fmla="*/ 5890064 w 12192000"/>
              <a:gd name="connsiteY9088" fmla="*/ 2444297 h 6858000"/>
              <a:gd name="connsiteX9089" fmla="*/ 5893338 w 12192000"/>
              <a:gd name="connsiteY9089" fmla="*/ 2450920 h 6858000"/>
              <a:gd name="connsiteX9090" fmla="*/ 5894677 w 12192000"/>
              <a:gd name="connsiteY9090" fmla="*/ 2479643 h 6858000"/>
              <a:gd name="connsiteX9091" fmla="*/ 5894677 w 12192000"/>
              <a:gd name="connsiteY9091" fmla="*/ 2532180 h 6858000"/>
              <a:gd name="connsiteX9092" fmla="*/ 5892668 w 12192000"/>
              <a:gd name="connsiteY9092" fmla="*/ 2549295 h 6858000"/>
              <a:gd name="connsiteX9093" fmla="*/ 5887236 w 12192000"/>
              <a:gd name="connsiteY9093" fmla="*/ 2555695 h 6858000"/>
              <a:gd name="connsiteX9094" fmla="*/ 5873842 w 12192000"/>
              <a:gd name="connsiteY9094" fmla="*/ 2557629 h 6858000"/>
              <a:gd name="connsiteX9095" fmla="*/ 5873842 w 12192000"/>
              <a:gd name="connsiteY9095" fmla="*/ 2562987 h 6858000"/>
              <a:gd name="connsiteX9096" fmla="*/ 5940070 w 12192000"/>
              <a:gd name="connsiteY9096" fmla="*/ 2562987 h 6858000"/>
              <a:gd name="connsiteX9097" fmla="*/ 5940070 w 12192000"/>
              <a:gd name="connsiteY9097" fmla="*/ 2557629 h 6858000"/>
              <a:gd name="connsiteX9098" fmla="*/ 5926750 w 12192000"/>
              <a:gd name="connsiteY9098" fmla="*/ 2555546 h 6858000"/>
              <a:gd name="connsiteX9099" fmla="*/ 5921243 w 12192000"/>
              <a:gd name="connsiteY9099" fmla="*/ 2549221 h 6858000"/>
              <a:gd name="connsiteX9100" fmla="*/ 5919383 w 12192000"/>
              <a:gd name="connsiteY9100" fmla="*/ 2532180 h 6858000"/>
              <a:gd name="connsiteX9101" fmla="*/ 5919383 w 12192000"/>
              <a:gd name="connsiteY9101" fmla="*/ 2422642 h 6858000"/>
              <a:gd name="connsiteX9102" fmla="*/ 5801213 w 12192000"/>
              <a:gd name="connsiteY9102" fmla="*/ 2422642 h 6858000"/>
              <a:gd name="connsiteX9103" fmla="*/ 5759988 w 12192000"/>
              <a:gd name="connsiteY9103" fmla="*/ 2439311 h 6858000"/>
              <a:gd name="connsiteX9104" fmla="*/ 5761476 w 12192000"/>
              <a:gd name="connsiteY9104" fmla="*/ 2444669 h 6858000"/>
              <a:gd name="connsiteX9105" fmla="*/ 5771894 w 12192000"/>
              <a:gd name="connsiteY9105" fmla="*/ 2442436 h 6858000"/>
              <a:gd name="connsiteX9106" fmla="*/ 5778368 w 12192000"/>
              <a:gd name="connsiteY9106" fmla="*/ 2444520 h 6858000"/>
              <a:gd name="connsiteX9107" fmla="*/ 5781940 w 12192000"/>
              <a:gd name="connsiteY9107" fmla="*/ 2451143 h 6858000"/>
              <a:gd name="connsiteX9108" fmla="*/ 5782907 w 12192000"/>
              <a:gd name="connsiteY9108" fmla="*/ 2479495 h 6858000"/>
              <a:gd name="connsiteX9109" fmla="*/ 5782907 w 12192000"/>
              <a:gd name="connsiteY9109" fmla="*/ 2532329 h 6858000"/>
              <a:gd name="connsiteX9110" fmla="*/ 5782163 w 12192000"/>
              <a:gd name="connsiteY9110" fmla="*/ 2546765 h 6858000"/>
              <a:gd name="connsiteX9111" fmla="*/ 5776954 w 12192000"/>
              <a:gd name="connsiteY9111" fmla="*/ 2554355 h 6858000"/>
              <a:gd name="connsiteX9112" fmla="*/ 5761476 w 12192000"/>
              <a:gd name="connsiteY9112" fmla="*/ 2557629 h 6858000"/>
              <a:gd name="connsiteX9113" fmla="*/ 5761476 w 12192000"/>
              <a:gd name="connsiteY9113" fmla="*/ 2562987 h 6858000"/>
              <a:gd name="connsiteX9114" fmla="*/ 5831276 w 12192000"/>
              <a:gd name="connsiteY9114" fmla="*/ 2562987 h 6858000"/>
              <a:gd name="connsiteX9115" fmla="*/ 5831276 w 12192000"/>
              <a:gd name="connsiteY9115" fmla="*/ 2557629 h 6858000"/>
              <a:gd name="connsiteX9116" fmla="*/ 5817138 w 12192000"/>
              <a:gd name="connsiteY9116" fmla="*/ 2554951 h 6858000"/>
              <a:gd name="connsiteX9117" fmla="*/ 5810293 w 12192000"/>
              <a:gd name="connsiteY9117" fmla="*/ 2548253 h 6858000"/>
              <a:gd name="connsiteX9118" fmla="*/ 5807464 w 12192000"/>
              <a:gd name="connsiteY9118" fmla="*/ 2531138 h 6858000"/>
              <a:gd name="connsiteX9119" fmla="*/ 5807464 w 12192000"/>
              <a:gd name="connsiteY9119" fmla="*/ 2465802 h 6858000"/>
              <a:gd name="connsiteX9120" fmla="*/ 5821305 w 12192000"/>
              <a:gd name="connsiteY9120" fmla="*/ 2445711 h 6858000"/>
              <a:gd name="connsiteX9121" fmla="*/ 5827109 w 12192000"/>
              <a:gd name="connsiteY9121" fmla="*/ 2442734 h 6858000"/>
              <a:gd name="connsiteX9122" fmla="*/ 5836709 w 12192000"/>
              <a:gd name="connsiteY9122" fmla="*/ 2447869 h 6858000"/>
              <a:gd name="connsiteX9123" fmla="*/ 5848392 w 12192000"/>
              <a:gd name="connsiteY9123" fmla="*/ 2453003 h 6858000"/>
              <a:gd name="connsiteX9124" fmla="*/ 5857619 w 12192000"/>
              <a:gd name="connsiteY9124" fmla="*/ 2448985 h 6858000"/>
              <a:gd name="connsiteX9125" fmla="*/ 5861490 w 12192000"/>
              <a:gd name="connsiteY9125" fmla="*/ 2439162 h 6858000"/>
              <a:gd name="connsiteX9126" fmla="*/ 5856131 w 12192000"/>
              <a:gd name="connsiteY9126" fmla="*/ 2427628 h 6858000"/>
              <a:gd name="connsiteX9127" fmla="*/ 5842587 w 12192000"/>
              <a:gd name="connsiteY9127" fmla="*/ 2422642 h 6858000"/>
              <a:gd name="connsiteX9128" fmla="*/ 5807464 w 12192000"/>
              <a:gd name="connsiteY9128" fmla="*/ 2453301 h 6858000"/>
              <a:gd name="connsiteX9129" fmla="*/ 5807464 w 12192000"/>
              <a:gd name="connsiteY9129" fmla="*/ 2422642 h 6858000"/>
              <a:gd name="connsiteX9130" fmla="*/ 5572316 w 12192000"/>
              <a:gd name="connsiteY9130" fmla="*/ 2422642 h 6858000"/>
              <a:gd name="connsiteX9131" fmla="*/ 5531239 w 12192000"/>
              <a:gd name="connsiteY9131" fmla="*/ 2439311 h 6858000"/>
              <a:gd name="connsiteX9132" fmla="*/ 5533473 w 12192000"/>
              <a:gd name="connsiteY9132" fmla="*/ 2444669 h 6858000"/>
              <a:gd name="connsiteX9133" fmla="*/ 5543443 w 12192000"/>
              <a:gd name="connsiteY9133" fmla="*/ 2442436 h 6858000"/>
              <a:gd name="connsiteX9134" fmla="*/ 5549620 w 12192000"/>
              <a:gd name="connsiteY9134" fmla="*/ 2444371 h 6858000"/>
              <a:gd name="connsiteX9135" fmla="*/ 5553042 w 12192000"/>
              <a:gd name="connsiteY9135" fmla="*/ 2451664 h 6858000"/>
              <a:gd name="connsiteX9136" fmla="*/ 5554160 w 12192000"/>
              <a:gd name="connsiteY9136" fmla="*/ 2481578 h 6858000"/>
              <a:gd name="connsiteX9137" fmla="*/ 5554160 w 12192000"/>
              <a:gd name="connsiteY9137" fmla="*/ 2532180 h 6858000"/>
              <a:gd name="connsiteX9138" fmla="*/ 5550512 w 12192000"/>
              <a:gd name="connsiteY9138" fmla="*/ 2552346 h 6858000"/>
              <a:gd name="connsiteX9139" fmla="*/ 5536449 w 12192000"/>
              <a:gd name="connsiteY9139" fmla="*/ 2557629 h 6858000"/>
              <a:gd name="connsiteX9140" fmla="*/ 5533473 w 12192000"/>
              <a:gd name="connsiteY9140" fmla="*/ 2557629 h 6858000"/>
              <a:gd name="connsiteX9141" fmla="*/ 5533473 w 12192000"/>
              <a:gd name="connsiteY9141" fmla="*/ 2562987 h 6858000"/>
              <a:gd name="connsiteX9142" fmla="*/ 5600891 w 12192000"/>
              <a:gd name="connsiteY9142" fmla="*/ 2562987 h 6858000"/>
              <a:gd name="connsiteX9143" fmla="*/ 5600891 w 12192000"/>
              <a:gd name="connsiteY9143" fmla="*/ 2557629 h 6858000"/>
              <a:gd name="connsiteX9144" fmla="*/ 5586083 w 12192000"/>
              <a:gd name="connsiteY9144" fmla="*/ 2555620 h 6858000"/>
              <a:gd name="connsiteX9145" fmla="*/ 5580353 w 12192000"/>
              <a:gd name="connsiteY9145" fmla="*/ 2549295 h 6858000"/>
              <a:gd name="connsiteX9146" fmla="*/ 5578716 w 12192000"/>
              <a:gd name="connsiteY9146" fmla="*/ 2532180 h 6858000"/>
              <a:gd name="connsiteX9147" fmla="*/ 5578716 w 12192000"/>
              <a:gd name="connsiteY9147" fmla="*/ 2460296 h 6858000"/>
              <a:gd name="connsiteX9148" fmla="*/ 5613988 w 12192000"/>
              <a:gd name="connsiteY9148" fmla="*/ 2440948 h 6858000"/>
              <a:gd name="connsiteX9149" fmla="*/ 5630285 w 12192000"/>
              <a:gd name="connsiteY9149" fmla="*/ 2449357 h 6858000"/>
              <a:gd name="connsiteX9150" fmla="*/ 5635122 w 12192000"/>
              <a:gd name="connsiteY9150" fmla="*/ 2476369 h 6858000"/>
              <a:gd name="connsiteX9151" fmla="*/ 5635122 w 12192000"/>
              <a:gd name="connsiteY9151" fmla="*/ 2532180 h 6858000"/>
              <a:gd name="connsiteX9152" fmla="*/ 5634527 w 12192000"/>
              <a:gd name="connsiteY9152" fmla="*/ 2546170 h 6858000"/>
              <a:gd name="connsiteX9153" fmla="*/ 5629243 w 12192000"/>
              <a:gd name="connsiteY9153" fmla="*/ 2554727 h 6858000"/>
              <a:gd name="connsiteX9154" fmla="*/ 5615923 w 12192000"/>
              <a:gd name="connsiteY9154" fmla="*/ 2557629 h 6858000"/>
              <a:gd name="connsiteX9155" fmla="*/ 5613095 w 12192000"/>
              <a:gd name="connsiteY9155" fmla="*/ 2557629 h 6858000"/>
              <a:gd name="connsiteX9156" fmla="*/ 5613095 w 12192000"/>
              <a:gd name="connsiteY9156" fmla="*/ 2562987 h 6858000"/>
              <a:gd name="connsiteX9157" fmla="*/ 5680514 w 12192000"/>
              <a:gd name="connsiteY9157" fmla="*/ 2562987 h 6858000"/>
              <a:gd name="connsiteX9158" fmla="*/ 5680514 w 12192000"/>
              <a:gd name="connsiteY9158" fmla="*/ 2557629 h 6858000"/>
              <a:gd name="connsiteX9159" fmla="*/ 5667045 w 12192000"/>
              <a:gd name="connsiteY9159" fmla="*/ 2555546 h 6858000"/>
              <a:gd name="connsiteX9160" fmla="*/ 5661761 w 12192000"/>
              <a:gd name="connsiteY9160" fmla="*/ 2549741 h 6858000"/>
              <a:gd name="connsiteX9161" fmla="*/ 5659678 w 12192000"/>
              <a:gd name="connsiteY9161" fmla="*/ 2532180 h 6858000"/>
              <a:gd name="connsiteX9162" fmla="*/ 5659678 w 12192000"/>
              <a:gd name="connsiteY9162" fmla="*/ 2473988 h 6858000"/>
              <a:gd name="connsiteX9163" fmla="*/ 5656403 w 12192000"/>
              <a:gd name="connsiteY9163" fmla="*/ 2446604 h 6858000"/>
              <a:gd name="connsiteX9164" fmla="*/ 5643604 w 12192000"/>
              <a:gd name="connsiteY9164" fmla="*/ 2428223 h 6858000"/>
              <a:gd name="connsiteX9165" fmla="*/ 5624405 w 12192000"/>
              <a:gd name="connsiteY9165" fmla="*/ 2422642 h 6858000"/>
              <a:gd name="connsiteX9166" fmla="*/ 5578716 w 12192000"/>
              <a:gd name="connsiteY9166" fmla="*/ 2451515 h 6858000"/>
              <a:gd name="connsiteX9167" fmla="*/ 5578716 w 12192000"/>
              <a:gd name="connsiteY9167" fmla="*/ 2422642 h 6858000"/>
              <a:gd name="connsiteX9168" fmla="*/ 5310379 w 12192000"/>
              <a:gd name="connsiteY9168" fmla="*/ 2422642 h 6858000"/>
              <a:gd name="connsiteX9169" fmla="*/ 5278231 w 12192000"/>
              <a:gd name="connsiteY9169" fmla="*/ 2431497 h 6858000"/>
              <a:gd name="connsiteX9170" fmla="*/ 5253749 w 12192000"/>
              <a:gd name="connsiteY9170" fmla="*/ 2458882 h 6858000"/>
              <a:gd name="connsiteX9171" fmla="*/ 5244448 w 12192000"/>
              <a:gd name="connsiteY9171" fmla="*/ 2496163 h 6858000"/>
              <a:gd name="connsiteX9172" fmla="*/ 5259777 w 12192000"/>
              <a:gd name="connsiteY9172" fmla="*/ 2542598 h 6858000"/>
              <a:gd name="connsiteX9173" fmla="*/ 5308741 w 12192000"/>
              <a:gd name="connsiteY9173" fmla="*/ 2567155 h 6858000"/>
              <a:gd name="connsiteX9174" fmla="*/ 5343046 w 12192000"/>
              <a:gd name="connsiteY9174" fmla="*/ 2557629 h 6858000"/>
              <a:gd name="connsiteX9175" fmla="*/ 5367232 w 12192000"/>
              <a:gd name="connsiteY9175" fmla="*/ 2529352 h 6858000"/>
              <a:gd name="connsiteX9176" fmla="*/ 5376012 w 12192000"/>
              <a:gd name="connsiteY9176" fmla="*/ 2492294 h 6858000"/>
              <a:gd name="connsiteX9177" fmla="*/ 5360087 w 12192000"/>
              <a:gd name="connsiteY9177" fmla="*/ 2446157 h 6858000"/>
              <a:gd name="connsiteX9178" fmla="*/ 5310379 w 12192000"/>
              <a:gd name="connsiteY9178" fmla="*/ 2422642 h 6858000"/>
              <a:gd name="connsiteX9179" fmla="*/ 5176285 w 12192000"/>
              <a:gd name="connsiteY9179" fmla="*/ 2422642 h 6858000"/>
              <a:gd name="connsiteX9180" fmla="*/ 5130371 w 12192000"/>
              <a:gd name="connsiteY9180" fmla="*/ 2442734 h 6858000"/>
              <a:gd name="connsiteX9181" fmla="*/ 5111247 w 12192000"/>
              <a:gd name="connsiteY9181" fmla="*/ 2494973 h 6858000"/>
              <a:gd name="connsiteX9182" fmla="*/ 5128511 w 12192000"/>
              <a:gd name="connsiteY9182" fmla="*/ 2547658 h 6858000"/>
              <a:gd name="connsiteX9183" fmla="*/ 5168992 w 12192000"/>
              <a:gd name="connsiteY9183" fmla="*/ 2567155 h 6858000"/>
              <a:gd name="connsiteX9184" fmla="*/ 5204562 w 12192000"/>
              <a:gd name="connsiteY9184" fmla="*/ 2552644 h 6858000"/>
              <a:gd name="connsiteX9185" fmla="*/ 5226142 w 12192000"/>
              <a:gd name="connsiteY9185" fmla="*/ 2511195 h 6858000"/>
              <a:gd name="connsiteX9186" fmla="*/ 5221826 w 12192000"/>
              <a:gd name="connsiteY9186" fmla="*/ 2509112 h 6858000"/>
              <a:gd name="connsiteX9187" fmla="*/ 5205902 w 12192000"/>
              <a:gd name="connsiteY9187" fmla="*/ 2533966 h 6858000"/>
              <a:gd name="connsiteX9188" fmla="*/ 5179707 w 12192000"/>
              <a:gd name="connsiteY9188" fmla="*/ 2543937 h 6858000"/>
              <a:gd name="connsiteX9189" fmla="*/ 5147338 w 12192000"/>
              <a:gd name="connsiteY9189" fmla="*/ 2525259 h 6858000"/>
              <a:gd name="connsiteX9190" fmla="*/ 5135356 w 12192000"/>
              <a:gd name="connsiteY9190" fmla="*/ 2482173 h 6858000"/>
              <a:gd name="connsiteX9191" fmla="*/ 5147412 w 12192000"/>
              <a:gd name="connsiteY9191" fmla="*/ 2443627 h 6858000"/>
              <a:gd name="connsiteX9192" fmla="*/ 5171373 w 12192000"/>
              <a:gd name="connsiteY9192" fmla="*/ 2432614 h 6858000"/>
              <a:gd name="connsiteX9193" fmla="*/ 5185809 w 12192000"/>
              <a:gd name="connsiteY9193" fmla="*/ 2437079 h 6858000"/>
              <a:gd name="connsiteX9194" fmla="*/ 5191837 w 12192000"/>
              <a:gd name="connsiteY9194" fmla="*/ 2450473 h 6858000"/>
              <a:gd name="connsiteX9195" fmla="*/ 5195186 w 12192000"/>
              <a:gd name="connsiteY9195" fmla="*/ 2462379 h 6858000"/>
              <a:gd name="connsiteX9196" fmla="*/ 5208431 w 12192000"/>
              <a:gd name="connsiteY9196" fmla="*/ 2468035 h 6858000"/>
              <a:gd name="connsiteX9197" fmla="*/ 5218626 w 12192000"/>
              <a:gd name="connsiteY9197" fmla="*/ 2464537 h 6858000"/>
              <a:gd name="connsiteX9198" fmla="*/ 5222272 w 12192000"/>
              <a:gd name="connsiteY9198" fmla="*/ 2455384 h 6858000"/>
              <a:gd name="connsiteX9199" fmla="*/ 5209324 w 12192000"/>
              <a:gd name="connsiteY9199" fmla="*/ 2433283 h 6858000"/>
              <a:gd name="connsiteX9200" fmla="*/ 5176285 w 12192000"/>
              <a:gd name="connsiteY9200" fmla="*/ 2422642 h 6858000"/>
              <a:gd name="connsiteX9201" fmla="*/ 4819841 w 12192000"/>
              <a:gd name="connsiteY9201" fmla="*/ 2422642 h 6858000"/>
              <a:gd name="connsiteX9202" fmla="*/ 4778765 w 12192000"/>
              <a:gd name="connsiteY9202" fmla="*/ 2439311 h 6858000"/>
              <a:gd name="connsiteX9203" fmla="*/ 4780997 w 12192000"/>
              <a:gd name="connsiteY9203" fmla="*/ 2444669 h 6858000"/>
              <a:gd name="connsiteX9204" fmla="*/ 4790968 w 12192000"/>
              <a:gd name="connsiteY9204" fmla="*/ 2442436 h 6858000"/>
              <a:gd name="connsiteX9205" fmla="*/ 4797145 w 12192000"/>
              <a:gd name="connsiteY9205" fmla="*/ 2444371 h 6858000"/>
              <a:gd name="connsiteX9206" fmla="*/ 4800568 w 12192000"/>
              <a:gd name="connsiteY9206" fmla="*/ 2451664 h 6858000"/>
              <a:gd name="connsiteX9207" fmla="*/ 4801684 w 12192000"/>
              <a:gd name="connsiteY9207" fmla="*/ 2481578 h 6858000"/>
              <a:gd name="connsiteX9208" fmla="*/ 4801684 w 12192000"/>
              <a:gd name="connsiteY9208" fmla="*/ 2532180 h 6858000"/>
              <a:gd name="connsiteX9209" fmla="*/ 4798037 w 12192000"/>
              <a:gd name="connsiteY9209" fmla="*/ 2552346 h 6858000"/>
              <a:gd name="connsiteX9210" fmla="*/ 4783974 w 12192000"/>
              <a:gd name="connsiteY9210" fmla="*/ 2557629 h 6858000"/>
              <a:gd name="connsiteX9211" fmla="*/ 4780997 w 12192000"/>
              <a:gd name="connsiteY9211" fmla="*/ 2557629 h 6858000"/>
              <a:gd name="connsiteX9212" fmla="*/ 4780997 w 12192000"/>
              <a:gd name="connsiteY9212" fmla="*/ 2562987 h 6858000"/>
              <a:gd name="connsiteX9213" fmla="*/ 4848416 w 12192000"/>
              <a:gd name="connsiteY9213" fmla="*/ 2562987 h 6858000"/>
              <a:gd name="connsiteX9214" fmla="*/ 4848416 w 12192000"/>
              <a:gd name="connsiteY9214" fmla="*/ 2557629 h 6858000"/>
              <a:gd name="connsiteX9215" fmla="*/ 4833607 w 12192000"/>
              <a:gd name="connsiteY9215" fmla="*/ 2555620 h 6858000"/>
              <a:gd name="connsiteX9216" fmla="*/ 4827878 w 12192000"/>
              <a:gd name="connsiteY9216" fmla="*/ 2549295 h 6858000"/>
              <a:gd name="connsiteX9217" fmla="*/ 4826241 w 12192000"/>
              <a:gd name="connsiteY9217" fmla="*/ 2532180 h 6858000"/>
              <a:gd name="connsiteX9218" fmla="*/ 4826241 w 12192000"/>
              <a:gd name="connsiteY9218" fmla="*/ 2460296 h 6858000"/>
              <a:gd name="connsiteX9219" fmla="*/ 4861513 w 12192000"/>
              <a:gd name="connsiteY9219" fmla="*/ 2440948 h 6858000"/>
              <a:gd name="connsiteX9220" fmla="*/ 4877810 w 12192000"/>
              <a:gd name="connsiteY9220" fmla="*/ 2449357 h 6858000"/>
              <a:gd name="connsiteX9221" fmla="*/ 4882647 w 12192000"/>
              <a:gd name="connsiteY9221" fmla="*/ 2476369 h 6858000"/>
              <a:gd name="connsiteX9222" fmla="*/ 4882647 w 12192000"/>
              <a:gd name="connsiteY9222" fmla="*/ 2532180 h 6858000"/>
              <a:gd name="connsiteX9223" fmla="*/ 4882051 w 12192000"/>
              <a:gd name="connsiteY9223" fmla="*/ 2546170 h 6858000"/>
              <a:gd name="connsiteX9224" fmla="*/ 4876768 w 12192000"/>
              <a:gd name="connsiteY9224" fmla="*/ 2554727 h 6858000"/>
              <a:gd name="connsiteX9225" fmla="*/ 4863448 w 12192000"/>
              <a:gd name="connsiteY9225" fmla="*/ 2557629 h 6858000"/>
              <a:gd name="connsiteX9226" fmla="*/ 4860620 w 12192000"/>
              <a:gd name="connsiteY9226" fmla="*/ 2557629 h 6858000"/>
              <a:gd name="connsiteX9227" fmla="*/ 4860620 w 12192000"/>
              <a:gd name="connsiteY9227" fmla="*/ 2562987 h 6858000"/>
              <a:gd name="connsiteX9228" fmla="*/ 4928039 w 12192000"/>
              <a:gd name="connsiteY9228" fmla="*/ 2562987 h 6858000"/>
              <a:gd name="connsiteX9229" fmla="*/ 4928039 w 12192000"/>
              <a:gd name="connsiteY9229" fmla="*/ 2557629 h 6858000"/>
              <a:gd name="connsiteX9230" fmla="*/ 4914571 w 12192000"/>
              <a:gd name="connsiteY9230" fmla="*/ 2555546 h 6858000"/>
              <a:gd name="connsiteX9231" fmla="*/ 4909287 w 12192000"/>
              <a:gd name="connsiteY9231" fmla="*/ 2549741 h 6858000"/>
              <a:gd name="connsiteX9232" fmla="*/ 4907204 w 12192000"/>
              <a:gd name="connsiteY9232" fmla="*/ 2532180 h 6858000"/>
              <a:gd name="connsiteX9233" fmla="*/ 4907204 w 12192000"/>
              <a:gd name="connsiteY9233" fmla="*/ 2473988 h 6858000"/>
              <a:gd name="connsiteX9234" fmla="*/ 4903929 w 12192000"/>
              <a:gd name="connsiteY9234" fmla="*/ 2446604 h 6858000"/>
              <a:gd name="connsiteX9235" fmla="*/ 4891129 w 12192000"/>
              <a:gd name="connsiteY9235" fmla="*/ 2428223 h 6858000"/>
              <a:gd name="connsiteX9236" fmla="*/ 4871931 w 12192000"/>
              <a:gd name="connsiteY9236" fmla="*/ 2422642 h 6858000"/>
              <a:gd name="connsiteX9237" fmla="*/ 4826241 w 12192000"/>
              <a:gd name="connsiteY9237" fmla="*/ 2451515 h 6858000"/>
              <a:gd name="connsiteX9238" fmla="*/ 4826241 w 12192000"/>
              <a:gd name="connsiteY9238" fmla="*/ 2422642 h 6858000"/>
              <a:gd name="connsiteX9239" fmla="*/ 4582015 w 12192000"/>
              <a:gd name="connsiteY9239" fmla="*/ 2422642 h 6858000"/>
              <a:gd name="connsiteX9240" fmla="*/ 4540788 w 12192000"/>
              <a:gd name="connsiteY9240" fmla="*/ 2439311 h 6858000"/>
              <a:gd name="connsiteX9241" fmla="*/ 4542277 w 12192000"/>
              <a:gd name="connsiteY9241" fmla="*/ 2444669 h 6858000"/>
              <a:gd name="connsiteX9242" fmla="*/ 4552694 w 12192000"/>
              <a:gd name="connsiteY9242" fmla="*/ 2442436 h 6858000"/>
              <a:gd name="connsiteX9243" fmla="*/ 4559168 w 12192000"/>
              <a:gd name="connsiteY9243" fmla="*/ 2444520 h 6858000"/>
              <a:gd name="connsiteX9244" fmla="*/ 4562740 w 12192000"/>
              <a:gd name="connsiteY9244" fmla="*/ 2451143 h 6858000"/>
              <a:gd name="connsiteX9245" fmla="*/ 4563709 w 12192000"/>
              <a:gd name="connsiteY9245" fmla="*/ 2479495 h 6858000"/>
              <a:gd name="connsiteX9246" fmla="*/ 4563709 w 12192000"/>
              <a:gd name="connsiteY9246" fmla="*/ 2532329 h 6858000"/>
              <a:gd name="connsiteX9247" fmla="*/ 4562964 w 12192000"/>
              <a:gd name="connsiteY9247" fmla="*/ 2546765 h 6858000"/>
              <a:gd name="connsiteX9248" fmla="*/ 4557755 w 12192000"/>
              <a:gd name="connsiteY9248" fmla="*/ 2554355 h 6858000"/>
              <a:gd name="connsiteX9249" fmla="*/ 4542277 w 12192000"/>
              <a:gd name="connsiteY9249" fmla="*/ 2557629 h 6858000"/>
              <a:gd name="connsiteX9250" fmla="*/ 4542277 w 12192000"/>
              <a:gd name="connsiteY9250" fmla="*/ 2562987 h 6858000"/>
              <a:gd name="connsiteX9251" fmla="*/ 4612078 w 12192000"/>
              <a:gd name="connsiteY9251" fmla="*/ 2562987 h 6858000"/>
              <a:gd name="connsiteX9252" fmla="*/ 4612078 w 12192000"/>
              <a:gd name="connsiteY9252" fmla="*/ 2557629 h 6858000"/>
              <a:gd name="connsiteX9253" fmla="*/ 4597939 w 12192000"/>
              <a:gd name="connsiteY9253" fmla="*/ 2554951 h 6858000"/>
              <a:gd name="connsiteX9254" fmla="*/ 4591092 w 12192000"/>
              <a:gd name="connsiteY9254" fmla="*/ 2548253 h 6858000"/>
              <a:gd name="connsiteX9255" fmla="*/ 4588264 w 12192000"/>
              <a:gd name="connsiteY9255" fmla="*/ 2531138 h 6858000"/>
              <a:gd name="connsiteX9256" fmla="*/ 4588264 w 12192000"/>
              <a:gd name="connsiteY9256" fmla="*/ 2465802 h 6858000"/>
              <a:gd name="connsiteX9257" fmla="*/ 4602106 w 12192000"/>
              <a:gd name="connsiteY9257" fmla="*/ 2445711 h 6858000"/>
              <a:gd name="connsiteX9258" fmla="*/ 4607911 w 12192000"/>
              <a:gd name="connsiteY9258" fmla="*/ 2442734 h 6858000"/>
              <a:gd name="connsiteX9259" fmla="*/ 4617509 w 12192000"/>
              <a:gd name="connsiteY9259" fmla="*/ 2447869 h 6858000"/>
              <a:gd name="connsiteX9260" fmla="*/ 4629192 w 12192000"/>
              <a:gd name="connsiteY9260" fmla="*/ 2453003 h 6858000"/>
              <a:gd name="connsiteX9261" fmla="*/ 4638419 w 12192000"/>
              <a:gd name="connsiteY9261" fmla="*/ 2448985 h 6858000"/>
              <a:gd name="connsiteX9262" fmla="*/ 4642289 w 12192000"/>
              <a:gd name="connsiteY9262" fmla="*/ 2439162 h 6858000"/>
              <a:gd name="connsiteX9263" fmla="*/ 4636931 w 12192000"/>
              <a:gd name="connsiteY9263" fmla="*/ 2427628 h 6858000"/>
              <a:gd name="connsiteX9264" fmla="*/ 4623388 w 12192000"/>
              <a:gd name="connsiteY9264" fmla="*/ 2422642 h 6858000"/>
              <a:gd name="connsiteX9265" fmla="*/ 4588264 w 12192000"/>
              <a:gd name="connsiteY9265" fmla="*/ 2453301 h 6858000"/>
              <a:gd name="connsiteX9266" fmla="*/ 4588264 w 12192000"/>
              <a:gd name="connsiteY9266" fmla="*/ 2422642 h 6858000"/>
              <a:gd name="connsiteX9267" fmla="*/ 4188811 w 12192000"/>
              <a:gd name="connsiteY9267" fmla="*/ 2422642 h 6858000"/>
              <a:gd name="connsiteX9268" fmla="*/ 4147735 w 12192000"/>
              <a:gd name="connsiteY9268" fmla="*/ 2439311 h 6858000"/>
              <a:gd name="connsiteX9269" fmla="*/ 4149819 w 12192000"/>
              <a:gd name="connsiteY9269" fmla="*/ 2444669 h 6858000"/>
              <a:gd name="connsiteX9270" fmla="*/ 4159940 w 12192000"/>
              <a:gd name="connsiteY9270" fmla="*/ 2442436 h 6858000"/>
              <a:gd name="connsiteX9271" fmla="*/ 4166041 w 12192000"/>
              <a:gd name="connsiteY9271" fmla="*/ 2444297 h 6858000"/>
              <a:gd name="connsiteX9272" fmla="*/ 4169315 w 12192000"/>
              <a:gd name="connsiteY9272" fmla="*/ 2450920 h 6858000"/>
              <a:gd name="connsiteX9273" fmla="*/ 4170654 w 12192000"/>
              <a:gd name="connsiteY9273" fmla="*/ 2479643 h 6858000"/>
              <a:gd name="connsiteX9274" fmla="*/ 4170654 w 12192000"/>
              <a:gd name="connsiteY9274" fmla="*/ 2532180 h 6858000"/>
              <a:gd name="connsiteX9275" fmla="*/ 4168646 w 12192000"/>
              <a:gd name="connsiteY9275" fmla="*/ 2549295 h 6858000"/>
              <a:gd name="connsiteX9276" fmla="*/ 4163213 w 12192000"/>
              <a:gd name="connsiteY9276" fmla="*/ 2555695 h 6858000"/>
              <a:gd name="connsiteX9277" fmla="*/ 4149819 w 12192000"/>
              <a:gd name="connsiteY9277" fmla="*/ 2557629 h 6858000"/>
              <a:gd name="connsiteX9278" fmla="*/ 4149819 w 12192000"/>
              <a:gd name="connsiteY9278" fmla="*/ 2562987 h 6858000"/>
              <a:gd name="connsiteX9279" fmla="*/ 4216045 w 12192000"/>
              <a:gd name="connsiteY9279" fmla="*/ 2562987 h 6858000"/>
              <a:gd name="connsiteX9280" fmla="*/ 4216045 w 12192000"/>
              <a:gd name="connsiteY9280" fmla="*/ 2557629 h 6858000"/>
              <a:gd name="connsiteX9281" fmla="*/ 4202725 w 12192000"/>
              <a:gd name="connsiteY9281" fmla="*/ 2555546 h 6858000"/>
              <a:gd name="connsiteX9282" fmla="*/ 4197218 w 12192000"/>
              <a:gd name="connsiteY9282" fmla="*/ 2549221 h 6858000"/>
              <a:gd name="connsiteX9283" fmla="*/ 4195358 w 12192000"/>
              <a:gd name="connsiteY9283" fmla="*/ 2532180 h 6858000"/>
              <a:gd name="connsiteX9284" fmla="*/ 4195358 w 12192000"/>
              <a:gd name="connsiteY9284" fmla="*/ 2422642 h 6858000"/>
              <a:gd name="connsiteX9285" fmla="*/ 3595880 w 12192000"/>
              <a:gd name="connsiteY9285" fmla="*/ 2422642 h 6858000"/>
              <a:gd name="connsiteX9286" fmla="*/ 3563733 w 12192000"/>
              <a:gd name="connsiteY9286" fmla="*/ 2431497 h 6858000"/>
              <a:gd name="connsiteX9287" fmla="*/ 3539251 w 12192000"/>
              <a:gd name="connsiteY9287" fmla="*/ 2458882 h 6858000"/>
              <a:gd name="connsiteX9288" fmla="*/ 3529950 w 12192000"/>
              <a:gd name="connsiteY9288" fmla="*/ 2496163 h 6858000"/>
              <a:gd name="connsiteX9289" fmla="*/ 3545279 w 12192000"/>
              <a:gd name="connsiteY9289" fmla="*/ 2542598 h 6858000"/>
              <a:gd name="connsiteX9290" fmla="*/ 3594244 w 12192000"/>
              <a:gd name="connsiteY9290" fmla="*/ 2567155 h 6858000"/>
              <a:gd name="connsiteX9291" fmla="*/ 3628548 w 12192000"/>
              <a:gd name="connsiteY9291" fmla="*/ 2557629 h 6858000"/>
              <a:gd name="connsiteX9292" fmla="*/ 3652733 w 12192000"/>
              <a:gd name="connsiteY9292" fmla="*/ 2529352 h 6858000"/>
              <a:gd name="connsiteX9293" fmla="*/ 3661514 w 12192000"/>
              <a:gd name="connsiteY9293" fmla="*/ 2492294 h 6858000"/>
              <a:gd name="connsiteX9294" fmla="*/ 3645589 w 12192000"/>
              <a:gd name="connsiteY9294" fmla="*/ 2446157 h 6858000"/>
              <a:gd name="connsiteX9295" fmla="*/ 3595880 w 12192000"/>
              <a:gd name="connsiteY9295" fmla="*/ 2422642 h 6858000"/>
              <a:gd name="connsiteX9296" fmla="*/ 3299862 w 12192000"/>
              <a:gd name="connsiteY9296" fmla="*/ 2422642 h 6858000"/>
              <a:gd name="connsiteX9297" fmla="*/ 3263100 w 12192000"/>
              <a:gd name="connsiteY9297" fmla="*/ 2433358 h 6858000"/>
              <a:gd name="connsiteX9298" fmla="*/ 3250004 w 12192000"/>
              <a:gd name="connsiteY9298" fmla="*/ 2456873 h 6858000"/>
              <a:gd name="connsiteX9299" fmla="*/ 3253502 w 12192000"/>
              <a:gd name="connsiteY9299" fmla="*/ 2467439 h 6858000"/>
              <a:gd name="connsiteX9300" fmla="*/ 3262505 w 12192000"/>
              <a:gd name="connsiteY9300" fmla="*/ 2471309 h 6858000"/>
              <a:gd name="connsiteX9301" fmla="*/ 3271659 w 12192000"/>
              <a:gd name="connsiteY9301" fmla="*/ 2467588 h 6858000"/>
              <a:gd name="connsiteX9302" fmla="*/ 3275156 w 12192000"/>
              <a:gd name="connsiteY9302" fmla="*/ 2457022 h 6858000"/>
              <a:gd name="connsiteX9303" fmla="*/ 3274858 w 12192000"/>
              <a:gd name="connsiteY9303" fmla="*/ 2448389 h 6858000"/>
              <a:gd name="connsiteX9304" fmla="*/ 3280514 w 12192000"/>
              <a:gd name="connsiteY9304" fmla="*/ 2436781 h 6858000"/>
              <a:gd name="connsiteX9305" fmla="*/ 3295396 w 12192000"/>
              <a:gd name="connsiteY9305" fmla="*/ 2431721 h 6858000"/>
              <a:gd name="connsiteX9306" fmla="*/ 3314223 w 12192000"/>
              <a:gd name="connsiteY9306" fmla="*/ 2439311 h 6858000"/>
              <a:gd name="connsiteX9307" fmla="*/ 3320697 w 12192000"/>
              <a:gd name="connsiteY9307" fmla="*/ 2467291 h 6858000"/>
              <a:gd name="connsiteX9308" fmla="*/ 3320697 w 12192000"/>
              <a:gd name="connsiteY9308" fmla="*/ 2472649 h 6858000"/>
              <a:gd name="connsiteX9309" fmla="*/ 3270468 w 12192000"/>
              <a:gd name="connsiteY9309" fmla="*/ 2494377 h 6858000"/>
              <a:gd name="connsiteX9310" fmla="*/ 3249260 w 12192000"/>
              <a:gd name="connsiteY9310" fmla="*/ 2513427 h 6858000"/>
              <a:gd name="connsiteX9311" fmla="*/ 3244795 w 12192000"/>
              <a:gd name="connsiteY9311" fmla="*/ 2530692 h 6858000"/>
              <a:gd name="connsiteX9312" fmla="*/ 3253948 w 12192000"/>
              <a:gd name="connsiteY9312" fmla="*/ 2556141 h 6858000"/>
              <a:gd name="connsiteX9313" fmla="*/ 3277239 w 12192000"/>
              <a:gd name="connsiteY9313" fmla="*/ 2565815 h 6858000"/>
              <a:gd name="connsiteX9314" fmla="*/ 3294355 w 12192000"/>
              <a:gd name="connsiteY9314" fmla="*/ 2562094 h 6858000"/>
              <a:gd name="connsiteX9315" fmla="*/ 3320697 w 12192000"/>
              <a:gd name="connsiteY9315" fmla="*/ 2543342 h 6858000"/>
              <a:gd name="connsiteX9316" fmla="*/ 3325162 w 12192000"/>
              <a:gd name="connsiteY9316" fmla="*/ 2560606 h 6858000"/>
              <a:gd name="connsiteX9317" fmla="*/ 3336770 w 12192000"/>
              <a:gd name="connsiteY9317" fmla="*/ 2565666 h 6858000"/>
              <a:gd name="connsiteX9318" fmla="*/ 3368621 w 12192000"/>
              <a:gd name="connsiteY9318" fmla="*/ 2543342 h 6858000"/>
              <a:gd name="connsiteX9319" fmla="*/ 3368621 w 12192000"/>
              <a:gd name="connsiteY9319" fmla="*/ 2535008 h 6858000"/>
              <a:gd name="connsiteX9320" fmla="*/ 3356565 w 12192000"/>
              <a:gd name="connsiteY9320" fmla="*/ 2545872 h 6858000"/>
              <a:gd name="connsiteX9321" fmla="*/ 3352398 w 12192000"/>
              <a:gd name="connsiteY9321" fmla="*/ 2546914 h 6858000"/>
              <a:gd name="connsiteX9322" fmla="*/ 3348454 w 12192000"/>
              <a:gd name="connsiteY9322" fmla="*/ 2545425 h 6858000"/>
              <a:gd name="connsiteX9323" fmla="*/ 3345998 w 12192000"/>
              <a:gd name="connsiteY9323" fmla="*/ 2539547 h 6858000"/>
              <a:gd name="connsiteX9324" fmla="*/ 3345254 w 12192000"/>
              <a:gd name="connsiteY9324" fmla="*/ 2515660 h 6858000"/>
              <a:gd name="connsiteX9325" fmla="*/ 3345254 w 12192000"/>
              <a:gd name="connsiteY9325" fmla="*/ 2469374 h 6858000"/>
              <a:gd name="connsiteX9326" fmla="*/ 3342575 w 12192000"/>
              <a:gd name="connsiteY9326" fmla="*/ 2443180 h 6858000"/>
              <a:gd name="connsiteX9327" fmla="*/ 3329627 w 12192000"/>
              <a:gd name="connsiteY9327" fmla="*/ 2428744 h 6858000"/>
              <a:gd name="connsiteX9328" fmla="*/ 3299862 w 12192000"/>
              <a:gd name="connsiteY9328" fmla="*/ 2422642 h 6858000"/>
              <a:gd name="connsiteX9329" fmla="*/ 3061587 w 12192000"/>
              <a:gd name="connsiteY9329" fmla="*/ 2422642 h 6858000"/>
              <a:gd name="connsiteX9330" fmla="*/ 3031747 w 12192000"/>
              <a:gd name="connsiteY9330" fmla="*/ 2433953 h 6858000"/>
              <a:gd name="connsiteX9331" fmla="*/ 3020214 w 12192000"/>
              <a:gd name="connsiteY9331" fmla="*/ 2462082 h 6858000"/>
              <a:gd name="connsiteX9332" fmla="*/ 3026911 w 12192000"/>
              <a:gd name="connsiteY9332" fmla="*/ 2483513 h 6858000"/>
              <a:gd name="connsiteX9333" fmla="*/ 3055188 w 12192000"/>
              <a:gd name="connsiteY9333" fmla="*/ 2502861 h 6858000"/>
              <a:gd name="connsiteX9334" fmla="*/ 3083986 w 12192000"/>
              <a:gd name="connsiteY9334" fmla="*/ 2520571 h 6858000"/>
              <a:gd name="connsiteX9335" fmla="*/ 3091205 w 12192000"/>
              <a:gd name="connsiteY9335" fmla="*/ 2537835 h 6858000"/>
              <a:gd name="connsiteX9336" fmla="*/ 3084730 w 12192000"/>
              <a:gd name="connsiteY9336" fmla="*/ 2552346 h 6858000"/>
              <a:gd name="connsiteX9337" fmla="*/ 3067987 w 12192000"/>
              <a:gd name="connsiteY9337" fmla="*/ 2558373 h 6858000"/>
              <a:gd name="connsiteX9338" fmla="*/ 3041645 w 12192000"/>
              <a:gd name="connsiteY9338" fmla="*/ 2547807 h 6858000"/>
              <a:gd name="connsiteX9339" fmla="*/ 3025720 w 12192000"/>
              <a:gd name="connsiteY9339" fmla="*/ 2516404 h 6858000"/>
              <a:gd name="connsiteX9340" fmla="*/ 3020808 w 12192000"/>
              <a:gd name="connsiteY9340" fmla="*/ 2516404 h 6858000"/>
              <a:gd name="connsiteX9341" fmla="*/ 3020808 w 12192000"/>
              <a:gd name="connsiteY9341" fmla="*/ 2565071 h 6858000"/>
              <a:gd name="connsiteX9342" fmla="*/ 3025720 w 12192000"/>
              <a:gd name="connsiteY9342" fmla="*/ 2565071 h 6858000"/>
              <a:gd name="connsiteX9343" fmla="*/ 3031078 w 12192000"/>
              <a:gd name="connsiteY9343" fmla="*/ 2561201 h 6858000"/>
              <a:gd name="connsiteX9344" fmla="*/ 3039114 w 12192000"/>
              <a:gd name="connsiteY9344" fmla="*/ 2562690 h 6858000"/>
              <a:gd name="connsiteX9345" fmla="*/ 3067690 w 12192000"/>
              <a:gd name="connsiteY9345" fmla="*/ 2567155 h 6858000"/>
              <a:gd name="connsiteX9346" fmla="*/ 3099167 w 12192000"/>
              <a:gd name="connsiteY9346" fmla="*/ 2555769 h 6858000"/>
              <a:gd name="connsiteX9347" fmla="*/ 3113231 w 12192000"/>
              <a:gd name="connsiteY9347" fmla="*/ 2525780 h 6858000"/>
              <a:gd name="connsiteX9348" fmla="*/ 3083019 w 12192000"/>
              <a:gd name="connsiteY9348" fmla="*/ 2486936 h 6858000"/>
              <a:gd name="connsiteX9349" fmla="*/ 3061290 w 12192000"/>
              <a:gd name="connsiteY9349" fmla="*/ 2476369 h 6858000"/>
              <a:gd name="connsiteX9350" fmla="*/ 3042538 w 12192000"/>
              <a:gd name="connsiteY9350" fmla="*/ 2463421 h 6858000"/>
              <a:gd name="connsiteX9351" fmla="*/ 3037775 w 12192000"/>
              <a:gd name="connsiteY9351" fmla="*/ 2449134 h 6858000"/>
              <a:gd name="connsiteX9352" fmla="*/ 3044174 w 12192000"/>
              <a:gd name="connsiteY9352" fmla="*/ 2436930 h 6858000"/>
              <a:gd name="connsiteX9353" fmla="*/ 3060993 w 12192000"/>
              <a:gd name="connsiteY9353" fmla="*/ 2431423 h 6858000"/>
              <a:gd name="connsiteX9354" fmla="*/ 3083540 w 12192000"/>
              <a:gd name="connsiteY9354" fmla="*/ 2439311 h 6858000"/>
              <a:gd name="connsiteX9355" fmla="*/ 3098050 w 12192000"/>
              <a:gd name="connsiteY9355" fmla="*/ 2469077 h 6858000"/>
              <a:gd name="connsiteX9356" fmla="*/ 3102961 w 12192000"/>
              <a:gd name="connsiteY9356" fmla="*/ 2469077 h 6858000"/>
              <a:gd name="connsiteX9357" fmla="*/ 3102961 w 12192000"/>
              <a:gd name="connsiteY9357" fmla="*/ 2422642 h 6858000"/>
              <a:gd name="connsiteX9358" fmla="*/ 3098050 w 12192000"/>
              <a:gd name="connsiteY9358" fmla="*/ 2422642 h 6858000"/>
              <a:gd name="connsiteX9359" fmla="*/ 3094925 w 12192000"/>
              <a:gd name="connsiteY9359" fmla="*/ 2427256 h 6858000"/>
              <a:gd name="connsiteX9360" fmla="*/ 3091205 w 12192000"/>
              <a:gd name="connsiteY9360" fmla="*/ 2428298 h 6858000"/>
              <a:gd name="connsiteX9361" fmla="*/ 3081084 w 12192000"/>
              <a:gd name="connsiteY9361" fmla="*/ 2426065 h 6858000"/>
              <a:gd name="connsiteX9362" fmla="*/ 3061587 w 12192000"/>
              <a:gd name="connsiteY9362" fmla="*/ 2422642 h 6858000"/>
              <a:gd name="connsiteX9363" fmla="*/ 2710056 w 12192000"/>
              <a:gd name="connsiteY9363" fmla="*/ 2422642 h 6858000"/>
              <a:gd name="connsiteX9364" fmla="*/ 2677909 w 12192000"/>
              <a:gd name="connsiteY9364" fmla="*/ 2431497 h 6858000"/>
              <a:gd name="connsiteX9365" fmla="*/ 2653427 w 12192000"/>
              <a:gd name="connsiteY9365" fmla="*/ 2458882 h 6858000"/>
              <a:gd name="connsiteX9366" fmla="*/ 2644125 w 12192000"/>
              <a:gd name="connsiteY9366" fmla="*/ 2496163 h 6858000"/>
              <a:gd name="connsiteX9367" fmla="*/ 2659454 w 12192000"/>
              <a:gd name="connsiteY9367" fmla="*/ 2542598 h 6858000"/>
              <a:gd name="connsiteX9368" fmla="*/ 2708418 w 12192000"/>
              <a:gd name="connsiteY9368" fmla="*/ 2567155 h 6858000"/>
              <a:gd name="connsiteX9369" fmla="*/ 2742724 w 12192000"/>
              <a:gd name="connsiteY9369" fmla="*/ 2557629 h 6858000"/>
              <a:gd name="connsiteX9370" fmla="*/ 2766909 w 12192000"/>
              <a:gd name="connsiteY9370" fmla="*/ 2529352 h 6858000"/>
              <a:gd name="connsiteX9371" fmla="*/ 2775689 w 12192000"/>
              <a:gd name="connsiteY9371" fmla="*/ 2492294 h 6858000"/>
              <a:gd name="connsiteX9372" fmla="*/ 2759765 w 12192000"/>
              <a:gd name="connsiteY9372" fmla="*/ 2446157 h 6858000"/>
              <a:gd name="connsiteX9373" fmla="*/ 2710056 w 12192000"/>
              <a:gd name="connsiteY9373" fmla="*/ 2422642 h 6858000"/>
              <a:gd name="connsiteX9374" fmla="*/ 2442462 w 12192000"/>
              <a:gd name="connsiteY9374" fmla="*/ 2422642 h 6858000"/>
              <a:gd name="connsiteX9375" fmla="*/ 2412622 w 12192000"/>
              <a:gd name="connsiteY9375" fmla="*/ 2433953 h 6858000"/>
              <a:gd name="connsiteX9376" fmla="*/ 2401089 w 12192000"/>
              <a:gd name="connsiteY9376" fmla="*/ 2462082 h 6858000"/>
              <a:gd name="connsiteX9377" fmla="*/ 2407785 w 12192000"/>
              <a:gd name="connsiteY9377" fmla="*/ 2483513 h 6858000"/>
              <a:gd name="connsiteX9378" fmla="*/ 2436063 w 12192000"/>
              <a:gd name="connsiteY9378" fmla="*/ 2502861 h 6858000"/>
              <a:gd name="connsiteX9379" fmla="*/ 2464862 w 12192000"/>
              <a:gd name="connsiteY9379" fmla="*/ 2520571 h 6858000"/>
              <a:gd name="connsiteX9380" fmla="*/ 2472080 w 12192000"/>
              <a:gd name="connsiteY9380" fmla="*/ 2537835 h 6858000"/>
              <a:gd name="connsiteX9381" fmla="*/ 2465605 w 12192000"/>
              <a:gd name="connsiteY9381" fmla="*/ 2552346 h 6858000"/>
              <a:gd name="connsiteX9382" fmla="*/ 2448863 w 12192000"/>
              <a:gd name="connsiteY9382" fmla="*/ 2558373 h 6858000"/>
              <a:gd name="connsiteX9383" fmla="*/ 2422520 w 12192000"/>
              <a:gd name="connsiteY9383" fmla="*/ 2547807 h 6858000"/>
              <a:gd name="connsiteX9384" fmla="*/ 2406594 w 12192000"/>
              <a:gd name="connsiteY9384" fmla="*/ 2516404 h 6858000"/>
              <a:gd name="connsiteX9385" fmla="*/ 2401684 w 12192000"/>
              <a:gd name="connsiteY9385" fmla="*/ 2516404 h 6858000"/>
              <a:gd name="connsiteX9386" fmla="*/ 2401684 w 12192000"/>
              <a:gd name="connsiteY9386" fmla="*/ 2565071 h 6858000"/>
              <a:gd name="connsiteX9387" fmla="*/ 2406594 w 12192000"/>
              <a:gd name="connsiteY9387" fmla="*/ 2565071 h 6858000"/>
              <a:gd name="connsiteX9388" fmla="*/ 2411953 w 12192000"/>
              <a:gd name="connsiteY9388" fmla="*/ 2561201 h 6858000"/>
              <a:gd name="connsiteX9389" fmla="*/ 2419990 w 12192000"/>
              <a:gd name="connsiteY9389" fmla="*/ 2562690 h 6858000"/>
              <a:gd name="connsiteX9390" fmla="*/ 2448565 w 12192000"/>
              <a:gd name="connsiteY9390" fmla="*/ 2567155 h 6858000"/>
              <a:gd name="connsiteX9391" fmla="*/ 2480043 w 12192000"/>
              <a:gd name="connsiteY9391" fmla="*/ 2555769 h 6858000"/>
              <a:gd name="connsiteX9392" fmla="*/ 2494106 w 12192000"/>
              <a:gd name="connsiteY9392" fmla="*/ 2525780 h 6858000"/>
              <a:gd name="connsiteX9393" fmla="*/ 2463894 w 12192000"/>
              <a:gd name="connsiteY9393" fmla="*/ 2486936 h 6858000"/>
              <a:gd name="connsiteX9394" fmla="*/ 2442165 w 12192000"/>
              <a:gd name="connsiteY9394" fmla="*/ 2476369 h 6858000"/>
              <a:gd name="connsiteX9395" fmla="*/ 2423412 w 12192000"/>
              <a:gd name="connsiteY9395" fmla="*/ 2463421 h 6858000"/>
              <a:gd name="connsiteX9396" fmla="*/ 2418650 w 12192000"/>
              <a:gd name="connsiteY9396" fmla="*/ 2449134 h 6858000"/>
              <a:gd name="connsiteX9397" fmla="*/ 2425050 w 12192000"/>
              <a:gd name="connsiteY9397" fmla="*/ 2436930 h 6858000"/>
              <a:gd name="connsiteX9398" fmla="*/ 2441867 w 12192000"/>
              <a:gd name="connsiteY9398" fmla="*/ 2431423 h 6858000"/>
              <a:gd name="connsiteX9399" fmla="*/ 2464414 w 12192000"/>
              <a:gd name="connsiteY9399" fmla="*/ 2439311 h 6858000"/>
              <a:gd name="connsiteX9400" fmla="*/ 2478926 w 12192000"/>
              <a:gd name="connsiteY9400" fmla="*/ 2469077 h 6858000"/>
              <a:gd name="connsiteX9401" fmla="*/ 2483837 w 12192000"/>
              <a:gd name="connsiteY9401" fmla="*/ 2469077 h 6858000"/>
              <a:gd name="connsiteX9402" fmla="*/ 2483837 w 12192000"/>
              <a:gd name="connsiteY9402" fmla="*/ 2422642 h 6858000"/>
              <a:gd name="connsiteX9403" fmla="*/ 2478926 w 12192000"/>
              <a:gd name="connsiteY9403" fmla="*/ 2422642 h 6858000"/>
              <a:gd name="connsiteX9404" fmla="*/ 2475800 w 12192000"/>
              <a:gd name="connsiteY9404" fmla="*/ 2427256 h 6858000"/>
              <a:gd name="connsiteX9405" fmla="*/ 2472080 w 12192000"/>
              <a:gd name="connsiteY9405" fmla="*/ 2428298 h 6858000"/>
              <a:gd name="connsiteX9406" fmla="*/ 2461959 w 12192000"/>
              <a:gd name="connsiteY9406" fmla="*/ 2426065 h 6858000"/>
              <a:gd name="connsiteX9407" fmla="*/ 2442462 w 12192000"/>
              <a:gd name="connsiteY9407" fmla="*/ 2422642 h 6858000"/>
              <a:gd name="connsiteX9408" fmla="*/ 2032887 w 12192000"/>
              <a:gd name="connsiteY9408" fmla="*/ 2422642 h 6858000"/>
              <a:gd name="connsiteX9409" fmla="*/ 2003047 w 12192000"/>
              <a:gd name="connsiteY9409" fmla="*/ 2433953 h 6858000"/>
              <a:gd name="connsiteX9410" fmla="*/ 1991513 w 12192000"/>
              <a:gd name="connsiteY9410" fmla="*/ 2462082 h 6858000"/>
              <a:gd name="connsiteX9411" fmla="*/ 1998210 w 12192000"/>
              <a:gd name="connsiteY9411" fmla="*/ 2483513 h 6858000"/>
              <a:gd name="connsiteX9412" fmla="*/ 2026487 w 12192000"/>
              <a:gd name="connsiteY9412" fmla="*/ 2502861 h 6858000"/>
              <a:gd name="connsiteX9413" fmla="*/ 2055286 w 12192000"/>
              <a:gd name="connsiteY9413" fmla="*/ 2520571 h 6858000"/>
              <a:gd name="connsiteX9414" fmla="*/ 2062504 w 12192000"/>
              <a:gd name="connsiteY9414" fmla="*/ 2537835 h 6858000"/>
              <a:gd name="connsiteX9415" fmla="*/ 2056030 w 12192000"/>
              <a:gd name="connsiteY9415" fmla="*/ 2552346 h 6858000"/>
              <a:gd name="connsiteX9416" fmla="*/ 2039287 w 12192000"/>
              <a:gd name="connsiteY9416" fmla="*/ 2558373 h 6858000"/>
              <a:gd name="connsiteX9417" fmla="*/ 2012944 w 12192000"/>
              <a:gd name="connsiteY9417" fmla="*/ 2547807 h 6858000"/>
              <a:gd name="connsiteX9418" fmla="*/ 1997019 w 12192000"/>
              <a:gd name="connsiteY9418" fmla="*/ 2516404 h 6858000"/>
              <a:gd name="connsiteX9419" fmla="*/ 1992108 w 12192000"/>
              <a:gd name="connsiteY9419" fmla="*/ 2516404 h 6858000"/>
              <a:gd name="connsiteX9420" fmla="*/ 1992108 w 12192000"/>
              <a:gd name="connsiteY9420" fmla="*/ 2565071 h 6858000"/>
              <a:gd name="connsiteX9421" fmla="*/ 1997019 w 12192000"/>
              <a:gd name="connsiteY9421" fmla="*/ 2565071 h 6858000"/>
              <a:gd name="connsiteX9422" fmla="*/ 2002377 w 12192000"/>
              <a:gd name="connsiteY9422" fmla="*/ 2561201 h 6858000"/>
              <a:gd name="connsiteX9423" fmla="*/ 2010414 w 12192000"/>
              <a:gd name="connsiteY9423" fmla="*/ 2562690 h 6858000"/>
              <a:gd name="connsiteX9424" fmla="*/ 2038989 w 12192000"/>
              <a:gd name="connsiteY9424" fmla="*/ 2567155 h 6858000"/>
              <a:gd name="connsiteX9425" fmla="*/ 2070466 w 12192000"/>
              <a:gd name="connsiteY9425" fmla="*/ 2555769 h 6858000"/>
              <a:gd name="connsiteX9426" fmla="*/ 2084530 w 12192000"/>
              <a:gd name="connsiteY9426" fmla="*/ 2525780 h 6858000"/>
              <a:gd name="connsiteX9427" fmla="*/ 2054318 w 12192000"/>
              <a:gd name="connsiteY9427" fmla="*/ 2486936 h 6858000"/>
              <a:gd name="connsiteX9428" fmla="*/ 2032589 w 12192000"/>
              <a:gd name="connsiteY9428" fmla="*/ 2476369 h 6858000"/>
              <a:gd name="connsiteX9429" fmla="*/ 2013837 w 12192000"/>
              <a:gd name="connsiteY9429" fmla="*/ 2463421 h 6858000"/>
              <a:gd name="connsiteX9430" fmla="*/ 2009074 w 12192000"/>
              <a:gd name="connsiteY9430" fmla="*/ 2449134 h 6858000"/>
              <a:gd name="connsiteX9431" fmla="*/ 2015474 w 12192000"/>
              <a:gd name="connsiteY9431" fmla="*/ 2436930 h 6858000"/>
              <a:gd name="connsiteX9432" fmla="*/ 2032292 w 12192000"/>
              <a:gd name="connsiteY9432" fmla="*/ 2431423 h 6858000"/>
              <a:gd name="connsiteX9433" fmla="*/ 2054839 w 12192000"/>
              <a:gd name="connsiteY9433" fmla="*/ 2439311 h 6858000"/>
              <a:gd name="connsiteX9434" fmla="*/ 2069350 w 12192000"/>
              <a:gd name="connsiteY9434" fmla="*/ 2469077 h 6858000"/>
              <a:gd name="connsiteX9435" fmla="*/ 2074262 w 12192000"/>
              <a:gd name="connsiteY9435" fmla="*/ 2469077 h 6858000"/>
              <a:gd name="connsiteX9436" fmla="*/ 2074262 w 12192000"/>
              <a:gd name="connsiteY9436" fmla="*/ 2422642 h 6858000"/>
              <a:gd name="connsiteX9437" fmla="*/ 2069350 w 12192000"/>
              <a:gd name="connsiteY9437" fmla="*/ 2422642 h 6858000"/>
              <a:gd name="connsiteX9438" fmla="*/ 2066224 w 12192000"/>
              <a:gd name="connsiteY9438" fmla="*/ 2427256 h 6858000"/>
              <a:gd name="connsiteX9439" fmla="*/ 2062504 w 12192000"/>
              <a:gd name="connsiteY9439" fmla="*/ 2428298 h 6858000"/>
              <a:gd name="connsiteX9440" fmla="*/ 2052384 w 12192000"/>
              <a:gd name="connsiteY9440" fmla="*/ 2426065 h 6858000"/>
              <a:gd name="connsiteX9441" fmla="*/ 2032887 w 12192000"/>
              <a:gd name="connsiteY9441" fmla="*/ 2422642 h 6858000"/>
              <a:gd name="connsiteX9442" fmla="*/ 1909211 w 12192000"/>
              <a:gd name="connsiteY9442" fmla="*/ 2422642 h 6858000"/>
              <a:gd name="connsiteX9443" fmla="*/ 1872450 w 12192000"/>
              <a:gd name="connsiteY9443" fmla="*/ 2433358 h 6858000"/>
              <a:gd name="connsiteX9444" fmla="*/ 1859353 w 12192000"/>
              <a:gd name="connsiteY9444" fmla="*/ 2456873 h 6858000"/>
              <a:gd name="connsiteX9445" fmla="*/ 1862851 w 12192000"/>
              <a:gd name="connsiteY9445" fmla="*/ 2467439 h 6858000"/>
              <a:gd name="connsiteX9446" fmla="*/ 1871855 w 12192000"/>
              <a:gd name="connsiteY9446" fmla="*/ 2471309 h 6858000"/>
              <a:gd name="connsiteX9447" fmla="*/ 1881008 w 12192000"/>
              <a:gd name="connsiteY9447" fmla="*/ 2467588 h 6858000"/>
              <a:gd name="connsiteX9448" fmla="*/ 1884506 w 12192000"/>
              <a:gd name="connsiteY9448" fmla="*/ 2457022 h 6858000"/>
              <a:gd name="connsiteX9449" fmla="*/ 1884208 w 12192000"/>
              <a:gd name="connsiteY9449" fmla="*/ 2448389 h 6858000"/>
              <a:gd name="connsiteX9450" fmla="*/ 1889863 w 12192000"/>
              <a:gd name="connsiteY9450" fmla="*/ 2436781 h 6858000"/>
              <a:gd name="connsiteX9451" fmla="*/ 1904746 w 12192000"/>
              <a:gd name="connsiteY9451" fmla="*/ 2431721 h 6858000"/>
              <a:gd name="connsiteX9452" fmla="*/ 1923573 w 12192000"/>
              <a:gd name="connsiteY9452" fmla="*/ 2439311 h 6858000"/>
              <a:gd name="connsiteX9453" fmla="*/ 1930047 w 12192000"/>
              <a:gd name="connsiteY9453" fmla="*/ 2467291 h 6858000"/>
              <a:gd name="connsiteX9454" fmla="*/ 1930047 w 12192000"/>
              <a:gd name="connsiteY9454" fmla="*/ 2472649 h 6858000"/>
              <a:gd name="connsiteX9455" fmla="*/ 1879817 w 12192000"/>
              <a:gd name="connsiteY9455" fmla="*/ 2494377 h 6858000"/>
              <a:gd name="connsiteX9456" fmla="*/ 1858610 w 12192000"/>
              <a:gd name="connsiteY9456" fmla="*/ 2513427 h 6858000"/>
              <a:gd name="connsiteX9457" fmla="*/ 1854144 w 12192000"/>
              <a:gd name="connsiteY9457" fmla="*/ 2530692 h 6858000"/>
              <a:gd name="connsiteX9458" fmla="*/ 1863297 w 12192000"/>
              <a:gd name="connsiteY9458" fmla="*/ 2556141 h 6858000"/>
              <a:gd name="connsiteX9459" fmla="*/ 1886589 w 12192000"/>
              <a:gd name="connsiteY9459" fmla="*/ 2565815 h 6858000"/>
              <a:gd name="connsiteX9460" fmla="*/ 1903704 w 12192000"/>
              <a:gd name="connsiteY9460" fmla="*/ 2562094 h 6858000"/>
              <a:gd name="connsiteX9461" fmla="*/ 1930047 w 12192000"/>
              <a:gd name="connsiteY9461" fmla="*/ 2543342 h 6858000"/>
              <a:gd name="connsiteX9462" fmla="*/ 1934511 w 12192000"/>
              <a:gd name="connsiteY9462" fmla="*/ 2560606 h 6858000"/>
              <a:gd name="connsiteX9463" fmla="*/ 1946121 w 12192000"/>
              <a:gd name="connsiteY9463" fmla="*/ 2565666 h 6858000"/>
              <a:gd name="connsiteX9464" fmla="*/ 1977969 w 12192000"/>
              <a:gd name="connsiteY9464" fmla="*/ 2543342 h 6858000"/>
              <a:gd name="connsiteX9465" fmla="*/ 1977969 w 12192000"/>
              <a:gd name="connsiteY9465" fmla="*/ 2535008 h 6858000"/>
              <a:gd name="connsiteX9466" fmla="*/ 1965914 w 12192000"/>
              <a:gd name="connsiteY9466" fmla="*/ 2545872 h 6858000"/>
              <a:gd name="connsiteX9467" fmla="*/ 1961747 w 12192000"/>
              <a:gd name="connsiteY9467" fmla="*/ 2546914 h 6858000"/>
              <a:gd name="connsiteX9468" fmla="*/ 1957803 w 12192000"/>
              <a:gd name="connsiteY9468" fmla="*/ 2545425 h 6858000"/>
              <a:gd name="connsiteX9469" fmla="*/ 1955347 w 12192000"/>
              <a:gd name="connsiteY9469" fmla="*/ 2539547 h 6858000"/>
              <a:gd name="connsiteX9470" fmla="*/ 1954603 w 12192000"/>
              <a:gd name="connsiteY9470" fmla="*/ 2515660 h 6858000"/>
              <a:gd name="connsiteX9471" fmla="*/ 1954603 w 12192000"/>
              <a:gd name="connsiteY9471" fmla="*/ 2469374 h 6858000"/>
              <a:gd name="connsiteX9472" fmla="*/ 1951925 w 12192000"/>
              <a:gd name="connsiteY9472" fmla="*/ 2443180 h 6858000"/>
              <a:gd name="connsiteX9473" fmla="*/ 1938976 w 12192000"/>
              <a:gd name="connsiteY9473" fmla="*/ 2428744 h 6858000"/>
              <a:gd name="connsiteX9474" fmla="*/ 1909211 w 12192000"/>
              <a:gd name="connsiteY9474" fmla="*/ 2422642 h 6858000"/>
              <a:gd name="connsiteX9475" fmla="*/ 1690136 w 12192000"/>
              <a:gd name="connsiteY9475" fmla="*/ 2422642 h 6858000"/>
              <a:gd name="connsiteX9476" fmla="*/ 1653375 w 12192000"/>
              <a:gd name="connsiteY9476" fmla="*/ 2433358 h 6858000"/>
              <a:gd name="connsiteX9477" fmla="*/ 1640279 w 12192000"/>
              <a:gd name="connsiteY9477" fmla="*/ 2456873 h 6858000"/>
              <a:gd name="connsiteX9478" fmla="*/ 1643776 w 12192000"/>
              <a:gd name="connsiteY9478" fmla="*/ 2467439 h 6858000"/>
              <a:gd name="connsiteX9479" fmla="*/ 1652780 w 12192000"/>
              <a:gd name="connsiteY9479" fmla="*/ 2471309 h 6858000"/>
              <a:gd name="connsiteX9480" fmla="*/ 1661933 w 12192000"/>
              <a:gd name="connsiteY9480" fmla="*/ 2467588 h 6858000"/>
              <a:gd name="connsiteX9481" fmla="*/ 1665430 w 12192000"/>
              <a:gd name="connsiteY9481" fmla="*/ 2457022 h 6858000"/>
              <a:gd name="connsiteX9482" fmla="*/ 1665133 w 12192000"/>
              <a:gd name="connsiteY9482" fmla="*/ 2448389 h 6858000"/>
              <a:gd name="connsiteX9483" fmla="*/ 1670788 w 12192000"/>
              <a:gd name="connsiteY9483" fmla="*/ 2436781 h 6858000"/>
              <a:gd name="connsiteX9484" fmla="*/ 1685671 w 12192000"/>
              <a:gd name="connsiteY9484" fmla="*/ 2431721 h 6858000"/>
              <a:gd name="connsiteX9485" fmla="*/ 1704498 w 12192000"/>
              <a:gd name="connsiteY9485" fmla="*/ 2439311 h 6858000"/>
              <a:gd name="connsiteX9486" fmla="*/ 1710972 w 12192000"/>
              <a:gd name="connsiteY9486" fmla="*/ 2467291 h 6858000"/>
              <a:gd name="connsiteX9487" fmla="*/ 1710972 w 12192000"/>
              <a:gd name="connsiteY9487" fmla="*/ 2472649 h 6858000"/>
              <a:gd name="connsiteX9488" fmla="*/ 1660742 w 12192000"/>
              <a:gd name="connsiteY9488" fmla="*/ 2494377 h 6858000"/>
              <a:gd name="connsiteX9489" fmla="*/ 1639534 w 12192000"/>
              <a:gd name="connsiteY9489" fmla="*/ 2513427 h 6858000"/>
              <a:gd name="connsiteX9490" fmla="*/ 1635070 w 12192000"/>
              <a:gd name="connsiteY9490" fmla="*/ 2530692 h 6858000"/>
              <a:gd name="connsiteX9491" fmla="*/ 1644222 w 12192000"/>
              <a:gd name="connsiteY9491" fmla="*/ 2556141 h 6858000"/>
              <a:gd name="connsiteX9492" fmla="*/ 1667514 w 12192000"/>
              <a:gd name="connsiteY9492" fmla="*/ 2565815 h 6858000"/>
              <a:gd name="connsiteX9493" fmla="*/ 1684629 w 12192000"/>
              <a:gd name="connsiteY9493" fmla="*/ 2562094 h 6858000"/>
              <a:gd name="connsiteX9494" fmla="*/ 1710972 w 12192000"/>
              <a:gd name="connsiteY9494" fmla="*/ 2543342 h 6858000"/>
              <a:gd name="connsiteX9495" fmla="*/ 1715437 w 12192000"/>
              <a:gd name="connsiteY9495" fmla="*/ 2560606 h 6858000"/>
              <a:gd name="connsiteX9496" fmla="*/ 1727045 w 12192000"/>
              <a:gd name="connsiteY9496" fmla="*/ 2565666 h 6858000"/>
              <a:gd name="connsiteX9497" fmla="*/ 1758895 w 12192000"/>
              <a:gd name="connsiteY9497" fmla="*/ 2543342 h 6858000"/>
              <a:gd name="connsiteX9498" fmla="*/ 1758895 w 12192000"/>
              <a:gd name="connsiteY9498" fmla="*/ 2535008 h 6858000"/>
              <a:gd name="connsiteX9499" fmla="*/ 1746839 w 12192000"/>
              <a:gd name="connsiteY9499" fmla="*/ 2545872 h 6858000"/>
              <a:gd name="connsiteX9500" fmla="*/ 1742672 w 12192000"/>
              <a:gd name="connsiteY9500" fmla="*/ 2546914 h 6858000"/>
              <a:gd name="connsiteX9501" fmla="*/ 1738729 w 12192000"/>
              <a:gd name="connsiteY9501" fmla="*/ 2545425 h 6858000"/>
              <a:gd name="connsiteX9502" fmla="*/ 1736273 w 12192000"/>
              <a:gd name="connsiteY9502" fmla="*/ 2539547 h 6858000"/>
              <a:gd name="connsiteX9503" fmla="*/ 1735528 w 12192000"/>
              <a:gd name="connsiteY9503" fmla="*/ 2515660 h 6858000"/>
              <a:gd name="connsiteX9504" fmla="*/ 1735528 w 12192000"/>
              <a:gd name="connsiteY9504" fmla="*/ 2469374 h 6858000"/>
              <a:gd name="connsiteX9505" fmla="*/ 1732850 w 12192000"/>
              <a:gd name="connsiteY9505" fmla="*/ 2443180 h 6858000"/>
              <a:gd name="connsiteX9506" fmla="*/ 1719901 w 12192000"/>
              <a:gd name="connsiteY9506" fmla="*/ 2428744 h 6858000"/>
              <a:gd name="connsiteX9507" fmla="*/ 1690136 w 12192000"/>
              <a:gd name="connsiteY9507" fmla="*/ 2422642 h 6858000"/>
              <a:gd name="connsiteX9508" fmla="*/ 1318512 w 12192000"/>
              <a:gd name="connsiteY9508" fmla="*/ 2422642 h 6858000"/>
              <a:gd name="connsiteX9509" fmla="*/ 1288672 w 12192000"/>
              <a:gd name="connsiteY9509" fmla="*/ 2433953 h 6858000"/>
              <a:gd name="connsiteX9510" fmla="*/ 1277138 w 12192000"/>
              <a:gd name="connsiteY9510" fmla="*/ 2462082 h 6858000"/>
              <a:gd name="connsiteX9511" fmla="*/ 1283835 w 12192000"/>
              <a:gd name="connsiteY9511" fmla="*/ 2483513 h 6858000"/>
              <a:gd name="connsiteX9512" fmla="*/ 1312112 w 12192000"/>
              <a:gd name="connsiteY9512" fmla="*/ 2502861 h 6858000"/>
              <a:gd name="connsiteX9513" fmla="*/ 1340911 w 12192000"/>
              <a:gd name="connsiteY9513" fmla="*/ 2520571 h 6858000"/>
              <a:gd name="connsiteX9514" fmla="*/ 1348129 w 12192000"/>
              <a:gd name="connsiteY9514" fmla="*/ 2537835 h 6858000"/>
              <a:gd name="connsiteX9515" fmla="*/ 1341655 w 12192000"/>
              <a:gd name="connsiteY9515" fmla="*/ 2552346 h 6858000"/>
              <a:gd name="connsiteX9516" fmla="*/ 1324912 w 12192000"/>
              <a:gd name="connsiteY9516" fmla="*/ 2558373 h 6858000"/>
              <a:gd name="connsiteX9517" fmla="*/ 1298569 w 12192000"/>
              <a:gd name="connsiteY9517" fmla="*/ 2547807 h 6858000"/>
              <a:gd name="connsiteX9518" fmla="*/ 1282644 w 12192000"/>
              <a:gd name="connsiteY9518" fmla="*/ 2516404 h 6858000"/>
              <a:gd name="connsiteX9519" fmla="*/ 1277733 w 12192000"/>
              <a:gd name="connsiteY9519" fmla="*/ 2516404 h 6858000"/>
              <a:gd name="connsiteX9520" fmla="*/ 1277733 w 12192000"/>
              <a:gd name="connsiteY9520" fmla="*/ 2565071 h 6858000"/>
              <a:gd name="connsiteX9521" fmla="*/ 1282644 w 12192000"/>
              <a:gd name="connsiteY9521" fmla="*/ 2565071 h 6858000"/>
              <a:gd name="connsiteX9522" fmla="*/ 1288002 w 12192000"/>
              <a:gd name="connsiteY9522" fmla="*/ 2561201 h 6858000"/>
              <a:gd name="connsiteX9523" fmla="*/ 1296039 w 12192000"/>
              <a:gd name="connsiteY9523" fmla="*/ 2562690 h 6858000"/>
              <a:gd name="connsiteX9524" fmla="*/ 1324614 w 12192000"/>
              <a:gd name="connsiteY9524" fmla="*/ 2567155 h 6858000"/>
              <a:gd name="connsiteX9525" fmla="*/ 1356091 w 12192000"/>
              <a:gd name="connsiteY9525" fmla="*/ 2555769 h 6858000"/>
              <a:gd name="connsiteX9526" fmla="*/ 1370156 w 12192000"/>
              <a:gd name="connsiteY9526" fmla="*/ 2525780 h 6858000"/>
              <a:gd name="connsiteX9527" fmla="*/ 1339943 w 12192000"/>
              <a:gd name="connsiteY9527" fmla="*/ 2486936 h 6858000"/>
              <a:gd name="connsiteX9528" fmla="*/ 1318214 w 12192000"/>
              <a:gd name="connsiteY9528" fmla="*/ 2476369 h 6858000"/>
              <a:gd name="connsiteX9529" fmla="*/ 1299462 w 12192000"/>
              <a:gd name="connsiteY9529" fmla="*/ 2463421 h 6858000"/>
              <a:gd name="connsiteX9530" fmla="*/ 1294700 w 12192000"/>
              <a:gd name="connsiteY9530" fmla="*/ 2449134 h 6858000"/>
              <a:gd name="connsiteX9531" fmla="*/ 1301099 w 12192000"/>
              <a:gd name="connsiteY9531" fmla="*/ 2436930 h 6858000"/>
              <a:gd name="connsiteX9532" fmla="*/ 1317917 w 12192000"/>
              <a:gd name="connsiteY9532" fmla="*/ 2431423 h 6858000"/>
              <a:gd name="connsiteX9533" fmla="*/ 1340464 w 12192000"/>
              <a:gd name="connsiteY9533" fmla="*/ 2439311 h 6858000"/>
              <a:gd name="connsiteX9534" fmla="*/ 1354975 w 12192000"/>
              <a:gd name="connsiteY9534" fmla="*/ 2469077 h 6858000"/>
              <a:gd name="connsiteX9535" fmla="*/ 1359886 w 12192000"/>
              <a:gd name="connsiteY9535" fmla="*/ 2469077 h 6858000"/>
              <a:gd name="connsiteX9536" fmla="*/ 1359886 w 12192000"/>
              <a:gd name="connsiteY9536" fmla="*/ 2422642 h 6858000"/>
              <a:gd name="connsiteX9537" fmla="*/ 1354975 w 12192000"/>
              <a:gd name="connsiteY9537" fmla="*/ 2422642 h 6858000"/>
              <a:gd name="connsiteX9538" fmla="*/ 1351850 w 12192000"/>
              <a:gd name="connsiteY9538" fmla="*/ 2427256 h 6858000"/>
              <a:gd name="connsiteX9539" fmla="*/ 1348129 w 12192000"/>
              <a:gd name="connsiteY9539" fmla="*/ 2428298 h 6858000"/>
              <a:gd name="connsiteX9540" fmla="*/ 1338008 w 12192000"/>
              <a:gd name="connsiteY9540" fmla="*/ 2426065 h 6858000"/>
              <a:gd name="connsiteX9541" fmla="*/ 1318512 w 12192000"/>
              <a:gd name="connsiteY9541" fmla="*/ 2422642 h 6858000"/>
              <a:gd name="connsiteX9542" fmla="*/ 1226536 w 12192000"/>
              <a:gd name="connsiteY9542" fmla="*/ 2422642 h 6858000"/>
              <a:gd name="connsiteX9543" fmla="*/ 1185460 w 12192000"/>
              <a:gd name="connsiteY9543" fmla="*/ 2439311 h 6858000"/>
              <a:gd name="connsiteX9544" fmla="*/ 1187543 w 12192000"/>
              <a:gd name="connsiteY9544" fmla="*/ 2444669 h 6858000"/>
              <a:gd name="connsiteX9545" fmla="*/ 1197663 w 12192000"/>
              <a:gd name="connsiteY9545" fmla="*/ 2442436 h 6858000"/>
              <a:gd name="connsiteX9546" fmla="*/ 1203766 w 12192000"/>
              <a:gd name="connsiteY9546" fmla="*/ 2444297 h 6858000"/>
              <a:gd name="connsiteX9547" fmla="*/ 1207040 w 12192000"/>
              <a:gd name="connsiteY9547" fmla="*/ 2450920 h 6858000"/>
              <a:gd name="connsiteX9548" fmla="*/ 1208379 w 12192000"/>
              <a:gd name="connsiteY9548" fmla="*/ 2479643 h 6858000"/>
              <a:gd name="connsiteX9549" fmla="*/ 1208379 w 12192000"/>
              <a:gd name="connsiteY9549" fmla="*/ 2532180 h 6858000"/>
              <a:gd name="connsiteX9550" fmla="*/ 1206370 w 12192000"/>
              <a:gd name="connsiteY9550" fmla="*/ 2549295 h 6858000"/>
              <a:gd name="connsiteX9551" fmla="*/ 1200938 w 12192000"/>
              <a:gd name="connsiteY9551" fmla="*/ 2555695 h 6858000"/>
              <a:gd name="connsiteX9552" fmla="*/ 1187543 w 12192000"/>
              <a:gd name="connsiteY9552" fmla="*/ 2557629 h 6858000"/>
              <a:gd name="connsiteX9553" fmla="*/ 1187543 w 12192000"/>
              <a:gd name="connsiteY9553" fmla="*/ 2562987 h 6858000"/>
              <a:gd name="connsiteX9554" fmla="*/ 1253772 w 12192000"/>
              <a:gd name="connsiteY9554" fmla="*/ 2562987 h 6858000"/>
              <a:gd name="connsiteX9555" fmla="*/ 1253772 w 12192000"/>
              <a:gd name="connsiteY9555" fmla="*/ 2557629 h 6858000"/>
              <a:gd name="connsiteX9556" fmla="*/ 1240452 w 12192000"/>
              <a:gd name="connsiteY9556" fmla="*/ 2555546 h 6858000"/>
              <a:gd name="connsiteX9557" fmla="*/ 1234946 w 12192000"/>
              <a:gd name="connsiteY9557" fmla="*/ 2549221 h 6858000"/>
              <a:gd name="connsiteX9558" fmla="*/ 1233085 w 12192000"/>
              <a:gd name="connsiteY9558" fmla="*/ 2532180 h 6858000"/>
              <a:gd name="connsiteX9559" fmla="*/ 1233085 w 12192000"/>
              <a:gd name="connsiteY9559" fmla="*/ 2422642 h 6858000"/>
              <a:gd name="connsiteX9560" fmla="*/ 8032593 w 12192000"/>
              <a:gd name="connsiteY9560" fmla="*/ 2422493 h 6858000"/>
              <a:gd name="connsiteX9561" fmla="*/ 7987573 w 12192000"/>
              <a:gd name="connsiteY9561" fmla="*/ 2442064 h 6858000"/>
              <a:gd name="connsiteX9562" fmla="*/ 7969639 w 12192000"/>
              <a:gd name="connsiteY9562" fmla="*/ 2496610 h 6858000"/>
              <a:gd name="connsiteX9563" fmla="*/ 7987126 w 12192000"/>
              <a:gd name="connsiteY9563" fmla="*/ 2548030 h 6858000"/>
              <a:gd name="connsiteX9564" fmla="*/ 8029170 w 12192000"/>
              <a:gd name="connsiteY9564" fmla="*/ 2567155 h 6858000"/>
              <a:gd name="connsiteX9565" fmla="*/ 8066824 w 12192000"/>
              <a:gd name="connsiteY9565" fmla="*/ 2550411 h 6858000"/>
              <a:gd name="connsiteX9566" fmla="*/ 8084981 w 12192000"/>
              <a:gd name="connsiteY9566" fmla="*/ 2513279 h 6858000"/>
              <a:gd name="connsiteX9567" fmla="*/ 8080367 w 12192000"/>
              <a:gd name="connsiteY9567" fmla="*/ 2510302 h 6858000"/>
              <a:gd name="connsiteX9568" fmla="*/ 8063773 w 12192000"/>
              <a:gd name="connsiteY9568" fmla="*/ 2535528 h 6858000"/>
              <a:gd name="connsiteX9569" fmla="*/ 8040481 w 12192000"/>
              <a:gd name="connsiteY9569" fmla="*/ 2542896 h 6858000"/>
              <a:gd name="connsiteX9570" fmla="*/ 8005507 w 12192000"/>
              <a:gd name="connsiteY9570" fmla="*/ 2525631 h 6858000"/>
              <a:gd name="connsiteX9571" fmla="*/ 7990773 w 12192000"/>
              <a:gd name="connsiteY9571" fmla="*/ 2478006 h 6858000"/>
              <a:gd name="connsiteX9572" fmla="*/ 8084981 w 12192000"/>
              <a:gd name="connsiteY9572" fmla="*/ 2478006 h 6858000"/>
              <a:gd name="connsiteX9573" fmla="*/ 8070247 w 12192000"/>
              <a:gd name="connsiteY9573" fmla="*/ 2437599 h 6858000"/>
              <a:gd name="connsiteX9574" fmla="*/ 8032593 w 12192000"/>
              <a:gd name="connsiteY9574" fmla="*/ 2422493 h 6858000"/>
              <a:gd name="connsiteX9575" fmla="*/ 7670643 w 12192000"/>
              <a:gd name="connsiteY9575" fmla="*/ 2422493 h 6858000"/>
              <a:gd name="connsiteX9576" fmla="*/ 7625623 w 12192000"/>
              <a:gd name="connsiteY9576" fmla="*/ 2442064 h 6858000"/>
              <a:gd name="connsiteX9577" fmla="*/ 7607689 w 12192000"/>
              <a:gd name="connsiteY9577" fmla="*/ 2496610 h 6858000"/>
              <a:gd name="connsiteX9578" fmla="*/ 7625176 w 12192000"/>
              <a:gd name="connsiteY9578" fmla="*/ 2548030 h 6858000"/>
              <a:gd name="connsiteX9579" fmla="*/ 7667220 w 12192000"/>
              <a:gd name="connsiteY9579" fmla="*/ 2567155 h 6858000"/>
              <a:gd name="connsiteX9580" fmla="*/ 7704874 w 12192000"/>
              <a:gd name="connsiteY9580" fmla="*/ 2550411 h 6858000"/>
              <a:gd name="connsiteX9581" fmla="*/ 7723031 w 12192000"/>
              <a:gd name="connsiteY9581" fmla="*/ 2513279 h 6858000"/>
              <a:gd name="connsiteX9582" fmla="*/ 7718417 w 12192000"/>
              <a:gd name="connsiteY9582" fmla="*/ 2510302 h 6858000"/>
              <a:gd name="connsiteX9583" fmla="*/ 7701823 w 12192000"/>
              <a:gd name="connsiteY9583" fmla="*/ 2535528 h 6858000"/>
              <a:gd name="connsiteX9584" fmla="*/ 7678531 w 12192000"/>
              <a:gd name="connsiteY9584" fmla="*/ 2542896 h 6858000"/>
              <a:gd name="connsiteX9585" fmla="*/ 7643557 w 12192000"/>
              <a:gd name="connsiteY9585" fmla="*/ 2525631 h 6858000"/>
              <a:gd name="connsiteX9586" fmla="*/ 7628823 w 12192000"/>
              <a:gd name="connsiteY9586" fmla="*/ 2478006 h 6858000"/>
              <a:gd name="connsiteX9587" fmla="*/ 7723031 w 12192000"/>
              <a:gd name="connsiteY9587" fmla="*/ 2478006 h 6858000"/>
              <a:gd name="connsiteX9588" fmla="*/ 7708297 w 12192000"/>
              <a:gd name="connsiteY9588" fmla="*/ 2437599 h 6858000"/>
              <a:gd name="connsiteX9589" fmla="*/ 7670643 w 12192000"/>
              <a:gd name="connsiteY9589" fmla="*/ 2422493 h 6858000"/>
              <a:gd name="connsiteX9590" fmla="*/ 7108668 w 12192000"/>
              <a:gd name="connsiteY9590" fmla="*/ 2422493 h 6858000"/>
              <a:gd name="connsiteX9591" fmla="*/ 7063648 w 12192000"/>
              <a:gd name="connsiteY9591" fmla="*/ 2442064 h 6858000"/>
              <a:gd name="connsiteX9592" fmla="*/ 7045714 w 12192000"/>
              <a:gd name="connsiteY9592" fmla="*/ 2496610 h 6858000"/>
              <a:gd name="connsiteX9593" fmla="*/ 7063201 w 12192000"/>
              <a:gd name="connsiteY9593" fmla="*/ 2548030 h 6858000"/>
              <a:gd name="connsiteX9594" fmla="*/ 7105245 w 12192000"/>
              <a:gd name="connsiteY9594" fmla="*/ 2567155 h 6858000"/>
              <a:gd name="connsiteX9595" fmla="*/ 7142899 w 12192000"/>
              <a:gd name="connsiteY9595" fmla="*/ 2550411 h 6858000"/>
              <a:gd name="connsiteX9596" fmla="*/ 7161056 w 12192000"/>
              <a:gd name="connsiteY9596" fmla="*/ 2513279 h 6858000"/>
              <a:gd name="connsiteX9597" fmla="*/ 7156442 w 12192000"/>
              <a:gd name="connsiteY9597" fmla="*/ 2510302 h 6858000"/>
              <a:gd name="connsiteX9598" fmla="*/ 7139848 w 12192000"/>
              <a:gd name="connsiteY9598" fmla="*/ 2535528 h 6858000"/>
              <a:gd name="connsiteX9599" fmla="*/ 7116556 w 12192000"/>
              <a:gd name="connsiteY9599" fmla="*/ 2542896 h 6858000"/>
              <a:gd name="connsiteX9600" fmla="*/ 7081582 w 12192000"/>
              <a:gd name="connsiteY9600" fmla="*/ 2525631 h 6858000"/>
              <a:gd name="connsiteX9601" fmla="*/ 7066848 w 12192000"/>
              <a:gd name="connsiteY9601" fmla="*/ 2478006 h 6858000"/>
              <a:gd name="connsiteX9602" fmla="*/ 7161056 w 12192000"/>
              <a:gd name="connsiteY9602" fmla="*/ 2478006 h 6858000"/>
              <a:gd name="connsiteX9603" fmla="*/ 7146322 w 12192000"/>
              <a:gd name="connsiteY9603" fmla="*/ 2437599 h 6858000"/>
              <a:gd name="connsiteX9604" fmla="*/ 7108668 w 12192000"/>
              <a:gd name="connsiteY9604" fmla="*/ 2422493 h 6858000"/>
              <a:gd name="connsiteX9605" fmla="*/ 6022818 w 12192000"/>
              <a:gd name="connsiteY9605" fmla="*/ 2422493 h 6858000"/>
              <a:gd name="connsiteX9606" fmla="*/ 5977798 w 12192000"/>
              <a:gd name="connsiteY9606" fmla="*/ 2442064 h 6858000"/>
              <a:gd name="connsiteX9607" fmla="*/ 5959864 w 12192000"/>
              <a:gd name="connsiteY9607" fmla="*/ 2496610 h 6858000"/>
              <a:gd name="connsiteX9608" fmla="*/ 5977352 w 12192000"/>
              <a:gd name="connsiteY9608" fmla="*/ 2548030 h 6858000"/>
              <a:gd name="connsiteX9609" fmla="*/ 6019395 w 12192000"/>
              <a:gd name="connsiteY9609" fmla="*/ 2567155 h 6858000"/>
              <a:gd name="connsiteX9610" fmla="*/ 6057049 w 12192000"/>
              <a:gd name="connsiteY9610" fmla="*/ 2550411 h 6858000"/>
              <a:gd name="connsiteX9611" fmla="*/ 6075206 w 12192000"/>
              <a:gd name="connsiteY9611" fmla="*/ 2513279 h 6858000"/>
              <a:gd name="connsiteX9612" fmla="*/ 6070592 w 12192000"/>
              <a:gd name="connsiteY9612" fmla="*/ 2510302 h 6858000"/>
              <a:gd name="connsiteX9613" fmla="*/ 6053998 w 12192000"/>
              <a:gd name="connsiteY9613" fmla="*/ 2535528 h 6858000"/>
              <a:gd name="connsiteX9614" fmla="*/ 6030706 w 12192000"/>
              <a:gd name="connsiteY9614" fmla="*/ 2542896 h 6858000"/>
              <a:gd name="connsiteX9615" fmla="*/ 5995732 w 12192000"/>
              <a:gd name="connsiteY9615" fmla="*/ 2525631 h 6858000"/>
              <a:gd name="connsiteX9616" fmla="*/ 5980998 w 12192000"/>
              <a:gd name="connsiteY9616" fmla="*/ 2478006 h 6858000"/>
              <a:gd name="connsiteX9617" fmla="*/ 6075206 w 12192000"/>
              <a:gd name="connsiteY9617" fmla="*/ 2478006 h 6858000"/>
              <a:gd name="connsiteX9618" fmla="*/ 6060472 w 12192000"/>
              <a:gd name="connsiteY9618" fmla="*/ 2437599 h 6858000"/>
              <a:gd name="connsiteX9619" fmla="*/ 6022818 w 12192000"/>
              <a:gd name="connsiteY9619" fmla="*/ 2422493 h 6858000"/>
              <a:gd name="connsiteX9620" fmla="*/ 4717894 w 12192000"/>
              <a:gd name="connsiteY9620" fmla="*/ 2422493 h 6858000"/>
              <a:gd name="connsiteX9621" fmla="*/ 4672873 w 12192000"/>
              <a:gd name="connsiteY9621" fmla="*/ 2442064 h 6858000"/>
              <a:gd name="connsiteX9622" fmla="*/ 4654940 w 12192000"/>
              <a:gd name="connsiteY9622" fmla="*/ 2496610 h 6858000"/>
              <a:gd name="connsiteX9623" fmla="*/ 4672427 w 12192000"/>
              <a:gd name="connsiteY9623" fmla="*/ 2548030 h 6858000"/>
              <a:gd name="connsiteX9624" fmla="*/ 4714470 w 12192000"/>
              <a:gd name="connsiteY9624" fmla="*/ 2567155 h 6858000"/>
              <a:gd name="connsiteX9625" fmla="*/ 4752124 w 12192000"/>
              <a:gd name="connsiteY9625" fmla="*/ 2550411 h 6858000"/>
              <a:gd name="connsiteX9626" fmla="*/ 4770281 w 12192000"/>
              <a:gd name="connsiteY9626" fmla="*/ 2513279 h 6858000"/>
              <a:gd name="connsiteX9627" fmla="*/ 4765668 w 12192000"/>
              <a:gd name="connsiteY9627" fmla="*/ 2510302 h 6858000"/>
              <a:gd name="connsiteX9628" fmla="*/ 4749074 w 12192000"/>
              <a:gd name="connsiteY9628" fmla="*/ 2535528 h 6858000"/>
              <a:gd name="connsiteX9629" fmla="*/ 4725781 w 12192000"/>
              <a:gd name="connsiteY9629" fmla="*/ 2542896 h 6858000"/>
              <a:gd name="connsiteX9630" fmla="*/ 4690807 w 12192000"/>
              <a:gd name="connsiteY9630" fmla="*/ 2525631 h 6858000"/>
              <a:gd name="connsiteX9631" fmla="*/ 4676073 w 12192000"/>
              <a:gd name="connsiteY9631" fmla="*/ 2478006 h 6858000"/>
              <a:gd name="connsiteX9632" fmla="*/ 4770281 w 12192000"/>
              <a:gd name="connsiteY9632" fmla="*/ 2478006 h 6858000"/>
              <a:gd name="connsiteX9633" fmla="*/ 4755547 w 12192000"/>
              <a:gd name="connsiteY9633" fmla="*/ 2437599 h 6858000"/>
              <a:gd name="connsiteX9634" fmla="*/ 4717894 w 12192000"/>
              <a:gd name="connsiteY9634" fmla="*/ 2422493 h 6858000"/>
              <a:gd name="connsiteX9635" fmla="*/ 4479768 w 12192000"/>
              <a:gd name="connsiteY9635" fmla="*/ 2422493 h 6858000"/>
              <a:gd name="connsiteX9636" fmla="*/ 4434748 w 12192000"/>
              <a:gd name="connsiteY9636" fmla="*/ 2442064 h 6858000"/>
              <a:gd name="connsiteX9637" fmla="*/ 4416814 w 12192000"/>
              <a:gd name="connsiteY9637" fmla="*/ 2496610 h 6858000"/>
              <a:gd name="connsiteX9638" fmla="*/ 4434302 w 12192000"/>
              <a:gd name="connsiteY9638" fmla="*/ 2548030 h 6858000"/>
              <a:gd name="connsiteX9639" fmla="*/ 4476346 w 12192000"/>
              <a:gd name="connsiteY9639" fmla="*/ 2567155 h 6858000"/>
              <a:gd name="connsiteX9640" fmla="*/ 4513999 w 12192000"/>
              <a:gd name="connsiteY9640" fmla="*/ 2550411 h 6858000"/>
              <a:gd name="connsiteX9641" fmla="*/ 4532157 w 12192000"/>
              <a:gd name="connsiteY9641" fmla="*/ 2513279 h 6858000"/>
              <a:gd name="connsiteX9642" fmla="*/ 4527543 w 12192000"/>
              <a:gd name="connsiteY9642" fmla="*/ 2510302 h 6858000"/>
              <a:gd name="connsiteX9643" fmla="*/ 4510948 w 12192000"/>
              <a:gd name="connsiteY9643" fmla="*/ 2535528 h 6858000"/>
              <a:gd name="connsiteX9644" fmla="*/ 4487656 w 12192000"/>
              <a:gd name="connsiteY9644" fmla="*/ 2542896 h 6858000"/>
              <a:gd name="connsiteX9645" fmla="*/ 4452682 w 12192000"/>
              <a:gd name="connsiteY9645" fmla="*/ 2525631 h 6858000"/>
              <a:gd name="connsiteX9646" fmla="*/ 4437948 w 12192000"/>
              <a:gd name="connsiteY9646" fmla="*/ 2478006 h 6858000"/>
              <a:gd name="connsiteX9647" fmla="*/ 4532157 w 12192000"/>
              <a:gd name="connsiteY9647" fmla="*/ 2478006 h 6858000"/>
              <a:gd name="connsiteX9648" fmla="*/ 4517422 w 12192000"/>
              <a:gd name="connsiteY9648" fmla="*/ 2437599 h 6858000"/>
              <a:gd name="connsiteX9649" fmla="*/ 4479768 w 12192000"/>
              <a:gd name="connsiteY9649" fmla="*/ 2422493 h 6858000"/>
              <a:gd name="connsiteX9650" fmla="*/ 2155671 w 12192000"/>
              <a:gd name="connsiteY9650" fmla="*/ 2422493 h 6858000"/>
              <a:gd name="connsiteX9651" fmla="*/ 2110650 w 12192000"/>
              <a:gd name="connsiteY9651" fmla="*/ 2442064 h 6858000"/>
              <a:gd name="connsiteX9652" fmla="*/ 2092716 w 12192000"/>
              <a:gd name="connsiteY9652" fmla="*/ 2496610 h 6858000"/>
              <a:gd name="connsiteX9653" fmla="*/ 2110203 w 12192000"/>
              <a:gd name="connsiteY9653" fmla="*/ 2548030 h 6858000"/>
              <a:gd name="connsiteX9654" fmla="*/ 2152248 w 12192000"/>
              <a:gd name="connsiteY9654" fmla="*/ 2567155 h 6858000"/>
              <a:gd name="connsiteX9655" fmla="*/ 2189901 w 12192000"/>
              <a:gd name="connsiteY9655" fmla="*/ 2550411 h 6858000"/>
              <a:gd name="connsiteX9656" fmla="*/ 2208058 w 12192000"/>
              <a:gd name="connsiteY9656" fmla="*/ 2513279 h 6858000"/>
              <a:gd name="connsiteX9657" fmla="*/ 2203445 w 12192000"/>
              <a:gd name="connsiteY9657" fmla="*/ 2510302 h 6858000"/>
              <a:gd name="connsiteX9658" fmla="*/ 2186851 w 12192000"/>
              <a:gd name="connsiteY9658" fmla="*/ 2535528 h 6858000"/>
              <a:gd name="connsiteX9659" fmla="*/ 2163558 w 12192000"/>
              <a:gd name="connsiteY9659" fmla="*/ 2542896 h 6858000"/>
              <a:gd name="connsiteX9660" fmla="*/ 2128583 w 12192000"/>
              <a:gd name="connsiteY9660" fmla="*/ 2525631 h 6858000"/>
              <a:gd name="connsiteX9661" fmla="*/ 2113850 w 12192000"/>
              <a:gd name="connsiteY9661" fmla="*/ 2478006 h 6858000"/>
              <a:gd name="connsiteX9662" fmla="*/ 2208058 w 12192000"/>
              <a:gd name="connsiteY9662" fmla="*/ 2478006 h 6858000"/>
              <a:gd name="connsiteX9663" fmla="*/ 2193324 w 12192000"/>
              <a:gd name="connsiteY9663" fmla="*/ 2437599 h 6858000"/>
              <a:gd name="connsiteX9664" fmla="*/ 2155671 w 12192000"/>
              <a:gd name="connsiteY9664" fmla="*/ 2422493 h 6858000"/>
              <a:gd name="connsiteX9665" fmla="*/ 768294 w 12192000"/>
              <a:gd name="connsiteY9665" fmla="*/ 2408206 h 6858000"/>
              <a:gd name="connsiteX9666" fmla="*/ 723646 w 12192000"/>
              <a:gd name="connsiteY9666" fmla="*/ 2452855 h 6858000"/>
              <a:gd name="connsiteX9667" fmla="*/ 768294 w 12192000"/>
              <a:gd name="connsiteY9667" fmla="*/ 2497503 h 6858000"/>
              <a:gd name="connsiteX9668" fmla="*/ 812943 w 12192000"/>
              <a:gd name="connsiteY9668" fmla="*/ 2452855 h 6858000"/>
              <a:gd name="connsiteX9669" fmla="*/ 637326 w 12192000"/>
              <a:gd name="connsiteY9669" fmla="*/ 2408206 h 6858000"/>
              <a:gd name="connsiteX9670" fmla="*/ 592677 w 12192000"/>
              <a:gd name="connsiteY9670" fmla="*/ 2452855 h 6858000"/>
              <a:gd name="connsiteX9671" fmla="*/ 637326 w 12192000"/>
              <a:gd name="connsiteY9671" fmla="*/ 2497503 h 6858000"/>
              <a:gd name="connsiteX9672" fmla="*/ 682123 w 12192000"/>
              <a:gd name="connsiteY9672" fmla="*/ 2452855 h 6858000"/>
              <a:gd name="connsiteX9673" fmla="*/ 9926877 w 12192000"/>
              <a:gd name="connsiteY9673" fmla="*/ 2381863 h 6858000"/>
              <a:gd name="connsiteX9674" fmla="*/ 9917352 w 12192000"/>
              <a:gd name="connsiteY9674" fmla="*/ 2402551 h 6858000"/>
              <a:gd name="connsiteX9675" fmla="*/ 9902097 w 12192000"/>
              <a:gd name="connsiteY9675" fmla="*/ 2421080 h 6858000"/>
              <a:gd name="connsiteX9676" fmla="*/ 9885354 w 12192000"/>
              <a:gd name="connsiteY9676" fmla="*/ 2432167 h 6858000"/>
              <a:gd name="connsiteX9677" fmla="*/ 9885354 w 12192000"/>
              <a:gd name="connsiteY9677" fmla="*/ 2437079 h 6858000"/>
              <a:gd name="connsiteX9678" fmla="*/ 9906934 w 12192000"/>
              <a:gd name="connsiteY9678" fmla="*/ 2437079 h 6858000"/>
              <a:gd name="connsiteX9679" fmla="*/ 9906934 w 12192000"/>
              <a:gd name="connsiteY9679" fmla="*/ 2528757 h 6858000"/>
              <a:gd name="connsiteX9680" fmla="*/ 9910060 w 12192000"/>
              <a:gd name="connsiteY9680" fmla="*/ 2550560 h 6858000"/>
              <a:gd name="connsiteX9681" fmla="*/ 9919734 w 12192000"/>
              <a:gd name="connsiteY9681" fmla="*/ 2561424 h 6858000"/>
              <a:gd name="connsiteX9682" fmla="*/ 9933128 w 12192000"/>
              <a:gd name="connsiteY9682" fmla="*/ 2565220 h 6858000"/>
              <a:gd name="connsiteX9683" fmla="*/ 9952773 w 12192000"/>
              <a:gd name="connsiteY9683" fmla="*/ 2557853 h 6858000"/>
              <a:gd name="connsiteX9684" fmla="*/ 9967507 w 12192000"/>
              <a:gd name="connsiteY9684" fmla="*/ 2535900 h 6858000"/>
              <a:gd name="connsiteX9685" fmla="*/ 9961703 w 12192000"/>
              <a:gd name="connsiteY9685" fmla="*/ 2535900 h 6858000"/>
              <a:gd name="connsiteX9686" fmla="*/ 9954559 w 12192000"/>
              <a:gd name="connsiteY9686" fmla="*/ 2544905 h 6858000"/>
              <a:gd name="connsiteX9687" fmla="*/ 9945034 w 12192000"/>
              <a:gd name="connsiteY9687" fmla="*/ 2547955 h 6858000"/>
              <a:gd name="connsiteX9688" fmla="*/ 9935286 w 12192000"/>
              <a:gd name="connsiteY9688" fmla="*/ 2543342 h 6858000"/>
              <a:gd name="connsiteX9689" fmla="*/ 9931491 w 12192000"/>
              <a:gd name="connsiteY9689" fmla="*/ 2525482 h 6858000"/>
              <a:gd name="connsiteX9690" fmla="*/ 9931491 w 12192000"/>
              <a:gd name="connsiteY9690" fmla="*/ 2437079 h 6858000"/>
              <a:gd name="connsiteX9691" fmla="*/ 9963340 w 12192000"/>
              <a:gd name="connsiteY9691" fmla="*/ 2437079 h 6858000"/>
              <a:gd name="connsiteX9692" fmla="*/ 9963340 w 12192000"/>
              <a:gd name="connsiteY9692" fmla="*/ 2426661 h 6858000"/>
              <a:gd name="connsiteX9693" fmla="*/ 9931491 w 12192000"/>
              <a:gd name="connsiteY9693" fmla="*/ 2426661 h 6858000"/>
              <a:gd name="connsiteX9694" fmla="*/ 9931491 w 12192000"/>
              <a:gd name="connsiteY9694" fmla="*/ 2381863 h 6858000"/>
              <a:gd name="connsiteX9695" fmla="*/ 6850303 w 12192000"/>
              <a:gd name="connsiteY9695" fmla="*/ 2381863 h 6858000"/>
              <a:gd name="connsiteX9696" fmla="*/ 6840778 w 12192000"/>
              <a:gd name="connsiteY9696" fmla="*/ 2402551 h 6858000"/>
              <a:gd name="connsiteX9697" fmla="*/ 6825523 w 12192000"/>
              <a:gd name="connsiteY9697" fmla="*/ 2421080 h 6858000"/>
              <a:gd name="connsiteX9698" fmla="*/ 6808780 w 12192000"/>
              <a:gd name="connsiteY9698" fmla="*/ 2432167 h 6858000"/>
              <a:gd name="connsiteX9699" fmla="*/ 6808780 w 12192000"/>
              <a:gd name="connsiteY9699" fmla="*/ 2437079 h 6858000"/>
              <a:gd name="connsiteX9700" fmla="*/ 6830360 w 12192000"/>
              <a:gd name="connsiteY9700" fmla="*/ 2437079 h 6858000"/>
              <a:gd name="connsiteX9701" fmla="*/ 6830360 w 12192000"/>
              <a:gd name="connsiteY9701" fmla="*/ 2528757 h 6858000"/>
              <a:gd name="connsiteX9702" fmla="*/ 6833485 w 12192000"/>
              <a:gd name="connsiteY9702" fmla="*/ 2550560 h 6858000"/>
              <a:gd name="connsiteX9703" fmla="*/ 6843159 w 12192000"/>
              <a:gd name="connsiteY9703" fmla="*/ 2561424 h 6858000"/>
              <a:gd name="connsiteX9704" fmla="*/ 6856553 w 12192000"/>
              <a:gd name="connsiteY9704" fmla="*/ 2565220 h 6858000"/>
              <a:gd name="connsiteX9705" fmla="*/ 6876199 w 12192000"/>
              <a:gd name="connsiteY9705" fmla="*/ 2557853 h 6858000"/>
              <a:gd name="connsiteX9706" fmla="*/ 6890933 w 12192000"/>
              <a:gd name="connsiteY9706" fmla="*/ 2535900 h 6858000"/>
              <a:gd name="connsiteX9707" fmla="*/ 6885128 w 12192000"/>
              <a:gd name="connsiteY9707" fmla="*/ 2535900 h 6858000"/>
              <a:gd name="connsiteX9708" fmla="*/ 6877985 w 12192000"/>
              <a:gd name="connsiteY9708" fmla="*/ 2544905 h 6858000"/>
              <a:gd name="connsiteX9709" fmla="*/ 6868460 w 12192000"/>
              <a:gd name="connsiteY9709" fmla="*/ 2547955 h 6858000"/>
              <a:gd name="connsiteX9710" fmla="*/ 6858711 w 12192000"/>
              <a:gd name="connsiteY9710" fmla="*/ 2543342 h 6858000"/>
              <a:gd name="connsiteX9711" fmla="*/ 6854916 w 12192000"/>
              <a:gd name="connsiteY9711" fmla="*/ 2525482 h 6858000"/>
              <a:gd name="connsiteX9712" fmla="*/ 6854916 w 12192000"/>
              <a:gd name="connsiteY9712" fmla="*/ 2437079 h 6858000"/>
              <a:gd name="connsiteX9713" fmla="*/ 6886766 w 12192000"/>
              <a:gd name="connsiteY9713" fmla="*/ 2437079 h 6858000"/>
              <a:gd name="connsiteX9714" fmla="*/ 6886766 w 12192000"/>
              <a:gd name="connsiteY9714" fmla="*/ 2426661 h 6858000"/>
              <a:gd name="connsiteX9715" fmla="*/ 6854916 w 12192000"/>
              <a:gd name="connsiteY9715" fmla="*/ 2426661 h 6858000"/>
              <a:gd name="connsiteX9716" fmla="*/ 6854916 w 12192000"/>
              <a:gd name="connsiteY9716" fmla="*/ 2381863 h 6858000"/>
              <a:gd name="connsiteX9717" fmla="*/ 5716828 w 12192000"/>
              <a:gd name="connsiteY9717" fmla="*/ 2381863 h 6858000"/>
              <a:gd name="connsiteX9718" fmla="*/ 5707303 w 12192000"/>
              <a:gd name="connsiteY9718" fmla="*/ 2402551 h 6858000"/>
              <a:gd name="connsiteX9719" fmla="*/ 5692048 w 12192000"/>
              <a:gd name="connsiteY9719" fmla="*/ 2421080 h 6858000"/>
              <a:gd name="connsiteX9720" fmla="*/ 5675305 w 12192000"/>
              <a:gd name="connsiteY9720" fmla="*/ 2432167 h 6858000"/>
              <a:gd name="connsiteX9721" fmla="*/ 5675305 w 12192000"/>
              <a:gd name="connsiteY9721" fmla="*/ 2437079 h 6858000"/>
              <a:gd name="connsiteX9722" fmla="*/ 5696885 w 12192000"/>
              <a:gd name="connsiteY9722" fmla="*/ 2437079 h 6858000"/>
              <a:gd name="connsiteX9723" fmla="*/ 5696885 w 12192000"/>
              <a:gd name="connsiteY9723" fmla="*/ 2528757 h 6858000"/>
              <a:gd name="connsiteX9724" fmla="*/ 5700010 w 12192000"/>
              <a:gd name="connsiteY9724" fmla="*/ 2550560 h 6858000"/>
              <a:gd name="connsiteX9725" fmla="*/ 5709684 w 12192000"/>
              <a:gd name="connsiteY9725" fmla="*/ 2561424 h 6858000"/>
              <a:gd name="connsiteX9726" fmla="*/ 5723079 w 12192000"/>
              <a:gd name="connsiteY9726" fmla="*/ 2565220 h 6858000"/>
              <a:gd name="connsiteX9727" fmla="*/ 5742724 w 12192000"/>
              <a:gd name="connsiteY9727" fmla="*/ 2557853 h 6858000"/>
              <a:gd name="connsiteX9728" fmla="*/ 5757458 w 12192000"/>
              <a:gd name="connsiteY9728" fmla="*/ 2535900 h 6858000"/>
              <a:gd name="connsiteX9729" fmla="*/ 5751653 w 12192000"/>
              <a:gd name="connsiteY9729" fmla="*/ 2535900 h 6858000"/>
              <a:gd name="connsiteX9730" fmla="*/ 5744510 w 12192000"/>
              <a:gd name="connsiteY9730" fmla="*/ 2544905 h 6858000"/>
              <a:gd name="connsiteX9731" fmla="*/ 5734985 w 12192000"/>
              <a:gd name="connsiteY9731" fmla="*/ 2547955 h 6858000"/>
              <a:gd name="connsiteX9732" fmla="*/ 5725236 w 12192000"/>
              <a:gd name="connsiteY9732" fmla="*/ 2543342 h 6858000"/>
              <a:gd name="connsiteX9733" fmla="*/ 5721441 w 12192000"/>
              <a:gd name="connsiteY9733" fmla="*/ 2525482 h 6858000"/>
              <a:gd name="connsiteX9734" fmla="*/ 5721441 w 12192000"/>
              <a:gd name="connsiteY9734" fmla="*/ 2437079 h 6858000"/>
              <a:gd name="connsiteX9735" fmla="*/ 5753291 w 12192000"/>
              <a:gd name="connsiteY9735" fmla="*/ 2437079 h 6858000"/>
              <a:gd name="connsiteX9736" fmla="*/ 5753291 w 12192000"/>
              <a:gd name="connsiteY9736" fmla="*/ 2426661 h 6858000"/>
              <a:gd name="connsiteX9737" fmla="*/ 5721441 w 12192000"/>
              <a:gd name="connsiteY9737" fmla="*/ 2426661 h 6858000"/>
              <a:gd name="connsiteX9738" fmla="*/ 5721441 w 12192000"/>
              <a:gd name="connsiteY9738" fmla="*/ 2381863 h 6858000"/>
              <a:gd name="connsiteX9739" fmla="*/ 4964353 w 12192000"/>
              <a:gd name="connsiteY9739" fmla="*/ 2381863 h 6858000"/>
              <a:gd name="connsiteX9740" fmla="*/ 4954828 w 12192000"/>
              <a:gd name="connsiteY9740" fmla="*/ 2402551 h 6858000"/>
              <a:gd name="connsiteX9741" fmla="*/ 4939573 w 12192000"/>
              <a:gd name="connsiteY9741" fmla="*/ 2421080 h 6858000"/>
              <a:gd name="connsiteX9742" fmla="*/ 4922831 w 12192000"/>
              <a:gd name="connsiteY9742" fmla="*/ 2432167 h 6858000"/>
              <a:gd name="connsiteX9743" fmla="*/ 4922831 w 12192000"/>
              <a:gd name="connsiteY9743" fmla="*/ 2437079 h 6858000"/>
              <a:gd name="connsiteX9744" fmla="*/ 4944410 w 12192000"/>
              <a:gd name="connsiteY9744" fmla="*/ 2437079 h 6858000"/>
              <a:gd name="connsiteX9745" fmla="*/ 4944410 w 12192000"/>
              <a:gd name="connsiteY9745" fmla="*/ 2528757 h 6858000"/>
              <a:gd name="connsiteX9746" fmla="*/ 4947535 w 12192000"/>
              <a:gd name="connsiteY9746" fmla="*/ 2550560 h 6858000"/>
              <a:gd name="connsiteX9747" fmla="*/ 4957209 w 12192000"/>
              <a:gd name="connsiteY9747" fmla="*/ 2561424 h 6858000"/>
              <a:gd name="connsiteX9748" fmla="*/ 4970604 w 12192000"/>
              <a:gd name="connsiteY9748" fmla="*/ 2565220 h 6858000"/>
              <a:gd name="connsiteX9749" fmla="*/ 4990249 w 12192000"/>
              <a:gd name="connsiteY9749" fmla="*/ 2557853 h 6858000"/>
              <a:gd name="connsiteX9750" fmla="*/ 5004983 w 12192000"/>
              <a:gd name="connsiteY9750" fmla="*/ 2535900 h 6858000"/>
              <a:gd name="connsiteX9751" fmla="*/ 4999180 w 12192000"/>
              <a:gd name="connsiteY9751" fmla="*/ 2535900 h 6858000"/>
              <a:gd name="connsiteX9752" fmla="*/ 4992036 w 12192000"/>
              <a:gd name="connsiteY9752" fmla="*/ 2544905 h 6858000"/>
              <a:gd name="connsiteX9753" fmla="*/ 4982510 w 12192000"/>
              <a:gd name="connsiteY9753" fmla="*/ 2547955 h 6858000"/>
              <a:gd name="connsiteX9754" fmla="*/ 4972762 w 12192000"/>
              <a:gd name="connsiteY9754" fmla="*/ 2543342 h 6858000"/>
              <a:gd name="connsiteX9755" fmla="*/ 4968967 w 12192000"/>
              <a:gd name="connsiteY9755" fmla="*/ 2525482 h 6858000"/>
              <a:gd name="connsiteX9756" fmla="*/ 4968967 w 12192000"/>
              <a:gd name="connsiteY9756" fmla="*/ 2437079 h 6858000"/>
              <a:gd name="connsiteX9757" fmla="*/ 5000816 w 12192000"/>
              <a:gd name="connsiteY9757" fmla="*/ 2437079 h 6858000"/>
              <a:gd name="connsiteX9758" fmla="*/ 5000816 w 12192000"/>
              <a:gd name="connsiteY9758" fmla="*/ 2426661 h 6858000"/>
              <a:gd name="connsiteX9759" fmla="*/ 4968967 w 12192000"/>
              <a:gd name="connsiteY9759" fmla="*/ 2426661 h 6858000"/>
              <a:gd name="connsiteX9760" fmla="*/ 4968967 w 12192000"/>
              <a:gd name="connsiteY9760" fmla="*/ 2381863 h 6858000"/>
              <a:gd name="connsiteX9761" fmla="*/ 3859456 w 12192000"/>
              <a:gd name="connsiteY9761" fmla="*/ 2381863 h 6858000"/>
              <a:gd name="connsiteX9762" fmla="*/ 3849931 w 12192000"/>
              <a:gd name="connsiteY9762" fmla="*/ 2402551 h 6858000"/>
              <a:gd name="connsiteX9763" fmla="*/ 3834676 w 12192000"/>
              <a:gd name="connsiteY9763" fmla="*/ 2421080 h 6858000"/>
              <a:gd name="connsiteX9764" fmla="*/ 3817933 w 12192000"/>
              <a:gd name="connsiteY9764" fmla="*/ 2432167 h 6858000"/>
              <a:gd name="connsiteX9765" fmla="*/ 3817933 w 12192000"/>
              <a:gd name="connsiteY9765" fmla="*/ 2437079 h 6858000"/>
              <a:gd name="connsiteX9766" fmla="*/ 3839513 w 12192000"/>
              <a:gd name="connsiteY9766" fmla="*/ 2437079 h 6858000"/>
              <a:gd name="connsiteX9767" fmla="*/ 3839513 w 12192000"/>
              <a:gd name="connsiteY9767" fmla="*/ 2528757 h 6858000"/>
              <a:gd name="connsiteX9768" fmla="*/ 3842638 w 12192000"/>
              <a:gd name="connsiteY9768" fmla="*/ 2550560 h 6858000"/>
              <a:gd name="connsiteX9769" fmla="*/ 3852312 w 12192000"/>
              <a:gd name="connsiteY9769" fmla="*/ 2561424 h 6858000"/>
              <a:gd name="connsiteX9770" fmla="*/ 3865706 w 12192000"/>
              <a:gd name="connsiteY9770" fmla="*/ 2565220 h 6858000"/>
              <a:gd name="connsiteX9771" fmla="*/ 3885351 w 12192000"/>
              <a:gd name="connsiteY9771" fmla="*/ 2557853 h 6858000"/>
              <a:gd name="connsiteX9772" fmla="*/ 3900086 w 12192000"/>
              <a:gd name="connsiteY9772" fmla="*/ 2535900 h 6858000"/>
              <a:gd name="connsiteX9773" fmla="*/ 3894281 w 12192000"/>
              <a:gd name="connsiteY9773" fmla="*/ 2535900 h 6858000"/>
              <a:gd name="connsiteX9774" fmla="*/ 3887137 w 12192000"/>
              <a:gd name="connsiteY9774" fmla="*/ 2544905 h 6858000"/>
              <a:gd name="connsiteX9775" fmla="*/ 3877612 w 12192000"/>
              <a:gd name="connsiteY9775" fmla="*/ 2547955 h 6858000"/>
              <a:gd name="connsiteX9776" fmla="*/ 3867864 w 12192000"/>
              <a:gd name="connsiteY9776" fmla="*/ 2543342 h 6858000"/>
              <a:gd name="connsiteX9777" fmla="*/ 3864069 w 12192000"/>
              <a:gd name="connsiteY9777" fmla="*/ 2525482 h 6858000"/>
              <a:gd name="connsiteX9778" fmla="*/ 3864069 w 12192000"/>
              <a:gd name="connsiteY9778" fmla="*/ 2437079 h 6858000"/>
              <a:gd name="connsiteX9779" fmla="*/ 3895918 w 12192000"/>
              <a:gd name="connsiteY9779" fmla="*/ 2437079 h 6858000"/>
              <a:gd name="connsiteX9780" fmla="*/ 3895918 w 12192000"/>
              <a:gd name="connsiteY9780" fmla="*/ 2426661 h 6858000"/>
              <a:gd name="connsiteX9781" fmla="*/ 3864069 w 12192000"/>
              <a:gd name="connsiteY9781" fmla="*/ 2426661 h 6858000"/>
              <a:gd name="connsiteX9782" fmla="*/ 3864069 w 12192000"/>
              <a:gd name="connsiteY9782" fmla="*/ 2381863 h 6858000"/>
              <a:gd name="connsiteX9783" fmla="*/ 2259256 w 12192000"/>
              <a:gd name="connsiteY9783" fmla="*/ 2381863 h 6858000"/>
              <a:gd name="connsiteX9784" fmla="*/ 2249731 w 12192000"/>
              <a:gd name="connsiteY9784" fmla="*/ 2402551 h 6858000"/>
              <a:gd name="connsiteX9785" fmla="*/ 2234475 w 12192000"/>
              <a:gd name="connsiteY9785" fmla="*/ 2421080 h 6858000"/>
              <a:gd name="connsiteX9786" fmla="*/ 2217732 w 12192000"/>
              <a:gd name="connsiteY9786" fmla="*/ 2432167 h 6858000"/>
              <a:gd name="connsiteX9787" fmla="*/ 2217732 w 12192000"/>
              <a:gd name="connsiteY9787" fmla="*/ 2437079 h 6858000"/>
              <a:gd name="connsiteX9788" fmla="*/ 2239313 w 12192000"/>
              <a:gd name="connsiteY9788" fmla="*/ 2437079 h 6858000"/>
              <a:gd name="connsiteX9789" fmla="*/ 2239313 w 12192000"/>
              <a:gd name="connsiteY9789" fmla="*/ 2528757 h 6858000"/>
              <a:gd name="connsiteX9790" fmla="*/ 2242438 w 12192000"/>
              <a:gd name="connsiteY9790" fmla="*/ 2550560 h 6858000"/>
              <a:gd name="connsiteX9791" fmla="*/ 2252110 w 12192000"/>
              <a:gd name="connsiteY9791" fmla="*/ 2561424 h 6858000"/>
              <a:gd name="connsiteX9792" fmla="*/ 2265506 w 12192000"/>
              <a:gd name="connsiteY9792" fmla="*/ 2565220 h 6858000"/>
              <a:gd name="connsiteX9793" fmla="*/ 2285151 w 12192000"/>
              <a:gd name="connsiteY9793" fmla="*/ 2557853 h 6858000"/>
              <a:gd name="connsiteX9794" fmla="*/ 2299885 w 12192000"/>
              <a:gd name="connsiteY9794" fmla="*/ 2535900 h 6858000"/>
              <a:gd name="connsiteX9795" fmla="*/ 2294081 w 12192000"/>
              <a:gd name="connsiteY9795" fmla="*/ 2535900 h 6858000"/>
              <a:gd name="connsiteX9796" fmla="*/ 2286938 w 12192000"/>
              <a:gd name="connsiteY9796" fmla="*/ 2544905 h 6858000"/>
              <a:gd name="connsiteX9797" fmla="*/ 2277412 w 12192000"/>
              <a:gd name="connsiteY9797" fmla="*/ 2547955 h 6858000"/>
              <a:gd name="connsiteX9798" fmla="*/ 2267663 w 12192000"/>
              <a:gd name="connsiteY9798" fmla="*/ 2543342 h 6858000"/>
              <a:gd name="connsiteX9799" fmla="*/ 2263868 w 12192000"/>
              <a:gd name="connsiteY9799" fmla="*/ 2525482 h 6858000"/>
              <a:gd name="connsiteX9800" fmla="*/ 2263868 w 12192000"/>
              <a:gd name="connsiteY9800" fmla="*/ 2437079 h 6858000"/>
              <a:gd name="connsiteX9801" fmla="*/ 2295718 w 12192000"/>
              <a:gd name="connsiteY9801" fmla="*/ 2437079 h 6858000"/>
              <a:gd name="connsiteX9802" fmla="*/ 2295718 w 12192000"/>
              <a:gd name="connsiteY9802" fmla="*/ 2426661 h 6858000"/>
              <a:gd name="connsiteX9803" fmla="*/ 2263868 w 12192000"/>
              <a:gd name="connsiteY9803" fmla="*/ 2426661 h 6858000"/>
              <a:gd name="connsiteX9804" fmla="*/ 2263868 w 12192000"/>
              <a:gd name="connsiteY9804" fmla="*/ 2381863 h 6858000"/>
              <a:gd name="connsiteX9805" fmla="*/ 1802054 w 12192000"/>
              <a:gd name="connsiteY9805" fmla="*/ 2381863 h 6858000"/>
              <a:gd name="connsiteX9806" fmla="*/ 1792530 w 12192000"/>
              <a:gd name="connsiteY9806" fmla="*/ 2402551 h 6858000"/>
              <a:gd name="connsiteX9807" fmla="*/ 1777275 w 12192000"/>
              <a:gd name="connsiteY9807" fmla="*/ 2421080 h 6858000"/>
              <a:gd name="connsiteX9808" fmla="*/ 1760532 w 12192000"/>
              <a:gd name="connsiteY9808" fmla="*/ 2432167 h 6858000"/>
              <a:gd name="connsiteX9809" fmla="*/ 1760532 w 12192000"/>
              <a:gd name="connsiteY9809" fmla="*/ 2437079 h 6858000"/>
              <a:gd name="connsiteX9810" fmla="*/ 1782112 w 12192000"/>
              <a:gd name="connsiteY9810" fmla="*/ 2437079 h 6858000"/>
              <a:gd name="connsiteX9811" fmla="*/ 1782112 w 12192000"/>
              <a:gd name="connsiteY9811" fmla="*/ 2528757 h 6858000"/>
              <a:gd name="connsiteX9812" fmla="*/ 1785237 w 12192000"/>
              <a:gd name="connsiteY9812" fmla="*/ 2550560 h 6858000"/>
              <a:gd name="connsiteX9813" fmla="*/ 1794911 w 12192000"/>
              <a:gd name="connsiteY9813" fmla="*/ 2561424 h 6858000"/>
              <a:gd name="connsiteX9814" fmla="*/ 1808305 w 12192000"/>
              <a:gd name="connsiteY9814" fmla="*/ 2565220 h 6858000"/>
              <a:gd name="connsiteX9815" fmla="*/ 1827951 w 12192000"/>
              <a:gd name="connsiteY9815" fmla="*/ 2557853 h 6858000"/>
              <a:gd name="connsiteX9816" fmla="*/ 1842684 w 12192000"/>
              <a:gd name="connsiteY9816" fmla="*/ 2535900 h 6858000"/>
              <a:gd name="connsiteX9817" fmla="*/ 1836881 w 12192000"/>
              <a:gd name="connsiteY9817" fmla="*/ 2535900 h 6858000"/>
              <a:gd name="connsiteX9818" fmla="*/ 1829737 w 12192000"/>
              <a:gd name="connsiteY9818" fmla="*/ 2544905 h 6858000"/>
              <a:gd name="connsiteX9819" fmla="*/ 1820211 w 12192000"/>
              <a:gd name="connsiteY9819" fmla="*/ 2547955 h 6858000"/>
              <a:gd name="connsiteX9820" fmla="*/ 1810463 w 12192000"/>
              <a:gd name="connsiteY9820" fmla="*/ 2543342 h 6858000"/>
              <a:gd name="connsiteX9821" fmla="*/ 1806668 w 12192000"/>
              <a:gd name="connsiteY9821" fmla="*/ 2525482 h 6858000"/>
              <a:gd name="connsiteX9822" fmla="*/ 1806668 w 12192000"/>
              <a:gd name="connsiteY9822" fmla="*/ 2437079 h 6858000"/>
              <a:gd name="connsiteX9823" fmla="*/ 1838518 w 12192000"/>
              <a:gd name="connsiteY9823" fmla="*/ 2437079 h 6858000"/>
              <a:gd name="connsiteX9824" fmla="*/ 1838518 w 12192000"/>
              <a:gd name="connsiteY9824" fmla="*/ 2426661 h 6858000"/>
              <a:gd name="connsiteX9825" fmla="*/ 1806668 w 12192000"/>
              <a:gd name="connsiteY9825" fmla="*/ 2426661 h 6858000"/>
              <a:gd name="connsiteX9826" fmla="*/ 1806668 w 12192000"/>
              <a:gd name="connsiteY9826" fmla="*/ 2381863 h 6858000"/>
              <a:gd name="connsiteX9827" fmla="*/ 864289 w 12192000"/>
              <a:gd name="connsiteY9827" fmla="*/ 2361176 h 6858000"/>
              <a:gd name="connsiteX9828" fmla="*/ 861907 w 12192000"/>
              <a:gd name="connsiteY9828" fmla="*/ 2408504 h 6858000"/>
              <a:gd name="connsiteX9829" fmla="*/ 867563 w 12192000"/>
              <a:gd name="connsiteY9829" fmla="*/ 2408504 h 6858000"/>
              <a:gd name="connsiteX9830" fmla="*/ 874111 w 12192000"/>
              <a:gd name="connsiteY9830" fmla="*/ 2386775 h 6858000"/>
              <a:gd name="connsiteX9831" fmla="*/ 887357 w 12192000"/>
              <a:gd name="connsiteY9831" fmla="*/ 2375910 h 6858000"/>
              <a:gd name="connsiteX9832" fmla="*/ 907449 w 12192000"/>
              <a:gd name="connsiteY9832" fmla="*/ 2373827 h 6858000"/>
              <a:gd name="connsiteX9833" fmla="*/ 931708 w 12192000"/>
              <a:gd name="connsiteY9833" fmla="*/ 2373827 h 6858000"/>
              <a:gd name="connsiteX9834" fmla="*/ 931708 w 12192000"/>
              <a:gd name="connsiteY9834" fmla="*/ 2528013 h 6858000"/>
              <a:gd name="connsiteX9835" fmla="*/ 928434 w 12192000"/>
              <a:gd name="connsiteY9835" fmla="*/ 2549741 h 6858000"/>
              <a:gd name="connsiteX9836" fmla="*/ 910276 w 12192000"/>
              <a:gd name="connsiteY9836" fmla="*/ 2557480 h 6858000"/>
              <a:gd name="connsiteX9837" fmla="*/ 903133 w 12192000"/>
              <a:gd name="connsiteY9837" fmla="*/ 2557480 h 6858000"/>
              <a:gd name="connsiteX9838" fmla="*/ 903133 w 12192000"/>
              <a:gd name="connsiteY9838" fmla="*/ 2562987 h 6858000"/>
              <a:gd name="connsiteX9839" fmla="*/ 988709 w 12192000"/>
              <a:gd name="connsiteY9839" fmla="*/ 2562987 h 6858000"/>
              <a:gd name="connsiteX9840" fmla="*/ 988709 w 12192000"/>
              <a:gd name="connsiteY9840" fmla="*/ 2557480 h 6858000"/>
              <a:gd name="connsiteX9841" fmla="*/ 981714 w 12192000"/>
              <a:gd name="connsiteY9841" fmla="*/ 2557480 h 6858000"/>
              <a:gd name="connsiteX9842" fmla="*/ 964301 w 12192000"/>
              <a:gd name="connsiteY9842" fmla="*/ 2551230 h 6858000"/>
              <a:gd name="connsiteX9843" fmla="*/ 960283 w 12192000"/>
              <a:gd name="connsiteY9843" fmla="*/ 2528013 h 6858000"/>
              <a:gd name="connsiteX9844" fmla="*/ 960283 w 12192000"/>
              <a:gd name="connsiteY9844" fmla="*/ 2373827 h 6858000"/>
              <a:gd name="connsiteX9845" fmla="*/ 988709 w 12192000"/>
              <a:gd name="connsiteY9845" fmla="*/ 2373827 h 6858000"/>
              <a:gd name="connsiteX9846" fmla="*/ 1008875 w 12192000"/>
              <a:gd name="connsiteY9846" fmla="*/ 2377919 h 6858000"/>
              <a:gd name="connsiteX9847" fmla="*/ 1021154 w 12192000"/>
              <a:gd name="connsiteY9847" fmla="*/ 2390644 h 6858000"/>
              <a:gd name="connsiteX9848" fmla="*/ 1025618 w 12192000"/>
              <a:gd name="connsiteY9848" fmla="*/ 2408504 h 6858000"/>
              <a:gd name="connsiteX9849" fmla="*/ 1031274 w 12192000"/>
              <a:gd name="connsiteY9849" fmla="*/ 2408504 h 6858000"/>
              <a:gd name="connsiteX9850" fmla="*/ 1029041 w 12192000"/>
              <a:gd name="connsiteY9850" fmla="*/ 2361176 h 6858000"/>
              <a:gd name="connsiteX9851" fmla="*/ 4319630 w 12192000"/>
              <a:gd name="connsiteY9851" fmla="*/ 2351651 h 6858000"/>
              <a:gd name="connsiteX9852" fmla="*/ 4289343 w 12192000"/>
              <a:gd name="connsiteY9852" fmla="*/ 2360358 h 6858000"/>
              <a:gd name="connsiteX9853" fmla="*/ 4269325 w 12192000"/>
              <a:gd name="connsiteY9853" fmla="*/ 2383203 h 6858000"/>
              <a:gd name="connsiteX9854" fmla="*/ 4262778 w 12192000"/>
              <a:gd name="connsiteY9854" fmla="*/ 2417731 h 6858000"/>
              <a:gd name="connsiteX9855" fmla="*/ 4262778 w 12192000"/>
              <a:gd name="connsiteY9855" fmla="*/ 2426661 h 6858000"/>
              <a:gd name="connsiteX9856" fmla="*/ 4236287 w 12192000"/>
              <a:gd name="connsiteY9856" fmla="*/ 2426661 h 6858000"/>
              <a:gd name="connsiteX9857" fmla="*/ 4236287 w 12192000"/>
              <a:gd name="connsiteY9857" fmla="*/ 2437376 h 6858000"/>
              <a:gd name="connsiteX9858" fmla="*/ 4262778 w 12192000"/>
              <a:gd name="connsiteY9858" fmla="*/ 2437376 h 6858000"/>
              <a:gd name="connsiteX9859" fmla="*/ 4262778 w 12192000"/>
              <a:gd name="connsiteY9859" fmla="*/ 2526971 h 6858000"/>
              <a:gd name="connsiteX9860" fmla="*/ 4260917 w 12192000"/>
              <a:gd name="connsiteY9860" fmla="*/ 2546616 h 6858000"/>
              <a:gd name="connsiteX9861" fmla="*/ 4254145 w 12192000"/>
              <a:gd name="connsiteY9861" fmla="*/ 2554653 h 6858000"/>
              <a:gd name="connsiteX9862" fmla="*/ 4243282 w 12192000"/>
              <a:gd name="connsiteY9862" fmla="*/ 2557629 h 6858000"/>
              <a:gd name="connsiteX9863" fmla="*/ 4237179 w 12192000"/>
              <a:gd name="connsiteY9863" fmla="*/ 2557629 h 6858000"/>
              <a:gd name="connsiteX9864" fmla="*/ 4237179 w 12192000"/>
              <a:gd name="connsiteY9864" fmla="*/ 2562987 h 6858000"/>
              <a:gd name="connsiteX9865" fmla="*/ 4318588 w 12192000"/>
              <a:gd name="connsiteY9865" fmla="*/ 2562987 h 6858000"/>
              <a:gd name="connsiteX9866" fmla="*/ 4318588 w 12192000"/>
              <a:gd name="connsiteY9866" fmla="*/ 2557629 h 6858000"/>
              <a:gd name="connsiteX9867" fmla="*/ 4306236 w 12192000"/>
              <a:gd name="connsiteY9867" fmla="*/ 2557629 h 6858000"/>
              <a:gd name="connsiteX9868" fmla="*/ 4291502 w 12192000"/>
              <a:gd name="connsiteY9868" fmla="*/ 2551081 h 6858000"/>
              <a:gd name="connsiteX9869" fmla="*/ 4287334 w 12192000"/>
              <a:gd name="connsiteY9869" fmla="*/ 2526971 h 6858000"/>
              <a:gd name="connsiteX9870" fmla="*/ 4287334 w 12192000"/>
              <a:gd name="connsiteY9870" fmla="*/ 2437376 h 6858000"/>
              <a:gd name="connsiteX9871" fmla="*/ 4322011 w 12192000"/>
              <a:gd name="connsiteY9871" fmla="*/ 2437376 h 6858000"/>
              <a:gd name="connsiteX9872" fmla="*/ 4322457 w 12192000"/>
              <a:gd name="connsiteY9872" fmla="*/ 2437376 h 6858000"/>
              <a:gd name="connsiteX9873" fmla="*/ 4348502 w 12192000"/>
              <a:gd name="connsiteY9873" fmla="*/ 2437376 h 6858000"/>
              <a:gd name="connsiteX9874" fmla="*/ 4348502 w 12192000"/>
              <a:gd name="connsiteY9874" fmla="*/ 2526971 h 6858000"/>
              <a:gd name="connsiteX9875" fmla="*/ 4346643 w 12192000"/>
              <a:gd name="connsiteY9875" fmla="*/ 2546616 h 6858000"/>
              <a:gd name="connsiteX9876" fmla="*/ 4339871 w 12192000"/>
              <a:gd name="connsiteY9876" fmla="*/ 2554653 h 6858000"/>
              <a:gd name="connsiteX9877" fmla="*/ 4329006 w 12192000"/>
              <a:gd name="connsiteY9877" fmla="*/ 2557629 h 6858000"/>
              <a:gd name="connsiteX9878" fmla="*/ 4322904 w 12192000"/>
              <a:gd name="connsiteY9878" fmla="*/ 2557629 h 6858000"/>
              <a:gd name="connsiteX9879" fmla="*/ 4322904 w 12192000"/>
              <a:gd name="connsiteY9879" fmla="*/ 2562987 h 6858000"/>
              <a:gd name="connsiteX9880" fmla="*/ 4404313 w 12192000"/>
              <a:gd name="connsiteY9880" fmla="*/ 2562987 h 6858000"/>
              <a:gd name="connsiteX9881" fmla="*/ 4404313 w 12192000"/>
              <a:gd name="connsiteY9881" fmla="*/ 2557629 h 6858000"/>
              <a:gd name="connsiteX9882" fmla="*/ 4391960 w 12192000"/>
              <a:gd name="connsiteY9882" fmla="*/ 2557629 h 6858000"/>
              <a:gd name="connsiteX9883" fmla="*/ 4377226 w 12192000"/>
              <a:gd name="connsiteY9883" fmla="*/ 2551081 h 6858000"/>
              <a:gd name="connsiteX9884" fmla="*/ 4373059 w 12192000"/>
              <a:gd name="connsiteY9884" fmla="*/ 2526971 h 6858000"/>
              <a:gd name="connsiteX9885" fmla="*/ 4373059 w 12192000"/>
              <a:gd name="connsiteY9885" fmla="*/ 2437376 h 6858000"/>
              <a:gd name="connsiteX9886" fmla="*/ 4408182 w 12192000"/>
              <a:gd name="connsiteY9886" fmla="*/ 2437376 h 6858000"/>
              <a:gd name="connsiteX9887" fmla="*/ 4408182 w 12192000"/>
              <a:gd name="connsiteY9887" fmla="*/ 2426661 h 6858000"/>
              <a:gd name="connsiteX9888" fmla="*/ 4373059 w 12192000"/>
              <a:gd name="connsiteY9888" fmla="*/ 2426661 h 6858000"/>
              <a:gd name="connsiteX9889" fmla="*/ 4373059 w 12192000"/>
              <a:gd name="connsiteY9889" fmla="*/ 2416838 h 6858000"/>
              <a:gd name="connsiteX9890" fmla="*/ 4375143 w 12192000"/>
              <a:gd name="connsiteY9890" fmla="*/ 2377324 h 6858000"/>
              <a:gd name="connsiteX9891" fmla="*/ 4381988 w 12192000"/>
              <a:gd name="connsiteY9891" fmla="*/ 2366013 h 6858000"/>
              <a:gd name="connsiteX9892" fmla="*/ 4393597 w 12192000"/>
              <a:gd name="connsiteY9892" fmla="*/ 2362367 h 6858000"/>
              <a:gd name="connsiteX9893" fmla="*/ 4403866 w 12192000"/>
              <a:gd name="connsiteY9893" fmla="*/ 2365195 h 6858000"/>
              <a:gd name="connsiteX9894" fmla="*/ 4413986 w 12192000"/>
              <a:gd name="connsiteY9894" fmla="*/ 2376133 h 6858000"/>
              <a:gd name="connsiteX9895" fmla="*/ 4423290 w 12192000"/>
              <a:gd name="connsiteY9895" fmla="*/ 2386700 h 6858000"/>
              <a:gd name="connsiteX9896" fmla="*/ 4430506 w 12192000"/>
              <a:gd name="connsiteY9896" fmla="*/ 2389156 h 6858000"/>
              <a:gd name="connsiteX9897" fmla="*/ 4438842 w 12192000"/>
              <a:gd name="connsiteY9897" fmla="*/ 2385212 h 6858000"/>
              <a:gd name="connsiteX9898" fmla="*/ 4442711 w 12192000"/>
              <a:gd name="connsiteY9898" fmla="*/ 2376803 h 6858000"/>
              <a:gd name="connsiteX9899" fmla="*/ 4434078 w 12192000"/>
              <a:gd name="connsiteY9899" fmla="*/ 2361772 h 6858000"/>
              <a:gd name="connsiteX9900" fmla="*/ 4405356 w 12192000"/>
              <a:gd name="connsiteY9900" fmla="*/ 2351651 h 6858000"/>
              <a:gd name="connsiteX9901" fmla="*/ 4375068 w 12192000"/>
              <a:gd name="connsiteY9901" fmla="*/ 2360358 h 6858000"/>
              <a:gd name="connsiteX9902" fmla="*/ 4355050 w 12192000"/>
              <a:gd name="connsiteY9902" fmla="*/ 2383203 h 6858000"/>
              <a:gd name="connsiteX9903" fmla="*/ 4348502 w 12192000"/>
              <a:gd name="connsiteY9903" fmla="*/ 2417731 h 6858000"/>
              <a:gd name="connsiteX9904" fmla="*/ 4348502 w 12192000"/>
              <a:gd name="connsiteY9904" fmla="*/ 2426661 h 6858000"/>
              <a:gd name="connsiteX9905" fmla="*/ 4322457 w 12192000"/>
              <a:gd name="connsiteY9905" fmla="*/ 2426661 h 6858000"/>
              <a:gd name="connsiteX9906" fmla="*/ 4322011 w 12192000"/>
              <a:gd name="connsiteY9906" fmla="*/ 2426661 h 6858000"/>
              <a:gd name="connsiteX9907" fmla="*/ 4287334 w 12192000"/>
              <a:gd name="connsiteY9907" fmla="*/ 2426661 h 6858000"/>
              <a:gd name="connsiteX9908" fmla="*/ 4287334 w 12192000"/>
              <a:gd name="connsiteY9908" fmla="*/ 2416838 h 6858000"/>
              <a:gd name="connsiteX9909" fmla="*/ 4289418 w 12192000"/>
              <a:gd name="connsiteY9909" fmla="*/ 2377324 h 6858000"/>
              <a:gd name="connsiteX9910" fmla="*/ 4296264 w 12192000"/>
              <a:gd name="connsiteY9910" fmla="*/ 2366013 h 6858000"/>
              <a:gd name="connsiteX9911" fmla="*/ 4307872 w 12192000"/>
              <a:gd name="connsiteY9911" fmla="*/ 2362367 h 6858000"/>
              <a:gd name="connsiteX9912" fmla="*/ 4318142 w 12192000"/>
              <a:gd name="connsiteY9912" fmla="*/ 2365195 h 6858000"/>
              <a:gd name="connsiteX9913" fmla="*/ 4328262 w 12192000"/>
              <a:gd name="connsiteY9913" fmla="*/ 2376133 h 6858000"/>
              <a:gd name="connsiteX9914" fmla="*/ 4337563 w 12192000"/>
              <a:gd name="connsiteY9914" fmla="*/ 2386700 h 6858000"/>
              <a:gd name="connsiteX9915" fmla="*/ 4344781 w 12192000"/>
              <a:gd name="connsiteY9915" fmla="*/ 2389156 h 6858000"/>
              <a:gd name="connsiteX9916" fmla="*/ 4353116 w 12192000"/>
              <a:gd name="connsiteY9916" fmla="*/ 2385212 h 6858000"/>
              <a:gd name="connsiteX9917" fmla="*/ 4356987 w 12192000"/>
              <a:gd name="connsiteY9917" fmla="*/ 2376803 h 6858000"/>
              <a:gd name="connsiteX9918" fmla="*/ 4348353 w 12192000"/>
              <a:gd name="connsiteY9918" fmla="*/ 2361772 h 6858000"/>
              <a:gd name="connsiteX9919" fmla="*/ 4319630 w 12192000"/>
              <a:gd name="connsiteY9919" fmla="*/ 2351651 h 6858000"/>
              <a:gd name="connsiteX9920" fmla="*/ 10012305 w 12192000"/>
              <a:gd name="connsiteY9920" fmla="*/ 2351354 h 6858000"/>
              <a:gd name="connsiteX9921" fmla="*/ 10001515 w 12192000"/>
              <a:gd name="connsiteY9921" fmla="*/ 2355744 h 6858000"/>
              <a:gd name="connsiteX9922" fmla="*/ 9997124 w 12192000"/>
              <a:gd name="connsiteY9922" fmla="*/ 2366385 h 6858000"/>
              <a:gd name="connsiteX9923" fmla="*/ 10001589 w 12192000"/>
              <a:gd name="connsiteY9923" fmla="*/ 2377101 h 6858000"/>
              <a:gd name="connsiteX9924" fmla="*/ 10012305 w 12192000"/>
              <a:gd name="connsiteY9924" fmla="*/ 2381566 h 6858000"/>
              <a:gd name="connsiteX9925" fmla="*/ 10022946 w 12192000"/>
              <a:gd name="connsiteY9925" fmla="*/ 2377101 h 6858000"/>
              <a:gd name="connsiteX9926" fmla="*/ 10027336 w 12192000"/>
              <a:gd name="connsiteY9926" fmla="*/ 2366385 h 6858000"/>
              <a:gd name="connsiteX9927" fmla="*/ 10022946 w 12192000"/>
              <a:gd name="connsiteY9927" fmla="*/ 2355744 h 6858000"/>
              <a:gd name="connsiteX9928" fmla="*/ 10012305 w 12192000"/>
              <a:gd name="connsiteY9928" fmla="*/ 2351354 h 6858000"/>
              <a:gd name="connsiteX9929" fmla="*/ 9840855 w 12192000"/>
              <a:gd name="connsiteY9929" fmla="*/ 2351354 h 6858000"/>
              <a:gd name="connsiteX9930" fmla="*/ 9830065 w 12192000"/>
              <a:gd name="connsiteY9930" fmla="*/ 2355744 h 6858000"/>
              <a:gd name="connsiteX9931" fmla="*/ 9825674 w 12192000"/>
              <a:gd name="connsiteY9931" fmla="*/ 2366385 h 6858000"/>
              <a:gd name="connsiteX9932" fmla="*/ 9830139 w 12192000"/>
              <a:gd name="connsiteY9932" fmla="*/ 2377101 h 6858000"/>
              <a:gd name="connsiteX9933" fmla="*/ 9840855 w 12192000"/>
              <a:gd name="connsiteY9933" fmla="*/ 2381566 h 6858000"/>
              <a:gd name="connsiteX9934" fmla="*/ 9851496 w 12192000"/>
              <a:gd name="connsiteY9934" fmla="*/ 2377101 h 6858000"/>
              <a:gd name="connsiteX9935" fmla="*/ 9855886 w 12192000"/>
              <a:gd name="connsiteY9935" fmla="*/ 2366385 h 6858000"/>
              <a:gd name="connsiteX9936" fmla="*/ 9851496 w 12192000"/>
              <a:gd name="connsiteY9936" fmla="*/ 2355744 h 6858000"/>
              <a:gd name="connsiteX9937" fmla="*/ 9840855 w 12192000"/>
              <a:gd name="connsiteY9937" fmla="*/ 2351354 h 6858000"/>
              <a:gd name="connsiteX9938" fmla="*/ 9767929 w 12192000"/>
              <a:gd name="connsiteY9938" fmla="*/ 2351354 h 6858000"/>
              <a:gd name="connsiteX9939" fmla="*/ 9727299 w 12192000"/>
              <a:gd name="connsiteY9939" fmla="*/ 2368022 h 6858000"/>
              <a:gd name="connsiteX9940" fmla="*/ 9729234 w 12192000"/>
              <a:gd name="connsiteY9940" fmla="*/ 2373231 h 6858000"/>
              <a:gd name="connsiteX9941" fmla="*/ 9739503 w 12192000"/>
              <a:gd name="connsiteY9941" fmla="*/ 2370850 h 6858000"/>
              <a:gd name="connsiteX9942" fmla="*/ 9745456 w 12192000"/>
              <a:gd name="connsiteY9942" fmla="*/ 2372785 h 6858000"/>
              <a:gd name="connsiteX9943" fmla="*/ 9748953 w 12192000"/>
              <a:gd name="connsiteY9943" fmla="*/ 2380077 h 6858000"/>
              <a:gd name="connsiteX9944" fmla="*/ 9750070 w 12192000"/>
              <a:gd name="connsiteY9944" fmla="*/ 2408801 h 6858000"/>
              <a:gd name="connsiteX9945" fmla="*/ 9750070 w 12192000"/>
              <a:gd name="connsiteY9945" fmla="*/ 2433953 h 6858000"/>
              <a:gd name="connsiteX9946" fmla="*/ 9720304 w 12192000"/>
              <a:gd name="connsiteY9946" fmla="*/ 2422493 h 6858000"/>
              <a:gd name="connsiteX9947" fmla="*/ 9672828 w 12192000"/>
              <a:gd name="connsiteY9947" fmla="*/ 2446827 h 6858000"/>
              <a:gd name="connsiteX9948" fmla="*/ 9654373 w 12192000"/>
              <a:gd name="connsiteY9948" fmla="*/ 2500479 h 6858000"/>
              <a:gd name="connsiteX9949" fmla="*/ 9671042 w 12192000"/>
              <a:gd name="connsiteY9949" fmla="*/ 2548476 h 6858000"/>
              <a:gd name="connsiteX9950" fmla="*/ 9710035 w 12192000"/>
              <a:gd name="connsiteY9950" fmla="*/ 2567155 h 6858000"/>
              <a:gd name="connsiteX9951" fmla="*/ 9730573 w 12192000"/>
              <a:gd name="connsiteY9951" fmla="*/ 2562615 h 6858000"/>
              <a:gd name="connsiteX9952" fmla="*/ 9750070 w 12192000"/>
              <a:gd name="connsiteY9952" fmla="*/ 2547658 h 6858000"/>
              <a:gd name="connsiteX9953" fmla="*/ 9750070 w 12192000"/>
              <a:gd name="connsiteY9953" fmla="*/ 2567155 h 6858000"/>
              <a:gd name="connsiteX9954" fmla="*/ 9756916 w 12192000"/>
              <a:gd name="connsiteY9954" fmla="*/ 2567155 h 6858000"/>
              <a:gd name="connsiteX9955" fmla="*/ 9797397 w 12192000"/>
              <a:gd name="connsiteY9955" fmla="*/ 2550337 h 6858000"/>
              <a:gd name="connsiteX9956" fmla="*/ 9795760 w 12192000"/>
              <a:gd name="connsiteY9956" fmla="*/ 2545128 h 6858000"/>
              <a:gd name="connsiteX9957" fmla="*/ 9785044 w 12192000"/>
              <a:gd name="connsiteY9957" fmla="*/ 2547658 h 6858000"/>
              <a:gd name="connsiteX9958" fmla="*/ 9779314 w 12192000"/>
              <a:gd name="connsiteY9958" fmla="*/ 2545574 h 6858000"/>
              <a:gd name="connsiteX9959" fmla="*/ 9775742 w 12192000"/>
              <a:gd name="connsiteY9959" fmla="*/ 2538207 h 6858000"/>
              <a:gd name="connsiteX9960" fmla="*/ 9774626 w 12192000"/>
              <a:gd name="connsiteY9960" fmla="*/ 2508963 h 6858000"/>
              <a:gd name="connsiteX9961" fmla="*/ 9774626 w 12192000"/>
              <a:gd name="connsiteY9961" fmla="*/ 2351354 h 6858000"/>
              <a:gd name="connsiteX9962" fmla="*/ 8935980 w 12192000"/>
              <a:gd name="connsiteY9962" fmla="*/ 2351354 h 6858000"/>
              <a:gd name="connsiteX9963" fmla="*/ 8925190 w 12192000"/>
              <a:gd name="connsiteY9963" fmla="*/ 2355744 h 6858000"/>
              <a:gd name="connsiteX9964" fmla="*/ 8920799 w 12192000"/>
              <a:gd name="connsiteY9964" fmla="*/ 2366385 h 6858000"/>
              <a:gd name="connsiteX9965" fmla="*/ 8925264 w 12192000"/>
              <a:gd name="connsiteY9965" fmla="*/ 2377101 h 6858000"/>
              <a:gd name="connsiteX9966" fmla="*/ 8935980 w 12192000"/>
              <a:gd name="connsiteY9966" fmla="*/ 2381566 h 6858000"/>
              <a:gd name="connsiteX9967" fmla="*/ 8946621 w 12192000"/>
              <a:gd name="connsiteY9967" fmla="*/ 2377101 h 6858000"/>
              <a:gd name="connsiteX9968" fmla="*/ 8951011 w 12192000"/>
              <a:gd name="connsiteY9968" fmla="*/ 2366385 h 6858000"/>
              <a:gd name="connsiteX9969" fmla="*/ 8946621 w 12192000"/>
              <a:gd name="connsiteY9969" fmla="*/ 2355744 h 6858000"/>
              <a:gd name="connsiteX9970" fmla="*/ 8935980 w 12192000"/>
              <a:gd name="connsiteY9970" fmla="*/ 2351354 h 6858000"/>
              <a:gd name="connsiteX9971" fmla="*/ 7486989 w 12192000"/>
              <a:gd name="connsiteY9971" fmla="*/ 2351354 h 6858000"/>
              <a:gd name="connsiteX9972" fmla="*/ 7446508 w 12192000"/>
              <a:gd name="connsiteY9972" fmla="*/ 2368022 h 6858000"/>
              <a:gd name="connsiteX9973" fmla="*/ 7449038 w 12192000"/>
              <a:gd name="connsiteY9973" fmla="*/ 2373231 h 6858000"/>
              <a:gd name="connsiteX9974" fmla="*/ 7458414 w 12192000"/>
              <a:gd name="connsiteY9974" fmla="*/ 2370701 h 6858000"/>
              <a:gd name="connsiteX9975" fmla="*/ 7464665 w 12192000"/>
              <a:gd name="connsiteY9975" fmla="*/ 2372711 h 6858000"/>
              <a:gd name="connsiteX9976" fmla="*/ 7468088 w 12192000"/>
              <a:gd name="connsiteY9976" fmla="*/ 2380003 h 6858000"/>
              <a:gd name="connsiteX9977" fmla="*/ 7469130 w 12192000"/>
              <a:gd name="connsiteY9977" fmla="*/ 2408950 h 6858000"/>
              <a:gd name="connsiteX9978" fmla="*/ 7469130 w 12192000"/>
              <a:gd name="connsiteY9978" fmla="*/ 2533073 h 6858000"/>
              <a:gd name="connsiteX9979" fmla="*/ 7466898 w 12192000"/>
              <a:gd name="connsiteY9979" fmla="*/ 2550039 h 6858000"/>
              <a:gd name="connsiteX9980" fmla="*/ 7462135 w 12192000"/>
              <a:gd name="connsiteY9980" fmla="*/ 2555099 h 6858000"/>
              <a:gd name="connsiteX9981" fmla="*/ 7446508 w 12192000"/>
              <a:gd name="connsiteY9981" fmla="*/ 2557629 h 6858000"/>
              <a:gd name="connsiteX9982" fmla="*/ 7446508 w 12192000"/>
              <a:gd name="connsiteY9982" fmla="*/ 2562987 h 6858000"/>
              <a:gd name="connsiteX9983" fmla="*/ 7515862 w 12192000"/>
              <a:gd name="connsiteY9983" fmla="*/ 2562987 h 6858000"/>
              <a:gd name="connsiteX9984" fmla="*/ 7515862 w 12192000"/>
              <a:gd name="connsiteY9984" fmla="*/ 2557629 h 6858000"/>
              <a:gd name="connsiteX9985" fmla="*/ 7500979 w 12192000"/>
              <a:gd name="connsiteY9985" fmla="*/ 2555695 h 6858000"/>
              <a:gd name="connsiteX9986" fmla="*/ 7495696 w 12192000"/>
              <a:gd name="connsiteY9986" fmla="*/ 2549741 h 6858000"/>
              <a:gd name="connsiteX9987" fmla="*/ 7493835 w 12192000"/>
              <a:gd name="connsiteY9987" fmla="*/ 2532329 h 6858000"/>
              <a:gd name="connsiteX9988" fmla="*/ 7493835 w 12192000"/>
              <a:gd name="connsiteY9988" fmla="*/ 2487085 h 6858000"/>
              <a:gd name="connsiteX9989" fmla="*/ 7535656 w 12192000"/>
              <a:gd name="connsiteY9989" fmla="*/ 2540514 h 6858000"/>
              <a:gd name="connsiteX9990" fmla="*/ 7541609 w 12192000"/>
              <a:gd name="connsiteY9990" fmla="*/ 2551527 h 6858000"/>
              <a:gd name="connsiteX9991" fmla="*/ 7539600 w 12192000"/>
              <a:gd name="connsiteY9991" fmla="*/ 2555918 h 6858000"/>
              <a:gd name="connsiteX9992" fmla="*/ 7531935 w 12192000"/>
              <a:gd name="connsiteY9992" fmla="*/ 2557629 h 6858000"/>
              <a:gd name="connsiteX9993" fmla="*/ 7531935 w 12192000"/>
              <a:gd name="connsiteY9993" fmla="*/ 2562987 h 6858000"/>
              <a:gd name="connsiteX9994" fmla="*/ 7598164 w 12192000"/>
              <a:gd name="connsiteY9994" fmla="*/ 2562987 h 6858000"/>
              <a:gd name="connsiteX9995" fmla="*/ 7598164 w 12192000"/>
              <a:gd name="connsiteY9995" fmla="*/ 2557629 h 6858000"/>
              <a:gd name="connsiteX9996" fmla="*/ 7585216 w 12192000"/>
              <a:gd name="connsiteY9996" fmla="*/ 2556141 h 6858000"/>
              <a:gd name="connsiteX9997" fmla="*/ 7572714 w 12192000"/>
              <a:gd name="connsiteY9997" fmla="*/ 2547063 h 6858000"/>
              <a:gd name="connsiteX9998" fmla="*/ 7553069 w 12192000"/>
              <a:gd name="connsiteY9998" fmla="*/ 2523845 h 6858000"/>
              <a:gd name="connsiteX9999" fmla="*/ 7518094 w 12192000"/>
              <a:gd name="connsiteY9999" fmla="*/ 2479643 h 6858000"/>
              <a:gd name="connsiteX10000" fmla="*/ 7553069 w 12192000"/>
              <a:gd name="connsiteY10000" fmla="*/ 2447348 h 6858000"/>
              <a:gd name="connsiteX10001" fmla="*/ 7570854 w 12192000"/>
              <a:gd name="connsiteY10001" fmla="*/ 2435144 h 6858000"/>
              <a:gd name="connsiteX10002" fmla="*/ 7591169 w 12192000"/>
              <a:gd name="connsiteY10002" fmla="*/ 2431423 h 6858000"/>
              <a:gd name="connsiteX10003" fmla="*/ 7591169 w 12192000"/>
              <a:gd name="connsiteY10003" fmla="*/ 2426661 h 6858000"/>
              <a:gd name="connsiteX10004" fmla="*/ 7531935 w 12192000"/>
              <a:gd name="connsiteY10004" fmla="*/ 2426661 h 6858000"/>
              <a:gd name="connsiteX10005" fmla="*/ 7531935 w 12192000"/>
              <a:gd name="connsiteY10005" fmla="*/ 2431423 h 6858000"/>
              <a:gd name="connsiteX10006" fmla="*/ 7540047 w 12192000"/>
              <a:gd name="connsiteY10006" fmla="*/ 2433879 h 6858000"/>
              <a:gd name="connsiteX10007" fmla="*/ 7542502 w 12192000"/>
              <a:gd name="connsiteY10007" fmla="*/ 2439014 h 6858000"/>
              <a:gd name="connsiteX10008" fmla="*/ 7541312 w 12192000"/>
              <a:gd name="connsiteY10008" fmla="*/ 2442585 h 6858000"/>
              <a:gd name="connsiteX10009" fmla="*/ 7528512 w 12192000"/>
              <a:gd name="connsiteY10009" fmla="*/ 2455384 h 6858000"/>
              <a:gd name="connsiteX10010" fmla="*/ 7493835 w 12192000"/>
              <a:gd name="connsiteY10010" fmla="*/ 2486936 h 6858000"/>
              <a:gd name="connsiteX10011" fmla="*/ 7493835 w 12192000"/>
              <a:gd name="connsiteY10011" fmla="*/ 2351354 h 6858000"/>
              <a:gd name="connsiteX10012" fmla="*/ 7211955 w 12192000"/>
              <a:gd name="connsiteY10012" fmla="*/ 2351354 h 6858000"/>
              <a:gd name="connsiteX10013" fmla="*/ 7201165 w 12192000"/>
              <a:gd name="connsiteY10013" fmla="*/ 2355744 h 6858000"/>
              <a:gd name="connsiteX10014" fmla="*/ 7196775 w 12192000"/>
              <a:gd name="connsiteY10014" fmla="*/ 2366385 h 6858000"/>
              <a:gd name="connsiteX10015" fmla="*/ 7201239 w 12192000"/>
              <a:gd name="connsiteY10015" fmla="*/ 2377101 h 6858000"/>
              <a:gd name="connsiteX10016" fmla="*/ 7211955 w 12192000"/>
              <a:gd name="connsiteY10016" fmla="*/ 2381566 h 6858000"/>
              <a:gd name="connsiteX10017" fmla="*/ 7222596 w 12192000"/>
              <a:gd name="connsiteY10017" fmla="*/ 2377101 h 6858000"/>
              <a:gd name="connsiteX10018" fmla="*/ 7226987 w 12192000"/>
              <a:gd name="connsiteY10018" fmla="*/ 2366385 h 6858000"/>
              <a:gd name="connsiteX10019" fmla="*/ 7222596 w 12192000"/>
              <a:gd name="connsiteY10019" fmla="*/ 2355744 h 6858000"/>
              <a:gd name="connsiteX10020" fmla="*/ 7211955 w 12192000"/>
              <a:gd name="connsiteY10020" fmla="*/ 2351354 h 6858000"/>
              <a:gd name="connsiteX10021" fmla="*/ 6934242 w 12192000"/>
              <a:gd name="connsiteY10021" fmla="*/ 2351354 h 6858000"/>
              <a:gd name="connsiteX10022" fmla="*/ 6893463 w 12192000"/>
              <a:gd name="connsiteY10022" fmla="*/ 2368022 h 6858000"/>
              <a:gd name="connsiteX10023" fmla="*/ 6895546 w 12192000"/>
              <a:gd name="connsiteY10023" fmla="*/ 2373231 h 6858000"/>
              <a:gd name="connsiteX10024" fmla="*/ 6905667 w 12192000"/>
              <a:gd name="connsiteY10024" fmla="*/ 2370850 h 6858000"/>
              <a:gd name="connsiteX10025" fmla="*/ 6911843 w 12192000"/>
              <a:gd name="connsiteY10025" fmla="*/ 2372785 h 6858000"/>
              <a:gd name="connsiteX10026" fmla="*/ 6915266 w 12192000"/>
              <a:gd name="connsiteY10026" fmla="*/ 2380077 h 6858000"/>
              <a:gd name="connsiteX10027" fmla="*/ 6916382 w 12192000"/>
              <a:gd name="connsiteY10027" fmla="*/ 2408801 h 6858000"/>
              <a:gd name="connsiteX10028" fmla="*/ 6916382 w 12192000"/>
              <a:gd name="connsiteY10028" fmla="*/ 2532180 h 6858000"/>
              <a:gd name="connsiteX10029" fmla="*/ 6914596 w 12192000"/>
              <a:gd name="connsiteY10029" fmla="*/ 2549146 h 6858000"/>
              <a:gd name="connsiteX10030" fmla="*/ 6909834 w 12192000"/>
              <a:gd name="connsiteY10030" fmla="*/ 2554802 h 6858000"/>
              <a:gd name="connsiteX10031" fmla="*/ 6895546 w 12192000"/>
              <a:gd name="connsiteY10031" fmla="*/ 2557629 h 6858000"/>
              <a:gd name="connsiteX10032" fmla="*/ 6895546 w 12192000"/>
              <a:gd name="connsiteY10032" fmla="*/ 2562987 h 6858000"/>
              <a:gd name="connsiteX10033" fmla="*/ 6963114 w 12192000"/>
              <a:gd name="connsiteY10033" fmla="*/ 2562987 h 6858000"/>
              <a:gd name="connsiteX10034" fmla="*/ 6963114 w 12192000"/>
              <a:gd name="connsiteY10034" fmla="*/ 2557629 h 6858000"/>
              <a:gd name="connsiteX10035" fmla="*/ 6948455 w 12192000"/>
              <a:gd name="connsiteY10035" fmla="*/ 2555322 h 6858000"/>
              <a:gd name="connsiteX10036" fmla="*/ 6942650 w 12192000"/>
              <a:gd name="connsiteY10036" fmla="*/ 2549593 h 6858000"/>
              <a:gd name="connsiteX10037" fmla="*/ 6941088 w 12192000"/>
              <a:gd name="connsiteY10037" fmla="*/ 2532180 h 6858000"/>
              <a:gd name="connsiteX10038" fmla="*/ 6941088 w 12192000"/>
              <a:gd name="connsiteY10038" fmla="*/ 2460147 h 6858000"/>
              <a:gd name="connsiteX10039" fmla="*/ 6959989 w 12192000"/>
              <a:gd name="connsiteY10039" fmla="*/ 2444520 h 6858000"/>
              <a:gd name="connsiteX10040" fmla="*/ 6975169 w 12192000"/>
              <a:gd name="connsiteY10040" fmla="*/ 2440651 h 6858000"/>
              <a:gd name="connsiteX10041" fmla="*/ 6987373 w 12192000"/>
              <a:gd name="connsiteY10041" fmla="*/ 2444148 h 6858000"/>
              <a:gd name="connsiteX10042" fmla="*/ 6994740 w 12192000"/>
              <a:gd name="connsiteY10042" fmla="*/ 2454640 h 6858000"/>
              <a:gd name="connsiteX10043" fmla="*/ 6997047 w 12192000"/>
              <a:gd name="connsiteY10043" fmla="*/ 2483959 h 6858000"/>
              <a:gd name="connsiteX10044" fmla="*/ 6997047 w 12192000"/>
              <a:gd name="connsiteY10044" fmla="*/ 2532180 h 6858000"/>
              <a:gd name="connsiteX10045" fmla="*/ 6996601 w 12192000"/>
              <a:gd name="connsiteY10045" fmla="*/ 2546170 h 6858000"/>
              <a:gd name="connsiteX10046" fmla="*/ 6991392 w 12192000"/>
              <a:gd name="connsiteY10046" fmla="*/ 2554727 h 6858000"/>
              <a:gd name="connsiteX10047" fmla="*/ 6978146 w 12192000"/>
              <a:gd name="connsiteY10047" fmla="*/ 2557629 h 6858000"/>
              <a:gd name="connsiteX10048" fmla="*/ 6975021 w 12192000"/>
              <a:gd name="connsiteY10048" fmla="*/ 2557629 h 6858000"/>
              <a:gd name="connsiteX10049" fmla="*/ 6975021 w 12192000"/>
              <a:gd name="connsiteY10049" fmla="*/ 2562987 h 6858000"/>
              <a:gd name="connsiteX10050" fmla="*/ 7041993 w 12192000"/>
              <a:gd name="connsiteY10050" fmla="*/ 2562987 h 6858000"/>
              <a:gd name="connsiteX10051" fmla="*/ 7041993 w 12192000"/>
              <a:gd name="connsiteY10051" fmla="*/ 2557629 h 6858000"/>
              <a:gd name="connsiteX10052" fmla="*/ 7028896 w 12192000"/>
              <a:gd name="connsiteY10052" fmla="*/ 2555546 h 6858000"/>
              <a:gd name="connsiteX10053" fmla="*/ 7023836 w 12192000"/>
              <a:gd name="connsiteY10053" fmla="*/ 2549890 h 6858000"/>
              <a:gd name="connsiteX10054" fmla="*/ 7021753 w 12192000"/>
              <a:gd name="connsiteY10054" fmla="*/ 2532180 h 6858000"/>
              <a:gd name="connsiteX10055" fmla="*/ 7021753 w 12192000"/>
              <a:gd name="connsiteY10055" fmla="*/ 2483959 h 6858000"/>
              <a:gd name="connsiteX10056" fmla="*/ 7018925 w 12192000"/>
              <a:gd name="connsiteY10056" fmla="*/ 2449134 h 6858000"/>
              <a:gd name="connsiteX10057" fmla="*/ 7006572 w 12192000"/>
              <a:gd name="connsiteY10057" fmla="*/ 2429042 h 6858000"/>
              <a:gd name="connsiteX10058" fmla="*/ 6986629 w 12192000"/>
              <a:gd name="connsiteY10058" fmla="*/ 2422642 h 6858000"/>
              <a:gd name="connsiteX10059" fmla="*/ 6967282 w 12192000"/>
              <a:gd name="connsiteY10059" fmla="*/ 2427777 h 6858000"/>
              <a:gd name="connsiteX10060" fmla="*/ 6941088 w 12192000"/>
              <a:gd name="connsiteY10060" fmla="*/ 2451069 h 6858000"/>
              <a:gd name="connsiteX10061" fmla="*/ 6941088 w 12192000"/>
              <a:gd name="connsiteY10061" fmla="*/ 2351354 h 6858000"/>
              <a:gd name="connsiteX10062" fmla="*/ 6691354 w 12192000"/>
              <a:gd name="connsiteY10062" fmla="*/ 2351354 h 6858000"/>
              <a:gd name="connsiteX10063" fmla="*/ 6650724 w 12192000"/>
              <a:gd name="connsiteY10063" fmla="*/ 2368022 h 6858000"/>
              <a:gd name="connsiteX10064" fmla="*/ 6652659 w 12192000"/>
              <a:gd name="connsiteY10064" fmla="*/ 2373231 h 6858000"/>
              <a:gd name="connsiteX10065" fmla="*/ 6662928 w 12192000"/>
              <a:gd name="connsiteY10065" fmla="*/ 2370850 h 6858000"/>
              <a:gd name="connsiteX10066" fmla="*/ 6668881 w 12192000"/>
              <a:gd name="connsiteY10066" fmla="*/ 2372785 h 6858000"/>
              <a:gd name="connsiteX10067" fmla="*/ 6672379 w 12192000"/>
              <a:gd name="connsiteY10067" fmla="*/ 2380077 h 6858000"/>
              <a:gd name="connsiteX10068" fmla="*/ 6673495 w 12192000"/>
              <a:gd name="connsiteY10068" fmla="*/ 2408801 h 6858000"/>
              <a:gd name="connsiteX10069" fmla="*/ 6673495 w 12192000"/>
              <a:gd name="connsiteY10069" fmla="*/ 2433953 h 6858000"/>
              <a:gd name="connsiteX10070" fmla="*/ 6643729 w 12192000"/>
              <a:gd name="connsiteY10070" fmla="*/ 2422493 h 6858000"/>
              <a:gd name="connsiteX10071" fmla="*/ 6596253 w 12192000"/>
              <a:gd name="connsiteY10071" fmla="*/ 2446827 h 6858000"/>
              <a:gd name="connsiteX10072" fmla="*/ 6577798 w 12192000"/>
              <a:gd name="connsiteY10072" fmla="*/ 2500479 h 6858000"/>
              <a:gd name="connsiteX10073" fmla="*/ 6594467 w 12192000"/>
              <a:gd name="connsiteY10073" fmla="*/ 2548476 h 6858000"/>
              <a:gd name="connsiteX10074" fmla="*/ 6633460 w 12192000"/>
              <a:gd name="connsiteY10074" fmla="*/ 2567155 h 6858000"/>
              <a:gd name="connsiteX10075" fmla="*/ 6653998 w 12192000"/>
              <a:gd name="connsiteY10075" fmla="*/ 2562615 h 6858000"/>
              <a:gd name="connsiteX10076" fmla="*/ 6673495 w 12192000"/>
              <a:gd name="connsiteY10076" fmla="*/ 2547658 h 6858000"/>
              <a:gd name="connsiteX10077" fmla="*/ 6673495 w 12192000"/>
              <a:gd name="connsiteY10077" fmla="*/ 2567155 h 6858000"/>
              <a:gd name="connsiteX10078" fmla="*/ 6680341 w 12192000"/>
              <a:gd name="connsiteY10078" fmla="*/ 2567155 h 6858000"/>
              <a:gd name="connsiteX10079" fmla="*/ 6720822 w 12192000"/>
              <a:gd name="connsiteY10079" fmla="*/ 2550337 h 6858000"/>
              <a:gd name="connsiteX10080" fmla="*/ 6719185 w 12192000"/>
              <a:gd name="connsiteY10080" fmla="*/ 2545128 h 6858000"/>
              <a:gd name="connsiteX10081" fmla="*/ 6708469 w 12192000"/>
              <a:gd name="connsiteY10081" fmla="*/ 2547658 h 6858000"/>
              <a:gd name="connsiteX10082" fmla="*/ 6702740 w 12192000"/>
              <a:gd name="connsiteY10082" fmla="*/ 2545574 h 6858000"/>
              <a:gd name="connsiteX10083" fmla="*/ 6699168 w 12192000"/>
              <a:gd name="connsiteY10083" fmla="*/ 2538207 h 6858000"/>
              <a:gd name="connsiteX10084" fmla="*/ 6698051 w 12192000"/>
              <a:gd name="connsiteY10084" fmla="*/ 2508963 h 6858000"/>
              <a:gd name="connsiteX10085" fmla="*/ 6698051 w 12192000"/>
              <a:gd name="connsiteY10085" fmla="*/ 2351354 h 6858000"/>
              <a:gd name="connsiteX10086" fmla="*/ 5907030 w 12192000"/>
              <a:gd name="connsiteY10086" fmla="*/ 2351354 h 6858000"/>
              <a:gd name="connsiteX10087" fmla="*/ 5896240 w 12192000"/>
              <a:gd name="connsiteY10087" fmla="*/ 2355744 h 6858000"/>
              <a:gd name="connsiteX10088" fmla="*/ 5891850 w 12192000"/>
              <a:gd name="connsiteY10088" fmla="*/ 2366385 h 6858000"/>
              <a:gd name="connsiteX10089" fmla="*/ 5896315 w 12192000"/>
              <a:gd name="connsiteY10089" fmla="*/ 2377101 h 6858000"/>
              <a:gd name="connsiteX10090" fmla="*/ 5907030 w 12192000"/>
              <a:gd name="connsiteY10090" fmla="*/ 2381566 h 6858000"/>
              <a:gd name="connsiteX10091" fmla="*/ 5917671 w 12192000"/>
              <a:gd name="connsiteY10091" fmla="*/ 2377101 h 6858000"/>
              <a:gd name="connsiteX10092" fmla="*/ 5922062 w 12192000"/>
              <a:gd name="connsiteY10092" fmla="*/ 2366385 h 6858000"/>
              <a:gd name="connsiteX10093" fmla="*/ 5917671 w 12192000"/>
              <a:gd name="connsiteY10093" fmla="*/ 2355744 h 6858000"/>
              <a:gd name="connsiteX10094" fmla="*/ 5907030 w 12192000"/>
              <a:gd name="connsiteY10094" fmla="*/ 2351354 h 6858000"/>
              <a:gd name="connsiteX10095" fmla="*/ 4183008 w 12192000"/>
              <a:gd name="connsiteY10095" fmla="*/ 2351354 h 6858000"/>
              <a:gd name="connsiteX10096" fmla="*/ 4172218 w 12192000"/>
              <a:gd name="connsiteY10096" fmla="*/ 2355744 h 6858000"/>
              <a:gd name="connsiteX10097" fmla="*/ 4167827 w 12192000"/>
              <a:gd name="connsiteY10097" fmla="*/ 2366385 h 6858000"/>
              <a:gd name="connsiteX10098" fmla="*/ 4172292 w 12192000"/>
              <a:gd name="connsiteY10098" fmla="*/ 2377101 h 6858000"/>
              <a:gd name="connsiteX10099" fmla="*/ 4183008 w 12192000"/>
              <a:gd name="connsiteY10099" fmla="*/ 2381566 h 6858000"/>
              <a:gd name="connsiteX10100" fmla="*/ 4193649 w 12192000"/>
              <a:gd name="connsiteY10100" fmla="*/ 2377101 h 6858000"/>
              <a:gd name="connsiteX10101" fmla="*/ 4198037 w 12192000"/>
              <a:gd name="connsiteY10101" fmla="*/ 2366385 h 6858000"/>
              <a:gd name="connsiteX10102" fmla="*/ 4193649 w 12192000"/>
              <a:gd name="connsiteY10102" fmla="*/ 2355744 h 6858000"/>
              <a:gd name="connsiteX10103" fmla="*/ 4183008 w 12192000"/>
              <a:gd name="connsiteY10103" fmla="*/ 2351354 h 6858000"/>
              <a:gd name="connsiteX10104" fmla="*/ 4110082 w 12192000"/>
              <a:gd name="connsiteY10104" fmla="*/ 2351354 h 6858000"/>
              <a:gd name="connsiteX10105" fmla="*/ 4069452 w 12192000"/>
              <a:gd name="connsiteY10105" fmla="*/ 2368022 h 6858000"/>
              <a:gd name="connsiteX10106" fmla="*/ 4071386 w 12192000"/>
              <a:gd name="connsiteY10106" fmla="*/ 2373231 h 6858000"/>
              <a:gd name="connsiteX10107" fmla="*/ 4081656 w 12192000"/>
              <a:gd name="connsiteY10107" fmla="*/ 2370850 h 6858000"/>
              <a:gd name="connsiteX10108" fmla="*/ 4087609 w 12192000"/>
              <a:gd name="connsiteY10108" fmla="*/ 2372785 h 6858000"/>
              <a:gd name="connsiteX10109" fmla="*/ 4091106 w 12192000"/>
              <a:gd name="connsiteY10109" fmla="*/ 2380077 h 6858000"/>
              <a:gd name="connsiteX10110" fmla="*/ 4092222 w 12192000"/>
              <a:gd name="connsiteY10110" fmla="*/ 2408801 h 6858000"/>
              <a:gd name="connsiteX10111" fmla="*/ 4092222 w 12192000"/>
              <a:gd name="connsiteY10111" fmla="*/ 2433953 h 6858000"/>
              <a:gd name="connsiteX10112" fmla="*/ 4062457 w 12192000"/>
              <a:gd name="connsiteY10112" fmla="*/ 2422493 h 6858000"/>
              <a:gd name="connsiteX10113" fmla="*/ 4014981 w 12192000"/>
              <a:gd name="connsiteY10113" fmla="*/ 2446827 h 6858000"/>
              <a:gd name="connsiteX10114" fmla="*/ 3996526 w 12192000"/>
              <a:gd name="connsiteY10114" fmla="*/ 2500479 h 6858000"/>
              <a:gd name="connsiteX10115" fmla="*/ 4013194 w 12192000"/>
              <a:gd name="connsiteY10115" fmla="*/ 2548476 h 6858000"/>
              <a:gd name="connsiteX10116" fmla="*/ 4052187 w 12192000"/>
              <a:gd name="connsiteY10116" fmla="*/ 2567155 h 6858000"/>
              <a:gd name="connsiteX10117" fmla="*/ 4072726 w 12192000"/>
              <a:gd name="connsiteY10117" fmla="*/ 2562615 h 6858000"/>
              <a:gd name="connsiteX10118" fmla="*/ 4092222 w 12192000"/>
              <a:gd name="connsiteY10118" fmla="*/ 2547658 h 6858000"/>
              <a:gd name="connsiteX10119" fmla="*/ 4092222 w 12192000"/>
              <a:gd name="connsiteY10119" fmla="*/ 2567155 h 6858000"/>
              <a:gd name="connsiteX10120" fmla="*/ 4099069 w 12192000"/>
              <a:gd name="connsiteY10120" fmla="*/ 2567155 h 6858000"/>
              <a:gd name="connsiteX10121" fmla="*/ 4139550 w 12192000"/>
              <a:gd name="connsiteY10121" fmla="*/ 2550337 h 6858000"/>
              <a:gd name="connsiteX10122" fmla="*/ 4137913 w 12192000"/>
              <a:gd name="connsiteY10122" fmla="*/ 2545128 h 6858000"/>
              <a:gd name="connsiteX10123" fmla="*/ 4127197 w 12192000"/>
              <a:gd name="connsiteY10123" fmla="*/ 2547658 h 6858000"/>
              <a:gd name="connsiteX10124" fmla="*/ 4121467 w 12192000"/>
              <a:gd name="connsiteY10124" fmla="*/ 2545574 h 6858000"/>
              <a:gd name="connsiteX10125" fmla="*/ 4117895 w 12192000"/>
              <a:gd name="connsiteY10125" fmla="*/ 2538207 h 6858000"/>
              <a:gd name="connsiteX10126" fmla="*/ 4116779 w 12192000"/>
              <a:gd name="connsiteY10126" fmla="*/ 2508963 h 6858000"/>
              <a:gd name="connsiteX10127" fmla="*/ 4116779 w 12192000"/>
              <a:gd name="connsiteY10127" fmla="*/ 2351354 h 6858000"/>
              <a:gd name="connsiteX10128" fmla="*/ 3407464 w 12192000"/>
              <a:gd name="connsiteY10128" fmla="*/ 2351354 h 6858000"/>
              <a:gd name="connsiteX10129" fmla="*/ 3366537 w 12192000"/>
              <a:gd name="connsiteY10129" fmla="*/ 2368022 h 6858000"/>
              <a:gd name="connsiteX10130" fmla="*/ 3368621 w 12192000"/>
              <a:gd name="connsiteY10130" fmla="*/ 2373231 h 6858000"/>
              <a:gd name="connsiteX10131" fmla="*/ 3379038 w 12192000"/>
              <a:gd name="connsiteY10131" fmla="*/ 2370850 h 6858000"/>
              <a:gd name="connsiteX10132" fmla="*/ 3384991 w 12192000"/>
              <a:gd name="connsiteY10132" fmla="*/ 2372785 h 6858000"/>
              <a:gd name="connsiteX10133" fmla="*/ 3388489 w 12192000"/>
              <a:gd name="connsiteY10133" fmla="*/ 2380077 h 6858000"/>
              <a:gd name="connsiteX10134" fmla="*/ 3389605 w 12192000"/>
              <a:gd name="connsiteY10134" fmla="*/ 2408653 h 6858000"/>
              <a:gd name="connsiteX10135" fmla="*/ 3389605 w 12192000"/>
              <a:gd name="connsiteY10135" fmla="*/ 2549890 h 6858000"/>
              <a:gd name="connsiteX10136" fmla="*/ 3414683 w 12192000"/>
              <a:gd name="connsiteY10136" fmla="*/ 2562839 h 6858000"/>
              <a:gd name="connsiteX10137" fmla="*/ 3438866 w 12192000"/>
              <a:gd name="connsiteY10137" fmla="*/ 2567155 h 6858000"/>
              <a:gd name="connsiteX10138" fmla="*/ 3485004 w 12192000"/>
              <a:gd name="connsiteY10138" fmla="*/ 2548104 h 6858000"/>
              <a:gd name="connsiteX10139" fmla="*/ 3509114 w 12192000"/>
              <a:gd name="connsiteY10139" fmla="*/ 2489615 h 6858000"/>
              <a:gd name="connsiteX10140" fmla="*/ 3493487 w 12192000"/>
              <a:gd name="connsiteY10140" fmla="*/ 2440576 h 6858000"/>
              <a:gd name="connsiteX10141" fmla="*/ 3456876 w 12192000"/>
              <a:gd name="connsiteY10141" fmla="*/ 2422642 h 6858000"/>
              <a:gd name="connsiteX10142" fmla="*/ 3414162 w 12192000"/>
              <a:gd name="connsiteY10142" fmla="*/ 2450175 h 6858000"/>
              <a:gd name="connsiteX10143" fmla="*/ 3414162 w 12192000"/>
              <a:gd name="connsiteY10143" fmla="*/ 2351354 h 6858000"/>
              <a:gd name="connsiteX10144" fmla="*/ 2533694 w 12192000"/>
              <a:gd name="connsiteY10144" fmla="*/ 2351354 h 6858000"/>
              <a:gd name="connsiteX10145" fmla="*/ 2492916 w 12192000"/>
              <a:gd name="connsiteY10145" fmla="*/ 2368022 h 6858000"/>
              <a:gd name="connsiteX10146" fmla="*/ 2494999 w 12192000"/>
              <a:gd name="connsiteY10146" fmla="*/ 2373231 h 6858000"/>
              <a:gd name="connsiteX10147" fmla="*/ 2505119 w 12192000"/>
              <a:gd name="connsiteY10147" fmla="*/ 2370850 h 6858000"/>
              <a:gd name="connsiteX10148" fmla="*/ 2511296 w 12192000"/>
              <a:gd name="connsiteY10148" fmla="*/ 2372785 h 6858000"/>
              <a:gd name="connsiteX10149" fmla="*/ 2514718 w 12192000"/>
              <a:gd name="connsiteY10149" fmla="*/ 2380077 h 6858000"/>
              <a:gd name="connsiteX10150" fmla="*/ 2515835 w 12192000"/>
              <a:gd name="connsiteY10150" fmla="*/ 2408801 h 6858000"/>
              <a:gd name="connsiteX10151" fmla="*/ 2515835 w 12192000"/>
              <a:gd name="connsiteY10151" fmla="*/ 2532180 h 6858000"/>
              <a:gd name="connsiteX10152" fmla="*/ 2514048 w 12192000"/>
              <a:gd name="connsiteY10152" fmla="*/ 2549146 h 6858000"/>
              <a:gd name="connsiteX10153" fmla="*/ 2509286 w 12192000"/>
              <a:gd name="connsiteY10153" fmla="*/ 2554802 h 6858000"/>
              <a:gd name="connsiteX10154" fmla="*/ 2494999 w 12192000"/>
              <a:gd name="connsiteY10154" fmla="*/ 2557629 h 6858000"/>
              <a:gd name="connsiteX10155" fmla="*/ 2494999 w 12192000"/>
              <a:gd name="connsiteY10155" fmla="*/ 2562987 h 6858000"/>
              <a:gd name="connsiteX10156" fmla="*/ 2562567 w 12192000"/>
              <a:gd name="connsiteY10156" fmla="*/ 2562987 h 6858000"/>
              <a:gd name="connsiteX10157" fmla="*/ 2562567 w 12192000"/>
              <a:gd name="connsiteY10157" fmla="*/ 2557629 h 6858000"/>
              <a:gd name="connsiteX10158" fmla="*/ 2547907 w 12192000"/>
              <a:gd name="connsiteY10158" fmla="*/ 2555322 h 6858000"/>
              <a:gd name="connsiteX10159" fmla="*/ 2542103 w 12192000"/>
              <a:gd name="connsiteY10159" fmla="*/ 2549593 h 6858000"/>
              <a:gd name="connsiteX10160" fmla="*/ 2540540 w 12192000"/>
              <a:gd name="connsiteY10160" fmla="*/ 2532180 h 6858000"/>
              <a:gd name="connsiteX10161" fmla="*/ 2540540 w 12192000"/>
              <a:gd name="connsiteY10161" fmla="*/ 2460147 h 6858000"/>
              <a:gd name="connsiteX10162" fmla="*/ 2559441 w 12192000"/>
              <a:gd name="connsiteY10162" fmla="*/ 2444520 h 6858000"/>
              <a:gd name="connsiteX10163" fmla="*/ 2574622 w 12192000"/>
              <a:gd name="connsiteY10163" fmla="*/ 2440651 h 6858000"/>
              <a:gd name="connsiteX10164" fmla="*/ 2586826 w 12192000"/>
              <a:gd name="connsiteY10164" fmla="*/ 2444148 h 6858000"/>
              <a:gd name="connsiteX10165" fmla="*/ 2594193 w 12192000"/>
              <a:gd name="connsiteY10165" fmla="*/ 2454640 h 6858000"/>
              <a:gd name="connsiteX10166" fmla="*/ 2596499 w 12192000"/>
              <a:gd name="connsiteY10166" fmla="*/ 2483959 h 6858000"/>
              <a:gd name="connsiteX10167" fmla="*/ 2596499 w 12192000"/>
              <a:gd name="connsiteY10167" fmla="*/ 2532180 h 6858000"/>
              <a:gd name="connsiteX10168" fmla="*/ 2596053 w 12192000"/>
              <a:gd name="connsiteY10168" fmla="*/ 2546170 h 6858000"/>
              <a:gd name="connsiteX10169" fmla="*/ 2590844 w 12192000"/>
              <a:gd name="connsiteY10169" fmla="*/ 2554727 h 6858000"/>
              <a:gd name="connsiteX10170" fmla="*/ 2577599 w 12192000"/>
              <a:gd name="connsiteY10170" fmla="*/ 2557629 h 6858000"/>
              <a:gd name="connsiteX10171" fmla="*/ 2574473 w 12192000"/>
              <a:gd name="connsiteY10171" fmla="*/ 2557629 h 6858000"/>
              <a:gd name="connsiteX10172" fmla="*/ 2574473 w 12192000"/>
              <a:gd name="connsiteY10172" fmla="*/ 2562987 h 6858000"/>
              <a:gd name="connsiteX10173" fmla="*/ 2641445 w 12192000"/>
              <a:gd name="connsiteY10173" fmla="*/ 2562987 h 6858000"/>
              <a:gd name="connsiteX10174" fmla="*/ 2641445 w 12192000"/>
              <a:gd name="connsiteY10174" fmla="*/ 2557629 h 6858000"/>
              <a:gd name="connsiteX10175" fmla="*/ 2628349 w 12192000"/>
              <a:gd name="connsiteY10175" fmla="*/ 2555546 h 6858000"/>
              <a:gd name="connsiteX10176" fmla="*/ 2623289 w 12192000"/>
              <a:gd name="connsiteY10176" fmla="*/ 2549890 h 6858000"/>
              <a:gd name="connsiteX10177" fmla="*/ 2621205 w 12192000"/>
              <a:gd name="connsiteY10177" fmla="*/ 2532180 h 6858000"/>
              <a:gd name="connsiteX10178" fmla="*/ 2621205 w 12192000"/>
              <a:gd name="connsiteY10178" fmla="*/ 2483959 h 6858000"/>
              <a:gd name="connsiteX10179" fmla="*/ 2618378 w 12192000"/>
              <a:gd name="connsiteY10179" fmla="*/ 2449134 h 6858000"/>
              <a:gd name="connsiteX10180" fmla="*/ 2606024 w 12192000"/>
              <a:gd name="connsiteY10180" fmla="*/ 2429042 h 6858000"/>
              <a:gd name="connsiteX10181" fmla="*/ 2586082 w 12192000"/>
              <a:gd name="connsiteY10181" fmla="*/ 2422642 h 6858000"/>
              <a:gd name="connsiteX10182" fmla="*/ 2566734 w 12192000"/>
              <a:gd name="connsiteY10182" fmla="*/ 2427777 h 6858000"/>
              <a:gd name="connsiteX10183" fmla="*/ 2540540 w 12192000"/>
              <a:gd name="connsiteY10183" fmla="*/ 2451069 h 6858000"/>
              <a:gd name="connsiteX10184" fmla="*/ 2540540 w 12192000"/>
              <a:gd name="connsiteY10184" fmla="*/ 2351354 h 6858000"/>
              <a:gd name="connsiteX10185" fmla="*/ 1595481 w 12192000"/>
              <a:gd name="connsiteY10185" fmla="*/ 2351354 h 6858000"/>
              <a:gd name="connsiteX10186" fmla="*/ 1554851 w 12192000"/>
              <a:gd name="connsiteY10186" fmla="*/ 2368022 h 6858000"/>
              <a:gd name="connsiteX10187" fmla="*/ 1556786 w 12192000"/>
              <a:gd name="connsiteY10187" fmla="*/ 2373231 h 6858000"/>
              <a:gd name="connsiteX10188" fmla="*/ 1567055 w 12192000"/>
              <a:gd name="connsiteY10188" fmla="*/ 2370850 h 6858000"/>
              <a:gd name="connsiteX10189" fmla="*/ 1573008 w 12192000"/>
              <a:gd name="connsiteY10189" fmla="*/ 2372785 h 6858000"/>
              <a:gd name="connsiteX10190" fmla="*/ 1576505 w 12192000"/>
              <a:gd name="connsiteY10190" fmla="*/ 2380077 h 6858000"/>
              <a:gd name="connsiteX10191" fmla="*/ 1577622 w 12192000"/>
              <a:gd name="connsiteY10191" fmla="*/ 2408801 h 6858000"/>
              <a:gd name="connsiteX10192" fmla="*/ 1577622 w 12192000"/>
              <a:gd name="connsiteY10192" fmla="*/ 2433953 h 6858000"/>
              <a:gd name="connsiteX10193" fmla="*/ 1547856 w 12192000"/>
              <a:gd name="connsiteY10193" fmla="*/ 2422493 h 6858000"/>
              <a:gd name="connsiteX10194" fmla="*/ 1500380 w 12192000"/>
              <a:gd name="connsiteY10194" fmla="*/ 2446827 h 6858000"/>
              <a:gd name="connsiteX10195" fmla="*/ 1481925 w 12192000"/>
              <a:gd name="connsiteY10195" fmla="*/ 2500479 h 6858000"/>
              <a:gd name="connsiteX10196" fmla="*/ 1498594 w 12192000"/>
              <a:gd name="connsiteY10196" fmla="*/ 2548476 h 6858000"/>
              <a:gd name="connsiteX10197" fmla="*/ 1537587 w 12192000"/>
              <a:gd name="connsiteY10197" fmla="*/ 2567155 h 6858000"/>
              <a:gd name="connsiteX10198" fmla="*/ 1558125 w 12192000"/>
              <a:gd name="connsiteY10198" fmla="*/ 2562615 h 6858000"/>
              <a:gd name="connsiteX10199" fmla="*/ 1577622 w 12192000"/>
              <a:gd name="connsiteY10199" fmla="*/ 2547658 h 6858000"/>
              <a:gd name="connsiteX10200" fmla="*/ 1577622 w 12192000"/>
              <a:gd name="connsiteY10200" fmla="*/ 2567155 h 6858000"/>
              <a:gd name="connsiteX10201" fmla="*/ 1584468 w 12192000"/>
              <a:gd name="connsiteY10201" fmla="*/ 2567155 h 6858000"/>
              <a:gd name="connsiteX10202" fmla="*/ 1624949 w 12192000"/>
              <a:gd name="connsiteY10202" fmla="*/ 2550337 h 6858000"/>
              <a:gd name="connsiteX10203" fmla="*/ 1623312 w 12192000"/>
              <a:gd name="connsiteY10203" fmla="*/ 2545128 h 6858000"/>
              <a:gd name="connsiteX10204" fmla="*/ 1612596 w 12192000"/>
              <a:gd name="connsiteY10204" fmla="*/ 2547658 h 6858000"/>
              <a:gd name="connsiteX10205" fmla="*/ 1606867 w 12192000"/>
              <a:gd name="connsiteY10205" fmla="*/ 2545574 h 6858000"/>
              <a:gd name="connsiteX10206" fmla="*/ 1603294 w 12192000"/>
              <a:gd name="connsiteY10206" fmla="*/ 2538207 h 6858000"/>
              <a:gd name="connsiteX10207" fmla="*/ 1602178 w 12192000"/>
              <a:gd name="connsiteY10207" fmla="*/ 2508963 h 6858000"/>
              <a:gd name="connsiteX10208" fmla="*/ 1602178 w 12192000"/>
              <a:gd name="connsiteY10208" fmla="*/ 2351354 h 6858000"/>
              <a:gd name="connsiteX10209" fmla="*/ 1220732 w 12192000"/>
              <a:gd name="connsiteY10209" fmla="*/ 2351354 h 6858000"/>
              <a:gd name="connsiteX10210" fmla="*/ 1209942 w 12192000"/>
              <a:gd name="connsiteY10210" fmla="*/ 2355744 h 6858000"/>
              <a:gd name="connsiteX10211" fmla="*/ 1205551 w 12192000"/>
              <a:gd name="connsiteY10211" fmla="*/ 2366385 h 6858000"/>
              <a:gd name="connsiteX10212" fmla="*/ 1210016 w 12192000"/>
              <a:gd name="connsiteY10212" fmla="*/ 2377101 h 6858000"/>
              <a:gd name="connsiteX10213" fmla="*/ 1220732 w 12192000"/>
              <a:gd name="connsiteY10213" fmla="*/ 2381566 h 6858000"/>
              <a:gd name="connsiteX10214" fmla="*/ 1231373 w 12192000"/>
              <a:gd name="connsiteY10214" fmla="*/ 2377101 h 6858000"/>
              <a:gd name="connsiteX10215" fmla="*/ 1235763 w 12192000"/>
              <a:gd name="connsiteY10215" fmla="*/ 2366385 h 6858000"/>
              <a:gd name="connsiteX10216" fmla="*/ 1231373 w 12192000"/>
              <a:gd name="connsiteY10216" fmla="*/ 2355744 h 6858000"/>
              <a:gd name="connsiteX10217" fmla="*/ 1220732 w 12192000"/>
              <a:gd name="connsiteY10217" fmla="*/ 2351354 h 6858000"/>
              <a:gd name="connsiteX10218" fmla="*/ 1076369 w 12192000"/>
              <a:gd name="connsiteY10218" fmla="*/ 2351354 h 6858000"/>
              <a:gd name="connsiteX10219" fmla="*/ 1035590 w 12192000"/>
              <a:gd name="connsiteY10219" fmla="*/ 2368022 h 6858000"/>
              <a:gd name="connsiteX10220" fmla="*/ 1037673 w 12192000"/>
              <a:gd name="connsiteY10220" fmla="*/ 2373231 h 6858000"/>
              <a:gd name="connsiteX10221" fmla="*/ 1047794 w 12192000"/>
              <a:gd name="connsiteY10221" fmla="*/ 2370850 h 6858000"/>
              <a:gd name="connsiteX10222" fmla="*/ 1053970 w 12192000"/>
              <a:gd name="connsiteY10222" fmla="*/ 2372785 h 6858000"/>
              <a:gd name="connsiteX10223" fmla="*/ 1057393 w 12192000"/>
              <a:gd name="connsiteY10223" fmla="*/ 2380077 h 6858000"/>
              <a:gd name="connsiteX10224" fmla="*/ 1058509 w 12192000"/>
              <a:gd name="connsiteY10224" fmla="*/ 2408801 h 6858000"/>
              <a:gd name="connsiteX10225" fmla="*/ 1058509 w 12192000"/>
              <a:gd name="connsiteY10225" fmla="*/ 2532180 h 6858000"/>
              <a:gd name="connsiteX10226" fmla="*/ 1056723 w 12192000"/>
              <a:gd name="connsiteY10226" fmla="*/ 2549146 h 6858000"/>
              <a:gd name="connsiteX10227" fmla="*/ 1051961 w 12192000"/>
              <a:gd name="connsiteY10227" fmla="*/ 2554802 h 6858000"/>
              <a:gd name="connsiteX10228" fmla="*/ 1037673 w 12192000"/>
              <a:gd name="connsiteY10228" fmla="*/ 2557629 h 6858000"/>
              <a:gd name="connsiteX10229" fmla="*/ 1037673 w 12192000"/>
              <a:gd name="connsiteY10229" fmla="*/ 2562987 h 6858000"/>
              <a:gd name="connsiteX10230" fmla="*/ 1105241 w 12192000"/>
              <a:gd name="connsiteY10230" fmla="*/ 2562987 h 6858000"/>
              <a:gd name="connsiteX10231" fmla="*/ 1105241 w 12192000"/>
              <a:gd name="connsiteY10231" fmla="*/ 2557629 h 6858000"/>
              <a:gd name="connsiteX10232" fmla="*/ 1090582 w 12192000"/>
              <a:gd name="connsiteY10232" fmla="*/ 2555322 h 6858000"/>
              <a:gd name="connsiteX10233" fmla="*/ 1084778 w 12192000"/>
              <a:gd name="connsiteY10233" fmla="*/ 2549593 h 6858000"/>
              <a:gd name="connsiteX10234" fmla="*/ 1083215 w 12192000"/>
              <a:gd name="connsiteY10234" fmla="*/ 2532180 h 6858000"/>
              <a:gd name="connsiteX10235" fmla="*/ 1083215 w 12192000"/>
              <a:gd name="connsiteY10235" fmla="*/ 2460147 h 6858000"/>
              <a:gd name="connsiteX10236" fmla="*/ 1102116 w 12192000"/>
              <a:gd name="connsiteY10236" fmla="*/ 2444520 h 6858000"/>
              <a:gd name="connsiteX10237" fmla="*/ 1117297 w 12192000"/>
              <a:gd name="connsiteY10237" fmla="*/ 2440651 h 6858000"/>
              <a:gd name="connsiteX10238" fmla="*/ 1129501 w 12192000"/>
              <a:gd name="connsiteY10238" fmla="*/ 2444148 h 6858000"/>
              <a:gd name="connsiteX10239" fmla="*/ 1136867 w 12192000"/>
              <a:gd name="connsiteY10239" fmla="*/ 2454640 h 6858000"/>
              <a:gd name="connsiteX10240" fmla="*/ 1139174 w 12192000"/>
              <a:gd name="connsiteY10240" fmla="*/ 2483959 h 6858000"/>
              <a:gd name="connsiteX10241" fmla="*/ 1139174 w 12192000"/>
              <a:gd name="connsiteY10241" fmla="*/ 2532180 h 6858000"/>
              <a:gd name="connsiteX10242" fmla="*/ 1138728 w 12192000"/>
              <a:gd name="connsiteY10242" fmla="*/ 2546170 h 6858000"/>
              <a:gd name="connsiteX10243" fmla="*/ 1133519 w 12192000"/>
              <a:gd name="connsiteY10243" fmla="*/ 2554727 h 6858000"/>
              <a:gd name="connsiteX10244" fmla="*/ 1120273 w 12192000"/>
              <a:gd name="connsiteY10244" fmla="*/ 2557629 h 6858000"/>
              <a:gd name="connsiteX10245" fmla="*/ 1117148 w 12192000"/>
              <a:gd name="connsiteY10245" fmla="*/ 2557629 h 6858000"/>
              <a:gd name="connsiteX10246" fmla="*/ 1117148 w 12192000"/>
              <a:gd name="connsiteY10246" fmla="*/ 2562987 h 6858000"/>
              <a:gd name="connsiteX10247" fmla="*/ 1184120 w 12192000"/>
              <a:gd name="connsiteY10247" fmla="*/ 2562987 h 6858000"/>
              <a:gd name="connsiteX10248" fmla="*/ 1184120 w 12192000"/>
              <a:gd name="connsiteY10248" fmla="*/ 2557629 h 6858000"/>
              <a:gd name="connsiteX10249" fmla="*/ 1171023 w 12192000"/>
              <a:gd name="connsiteY10249" fmla="*/ 2555546 h 6858000"/>
              <a:gd name="connsiteX10250" fmla="*/ 1165963 w 12192000"/>
              <a:gd name="connsiteY10250" fmla="*/ 2549890 h 6858000"/>
              <a:gd name="connsiteX10251" fmla="*/ 1163880 w 12192000"/>
              <a:gd name="connsiteY10251" fmla="*/ 2532180 h 6858000"/>
              <a:gd name="connsiteX10252" fmla="*/ 1163880 w 12192000"/>
              <a:gd name="connsiteY10252" fmla="*/ 2483959 h 6858000"/>
              <a:gd name="connsiteX10253" fmla="*/ 1161052 w 12192000"/>
              <a:gd name="connsiteY10253" fmla="*/ 2449134 h 6858000"/>
              <a:gd name="connsiteX10254" fmla="*/ 1148699 w 12192000"/>
              <a:gd name="connsiteY10254" fmla="*/ 2429042 h 6858000"/>
              <a:gd name="connsiteX10255" fmla="*/ 1128756 w 12192000"/>
              <a:gd name="connsiteY10255" fmla="*/ 2422642 h 6858000"/>
              <a:gd name="connsiteX10256" fmla="*/ 1109409 w 12192000"/>
              <a:gd name="connsiteY10256" fmla="*/ 2427777 h 6858000"/>
              <a:gd name="connsiteX10257" fmla="*/ 1083215 w 12192000"/>
              <a:gd name="connsiteY10257" fmla="*/ 2451069 h 6858000"/>
              <a:gd name="connsiteX10258" fmla="*/ 1083215 w 12192000"/>
              <a:gd name="connsiteY10258" fmla="*/ 2351354 h 6858000"/>
              <a:gd name="connsiteX10259" fmla="*/ 702810 w 12192000"/>
              <a:gd name="connsiteY10259" fmla="*/ 2342722 h 6858000"/>
              <a:gd name="connsiteX10260" fmla="*/ 658162 w 12192000"/>
              <a:gd name="connsiteY10260" fmla="*/ 2387370 h 6858000"/>
              <a:gd name="connsiteX10261" fmla="*/ 702810 w 12192000"/>
              <a:gd name="connsiteY10261" fmla="*/ 2432167 h 6858000"/>
              <a:gd name="connsiteX10262" fmla="*/ 747607 w 12192000"/>
              <a:gd name="connsiteY10262" fmla="*/ 2387370 h 6858000"/>
              <a:gd name="connsiteX10263" fmla="*/ 9822362 w 12192000"/>
              <a:gd name="connsiteY10263" fmla="*/ 799361 h 6858000"/>
              <a:gd name="connsiteX10264" fmla="*/ 9897520 w 12192000"/>
              <a:gd name="connsiteY10264" fmla="*/ 973118 h 6858000"/>
              <a:gd name="connsiteX10265" fmla="*/ 9744972 w 12192000"/>
              <a:gd name="connsiteY10265" fmla="*/ 973118 h 6858000"/>
              <a:gd name="connsiteX10266" fmla="*/ 8879387 w 12192000"/>
              <a:gd name="connsiteY10266" fmla="*/ 799361 h 6858000"/>
              <a:gd name="connsiteX10267" fmla="*/ 8954545 w 12192000"/>
              <a:gd name="connsiteY10267" fmla="*/ 973118 h 6858000"/>
              <a:gd name="connsiteX10268" fmla="*/ 8801997 w 12192000"/>
              <a:gd name="connsiteY10268" fmla="*/ 973118 h 6858000"/>
              <a:gd name="connsiteX10269" fmla="*/ 8300148 w 12192000"/>
              <a:gd name="connsiteY10269" fmla="*/ 668392 h 6858000"/>
              <a:gd name="connsiteX10270" fmla="*/ 8389073 w 12192000"/>
              <a:gd name="connsiteY10270" fmla="*/ 679554 h 6858000"/>
              <a:gd name="connsiteX10271" fmla="*/ 8451209 w 12192000"/>
              <a:gd name="connsiteY10271" fmla="*/ 741318 h 6858000"/>
              <a:gd name="connsiteX10272" fmla="*/ 8481718 w 12192000"/>
              <a:gd name="connsiteY10272" fmla="*/ 896471 h 6858000"/>
              <a:gd name="connsiteX10273" fmla="*/ 8437070 w 12192000"/>
              <a:gd name="connsiteY10273" fmla="*/ 1074321 h 6858000"/>
              <a:gd name="connsiteX10274" fmla="*/ 8342192 w 12192000"/>
              <a:gd name="connsiteY10274" fmla="*/ 1116737 h 6858000"/>
              <a:gd name="connsiteX10275" fmla="*/ 8313171 w 12192000"/>
              <a:gd name="connsiteY10275" fmla="*/ 1111156 h 6858000"/>
              <a:gd name="connsiteX10276" fmla="*/ 8303125 w 12192000"/>
              <a:gd name="connsiteY10276" fmla="*/ 1100366 h 6858000"/>
              <a:gd name="connsiteX10277" fmla="*/ 8300148 w 12192000"/>
              <a:gd name="connsiteY10277" fmla="*/ 1062043 h 6858000"/>
              <a:gd name="connsiteX10278" fmla="*/ 2470849 w 12192000"/>
              <a:gd name="connsiteY10278" fmla="*/ 666904 h 6858000"/>
              <a:gd name="connsiteX10279" fmla="*/ 2510660 w 12192000"/>
              <a:gd name="connsiteY10279" fmla="*/ 666904 h 6858000"/>
              <a:gd name="connsiteX10280" fmla="*/ 2597539 w 12192000"/>
              <a:gd name="connsiteY10280" fmla="*/ 694437 h 6858000"/>
              <a:gd name="connsiteX10281" fmla="*/ 2624514 w 12192000"/>
              <a:gd name="connsiteY10281" fmla="*/ 779641 h 6858000"/>
              <a:gd name="connsiteX10282" fmla="*/ 2609817 w 12192000"/>
              <a:gd name="connsiteY10282" fmla="*/ 844195 h 6858000"/>
              <a:gd name="connsiteX10283" fmla="*/ 2569448 w 12192000"/>
              <a:gd name="connsiteY10283" fmla="*/ 878426 h 6858000"/>
              <a:gd name="connsiteX10284" fmla="*/ 2492057 w 12192000"/>
              <a:gd name="connsiteY10284" fmla="*/ 887914 h 6858000"/>
              <a:gd name="connsiteX10285" fmla="*/ 2470849 w 12192000"/>
              <a:gd name="connsiteY10285" fmla="*/ 887914 h 6858000"/>
              <a:gd name="connsiteX10286" fmla="*/ 5386615 w 12192000"/>
              <a:gd name="connsiteY10286" fmla="*/ 656486 h 6858000"/>
              <a:gd name="connsiteX10287" fmla="*/ 5453031 w 12192000"/>
              <a:gd name="connsiteY10287" fmla="*/ 676950 h 6858000"/>
              <a:gd name="connsiteX10288" fmla="*/ 5500468 w 12192000"/>
              <a:gd name="connsiteY10288" fmla="*/ 747085 h 6858000"/>
              <a:gd name="connsiteX10289" fmla="*/ 5519072 w 12192000"/>
              <a:gd name="connsiteY10289" fmla="*/ 896843 h 6858000"/>
              <a:gd name="connsiteX10290" fmla="*/ 5500841 w 12192000"/>
              <a:gd name="connsiteY10290" fmla="*/ 1033207 h 6858000"/>
              <a:gd name="connsiteX10291" fmla="*/ 5449867 w 12192000"/>
              <a:gd name="connsiteY10291" fmla="*/ 1109296 h 6858000"/>
              <a:gd name="connsiteX10292" fmla="*/ 5385871 w 12192000"/>
              <a:gd name="connsiteY10292" fmla="*/ 1127899 h 6858000"/>
              <a:gd name="connsiteX10293" fmla="*/ 5297319 w 12192000"/>
              <a:gd name="connsiteY10293" fmla="*/ 1084739 h 6858000"/>
              <a:gd name="connsiteX10294" fmla="*/ 5251925 w 12192000"/>
              <a:gd name="connsiteY10294" fmla="*/ 893867 h 6858000"/>
              <a:gd name="connsiteX10295" fmla="*/ 5281320 w 12192000"/>
              <a:gd name="connsiteY10295" fmla="*/ 727179 h 6858000"/>
              <a:gd name="connsiteX10296" fmla="*/ 5386615 w 12192000"/>
              <a:gd name="connsiteY10296" fmla="*/ 656486 h 6858000"/>
              <a:gd name="connsiteX10297" fmla="*/ 919390 w 12192000"/>
              <a:gd name="connsiteY10297" fmla="*/ 656486 h 6858000"/>
              <a:gd name="connsiteX10298" fmla="*/ 985805 w 12192000"/>
              <a:gd name="connsiteY10298" fmla="*/ 676950 h 6858000"/>
              <a:gd name="connsiteX10299" fmla="*/ 1033243 w 12192000"/>
              <a:gd name="connsiteY10299" fmla="*/ 747085 h 6858000"/>
              <a:gd name="connsiteX10300" fmla="*/ 1051847 w 12192000"/>
              <a:gd name="connsiteY10300" fmla="*/ 896843 h 6858000"/>
              <a:gd name="connsiteX10301" fmla="*/ 1033616 w 12192000"/>
              <a:gd name="connsiteY10301" fmla="*/ 1033207 h 6858000"/>
              <a:gd name="connsiteX10302" fmla="*/ 982642 w 12192000"/>
              <a:gd name="connsiteY10302" fmla="*/ 1109296 h 6858000"/>
              <a:gd name="connsiteX10303" fmla="*/ 918646 w 12192000"/>
              <a:gd name="connsiteY10303" fmla="*/ 1127899 h 6858000"/>
              <a:gd name="connsiteX10304" fmla="*/ 830093 w 12192000"/>
              <a:gd name="connsiteY10304" fmla="*/ 1084739 h 6858000"/>
              <a:gd name="connsiteX10305" fmla="*/ 784700 w 12192000"/>
              <a:gd name="connsiteY10305" fmla="*/ 893867 h 6858000"/>
              <a:gd name="connsiteX10306" fmla="*/ 814094 w 12192000"/>
              <a:gd name="connsiteY10306" fmla="*/ 727179 h 6858000"/>
              <a:gd name="connsiteX10307" fmla="*/ 919390 w 12192000"/>
              <a:gd name="connsiteY10307" fmla="*/ 656486 h 6858000"/>
              <a:gd name="connsiteX10308" fmla="*/ 11097075 w 12192000"/>
              <a:gd name="connsiteY10308" fmla="*/ 639743 h 6858000"/>
              <a:gd name="connsiteX10309" fmla="*/ 11097075 w 12192000"/>
              <a:gd name="connsiteY10309" fmla="*/ 776293 h 6858000"/>
              <a:gd name="connsiteX10310" fmla="*/ 11111214 w 12192000"/>
              <a:gd name="connsiteY10310" fmla="*/ 776293 h 6858000"/>
              <a:gd name="connsiteX10311" fmla="*/ 11152142 w 12192000"/>
              <a:gd name="connsiteY10311" fmla="*/ 690344 h 6858000"/>
              <a:gd name="connsiteX10312" fmla="*/ 11226184 w 12192000"/>
              <a:gd name="connsiteY10312" fmla="*/ 668764 h 6858000"/>
              <a:gd name="connsiteX10313" fmla="*/ 11262646 w 12192000"/>
              <a:gd name="connsiteY10313" fmla="*/ 668764 h 6858000"/>
              <a:gd name="connsiteX10314" fmla="*/ 11262646 w 12192000"/>
              <a:gd name="connsiteY10314" fmla="*/ 1057950 h 6858000"/>
              <a:gd name="connsiteX10315" fmla="*/ 11258554 w 12192000"/>
              <a:gd name="connsiteY10315" fmla="*/ 1104831 h 6858000"/>
              <a:gd name="connsiteX10316" fmla="*/ 11243299 w 12192000"/>
              <a:gd name="connsiteY10316" fmla="*/ 1122690 h 6858000"/>
              <a:gd name="connsiteX10317" fmla="*/ 11207952 w 12192000"/>
              <a:gd name="connsiteY10317" fmla="*/ 1130504 h 6858000"/>
              <a:gd name="connsiteX10318" fmla="*/ 11191209 w 12192000"/>
              <a:gd name="connsiteY10318" fmla="*/ 1130504 h 6858000"/>
              <a:gd name="connsiteX10319" fmla="*/ 11191209 w 12192000"/>
              <a:gd name="connsiteY10319" fmla="*/ 1144270 h 6858000"/>
              <a:gd name="connsiteX10320" fmla="*/ 11455379 w 12192000"/>
              <a:gd name="connsiteY10320" fmla="*/ 1144270 h 6858000"/>
              <a:gd name="connsiteX10321" fmla="*/ 11455379 w 12192000"/>
              <a:gd name="connsiteY10321" fmla="*/ 1130504 h 6858000"/>
              <a:gd name="connsiteX10322" fmla="*/ 11438636 w 12192000"/>
              <a:gd name="connsiteY10322" fmla="*/ 1130504 h 6858000"/>
              <a:gd name="connsiteX10323" fmla="*/ 11404591 w 12192000"/>
              <a:gd name="connsiteY10323" fmla="*/ 1123248 h 6858000"/>
              <a:gd name="connsiteX10324" fmla="*/ 11387848 w 12192000"/>
              <a:gd name="connsiteY10324" fmla="*/ 1106319 h 6858000"/>
              <a:gd name="connsiteX10325" fmla="*/ 11383569 w 12192000"/>
              <a:gd name="connsiteY10325" fmla="*/ 1057950 h 6858000"/>
              <a:gd name="connsiteX10326" fmla="*/ 11383569 w 12192000"/>
              <a:gd name="connsiteY10326" fmla="*/ 668764 h 6858000"/>
              <a:gd name="connsiteX10327" fmla="*/ 11421148 w 12192000"/>
              <a:gd name="connsiteY10327" fmla="*/ 668764 h 6858000"/>
              <a:gd name="connsiteX10328" fmla="*/ 11470634 w 12192000"/>
              <a:gd name="connsiteY10328" fmla="*/ 675462 h 6858000"/>
              <a:gd name="connsiteX10329" fmla="*/ 11510445 w 12192000"/>
              <a:gd name="connsiteY10329" fmla="*/ 708390 h 6858000"/>
              <a:gd name="connsiteX10330" fmla="*/ 11536862 w 12192000"/>
              <a:gd name="connsiteY10330" fmla="*/ 776293 h 6858000"/>
              <a:gd name="connsiteX10331" fmla="*/ 11550257 w 12192000"/>
              <a:gd name="connsiteY10331" fmla="*/ 776293 h 6858000"/>
              <a:gd name="connsiteX10332" fmla="*/ 11550257 w 12192000"/>
              <a:gd name="connsiteY10332" fmla="*/ 639743 h 6858000"/>
              <a:gd name="connsiteX10333" fmla="*/ 10579972 w 12192000"/>
              <a:gd name="connsiteY10333" fmla="*/ 639743 h 6858000"/>
              <a:gd name="connsiteX10334" fmla="*/ 10579972 w 12192000"/>
              <a:gd name="connsiteY10334" fmla="*/ 653510 h 6858000"/>
              <a:gd name="connsiteX10335" fmla="*/ 10596715 w 12192000"/>
              <a:gd name="connsiteY10335" fmla="*/ 653510 h 6858000"/>
              <a:gd name="connsiteX10336" fmla="*/ 10635410 w 12192000"/>
              <a:gd name="connsiteY10336" fmla="*/ 663927 h 6858000"/>
              <a:gd name="connsiteX10337" fmla="*/ 10649177 w 12192000"/>
              <a:gd name="connsiteY10337" fmla="*/ 684019 h 6858000"/>
              <a:gd name="connsiteX10338" fmla="*/ 10651037 w 12192000"/>
              <a:gd name="connsiteY10338" fmla="*/ 726063 h 6858000"/>
              <a:gd name="connsiteX10339" fmla="*/ 10651037 w 12192000"/>
              <a:gd name="connsiteY10339" fmla="*/ 1057950 h 6858000"/>
              <a:gd name="connsiteX10340" fmla="*/ 10646944 w 12192000"/>
              <a:gd name="connsiteY10340" fmla="*/ 1104831 h 6858000"/>
              <a:gd name="connsiteX10341" fmla="*/ 10632062 w 12192000"/>
              <a:gd name="connsiteY10341" fmla="*/ 1122690 h 6858000"/>
              <a:gd name="connsiteX10342" fmla="*/ 10596715 w 12192000"/>
              <a:gd name="connsiteY10342" fmla="*/ 1130504 h 6858000"/>
              <a:gd name="connsiteX10343" fmla="*/ 10579972 w 12192000"/>
              <a:gd name="connsiteY10343" fmla="*/ 1130504 h 6858000"/>
              <a:gd name="connsiteX10344" fmla="*/ 10579972 w 12192000"/>
              <a:gd name="connsiteY10344" fmla="*/ 1144270 h 6858000"/>
              <a:gd name="connsiteX10345" fmla="*/ 11016038 w 12192000"/>
              <a:gd name="connsiteY10345" fmla="*/ 1144270 h 6858000"/>
              <a:gd name="connsiteX10346" fmla="*/ 11038735 w 12192000"/>
              <a:gd name="connsiteY10346" fmla="*/ 983908 h 6858000"/>
              <a:gd name="connsiteX10347" fmla="*/ 11024968 w 12192000"/>
              <a:gd name="connsiteY10347" fmla="*/ 983908 h 6858000"/>
              <a:gd name="connsiteX10348" fmla="*/ 10963762 w 12192000"/>
              <a:gd name="connsiteY10348" fmla="*/ 1083623 h 6858000"/>
              <a:gd name="connsiteX10349" fmla="*/ 10850467 w 12192000"/>
              <a:gd name="connsiteY10349" fmla="*/ 1116365 h 6858000"/>
              <a:gd name="connsiteX10350" fmla="*/ 10820329 w 12192000"/>
              <a:gd name="connsiteY10350" fmla="*/ 1116365 h 6858000"/>
              <a:gd name="connsiteX10351" fmla="*/ 10789075 w 12192000"/>
              <a:gd name="connsiteY10351" fmla="*/ 1110412 h 6858000"/>
              <a:gd name="connsiteX10352" fmla="*/ 10775867 w 12192000"/>
              <a:gd name="connsiteY10352" fmla="*/ 1095157 h 6858000"/>
              <a:gd name="connsiteX10353" fmla="*/ 10772332 w 12192000"/>
              <a:gd name="connsiteY10353" fmla="*/ 1044183 h 6858000"/>
              <a:gd name="connsiteX10354" fmla="*/ 10772332 w 12192000"/>
              <a:gd name="connsiteY10354" fmla="*/ 902052 h 6858000"/>
              <a:gd name="connsiteX10355" fmla="*/ 10827399 w 12192000"/>
              <a:gd name="connsiteY10355" fmla="*/ 911540 h 6858000"/>
              <a:gd name="connsiteX10356" fmla="*/ 10860699 w 12192000"/>
              <a:gd name="connsiteY10356" fmla="*/ 948561 h 6858000"/>
              <a:gd name="connsiteX10357" fmla="*/ 10879488 w 12192000"/>
              <a:gd name="connsiteY10357" fmla="*/ 1019255 h 6858000"/>
              <a:gd name="connsiteX10358" fmla="*/ 10893627 w 12192000"/>
              <a:gd name="connsiteY10358" fmla="*/ 1019255 h 6858000"/>
              <a:gd name="connsiteX10359" fmla="*/ 10893627 w 12192000"/>
              <a:gd name="connsiteY10359" fmla="*/ 755085 h 6858000"/>
              <a:gd name="connsiteX10360" fmla="*/ 10879488 w 12192000"/>
              <a:gd name="connsiteY10360" fmla="*/ 755085 h 6858000"/>
              <a:gd name="connsiteX10361" fmla="*/ 10851955 w 12192000"/>
              <a:gd name="connsiteY10361" fmla="*/ 844009 h 6858000"/>
              <a:gd name="connsiteX10362" fmla="*/ 10782378 w 12192000"/>
              <a:gd name="connsiteY10362" fmla="*/ 874147 h 6858000"/>
              <a:gd name="connsiteX10363" fmla="*/ 10772332 w 12192000"/>
              <a:gd name="connsiteY10363" fmla="*/ 874147 h 6858000"/>
              <a:gd name="connsiteX10364" fmla="*/ 10772332 w 12192000"/>
              <a:gd name="connsiteY10364" fmla="*/ 668764 h 6858000"/>
              <a:gd name="connsiteX10365" fmla="*/ 10824422 w 12192000"/>
              <a:gd name="connsiteY10365" fmla="*/ 668764 h 6858000"/>
              <a:gd name="connsiteX10366" fmla="*/ 10902557 w 12192000"/>
              <a:gd name="connsiteY10366" fmla="*/ 675462 h 6858000"/>
              <a:gd name="connsiteX10367" fmla="*/ 10957809 w 12192000"/>
              <a:gd name="connsiteY10367" fmla="*/ 710436 h 6858000"/>
              <a:gd name="connsiteX10368" fmla="*/ 10988133 w 12192000"/>
              <a:gd name="connsiteY10368" fmla="*/ 788943 h 6858000"/>
              <a:gd name="connsiteX10369" fmla="*/ 11002272 w 12192000"/>
              <a:gd name="connsiteY10369" fmla="*/ 788943 h 6858000"/>
              <a:gd name="connsiteX10370" fmla="*/ 11002272 w 12192000"/>
              <a:gd name="connsiteY10370" fmla="*/ 639743 h 6858000"/>
              <a:gd name="connsiteX10371" fmla="*/ 9173025 w 12192000"/>
              <a:gd name="connsiteY10371" fmla="*/ 639743 h 6858000"/>
              <a:gd name="connsiteX10372" fmla="*/ 9173025 w 12192000"/>
              <a:gd name="connsiteY10372" fmla="*/ 776293 h 6858000"/>
              <a:gd name="connsiteX10373" fmla="*/ 9187164 w 12192000"/>
              <a:gd name="connsiteY10373" fmla="*/ 776293 h 6858000"/>
              <a:gd name="connsiteX10374" fmla="*/ 9228092 w 12192000"/>
              <a:gd name="connsiteY10374" fmla="*/ 690344 h 6858000"/>
              <a:gd name="connsiteX10375" fmla="*/ 9302134 w 12192000"/>
              <a:gd name="connsiteY10375" fmla="*/ 668764 h 6858000"/>
              <a:gd name="connsiteX10376" fmla="*/ 9338596 w 12192000"/>
              <a:gd name="connsiteY10376" fmla="*/ 668764 h 6858000"/>
              <a:gd name="connsiteX10377" fmla="*/ 9338596 w 12192000"/>
              <a:gd name="connsiteY10377" fmla="*/ 1057950 h 6858000"/>
              <a:gd name="connsiteX10378" fmla="*/ 9334504 w 12192000"/>
              <a:gd name="connsiteY10378" fmla="*/ 1104831 h 6858000"/>
              <a:gd name="connsiteX10379" fmla="*/ 9319249 w 12192000"/>
              <a:gd name="connsiteY10379" fmla="*/ 1122690 h 6858000"/>
              <a:gd name="connsiteX10380" fmla="*/ 9283902 w 12192000"/>
              <a:gd name="connsiteY10380" fmla="*/ 1130504 h 6858000"/>
              <a:gd name="connsiteX10381" fmla="*/ 9267159 w 12192000"/>
              <a:gd name="connsiteY10381" fmla="*/ 1130504 h 6858000"/>
              <a:gd name="connsiteX10382" fmla="*/ 9267159 w 12192000"/>
              <a:gd name="connsiteY10382" fmla="*/ 1144270 h 6858000"/>
              <a:gd name="connsiteX10383" fmla="*/ 9531329 w 12192000"/>
              <a:gd name="connsiteY10383" fmla="*/ 1144270 h 6858000"/>
              <a:gd name="connsiteX10384" fmla="*/ 9531329 w 12192000"/>
              <a:gd name="connsiteY10384" fmla="*/ 1130504 h 6858000"/>
              <a:gd name="connsiteX10385" fmla="*/ 9514586 w 12192000"/>
              <a:gd name="connsiteY10385" fmla="*/ 1130504 h 6858000"/>
              <a:gd name="connsiteX10386" fmla="*/ 9480541 w 12192000"/>
              <a:gd name="connsiteY10386" fmla="*/ 1123248 h 6858000"/>
              <a:gd name="connsiteX10387" fmla="*/ 9463798 w 12192000"/>
              <a:gd name="connsiteY10387" fmla="*/ 1106319 h 6858000"/>
              <a:gd name="connsiteX10388" fmla="*/ 9459519 w 12192000"/>
              <a:gd name="connsiteY10388" fmla="*/ 1057950 h 6858000"/>
              <a:gd name="connsiteX10389" fmla="*/ 9459519 w 12192000"/>
              <a:gd name="connsiteY10389" fmla="*/ 668764 h 6858000"/>
              <a:gd name="connsiteX10390" fmla="*/ 9497098 w 12192000"/>
              <a:gd name="connsiteY10390" fmla="*/ 668764 h 6858000"/>
              <a:gd name="connsiteX10391" fmla="*/ 9546584 w 12192000"/>
              <a:gd name="connsiteY10391" fmla="*/ 675462 h 6858000"/>
              <a:gd name="connsiteX10392" fmla="*/ 9586395 w 12192000"/>
              <a:gd name="connsiteY10392" fmla="*/ 708390 h 6858000"/>
              <a:gd name="connsiteX10393" fmla="*/ 9612812 w 12192000"/>
              <a:gd name="connsiteY10393" fmla="*/ 776293 h 6858000"/>
              <a:gd name="connsiteX10394" fmla="*/ 9626207 w 12192000"/>
              <a:gd name="connsiteY10394" fmla="*/ 776293 h 6858000"/>
              <a:gd name="connsiteX10395" fmla="*/ 9626207 w 12192000"/>
              <a:gd name="connsiteY10395" fmla="*/ 639743 h 6858000"/>
              <a:gd name="connsiteX10396" fmla="*/ 8107788 w 12192000"/>
              <a:gd name="connsiteY10396" fmla="*/ 639743 h 6858000"/>
              <a:gd name="connsiteX10397" fmla="*/ 8107788 w 12192000"/>
              <a:gd name="connsiteY10397" fmla="*/ 653510 h 6858000"/>
              <a:gd name="connsiteX10398" fmla="*/ 8124531 w 12192000"/>
              <a:gd name="connsiteY10398" fmla="*/ 653510 h 6858000"/>
              <a:gd name="connsiteX10399" fmla="*/ 8158204 w 12192000"/>
              <a:gd name="connsiteY10399" fmla="*/ 660765 h 6858000"/>
              <a:gd name="connsiteX10400" fmla="*/ 8174761 w 12192000"/>
              <a:gd name="connsiteY10400" fmla="*/ 677694 h 6858000"/>
              <a:gd name="connsiteX10401" fmla="*/ 8178854 w 12192000"/>
              <a:gd name="connsiteY10401" fmla="*/ 726063 h 6858000"/>
              <a:gd name="connsiteX10402" fmla="*/ 8178854 w 12192000"/>
              <a:gd name="connsiteY10402" fmla="*/ 1057950 h 6858000"/>
              <a:gd name="connsiteX10403" fmla="*/ 8175505 w 12192000"/>
              <a:gd name="connsiteY10403" fmla="*/ 1104831 h 6858000"/>
              <a:gd name="connsiteX10404" fmla="*/ 8158204 w 12192000"/>
              <a:gd name="connsiteY10404" fmla="*/ 1123620 h 6858000"/>
              <a:gd name="connsiteX10405" fmla="*/ 8124531 w 12192000"/>
              <a:gd name="connsiteY10405" fmla="*/ 1130504 h 6858000"/>
              <a:gd name="connsiteX10406" fmla="*/ 8107788 w 12192000"/>
              <a:gd name="connsiteY10406" fmla="*/ 1130504 h 6858000"/>
              <a:gd name="connsiteX10407" fmla="*/ 8107788 w 12192000"/>
              <a:gd name="connsiteY10407" fmla="*/ 1144270 h 6858000"/>
              <a:gd name="connsiteX10408" fmla="*/ 8333635 w 12192000"/>
              <a:gd name="connsiteY10408" fmla="*/ 1144270 h 6858000"/>
              <a:gd name="connsiteX10409" fmla="*/ 8405072 w 12192000"/>
              <a:gd name="connsiteY10409" fmla="*/ 1139805 h 6858000"/>
              <a:gd name="connsiteX10410" fmla="*/ 8491950 w 12192000"/>
              <a:gd name="connsiteY10410" fmla="*/ 1112458 h 6858000"/>
              <a:gd name="connsiteX10411" fmla="*/ 8554644 w 12192000"/>
              <a:gd name="connsiteY10411" fmla="*/ 1065577 h 6858000"/>
              <a:gd name="connsiteX10412" fmla="*/ 8598920 w 12192000"/>
              <a:gd name="connsiteY10412" fmla="*/ 991535 h 6858000"/>
              <a:gd name="connsiteX10413" fmla="*/ 8616036 w 12192000"/>
              <a:gd name="connsiteY10413" fmla="*/ 893495 h 6858000"/>
              <a:gd name="connsiteX10414" fmla="*/ 8581248 w 12192000"/>
              <a:gd name="connsiteY10414" fmla="*/ 755457 h 6858000"/>
              <a:gd name="connsiteX10415" fmla="*/ 8479114 w 12192000"/>
              <a:gd name="connsiteY10415" fmla="*/ 664299 h 6858000"/>
              <a:gd name="connsiteX10416" fmla="*/ 8333635 w 12192000"/>
              <a:gd name="connsiteY10416" fmla="*/ 639743 h 6858000"/>
              <a:gd name="connsiteX10417" fmla="*/ 7408147 w 12192000"/>
              <a:gd name="connsiteY10417" fmla="*/ 639743 h 6858000"/>
              <a:gd name="connsiteX10418" fmla="*/ 7408147 w 12192000"/>
              <a:gd name="connsiteY10418" fmla="*/ 653510 h 6858000"/>
              <a:gd name="connsiteX10419" fmla="*/ 7424890 w 12192000"/>
              <a:gd name="connsiteY10419" fmla="*/ 653510 h 6858000"/>
              <a:gd name="connsiteX10420" fmla="*/ 7463586 w 12192000"/>
              <a:gd name="connsiteY10420" fmla="*/ 663927 h 6858000"/>
              <a:gd name="connsiteX10421" fmla="*/ 7477352 w 12192000"/>
              <a:gd name="connsiteY10421" fmla="*/ 684019 h 6858000"/>
              <a:gd name="connsiteX10422" fmla="*/ 7479213 w 12192000"/>
              <a:gd name="connsiteY10422" fmla="*/ 726063 h 6858000"/>
              <a:gd name="connsiteX10423" fmla="*/ 7479213 w 12192000"/>
              <a:gd name="connsiteY10423" fmla="*/ 1057950 h 6858000"/>
              <a:gd name="connsiteX10424" fmla="*/ 7475120 w 12192000"/>
              <a:gd name="connsiteY10424" fmla="*/ 1104831 h 6858000"/>
              <a:gd name="connsiteX10425" fmla="*/ 7460237 w 12192000"/>
              <a:gd name="connsiteY10425" fmla="*/ 1122690 h 6858000"/>
              <a:gd name="connsiteX10426" fmla="*/ 7424890 w 12192000"/>
              <a:gd name="connsiteY10426" fmla="*/ 1130504 h 6858000"/>
              <a:gd name="connsiteX10427" fmla="*/ 7408147 w 12192000"/>
              <a:gd name="connsiteY10427" fmla="*/ 1130504 h 6858000"/>
              <a:gd name="connsiteX10428" fmla="*/ 7408147 w 12192000"/>
              <a:gd name="connsiteY10428" fmla="*/ 1144270 h 6858000"/>
              <a:gd name="connsiteX10429" fmla="*/ 7844213 w 12192000"/>
              <a:gd name="connsiteY10429" fmla="*/ 1144270 h 6858000"/>
              <a:gd name="connsiteX10430" fmla="*/ 7866910 w 12192000"/>
              <a:gd name="connsiteY10430" fmla="*/ 983908 h 6858000"/>
              <a:gd name="connsiteX10431" fmla="*/ 7853143 w 12192000"/>
              <a:gd name="connsiteY10431" fmla="*/ 983908 h 6858000"/>
              <a:gd name="connsiteX10432" fmla="*/ 7791938 w 12192000"/>
              <a:gd name="connsiteY10432" fmla="*/ 1083623 h 6858000"/>
              <a:gd name="connsiteX10433" fmla="*/ 7678642 w 12192000"/>
              <a:gd name="connsiteY10433" fmla="*/ 1116365 h 6858000"/>
              <a:gd name="connsiteX10434" fmla="*/ 7648505 w 12192000"/>
              <a:gd name="connsiteY10434" fmla="*/ 1116365 h 6858000"/>
              <a:gd name="connsiteX10435" fmla="*/ 7617251 w 12192000"/>
              <a:gd name="connsiteY10435" fmla="*/ 1110412 h 6858000"/>
              <a:gd name="connsiteX10436" fmla="*/ 7604042 w 12192000"/>
              <a:gd name="connsiteY10436" fmla="*/ 1095157 h 6858000"/>
              <a:gd name="connsiteX10437" fmla="*/ 7600507 w 12192000"/>
              <a:gd name="connsiteY10437" fmla="*/ 1044183 h 6858000"/>
              <a:gd name="connsiteX10438" fmla="*/ 7600507 w 12192000"/>
              <a:gd name="connsiteY10438" fmla="*/ 902052 h 6858000"/>
              <a:gd name="connsiteX10439" fmla="*/ 7655574 w 12192000"/>
              <a:gd name="connsiteY10439" fmla="*/ 911540 h 6858000"/>
              <a:gd name="connsiteX10440" fmla="*/ 7688874 w 12192000"/>
              <a:gd name="connsiteY10440" fmla="*/ 948561 h 6858000"/>
              <a:gd name="connsiteX10441" fmla="*/ 7707664 w 12192000"/>
              <a:gd name="connsiteY10441" fmla="*/ 1019255 h 6858000"/>
              <a:gd name="connsiteX10442" fmla="*/ 7721802 w 12192000"/>
              <a:gd name="connsiteY10442" fmla="*/ 1019255 h 6858000"/>
              <a:gd name="connsiteX10443" fmla="*/ 7721802 w 12192000"/>
              <a:gd name="connsiteY10443" fmla="*/ 755085 h 6858000"/>
              <a:gd name="connsiteX10444" fmla="*/ 7707664 w 12192000"/>
              <a:gd name="connsiteY10444" fmla="*/ 755085 h 6858000"/>
              <a:gd name="connsiteX10445" fmla="*/ 7680130 w 12192000"/>
              <a:gd name="connsiteY10445" fmla="*/ 844009 h 6858000"/>
              <a:gd name="connsiteX10446" fmla="*/ 7610553 w 12192000"/>
              <a:gd name="connsiteY10446" fmla="*/ 874147 h 6858000"/>
              <a:gd name="connsiteX10447" fmla="*/ 7600507 w 12192000"/>
              <a:gd name="connsiteY10447" fmla="*/ 874147 h 6858000"/>
              <a:gd name="connsiteX10448" fmla="*/ 7600507 w 12192000"/>
              <a:gd name="connsiteY10448" fmla="*/ 668764 h 6858000"/>
              <a:gd name="connsiteX10449" fmla="*/ 7652597 w 12192000"/>
              <a:gd name="connsiteY10449" fmla="*/ 668764 h 6858000"/>
              <a:gd name="connsiteX10450" fmla="*/ 7730732 w 12192000"/>
              <a:gd name="connsiteY10450" fmla="*/ 675462 h 6858000"/>
              <a:gd name="connsiteX10451" fmla="*/ 7785984 w 12192000"/>
              <a:gd name="connsiteY10451" fmla="*/ 710436 h 6858000"/>
              <a:gd name="connsiteX10452" fmla="*/ 7816308 w 12192000"/>
              <a:gd name="connsiteY10452" fmla="*/ 788943 h 6858000"/>
              <a:gd name="connsiteX10453" fmla="*/ 7830447 w 12192000"/>
              <a:gd name="connsiteY10453" fmla="*/ 788943 h 6858000"/>
              <a:gd name="connsiteX10454" fmla="*/ 7830447 w 12192000"/>
              <a:gd name="connsiteY10454" fmla="*/ 639743 h 6858000"/>
              <a:gd name="connsiteX10455" fmla="*/ 6818341 w 12192000"/>
              <a:gd name="connsiteY10455" fmla="*/ 639743 h 6858000"/>
              <a:gd name="connsiteX10456" fmla="*/ 6818341 w 12192000"/>
              <a:gd name="connsiteY10456" fmla="*/ 653510 h 6858000"/>
              <a:gd name="connsiteX10457" fmla="*/ 6835084 w 12192000"/>
              <a:gd name="connsiteY10457" fmla="*/ 653510 h 6858000"/>
              <a:gd name="connsiteX10458" fmla="*/ 6868757 w 12192000"/>
              <a:gd name="connsiteY10458" fmla="*/ 660765 h 6858000"/>
              <a:gd name="connsiteX10459" fmla="*/ 6885314 w 12192000"/>
              <a:gd name="connsiteY10459" fmla="*/ 677694 h 6858000"/>
              <a:gd name="connsiteX10460" fmla="*/ 6889407 w 12192000"/>
              <a:gd name="connsiteY10460" fmla="*/ 726063 h 6858000"/>
              <a:gd name="connsiteX10461" fmla="*/ 6889407 w 12192000"/>
              <a:gd name="connsiteY10461" fmla="*/ 1057950 h 6858000"/>
              <a:gd name="connsiteX10462" fmla="*/ 6885314 w 12192000"/>
              <a:gd name="connsiteY10462" fmla="*/ 1104831 h 6858000"/>
              <a:gd name="connsiteX10463" fmla="*/ 6870431 w 12192000"/>
              <a:gd name="connsiteY10463" fmla="*/ 1122690 h 6858000"/>
              <a:gd name="connsiteX10464" fmla="*/ 6835084 w 12192000"/>
              <a:gd name="connsiteY10464" fmla="*/ 1130504 h 6858000"/>
              <a:gd name="connsiteX10465" fmla="*/ 6818341 w 12192000"/>
              <a:gd name="connsiteY10465" fmla="*/ 1130504 h 6858000"/>
              <a:gd name="connsiteX10466" fmla="*/ 6818341 w 12192000"/>
              <a:gd name="connsiteY10466" fmla="*/ 1144270 h 6858000"/>
              <a:gd name="connsiteX10467" fmla="*/ 7082139 w 12192000"/>
              <a:gd name="connsiteY10467" fmla="*/ 1144270 h 6858000"/>
              <a:gd name="connsiteX10468" fmla="*/ 7082139 w 12192000"/>
              <a:gd name="connsiteY10468" fmla="*/ 1130504 h 6858000"/>
              <a:gd name="connsiteX10469" fmla="*/ 7065396 w 12192000"/>
              <a:gd name="connsiteY10469" fmla="*/ 1130504 h 6858000"/>
              <a:gd name="connsiteX10470" fmla="*/ 7031724 w 12192000"/>
              <a:gd name="connsiteY10470" fmla="*/ 1123248 h 6858000"/>
              <a:gd name="connsiteX10471" fmla="*/ 7014980 w 12192000"/>
              <a:gd name="connsiteY10471" fmla="*/ 1106319 h 6858000"/>
              <a:gd name="connsiteX10472" fmla="*/ 7010702 w 12192000"/>
              <a:gd name="connsiteY10472" fmla="*/ 1057950 h 6858000"/>
              <a:gd name="connsiteX10473" fmla="*/ 7010702 w 12192000"/>
              <a:gd name="connsiteY10473" fmla="*/ 901680 h 6858000"/>
              <a:gd name="connsiteX10474" fmla="*/ 7188923 w 12192000"/>
              <a:gd name="connsiteY10474" fmla="*/ 901680 h 6858000"/>
              <a:gd name="connsiteX10475" fmla="*/ 7188923 w 12192000"/>
              <a:gd name="connsiteY10475" fmla="*/ 1057950 h 6858000"/>
              <a:gd name="connsiteX10476" fmla="*/ 7184830 w 12192000"/>
              <a:gd name="connsiteY10476" fmla="*/ 1104831 h 6858000"/>
              <a:gd name="connsiteX10477" fmla="*/ 7169576 w 12192000"/>
              <a:gd name="connsiteY10477" fmla="*/ 1122690 h 6858000"/>
              <a:gd name="connsiteX10478" fmla="*/ 7134229 w 12192000"/>
              <a:gd name="connsiteY10478" fmla="*/ 1130504 h 6858000"/>
              <a:gd name="connsiteX10479" fmla="*/ 7117858 w 12192000"/>
              <a:gd name="connsiteY10479" fmla="*/ 1130504 h 6858000"/>
              <a:gd name="connsiteX10480" fmla="*/ 7117858 w 12192000"/>
              <a:gd name="connsiteY10480" fmla="*/ 1144270 h 6858000"/>
              <a:gd name="connsiteX10481" fmla="*/ 7381284 w 12192000"/>
              <a:gd name="connsiteY10481" fmla="*/ 1144270 h 6858000"/>
              <a:gd name="connsiteX10482" fmla="*/ 7381284 w 12192000"/>
              <a:gd name="connsiteY10482" fmla="*/ 1130504 h 6858000"/>
              <a:gd name="connsiteX10483" fmla="*/ 7364913 w 12192000"/>
              <a:gd name="connsiteY10483" fmla="*/ 1130504 h 6858000"/>
              <a:gd name="connsiteX10484" fmla="*/ 7331054 w 12192000"/>
              <a:gd name="connsiteY10484" fmla="*/ 1123248 h 6858000"/>
              <a:gd name="connsiteX10485" fmla="*/ 7314311 w 12192000"/>
              <a:gd name="connsiteY10485" fmla="*/ 1106319 h 6858000"/>
              <a:gd name="connsiteX10486" fmla="*/ 7310218 w 12192000"/>
              <a:gd name="connsiteY10486" fmla="*/ 1057950 h 6858000"/>
              <a:gd name="connsiteX10487" fmla="*/ 7310218 w 12192000"/>
              <a:gd name="connsiteY10487" fmla="*/ 726063 h 6858000"/>
              <a:gd name="connsiteX10488" fmla="*/ 7314311 w 12192000"/>
              <a:gd name="connsiteY10488" fmla="*/ 679182 h 6858000"/>
              <a:gd name="connsiteX10489" fmla="*/ 7329566 w 12192000"/>
              <a:gd name="connsiteY10489" fmla="*/ 661323 h 6858000"/>
              <a:gd name="connsiteX10490" fmla="*/ 7364913 w 12192000"/>
              <a:gd name="connsiteY10490" fmla="*/ 653510 h 6858000"/>
              <a:gd name="connsiteX10491" fmla="*/ 7381284 w 12192000"/>
              <a:gd name="connsiteY10491" fmla="*/ 653510 h 6858000"/>
              <a:gd name="connsiteX10492" fmla="*/ 7381284 w 12192000"/>
              <a:gd name="connsiteY10492" fmla="*/ 639743 h 6858000"/>
              <a:gd name="connsiteX10493" fmla="*/ 7117858 w 12192000"/>
              <a:gd name="connsiteY10493" fmla="*/ 639743 h 6858000"/>
              <a:gd name="connsiteX10494" fmla="*/ 7117858 w 12192000"/>
              <a:gd name="connsiteY10494" fmla="*/ 653510 h 6858000"/>
              <a:gd name="connsiteX10495" fmla="*/ 7134229 w 12192000"/>
              <a:gd name="connsiteY10495" fmla="*/ 653510 h 6858000"/>
              <a:gd name="connsiteX10496" fmla="*/ 7168087 w 12192000"/>
              <a:gd name="connsiteY10496" fmla="*/ 660765 h 6858000"/>
              <a:gd name="connsiteX10497" fmla="*/ 7184830 w 12192000"/>
              <a:gd name="connsiteY10497" fmla="*/ 677694 h 6858000"/>
              <a:gd name="connsiteX10498" fmla="*/ 7188923 w 12192000"/>
              <a:gd name="connsiteY10498" fmla="*/ 726063 h 6858000"/>
              <a:gd name="connsiteX10499" fmla="*/ 7188923 w 12192000"/>
              <a:gd name="connsiteY10499" fmla="*/ 868938 h 6858000"/>
              <a:gd name="connsiteX10500" fmla="*/ 7010702 w 12192000"/>
              <a:gd name="connsiteY10500" fmla="*/ 868938 h 6858000"/>
              <a:gd name="connsiteX10501" fmla="*/ 7010702 w 12192000"/>
              <a:gd name="connsiteY10501" fmla="*/ 726063 h 6858000"/>
              <a:gd name="connsiteX10502" fmla="*/ 7014794 w 12192000"/>
              <a:gd name="connsiteY10502" fmla="*/ 679182 h 6858000"/>
              <a:gd name="connsiteX10503" fmla="*/ 7030049 w 12192000"/>
              <a:gd name="connsiteY10503" fmla="*/ 661323 h 6858000"/>
              <a:gd name="connsiteX10504" fmla="*/ 7065396 w 12192000"/>
              <a:gd name="connsiteY10504" fmla="*/ 653510 h 6858000"/>
              <a:gd name="connsiteX10505" fmla="*/ 7082139 w 12192000"/>
              <a:gd name="connsiteY10505" fmla="*/ 653510 h 6858000"/>
              <a:gd name="connsiteX10506" fmla="*/ 7082139 w 12192000"/>
              <a:gd name="connsiteY10506" fmla="*/ 639743 h 6858000"/>
              <a:gd name="connsiteX10507" fmla="*/ 6325050 w 12192000"/>
              <a:gd name="connsiteY10507" fmla="*/ 639743 h 6858000"/>
              <a:gd name="connsiteX10508" fmla="*/ 6325050 w 12192000"/>
              <a:gd name="connsiteY10508" fmla="*/ 776293 h 6858000"/>
              <a:gd name="connsiteX10509" fmla="*/ 6339189 w 12192000"/>
              <a:gd name="connsiteY10509" fmla="*/ 776293 h 6858000"/>
              <a:gd name="connsiteX10510" fmla="*/ 6380117 w 12192000"/>
              <a:gd name="connsiteY10510" fmla="*/ 690344 h 6858000"/>
              <a:gd name="connsiteX10511" fmla="*/ 6454159 w 12192000"/>
              <a:gd name="connsiteY10511" fmla="*/ 668764 h 6858000"/>
              <a:gd name="connsiteX10512" fmla="*/ 6490622 w 12192000"/>
              <a:gd name="connsiteY10512" fmla="*/ 668764 h 6858000"/>
              <a:gd name="connsiteX10513" fmla="*/ 6490622 w 12192000"/>
              <a:gd name="connsiteY10513" fmla="*/ 1057950 h 6858000"/>
              <a:gd name="connsiteX10514" fmla="*/ 6486529 w 12192000"/>
              <a:gd name="connsiteY10514" fmla="*/ 1104831 h 6858000"/>
              <a:gd name="connsiteX10515" fmla="*/ 6471274 w 12192000"/>
              <a:gd name="connsiteY10515" fmla="*/ 1122690 h 6858000"/>
              <a:gd name="connsiteX10516" fmla="*/ 6435927 w 12192000"/>
              <a:gd name="connsiteY10516" fmla="*/ 1130504 h 6858000"/>
              <a:gd name="connsiteX10517" fmla="*/ 6419184 w 12192000"/>
              <a:gd name="connsiteY10517" fmla="*/ 1130504 h 6858000"/>
              <a:gd name="connsiteX10518" fmla="*/ 6419184 w 12192000"/>
              <a:gd name="connsiteY10518" fmla="*/ 1144270 h 6858000"/>
              <a:gd name="connsiteX10519" fmla="*/ 6683354 w 12192000"/>
              <a:gd name="connsiteY10519" fmla="*/ 1144270 h 6858000"/>
              <a:gd name="connsiteX10520" fmla="*/ 6683354 w 12192000"/>
              <a:gd name="connsiteY10520" fmla="*/ 1130504 h 6858000"/>
              <a:gd name="connsiteX10521" fmla="*/ 6666611 w 12192000"/>
              <a:gd name="connsiteY10521" fmla="*/ 1130504 h 6858000"/>
              <a:gd name="connsiteX10522" fmla="*/ 6632567 w 12192000"/>
              <a:gd name="connsiteY10522" fmla="*/ 1123248 h 6858000"/>
              <a:gd name="connsiteX10523" fmla="*/ 6615823 w 12192000"/>
              <a:gd name="connsiteY10523" fmla="*/ 1106319 h 6858000"/>
              <a:gd name="connsiteX10524" fmla="*/ 6611545 w 12192000"/>
              <a:gd name="connsiteY10524" fmla="*/ 1057950 h 6858000"/>
              <a:gd name="connsiteX10525" fmla="*/ 6611545 w 12192000"/>
              <a:gd name="connsiteY10525" fmla="*/ 668764 h 6858000"/>
              <a:gd name="connsiteX10526" fmla="*/ 6649124 w 12192000"/>
              <a:gd name="connsiteY10526" fmla="*/ 668764 h 6858000"/>
              <a:gd name="connsiteX10527" fmla="*/ 6698609 w 12192000"/>
              <a:gd name="connsiteY10527" fmla="*/ 675462 h 6858000"/>
              <a:gd name="connsiteX10528" fmla="*/ 6738421 w 12192000"/>
              <a:gd name="connsiteY10528" fmla="*/ 708390 h 6858000"/>
              <a:gd name="connsiteX10529" fmla="*/ 6764838 w 12192000"/>
              <a:gd name="connsiteY10529" fmla="*/ 776293 h 6858000"/>
              <a:gd name="connsiteX10530" fmla="*/ 6778232 w 12192000"/>
              <a:gd name="connsiteY10530" fmla="*/ 776293 h 6858000"/>
              <a:gd name="connsiteX10531" fmla="*/ 6778232 w 12192000"/>
              <a:gd name="connsiteY10531" fmla="*/ 639743 h 6858000"/>
              <a:gd name="connsiteX10532" fmla="*/ 5695507 w 12192000"/>
              <a:gd name="connsiteY10532" fmla="*/ 639743 h 6858000"/>
              <a:gd name="connsiteX10533" fmla="*/ 5695507 w 12192000"/>
              <a:gd name="connsiteY10533" fmla="*/ 653510 h 6858000"/>
              <a:gd name="connsiteX10534" fmla="*/ 5712251 w 12192000"/>
              <a:gd name="connsiteY10534" fmla="*/ 653510 h 6858000"/>
              <a:gd name="connsiteX10535" fmla="*/ 5745923 w 12192000"/>
              <a:gd name="connsiteY10535" fmla="*/ 660765 h 6858000"/>
              <a:gd name="connsiteX10536" fmla="*/ 5762481 w 12192000"/>
              <a:gd name="connsiteY10536" fmla="*/ 677694 h 6858000"/>
              <a:gd name="connsiteX10537" fmla="*/ 5766573 w 12192000"/>
              <a:gd name="connsiteY10537" fmla="*/ 726063 h 6858000"/>
              <a:gd name="connsiteX10538" fmla="*/ 5766573 w 12192000"/>
              <a:gd name="connsiteY10538" fmla="*/ 1057950 h 6858000"/>
              <a:gd name="connsiteX10539" fmla="*/ 5762481 w 12192000"/>
              <a:gd name="connsiteY10539" fmla="*/ 1104831 h 6858000"/>
              <a:gd name="connsiteX10540" fmla="*/ 5747597 w 12192000"/>
              <a:gd name="connsiteY10540" fmla="*/ 1122690 h 6858000"/>
              <a:gd name="connsiteX10541" fmla="*/ 5712251 w 12192000"/>
              <a:gd name="connsiteY10541" fmla="*/ 1130504 h 6858000"/>
              <a:gd name="connsiteX10542" fmla="*/ 5695507 w 12192000"/>
              <a:gd name="connsiteY10542" fmla="*/ 1130504 h 6858000"/>
              <a:gd name="connsiteX10543" fmla="*/ 5695507 w 12192000"/>
              <a:gd name="connsiteY10543" fmla="*/ 1144270 h 6858000"/>
              <a:gd name="connsiteX10544" fmla="*/ 5959305 w 12192000"/>
              <a:gd name="connsiteY10544" fmla="*/ 1144270 h 6858000"/>
              <a:gd name="connsiteX10545" fmla="*/ 5959305 w 12192000"/>
              <a:gd name="connsiteY10545" fmla="*/ 1130504 h 6858000"/>
              <a:gd name="connsiteX10546" fmla="*/ 5942562 w 12192000"/>
              <a:gd name="connsiteY10546" fmla="*/ 1130504 h 6858000"/>
              <a:gd name="connsiteX10547" fmla="*/ 5908890 w 12192000"/>
              <a:gd name="connsiteY10547" fmla="*/ 1123248 h 6858000"/>
              <a:gd name="connsiteX10548" fmla="*/ 5892148 w 12192000"/>
              <a:gd name="connsiteY10548" fmla="*/ 1106319 h 6858000"/>
              <a:gd name="connsiteX10549" fmla="*/ 5887868 w 12192000"/>
              <a:gd name="connsiteY10549" fmla="*/ 1057950 h 6858000"/>
              <a:gd name="connsiteX10550" fmla="*/ 5887868 w 12192000"/>
              <a:gd name="connsiteY10550" fmla="*/ 903541 h 6858000"/>
              <a:gd name="connsiteX10551" fmla="*/ 5902379 w 12192000"/>
              <a:gd name="connsiteY10551" fmla="*/ 903541 h 6858000"/>
              <a:gd name="connsiteX10552" fmla="*/ 5973630 w 12192000"/>
              <a:gd name="connsiteY10552" fmla="*/ 926423 h 6858000"/>
              <a:gd name="connsiteX10553" fmla="*/ 6012139 w 12192000"/>
              <a:gd name="connsiteY10553" fmla="*/ 1021115 h 6858000"/>
              <a:gd name="connsiteX10554" fmla="*/ 6025162 w 12192000"/>
              <a:gd name="connsiteY10554" fmla="*/ 1021115 h 6858000"/>
              <a:gd name="connsiteX10555" fmla="*/ 6025162 w 12192000"/>
              <a:gd name="connsiteY10555" fmla="*/ 767735 h 6858000"/>
              <a:gd name="connsiteX10556" fmla="*/ 6012139 w 12192000"/>
              <a:gd name="connsiteY10556" fmla="*/ 767735 h 6858000"/>
              <a:gd name="connsiteX10557" fmla="*/ 5992978 w 12192000"/>
              <a:gd name="connsiteY10557" fmla="*/ 832103 h 6858000"/>
              <a:gd name="connsiteX10558" fmla="*/ 5957074 w 12192000"/>
              <a:gd name="connsiteY10558" fmla="*/ 865962 h 6858000"/>
              <a:gd name="connsiteX10559" fmla="*/ 5902379 w 12192000"/>
              <a:gd name="connsiteY10559" fmla="*/ 876008 h 6858000"/>
              <a:gd name="connsiteX10560" fmla="*/ 5887868 w 12192000"/>
              <a:gd name="connsiteY10560" fmla="*/ 876008 h 6858000"/>
              <a:gd name="connsiteX10561" fmla="*/ 5887868 w 12192000"/>
              <a:gd name="connsiteY10561" fmla="*/ 668764 h 6858000"/>
              <a:gd name="connsiteX10562" fmla="*/ 5934750 w 12192000"/>
              <a:gd name="connsiteY10562" fmla="*/ 668764 h 6858000"/>
              <a:gd name="connsiteX10563" fmla="*/ 6017348 w 12192000"/>
              <a:gd name="connsiteY10563" fmla="*/ 674345 h 6858000"/>
              <a:gd name="connsiteX10564" fmla="*/ 6079298 w 12192000"/>
              <a:gd name="connsiteY10564" fmla="*/ 708948 h 6858000"/>
              <a:gd name="connsiteX10565" fmla="*/ 6105901 w 12192000"/>
              <a:gd name="connsiteY10565" fmla="*/ 784478 h 6858000"/>
              <a:gd name="connsiteX10566" fmla="*/ 6121156 w 12192000"/>
              <a:gd name="connsiteY10566" fmla="*/ 784478 h 6858000"/>
              <a:gd name="connsiteX10567" fmla="*/ 6121156 w 12192000"/>
              <a:gd name="connsiteY10567" fmla="*/ 639743 h 6858000"/>
              <a:gd name="connsiteX10568" fmla="*/ 4151565 w 12192000"/>
              <a:gd name="connsiteY10568" fmla="*/ 639743 h 6858000"/>
              <a:gd name="connsiteX10569" fmla="*/ 4151565 w 12192000"/>
              <a:gd name="connsiteY10569" fmla="*/ 653510 h 6858000"/>
              <a:gd name="connsiteX10570" fmla="*/ 4185423 w 12192000"/>
              <a:gd name="connsiteY10570" fmla="*/ 668764 h 6858000"/>
              <a:gd name="connsiteX10571" fmla="*/ 4220771 w 12192000"/>
              <a:gd name="connsiteY10571" fmla="*/ 743923 h 6858000"/>
              <a:gd name="connsiteX10572" fmla="*/ 4386713 w 12192000"/>
              <a:gd name="connsiteY10572" fmla="*/ 1155804 h 6858000"/>
              <a:gd name="connsiteX10573" fmla="*/ 4400480 w 12192000"/>
              <a:gd name="connsiteY10573" fmla="*/ 1155804 h 6858000"/>
              <a:gd name="connsiteX10574" fmla="*/ 4538146 w 12192000"/>
              <a:gd name="connsiteY10574" fmla="*/ 830615 h 6858000"/>
              <a:gd name="connsiteX10575" fmla="*/ 4663161 w 12192000"/>
              <a:gd name="connsiteY10575" fmla="*/ 1155804 h 6858000"/>
              <a:gd name="connsiteX10576" fmla="*/ 4677672 w 12192000"/>
              <a:gd name="connsiteY10576" fmla="*/ 1155804 h 6858000"/>
              <a:gd name="connsiteX10577" fmla="*/ 4835802 w 12192000"/>
              <a:gd name="connsiteY10577" fmla="*/ 739458 h 6858000"/>
              <a:gd name="connsiteX10578" fmla="*/ 4859242 w 12192000"/>
              <a:gd name="connsiteY10578" fmla="*/ 681787 h 6858000"/>
              <a:gd name="connsiteX10579" fmla="*/ 4876358 w 12192000"/>
              <a:gd name="connsiteY10579" fmla="*/ 661323 h 6858000"/>
              <a:gd name="connsiteX10580" fmla="*/ 4900170 w 12192000"/>
              <a:gd name="connsiteY10580" fmla="*/ 653510 h 6858000"/>
              <a:gd name="connsiteX10581" fmla="*/ 4900170 w 12192000"/>
              <a:gd name="connsiteY10581" fmla="*/ 639743 h 6858000"/>
              <a:gd name="connsiteX10582" fmla="*/ 4769203 w 12192000"/>
              <a:gd name="connsiteY10582" fmla="*/ 639743 h 6858000"/>
              <a:gd name="connsiteX10583" fmla="*/ 4769203 w 12192000"/>
              <a:gd name="connsiteY10583" fmla="*/ 653510 h 6858000"/>
              <a:gd name="connsiteX10584" fmla="*/ 4809015 w 12192000"/>
              <a:gd name="connsiteY10584" fmla="*/ 662997 h 6858000"/>
              <a:gd name="connsiteX10585" fmla="*/ 4819431 w 12192000"/>
              <a:gd name="connsiteY10585" fmla="*/ 686996 h 6858000"/>
              <a:gd name="connsiteX10586" fmla="*/ 4816454 w 12192000"/>
              <a:gd name="connsiteY10586" fmla="*/ 709692 h 6858000"/>
              <a:gd name="connsiteX10587" fmla="*/ 4800456 w 12192000"/>
              <a:gd name="connsiteY10587" fmla="*/ 755457 h 6858000"/>
              <a:gd name="connsiteX10588" fmla="*/ 4718229 w 12192000"/>
              <a:gd name="connsiteY10588" fmla="*/ 971630 h 6858000"/>
              <a:gd name="connsiteX10589" fmla="*/ 4626327 w 12192000"/>
              <a:gd name="connsiteY10589" fmla="*/ 732760 h 6858000"/>
              <a:gd name="connsiteX10590" fmla="*/ 4609583 w 12192000"/>
              <a:gd name="connsiteY10590" fmla="*/ 680299 h 6858000"/>
              <a:gd name="connsiteX10591" fmla="*/ 4614048 w 12192000"/>
              <a:gd name="connsiteY10591" fmla="*/ 666346 h 6858000"/>
              <a:gd name="connsiteX10592" fmla="*/ 4626327 w 12192000"/>
              <a:gd name="connsiteY10592" fmla="*/ 657602 h 6858000"/>
              <a:gd name="connsiteX10593" fmla="*/ 4663161 w 12192000"/>
              <a:gd name="connsiteY10593" fmla="*/ 653510 h 6858000"/>
              <a:gd name="connsiteX10594" fmla="*/ 4663161 w 12192000"/>
              <a:gd name="connsiteY10594" fmla="*/ 639743 h 6858000"/>
              <a:gd name="connsiteX10595" fmla="*/ 4418711 w 12192000"/>
              <a:gd name="connsiteY10595" fmla="*/ 639743 h 6858000"/>
              <a:gd name="connsiteX10596" fmla="*/ 4418711 w 12192000"/>
              <a:gd name="connsiteY10596" fmla="*/ 653510 h 6858000"/>
              <a:gd name="connsiteX10597" fmla="*/ 4454244 w 12192000"/>
              <a:gd name="connsiteY10597" fmla="*/ 659835 h 6858000"/>
              <a:gd name="connsiteX10598" fmla="*/ 4475639 w 12192000"/>
              <a:gd name="connsiteY10598" fmla="*/ 680857 h 6858000"/>
              <a:gd name="connsiteX10599" fmla="*/ 4502056 w 12192000"/>
              <a:gd name="connsiteY10599" fmla="*/ 739458 h 6858000"/>
              <a:gd name="connsiteX10600" fmla="*/ 4522892 w 12192000"/>
              <a:gd name="connsiteY10600" fmla="*/ 793036 h 6858000"/>
              <a:gd name="connsiteX10601" fmla="*/ 4443640 w 12192000"/>
              <a:gd name="connsiteY10601" fmla="*/ 984280 h 6858000"/>
              <a:gd name="connsiteX10602" fmla="*/ 4344669 w 12192000"/>
              <a:gd name="connsiteY10602" fmla="*/ 739458 h 6858000"/>
              <a:gd name="connsiteX10603" fmla="*/ 4326439 w 12192000"/>
              <a:gd name="connsiteY10603" fmla="*/ 679554 h 6858000"/>
              <a:gd name="connsiteX10604" fmla="*/ 4335181 w 12192000"/>
              <a:gd name="connsiteY10604" fmla="*/ 661509 h 6858000"/>
              <a:gd name="connsiteX10605" fmla="*/ 4370344 w 12192000"/>
              <a:gd name="connsiteY10605" fmla="*/ 653510 h 6858000"/>
              <a:gd name="connsiteX10606" fmla="*/ 4370344 w 12192000"/>
              <a:gd name="connsiteY10606" fmla="*/ 639743 h 6858000"/>
              <a:gd name="connsiteX10607" fmla="*/ 3655297 w 12192000"/>
              <a:gd name="connsiteY10607" fmla="*/ 639743 h 6858000"/>
              <a:gd name="connsiteX10608" fmla="*/ 3655297 w 12192000"/>
              <a:gd name="connsiteY10608" fmla="*/ 653510 h 6858000"/>
              <a:gd name="connsiteX10609" fmla="*/ 3672041 w 12192000"/>
              <a:gd name="connsiteY10609" fmla="*/ 653510 h 6858000"/>
              <a:gd name="connsiteX10610" fmla="*/ 3710736 w 12192000"/>
              <a:gd name="connsiteY10610" fmla="*/ 663927 h 6858000"/>
              <a:gd name="connsiteX10611" fmla="*/ 3724503 w 12192000"/>
              <a:gd name="connsiteY10611" fmla="*/ 684019 h 6858000"/>
              <a:gd name="connsiteX10612" fmla="*/ 3726363 w 12192000"/>
              <a:gd name="connsiteY10612" fmla="*/ 726063 h 6858000"/>
              <a:gd name="connsiteX10613" fmla="*/ 3726363 w 12192000"/>
              <a:gd name="connsiteY10613" fmla="*/ 1057950 h 6858000"/>
              <a:gd name="connsiteX10614" fmla="*/ 3722270 w 12192000"/>
              <a:gd name="connsiteY10614" fmla="*/ 1104831 h 6858000"/>
              <a:gd name="connsiteX10615" fmla="*/ 3707388 w 12192000"/>
              <a:gd name="connsiteY10615" fmla="*/ 1122690 h 6858000"/>
              <a:gd name="connsiteX10616" fmla="*/ 3672041 w 12192000"/>
              <a:gd name="connsiteY10616" fmla="*/ 1130504 h 6858000"/>
              <a:gd name="connsiteX10617" fmla="*/ 3655297 w 12192000"/>
              <a:gd name="connsiteY10617" fmla="*/ 1130504 h 6858000"/>
              <a:gd name="connsiteX10618" fmla="*/ 3655297 w 12192000"/>
              <a:gd name="connsiteY10618" fmla="*/ 1144270 h 6858000"/>
              <a:gd name="connsiteX10619" fmla="*/ 4091364 w 12192000"/>
              <a:gd name="connsiteY10619" fmla="*/ 1144270 h 6858000"/>
              <a:gd name="connsiteX10620" fmla="*/ 4114060 w 12192000"/>
              <a:gd name="connsiteY10620" fmla="*/ 983908 h 6858000"/>
              <a:gd name="connsiteX10621" fmla="*/ 4100294 w 12192000"/>
              <a:gd name="connsiteY10621" fmla="*/ 983908 h 6858000"/>
              <a:gd name="connsiteX10622" fmla="*/ 4039088 w 12192000"/>
              <a:gd name="connsiteY10622" fmla="*/ 1083623 h 6858000"/>
              <a:gd name="connsiteX10623" fmla="*/ 3925793 w 12192000"/>
              <a:gd name="connsiteY10623" fmla="*/ 1116365 h 6858000"/>
              <a:gd name="connsiteX10624" fmla="*/ 3895655 w 12192000"/>
              <a:gd name="connsiteY10624" fmla="*/ 1116365 h 6858000"/>
              <a:gd name="connsiteX10625" fmla="*/ 3864401 w 12192000"/>
              <a:gd name="connsiteY10625" fmla="*/ 1110412 h 6858000"/>
              <a:gd name="connsiteX10626" fmla="*/ 3851192 w 12192000"/>
              <a:gd name="connsiteY10626" fmla="*/ 1095157 h 6858000"/>
              <a:gd name="connsiteX10627" fmla="*/ 3847658 w 12192000"/>
              <a:gd name="connsiteY10627" fmla="*/ 1044183 h 6858000"/>
              <a:gd name="connsiteX10628" fmla="*/ 3847658 w 12192000"/>
              <a:gd name="connsiteY10628" fmla="*/ 902052 h 6858000"/>
              <a:gd name="connsiteX10629" fmla="*/ 3902724 w 12192000"/>
              <a:gd name="connsiteY10629" fmla="*/ 911540 h 6858000"/>
              <a:gd name="connsiteX10630" fmla="*/ 3936025 w 12192000"/>
              <a:gd name="connsiteY10630" fmla="*/ 948561 h 6858000"/>
              <a:gd name="connsiteX10631" fmla="*/ 3954814 w 12192000"/>
              <a:gd name="connsiteY10631" fmla="*/ 1019255 h 6858000"/>
              <a:gd name="connsiteX10632" fmla="*/ 3968953 w 12192000"/>
              <a:gd name="connsiteY10632" fmla="*/ 1019255 h 6858000"/>
              <a:gd name="connsiteX10633" fmla="*/ 3968953 w 12192000"/>
              <a:gd name="connsiteY10633" fmla="*/ 755085 h 6858000"/>
              <a:gd name="connsiteX10634" fmla="*/ 3954814 w 12192000"/>
              <a:gd name="connsiteY10634" fmla="*/ 755085 h 6858000"/>
              <a:gd name="connsiteX10635" fmla="*/ 3927281 w 12192000"/>
              <a:gd name="connsiteY10635" fmla="*/ 844009 h 6858000"/>
              <a:gd name="connsiteX10636" fmla="*/ 3857704 w 12192000"/>
              <a:gd name="connsiteY10636" fmla="*/ 874147 h 6858000"/>
              <a:gd name="connsiteX10637" fmla="*/ 3847658 w 12192000"/>
              <a:gd name="connsiteY10637" fmla="*/ 874147 h 6858000"/>
              <a:gd name="connsiteX10638" fmla="*/ 3847658 w 12192000"/>
              <a:gd name="connsiteY10638" fmla="*/ 668764 h 6858000"/>
              <a:gd name="connsiteX10639" fmla="*/ 3899748 w 12192000"/>
              <a:gd name="connsiteY10639" fmla="*/ 668764 h 6858000"/>
              <a:gd name="connsiteX10640" fmla="*/ 3977883 w 12192000"/>
              <a:gd name="connsiteY10640" fmla="*/ 675462 h 6858000"/>
              <a:gd name="connsiteX10641" fmla="*/ 4033135 w 12192000"/>
              <a:gd name="connsiteY10641" fmla="*/ 710436 h 6858000"/>
              <a:gd name="connsiteX10642" fmla="*/ 4063459 w 12192000"/>
              <a:gd name="connsiteY10642" fmla="*/ 788943 h 6858000"/>
              <a:gd name="connsiteX10643" fmla="*/ 4077597 w 12192000"/>
              <a:gd name="connsiteY10643" fmla="*/ 788943 h 6858000"/>
              <a:gd name="connsiteX10644" fmla="*/ 4077597 w 12192000"/>
              <a:gd name="connsiteY10644" fmla="*/ 639743 h 6858000"/>
              <a:gd name="connsiteX10645" fmla="*/ 3360022 w 12192000"/>
              <a:gd name="connsiteY10645" fmla="*/ 639743 h 6858000"/>
              <a:gd name="connsiteX10646" fmla="*/ 3360022 w 12192000"/>
              <a:gd name="connsiteY10646" fmla="*/ 653510 h 6858000"/>
              <a:gd name="connsiteX10647" fmla="*/ 3376766 w 12192000"/>
              <a:gd name="connsiteY10647" fmla="*/ 653510 h 6858000"/>
              <a:gd name="connsiteX10648" fmla="*/ 3410438 w 12192000"/>
              <a:gd name="connsiteY10648" fmla="*/ 660765 h 6858000"/>
              <a:gd name="connsiteX10649" fmla="*/ 3426995 w 12192000"/>
              <a:gd name="connsiteY10649" fmla="*/ 677694 h 6858000"/>
              <a:gd name="connsiteX10650" fmla="*/ 3431088 w 12192000"/>
              <a:gd name="connsiteY10650" fmla="*/ 726063 h 6858000"/>
              <a:gd name="connsiteX10651" fmla="*/ 3431088 w 12192000"/>
              <a:gd name="connsiteY10651" fmla="*/ 1057950 h 6858000"/>
              <a:gd name="connsiteX10652" fmla="*/ 3426995 w 12192000"/>
              <a:gd name="connsiteY10652" fmla="*/ 1104831 h 6858000"/>
              <a:gd name="connsiteX10653" fmla="*/ 3412112 w 12192000"/>
              <a:gd name="connsiteY10653" fmla="*/ 1122690 h 6858000"/>
              <a:gd name="connsiteX10654" fmla="*/ 3376766 w 12192000"/>
              <a:gd name="connsiteY10654" fmla="*/ 1130504 h 6858000"/>
              <a:gd name="connsiteX10655" fmla="*/ 3360022 w 12192000"/>
              <a:gd name="connsiteY10655" fmla="*/ 1130504 h 6858000"/>
              <a:gd name="connsiteX10656" fmla="*/ 3360022 w 12192000"/>
              <a:gd name="connsiteY10656" fmla="*/ 1144270 h 6858000"/>
              <a:gd name="connsiteX10657" fmla="*/ 3623820 w 12192000"/>
              <a:gd name="connsiteY10657" fmla="*/ 1144270 h 6858000"/>
              <a:gd name="connsiteX10658" fmla="*/ 3623820 w 12192000"/>
              <a:gd name="connsiteY10658" fmla="*/ 1130504 h 6858000"/>
              <a:gd name="connsiteX10659" fmla="*/ 3607077 w 12192000"/>
              <a:gd name="connsiteY10659" fmla="*/ 1130504 h 6858000"/>
              <a:gd name="connsiteX10660" fmla="*/ 3573405 w 12192000"/>
              <a:gd name="connsiteY10660" fmla="*/ 1123248 h 6858000"/>
              <a:gd name="connsiteX10661" fmla="*/ 3556662 w 12192000"/>
              <a:gd name="connsiteY10661" fmla="*/ 1106319 h 6858000"/>
              <a:gd name="connsiteX10662" fmla="*/ 3552383 w 12192000"/>
              <a:gd name="connsiteY10662" fmla="*/ 1057950 h 6858000"/>
              <a:gd name="connsiteX10663" fmla="*/ 3552383 w 12192000"/>
              <a:gd name="connsiteY10663" fmla="*/ 726063 h 6858000"/>
              <a:gd name="connsiteX10664" fmla="*/ 3556476 w 12192000"/>
              <a:gd name="connsiteY10664" fmla="*/ 679182 h 6858000"/>
              <a:gd name="connsiteX10665" fmla="*/ 3571730 w 12192000"/>
              <a:gd name="connsiteY10665" fmla="*/ 661323 h 6858000"/>
              <a:gd name="connsiteX10666" fmla="*/ 3607077 w 12192000"/>
              <a:gd name="connsiteY10666" fmla="*/ 653510 h 6858000"/>
              <a:gd name="connsiteX10667" fmla="*/ 3623820 w 12192000"/>
              <a:gd name="connsiteY10667" fmla="*/ 653510 h 6858000"/>
              <a:gd name="connsiteX10668" fmla="*/ 3623820 w 12192000"/>
              <a:gd name="connsiteY10668" fmla="*/ 639743 h 6858000"/>
              <a:gd name="connsiteX10669" fmla="*/ 2798271 w 12192000"/>
              <a:gd name="connsiteY10669" fmla="*/ 639743 h 6858000"/>
              <a:gd name="connsiteX10670" fmla="*/ 2798271 w 12192000"/>
              <a:gd name="connsiteY10670" fmla="*/ 653510 h 6858000"/>
              <a:gd name="connsiteX10671" fmla="*/ 2838269 w 12192000"/>
              <a:gd name="connsiteY10671" fmla="*/ 669509 h 6858000"/>
              <a:gd name="connsiteX10672" fmla="*/ 2880126 w 12192000"/>
              <a:gd name="connsiteY10672" fmla="*/ 754713 h 6858000"/>
              <a:gd name="connsiteX10673" fmla="*/ 3053139 w 12192000"/>
              <a:gd name="connsiteY10673" fmla="*/ 1155804 h 6858000"/>
              <a:gd name="connsiteX10674" fmla="*/ 3065417 w 12192000"/>
              <a:gd name="connsiteY10674" fmla="*/ 1155804 h 6858000"/>
              <a:gd name="connsiteX10675" fmla="*/ 3239174 w 12192000"/>
              <a:gd name="connsiteY10675" fmla="*/ 770340 h 6858000"/>
              <a:gd name="connsiteX10676" fmla="*/ 3285683 w 12192000"/>
              <a:gd name="connsiteY10676" fmla="*/ 682903 h 6858000"/>
              <a:gd name="connsiteX10677" fmla="*/ 3334796 w 12192000"/>
              <a:gd name="connsiteY10677" fmla="*/ 653510 h 6858000"/>
              <a:gd name="connsiteX10678" fmla="*/ 3334796 w 12192000"/>
              <a:gd name="connsiteY10678" fmla="*/ 639743 h 6858000"/>
              <a:gd name="connsiteX10679" fmla="*/ 3169225 w 12192000"/>
              <a:gd name="connsiteY10679" fmla="*/ 639743 h 6858000"/>
              <a:gd name="connsiteX10680" fmla="*/ 3169225 w 12192000"/>
              <a:gd name="connsiteY10680" fmla="*/ 653510 h 6858000"/>
              <a:gd name="connsiteX10681" fmla="*/ 3211641 w 12192000"/>
              <a:gd name="connsiteY10681" fmla="*/ 659835 h 6858000"/>
              <a:gd name="connsiteX10682" fmla="*/ 3229128 w 12192000"/>
              <a:gd name="connsiteY10682" fmla="*/ 672857 h 6858000"/>
              <a:gd name="connsiteX10683" fmla="*/ 3235081 w 12192000"/>
              <a:gd name="connsiteY10683" fmla="*/ 692577 h 6858000"/>
              <a:gd name="connsiteX10684" fmla="*/ 3230989 w 12192000"/>
              <a:gd name="connsiteY10684" fmla="*/ 716017 h 6858000"/>
              <a:gd name="connsiteX10685" fmla="*/ 3209037 w 12192000"/>
              <a:gd name="connsiteY10685" fmla="*/ 770340 h 6858000"/>
              <a:gd name="connsiteX10686" fmla="*/ 3109322 w 12192000"/>
              <a:gd name="connsiteY10686" fmla="*/ 993954 h 6858000"/>
              <a:gd name="connsiteX10687" fmla="*/ 3001793 w 12192000"/>
              <a:gd name="connsiteY10687" fmla="*/ 742806 h 6858000"/>
              <a:gd name="connsiteX10688" fmla="*/ 2981702 w 12192000"/>
              <a:gd name="connsiteY10688" fmla="*/ 693879 h 6858000"/>
              <a:gd name="connsiteX10689" fmla="*/ 2978725 w 12192000"/>
              <a:gd name="connsiteY10689" fmla="*/ 678066 h 6858000"/>
              <a:gd name="connsiteX10690" fmla="*/ 2987282 w 12192000"/>
              <a:gd name="connsiteY10690" fmla="*/ 661695 h 6858000"/>
              <a:gd name="connsiteX10691" fmla="*/ 3031931 w 12192000"/>
              <a:gd name="connsiteY10691" fmla="*/ 653510 h 6858000"/>
              <a:gd name="connsiteX10692" fmla="*/ 3040116 w 12192000"/>
              <a:gd name="connsiteY10692" fmla="*/ 653510 h 6858000"/>
              <a:gd name="connsiteX10693" fmla="*/ 3040116 w 12192000"/>
              <a:gd name="connsiteY10693" fmla="*/ 639743 h 6858000"/>
              <a:gd name="connsiteX10694" fmla="*/ 2282581 w 12192000"/>
              <a:gd name="connsiteY10694" fmla="*/ 639743 h 6858000"/>
              <a:gd name="connsiteX10695" fmla="*/ 2282581 w 12192000"/>
              <a:gd name="connsiteY10695" fmla="*/ 653510 h 6858000"/>
              <a:gd name="connsiteX10696" fmla="*/ 2329834 w 12192000"/>
              <a:gd name="connsiteY10696" fmla="*/ 659835 h 6858000"/>
              <a:gd name="connsiteX10697" fmla="*/ 2347508 w 12192000"/>
              <a:gd name="connsiteY10697" fmla="*/ 676764 h 6858000"/>
              <a:gd name="connsiteX10698" fmla="*/ 2352530 w 12192000"/>
              <a:gd name="connsiteY10698" fmla="*/ 728296 h 6858000"/>
              <a:gd name="connsiteX10699" fmla="*/ 2352530 w 12192000"/>
              <a:gd name="connsiteY10699" fmla="*/ 1055718 h 6858000"/>
              <a:gd name="connsiteX10700" fmla="*/ 2347508 w 12192000"/>
              <a:gd name="connsiteY10700" fmla="*/ 1107063 h 6858000"/>
              <a:gd name="connsiteX10701" fmla="*/ 2330020 w 12192000"/>
              <a:gd name="connsiteY10701" fmla="*/ 1123993 h 6858000"/>
              <a:gd name="connsiteX10702" fmla="*/ 2282581 w 12192000"/>
              <a:gd name="connsiteY10702" fmla="*/ 1130504 h 6858000"/>
              <a:gd name="connsiteX10703" fmla="*/ 2282581 w 12192000"/>
              <a:gd name="connsiteY10703" fmla="*/ 1144270 h 6858000"/>
              <a:gd name="connsiteX10704" fmla="*/ 2540798 w 12192000"/>
              <a:gd name="connsiteY10704" fmla="*/ 1144270 h 6858000"/>
              <a:gd name="connsiteX10705" fmla="*/ 2540798 w 12192000"/>
              <a:gd name="connsiteY10705" fmla="*/ 1130504 h 6858000"/>
              <a:gd name="connsiteX10706" fmla="*/ 2493545 w 12192000"/>
              <a:gd name="connsiteY10706" fmla="*/ 1124179 h 6858000"/>
              <a:gd name="connsiteX10707" fmla="*/ 2475872 w 12192000"/>
              <a:gd name="connsiteY10707" fmla="*/ 1107249 h 6858000"/>
              <a:gd name="connsiteX10708" fmla="*/ 2470849 w 12192000"/>
              <a:gd name="connsiteY10708" fmla="*/ 1055718 h 6858000"/>
              <a:gd name="connsiteX10709" fmla="*/ 2470849 w 12192000"/>
              <a:gd name="connsiteY10709" fmla="*/ 914331 h 6858000"/>
              <a:gd name="connsiteX10710" fmla="*/ 2503963 w 12192000"/>
              <a:gd name="connsiteY10710" fmla="*/ 914331 h 6858000"/>
              <a:gd name="connsiteX10711" fmla="*/ 2666558 w 12192000"/>
              <a:gd name="connsiteY10711" fmla="*/ 1144270 h 6858000"/>
              <a:gd name="connsiteX10712" fmla="*/ 2825432 w 12192000"/>
              <a:gd name="connsiteY10712" fmla="*/ 1144270 h 6858000"/>
              <a:gd name="connsiteX10713" fmla="*/ 2825432 w 12192000"/>
              <a:gd name="connsiteY10713" fmla="*/ 1130504 h 6858000"/>
              <a:gd name="connsiteX10714" fmla="*/ 2790085 w 12192000"/>
              <a:gd name="connsiteY10714" fmla="*/ 1117853 h 6858000"/>
              <a:gd name="connsiteX10715" fmla="*/ 2756227 w 12192000"/>
              <a:gd name="connsiteY10715" fmla="*/ 1076554 h 6858000"/>
              <a:gd name="connsiteX10716" fmla="*/ 2634932 w 12192000"/>
              <a:gd name="connsiteY10716" fmla="*/ 905773 h 6858000"/>
              <a:gd name="connsiteX10717" fmla="*/ 2706741 w 12192000"/>
              <a:gd name="connsiteY10717" fmla="*/ 871171 h 6858000"/>
              <a:gd name="connsiteX10718" fmla="*/ 2746925 w 12192000"/>
              <a:gd name="connsiteY10718" fmla="*/ 778897 h 6858000"/>
              <a:gd name="connsiteX10719" fmla="*/ 2720136 w 12192000"/>
              <a:gd name="connsiteY10719" fmla="*/ 699088 h 6858000"/>
              <a:gd name="connsiteX10720" fmla="*/ 2650931 w 12192000"/>
              <a:gd name="connsiteY10720" fmla="*/ 652393 h 6858000"/>
              <a:gd name="connsiteX10721" fmla="*/ 2516986 w 12192000"/>
              <a:gd name="connsiteY10721" fmla="*/ 639743 h 6858000"/>
              <a:gd name="connsiteX10722" fmla="*/ 1778873 w 12192000"/>
              <a:gd name="connsiteY10722" fmla="*/ 639743 h 6858000"/>
              <a:gd name="connsiteX10723" fmla="*/ 1778873 w 12192000"/>
              <a:gd name="connsiteY10723" fmla="*/ 653510 h 6858000"/>
              <a:gd name="connsiteX10724" fmla="*/ 1795616 w 12192000"/>
              <a:gd name="connsiteY10724" fmla="*/ 653510 h 6858000"/>
              <a:gd name="connsiteX10725" fmla="*/ 1834311 w 12192000"/>
              <a:gd name="connsiteY10725" fmla="*/ 663927 h 6858000"/>
              <a:gd name="connsiteX10726" fmla="*/ 1848077 w 12192000"/>
              <a:gd name="connsiteY10726" fmla="*/ 684019 h 6858000"/>
              <a:gd name="connsiteX10727" fmla="*/ 1849938 w 12192000"/>
              <a:gd name="connsiteY10727" fmla="*/ 726063 h 6858000"/>
              <a:gd name="connsiteX10728" fmla="*/ 1849938 w 12192000"/>
              <a:gd name="connsiteY10728" fmla="*/ 1057950 h 6858000"/>
              <a:gd name="connsiteX10729" fmla="*/ 1845845 w 12192000"/>
              <a:gd name="connsiteY10729" fmla="*/ 1104831 h 6858000"/>
              <a:gd name="connsiteX10730" fmla="*/ 1830962 w 12192000"/>
              <a:gd name="connsiteY10730" fmla="*/ 1122690 h 6858000"/>
              <a:gd name="connsiteX10731" fmla="*/ 1795616 w 12192000"/>
              <a:gd name="connsiteY10731" fmla="*/ 1130504 h 6858000"/>
              <a:gd name="connsiteX10732" fmla="*/ 1778873 w 12192000"/>
              <a:gd name="connsiteY10732" fmla="*/ 1130504 h 6858000"/>
              <a:gd name="connsiteX10733" fmla="*/ 1778873 w 12192000"/>
              <a:gd name="connsiteY10733" fmla="*/ 1144270 h 6858000"/>
              <a:gd name="connsiteX10734" fmla="*/ 2214939 w 12192000"/>
              <a:gd name="connsiteY10734" fmla="*/ 1144270 h 6858000"/>
              <a:gd name="connsiteX10735" fmla="*/ 2237635 w 12192000"/>
              <a:gd name="connsiteY10735" fmla="*/ 983908 h 6858000"/>
              <a:gd name="connsiteX10736" fmla="*/ 2223869 w 12192000"/>
              <a:gd name="connsiteY10736" fmla="*/ 983908 h 6858000"/>
              <a:gd name="connsiteX10737" fmla="*/ 2162663 w 12192000"/>
              <a:gd name="connsiteY10737" fmla="*/ 1083623 h 6858000"/>
              <a:gd name="connsiteX10738" fmla="*/ 2049367 w 12192000"/>
              <a:gd name="connsiteY10738" fmla="*/ 1116365 h 6858000"/>
              <a:gd name="connsiteX10739" fmla="*/ 2019230 w 12192000"/>
              <a:gd name="connsiteY10739" fmla="*/ 1116365 h 6858000"/>
              <a:gd name="connsiteX10740" fmla="*/ 1987976 w 12192000"/>
              <a:gd name="connsiteY10740" fmla="*/ 1110412 h 6858000"/>
              <a:gd name="connsiteX10741" fmla="*/ 1974768 w 12192000"/>
              <a:gd name="connsiteY10741" fmla="*/ 1095157 h 6858000"/>
              <a:gd name="connsiteX10742" fmla="*/ 1971233 w 12192000"/>
              <a:gd name="connsiteY10742" fmla="*/ 1044183 h 6858000"/>
              <a:gd name="connsiteX10743" fmla="*/ 1971233 w 12192000"/>
              <a:gd name="connsiteY10743" fmla="*/ 902052 h 6858000"/>
              <a:gd name="connsiteX10744" fmla="*/ 2026299 w 12192000"/>
              <a:gd name="connsiteY10744" fmla="*/ 911540 h 6858000"/>
              <a:gd name="connsiteX10745" fmla="*/ 2059599 w 12192000"/>
              <a:gd name="connsiteY10745" fmla="*/ 948561 h 6858000"/>
              <a:gd name="connsiteX10746" fmla="*/ 2078389 w 12192000"/>
              <a:gd name="connsiteY10746" fmla="*/ 1019255 h 6858000"/>
              <a:gd name="connsiteX10747" fmla="*/ 2092528 w 12192000"/>
              <a:gd name="connsiteY10747" fmla="*/ 1019255 h 6858000"/>
              <a:gd name="connsiteX10748" fmla="*/ 2092528 w 12192000"/>
              <a:gd name="connsiteY10748" fmla="*/ 755085 h 6858000"/>
              <a:gd name="connsiteX10749" fmla="*/ 2078389 w 12192000"/>
              <a:gd name="connsiteY10749" fmla="*/ 755085 h 6858000"/>
              <a:gd name="connsiteX10750" fmla="*/ 2050856 w 12192000"/>
              <a:gd name="connsiteY10750" fmla="*/ 844009 h 6858000"/>
              <a:gd name="connsiteX10751" fmla="*/ 1981279 w 12192000"/>
              <a:gd name="connsiteY10751" fmla="*/ 874147 h 6858000"/>
              <a:gd name="connsiteX10752" fmla="*/ 1971233 w 12192000"/>
              <a:gd name="connsiteY10752" fmla="*/ 874147 h 6858000"/>
              <a:gd name="connsiteX10753" fmla="*/ 1971233 w 12192000"/>
              <a:gd name="connsiteY10753" fmla="*/ 668764 h 6858000"/>
              <a:gd name="connsiteX10754" fmla="*/ 2023323 w 12192000"/>
              <a:gd name="connsiteY10754" fmla="*/ 668764 h 6858000"/>
              <a:gd name="connsiteX10755" fmla="*/ 2101457 w 12192000"/>
              <a:gd name="connsiteY10755" fmla="*/ 675462 h 6858000"/>
              <a:gd name="connsiteX10756" fmla="*/ 2156710 w 12192000"/>
              <a:gd name="connsiteY10756" fmla="*/ 710436 h 6858000"/>
              <a:gd name="connsiteX10757" fmla="*/ 2187034 w 12192000"/>
              <a:gd name="connsiteY10757" fmla="*/ 788943 h 6858000"/>
              <a:gd name="connsiteX10758" fmla="*/ 2201172 w 12192000"/>
              <a:gd name="connsiteY10758" fmla="*/ 788943 h 6858000"/>
              <a:gd name="connsiteX10759" fmla="*/ 2201172 w 12192000"/>
              <a:gd name="connsiteY10759" fmla="*/ 639743 h 6858000"/>
              <a:gd name="connsiteX10760" fmla="*/ 1217121 w 12192000"/>
              <a:gd name="connsiteY10760" fmla="*/ 639743 h 6858000"/>
              <a:gd name="connsiteX10761" fmla="*/ 1217121 w 12192000"/>
              <a:gd name="connsiteY10761" fmla="*/ 653510 h 6858000"/>
              <a:gd name="connsiteX10762" fmla="*/ 1257118 w 12192000"/>
              <a:gd name="connsiteY10762" fmla="*/ 669509 h 6858000"/>
              <a:gd name="connsiteX10763" fmla="*/ 1298976 w 12192000"/>
              <a:gd name="connsiteY10763" fmla="*/ 754713 h 6858000"/>
              <a:gd name="connsiteX10764" fmla="*/ 1471989 w 12192000"/>
              <a:gd name="connsiteY10764" fmla="*/ 1155804 h 6858000"/>
              <a:gd name="connsiteX10765" fmla="*/ 1484267 w 12192000"/>
              <a:gd name="connsiteY10765" fmla="*/ 1155804 h 6858000"/>
              <a:gd name="connsiteX10766" fmla="*/ 1658024 w 12192000"/>
              <a:gd name="connsiteY10766" fmla="*/ 770340 h 6858000"/>
              <a:gd name="connsiteX10767" fmla="*/ 1704533 w 12192000"/>
              <a:gd name="connsiteY10767" fmla="*/ 682903 h 6858000"/>
              <a:gd name="connsiteX10768" fmla="*/ 1753646 w 12192000"/>
              <a:gd name="connsiteY10768" fmla="*/ 653510 h 6858000"/>
              <a:gd name="connsiteX10769" fmla="*/ 1753646 w 12192000"/>
              <a:gd name="connsiteY10769" fmla="*/ 639743 h 6858000"/>
              <a:gd name="connsiteX10770" fmla="*/ 1588075 w 12192000"/>
              <a:gd name="connsiteY10770" fmla="*/ 639743 h 6858000"/>
              <a:gd name="connsiteX10771" fmla="*/ 1588075 w 12192000"/>
              <a:gd name="connsiteY10771" fmla="*/ 653510 h 6858000"/>
              <a:gd name="connsiteX10772" fmla="*/ 1630491 w 12192000"/>
              <a:gd name="connsiteY10772" fmla="*/ 659835 h 6858000"/>
              <a:gd name="connsiteX10773" fmla="*/ 1647978 w 12192000"/>
              <a:gd name="connsiteY10773" fmla="*/ 672857 h 6858000"/>
              <a:gd name="connsiteX10774" fmla="*/ 1653931 w 12192000"/>
              <a:gd name="connsiteY10774" fmla="*/ 692577 h 6858000"/>
              <a:gd name="connsiteX10775" fmla="*/ 1649838 w 12192000"/>
              <a:gd name="connsiteY10775" fmla="*/ 716017 h 6858000"/>
              <a:gd name="connsiteX10776" fmla="*/ 1627886 w 12192000"/>
              <a:gd name="connsiteY10776" fmla="*/ 770340 h 6858000"/>
              <a:gd name="connsiteX10777" fmla="*/ 1528171 w 12192000"/>
              <a:gd name="connsiteY10777" fmla="*/ 993954 h 6858000"/>
              <a:gd name="connsiteX10778" fmla="*/ 1420643 w 12192000"/>
              <a:gd name="connsiteY10778" fmla="*/ 742806 h 6858000"/>
              <a:gd name="connsiteX10779" fmla="*/ 1400551 w 12192000"/>
              <a:gd name="connsiteY10779" fmla="*/ 693879 h 6858000"/>
              <a:gd name="connsiteX10780" fmla="*/ 1397575 w 12192000"/>
              <a:gd name="connsiteY10780" fmla="*/ 678066 h 6858000"/>
              <a:gd name="connsiteX10781" fmla="*/ 1406132 w 12192000"/>
              <a:gd name="connsiteY10781" fmla="*/ 661695 h 6858000"/>
              <a:gd name="connsiteX10782" fmla="*/ 1450781 w 12192000"/>
              <a:gd name="connsiteY10782" fmla="*/ 653510 h 6858000"/>
              <a:gd name="connsiteX10783" fmla="*/ 1458966 w 12192000"/>
              <a:gd name="connsiteY10783" fmla="*/ 653510 h 6858000"/>
              <a:gd name="connsiteX10784" fmla="*/ 1458966 w 12192000"/>
              <a:gd name="connsiteY10784" fmla="*/ 639743 h 6858000"/>
              <a:gd name="connsiteX10785" fmla="*/ 5382151 w 12192000"/>
              <a:gd name="connsiteY10785" fmla="*/ 632674 h 6858000"/>
              <a:gd name="connsiteX10786" fmla="*/ 5194069 w 12192000"/>
              <a:gd name="connsiteY10786" fmla="*/ 703181 h 6858000"/>
              <a:gd name="connsiteX10787" fmla="*/ 5117608 w 12192000"/>
              <a:gd name="connsiteY10787" fmla="*/ 890518 h 6858000"/>
              <a:gd name="connsiteX10788" fmla="*/ 5176396 w 12192000"/>
              <a:gd name="connsiteY10788" fmla="*/ 1063531 h 6858000"/>
              <a:gd name="connsiteX10789" fmla="*/ 5386987 w 12192000"/>
              <a:gd name="connsiteY10789" fmla="*/ 1155804 h 6858000"/>
              <a:gd name="connsiteX10790" fmla="*/ 5597207 w 12192000"/>
              <a:gd name="connsiteY10790" fmla="*/ 1059066 h 6858000"/>
              <a:gd name="connsiteX10791" fmla="*/ 5653389 w 12192000"/>
              <a:gd name="connsiteY10791" fmla="*/ 890146 h 6858000"/>
              <a:gd name="connsiteX10792" fmla="*/ 5578045 w 12192000"/>
              <a:gd name="connsiteY10792" fmla="*/ 702995 h 6858000"/>
              <a:gd name="connsiteX10793" fmla="*/ 5382151 w 12192000"/>
              <a:gd name="connsiteY10793" fmla="*/ 632674 h 6858000"/>
              <a:gd name="connsiteX10794" fmla="*/ 914925 w 12192000"/>
              <a:gd name="connsiteY10794" fmla="*/ 632674 h 6858000"/>
              <a:gd name="connsiteX10795" fmla="*/ 726844 w 12192000"/>
              <a:gd name="connsiteY10795" fmla="*/ 703181 h 6858000"/>
              <a:gd name="connsiteX10796" fmla="*/ 650383 w 12192000"/>
              <a:gd name="connsiteY10796" fmla="*/ 890518 h 6858000"/>
              <a:gd name="connsiteX10797" fmla="*/ 709170 w 12192000"/>
              <a:gd name="connsiteY10797" fmla="*/ 1063531 h 6858000"/>
              <a:gd name="connsiteX10798" fmla="*/ 919762 w 12192000"/>
              <a:gd name="connsiteY10798" fmla="*/ 1155804 h 6858000"/>
              <a:gd name="connsiteX10799" fmla="*/ 1129982 w 12192000"/>
              <a:gd name="connsiteY10799" fmla="*/ 1059066 h 6858000"/>
              <a:gd name="connsiteX10800" fmla="*/ 1186164 w 12192000"/>
              <a:gd name="connsiteY10800" fmla="*/ 890146 h 6858000"/>
              <a:gd name="connsiteX10801" fmla="*/ 1110820 w 12192000"/>
              <a:gd name="connsiteY10801" fmla="*/ 702995 h 6858000"/>
              <a:gd name="connsiteX10802" fmla="*/ 914925 w 12192000"/>
              <a:gd name="connsiteY10802" fmla="*/ 632674 h 6858000"/>
              <a:gd name="connsiteX10803" fmla="*/ 9867383 w 12192000"/>
              <a:gd name="connsiteY10803" fmla="*/ 629325 h 6858000"/>
              <a:gd name="connsiteX10804" fmla="*/ 9686929 w 12192000"/>
              <a:gd name="connsiteY10804" fmla="*/ 1031905 h 6858000"/>
              <a:gd name="connsiteX10805" fmla="*/ 9643769 w 12192000"/>
              <a:gd name="connsiteY10805" fmla="*/ 1107994 h 6858000"/>
              <a:gd name="connsiteX10806" fmla="*/ 9599120 w 12192000"/>
              <a:gd name="connsiteY10806" fmla="*/ 1130504 h 6858000"/>
              <a:gd name="connsiteX10807" fmla="*/ 9599120 w 12192000"/>
              <a:gd name="connsiteY10807" fmla="*/ 1144270 h 6858000"/>
              <a:gd name="connsiteX10808" fmla="*/ 9766924 w 12192000"/>
              <a:gd name="connsiteY10808" fmla="*/ 1144270 h 6858000"/>
              <a:gd name="connsiteX10809" fmla="*/ 9766924 w 12192000"/>
              <a:gd name="connsiteY10809" fmla="*/ 1130504 h 6858000"/>
              <a:gd name="connsiteX10810" fmla="*/ 9717438 w 12192000"/>
              <a:gd name="connsiteY10810" fmla="*/ 1121574 h 6858000"/>
              <a:gd name="connsiteX10811" fmla="*/ 9700323 w 12192000"/>
              <a:gd name="connsiteY10811" fmla="*/ 1090320 h 6858000"/>
              <a:gd name="connsiteX10812" fmla="*/ 9710741 w 12192000"/>
              <a:gd name="connsiteY10812" fmla="*/ 1049765 h 6858000"/>
              <a:gd name="connsiteX10813" fmla="*/ 9731949 w 12192000"/>
              <a:gd name="connsiteY10813" fmla="*/ 1000651 h 6858000"/>
              <a:gd name="connsiteX10814" fmla="*/ 9910171 w 12192000"/>
              <a:gd name="connsiteY10814" fmla="*/ 1000651 h 6858000"/>
              <a:gd name="connsiteX10815" fmla="*/ 9936960 w 12192000"/>
              <a:gd name="connsiteY10815" fmla="*/ 1063531 h 6858000"/>
              <a:gd name="connsiteX10816" fmla="*/ 9948122 w 12192000"/>
              <a:gd name="connsiteY10816" fmla="*/ 1091436 h 6858000"/>
              <a:gd name="connsiteX10817" fmla="*/ 9950354 w 12192000"/>
              <a:gd name="connsiteY10817" fmla="*/ 1105203 h 6858000"/>
              <a:gd name="connsiteX10818" fmla="*/ 9942169 w 12192000"/>
              <a:gd name="connsiteY10818" fmla="*/ 1122318 h 6858000"/>
              <a:gd name="connsiteX10819" fmla="*/ 9900869 w 12192000"/>
              <a:gd name="connsiteY10819" fmla="*/ 1130504 h 6858000"/>
              <a:gd name="connsiteX10820" fmla="*/ 9890823 w 12192000"/>
              <a:gd name="connsiteY10820" fmla="*/ 1130504 h 6858000"/>
              <a:gd name="connsiteX10821" fmla="*/ 9890823 w 12192000"/>
              <a:gd name="connsiteY10821" fmla="*/ 1144270 h 6858000"/>
              <a:gd name="connsiteX10822" fmla="*/ 10134901 w 12192000"/>
              <a:gd name="connsiteY10822" fmla="*/ 1144270 h 6858000"/>
              <a:gd name="connsiteX10823" fmla="*/ 10134901 w 12192000"/>
              <a:gd name="connsiteY10823" fmla="*/ 1130504 h 6858000"/>
              <a:gd name="connsiteX10824" fmla="*/ 10099183 w 12192000"/>
              <a:gd name="connsiteY10824" fmla="*/ 1117109 h 6858000"/>
              <a:gd name="connsiteX10825" fmla="*/ 10056394 w 12192000"/>
              <a:gd name="connsiteY10825" fmla="*/ 1043067 h 6858000"/>
              <a:gd name="connsiteX10826" fmla="*/ 9874452 w 12192000"/>
              <a:gd name="connsiteY10826" fmla="*/ 629325 h 6858000"/>
              <a:gd name="connsiteX10827" fmla="*/ 8924408 w 12192000"/>
              <a:gd name="connsiteY10827" fmla="*/ 629325 h 6858000"/>
              <a:gd name="connsiteX10828" fmla="*/ 8743954 w 12192000"/>
              <a:gd name="connsiteY10828" fmla="*/ 1031905 h 6858000"/>
              <a:gd name="connsiteX10829" fmla="*/ 8700794 w 12192000"/>
              <a:gd name="connsiteY10829" fmla="*/ 1107994 h 6858000"/>
              <a:gd name="connsiteX10830" fmla="*/ 8656145 w 12192000"/>
              <a:gd name="connsiteY10830" fmla="*/ 1130504 h 6858000"/>
              <a:gd name="connsiteX10831" fmla="*/ 8656145 w 12192000"/>
              <a:gd name="connsiteY10831" fmla="*/ 1144270 h 6858000"/>
              <a:gd name="connsiteX10832" fmla="*/ 8823949 w 12192000"/>
              <a:gd name="connsiteY10832" fmla="*/ 1144270 h 6858000"/>
              <a:gd name="connsiteX10833" fmla="*/ 8823949 w 12192000"/>
              <a:gd name="connsiteY10833" fmla="*/ 1130504 h 6858000"/>
              <a:gd name="connsiteX10834" fmla="*/ 8774463 w 12192000"/>
              <a:gd name="connsiteY10834" fmla="*/ 1121574 h 6858000"/>
              <a:gd name="connsiteX10835" fmla="*/ 8757348 w 12192000"/>
              <a:gd name="connsiteY10835" fmla="*/ 1090320 h 6858000"/>
              <a:gd name="connsiteX10836" fmla="*/ 8767766 w 12192000"/>
              <a:gd name="connsiteY10836" fmla="*/ 1049765 h 6858000"/>
              <a:gd name="connsiteX10837" fmla="*/ 8788974 w 12192000"/>
              <a:gd name="connsiteY10837" fmla="*/ 1000651 h 6858000"/>
              <a:gd name="connsiteX10838" fmla="*/ 8967196 w 12192000"/>
              <a:gd name="connsiteY10838" fmla="*/ 1000651 h 6858000"/>
              <a:gd name="connsiteX10839" fmla="*/ 8993985 w 12192000"/>
              <a:gd name="connsiteY10839" fmla="*/ 1063531 h 6858000"/>
              <a:gd name="connsiteX10840" fmla="*/ 9005147 w 12192000"/>
              <a:gd name="connsiteY10840" fmla="*/ 1091436 h 6858000"/>
              <a:gd name="connsiteX10841" fmla="*/ 9007379 w 12192000"/>
              <a:gd name="connsiteY10841" fmla="*/ 1105203 h 6858000"/>
              <a:gd name="connsiteX10842" fmla="*/ 8999194 w 12192000"/>
              <a:gd name="connsiteY10842" fmla="*/ 1122318 h 6858000"/>
              <a:gd name="connsiteX10843" fmla="*/ 8957894 w 12192000"/>
              <a:gd name="connsiteY10843" fmla="*/ 1130504 h 6858000"/>
              <a:gd name="connsiteX10844" fmla="*/ 8947848 w 12192000"/>
              <a:gd name="connsiteY10844" fmla="*/ 1130504 h 6858000"/>
              <a:gd name="connsiteX10845" fmla="*/ 8947848 w 12192000"/>
              <a:gd name="connsiteY10845" fmla="*/ 1144270 h 6858000"/>
              <a:gd name="connsiteX10846" fmla="*/ 9191926 w 12192000"/>
              <a:gd name="connsiteY10846" fmla="*/ 1144270 h 6858000"/>
              <a:gd name="connsiteX10847" fmla="*/ 9191926 w 12192000"/>
              <a:gd name="connsiteY10847" fmla="*/ 1130504 h 6858000"/>
              <a:gd name="connsiteX10848" fmla="*/ 9156208 w 12192000"/>
              <a:gd name="connsiteY10848" fmla="*/ 1117109 h 6858000"/>
              <a:gd name="connsiteX10849" fmla="*/ 9113419 w 12192000"/>
              <a:gd name="connsiteY10849" fmla="*/ 1043067 h 6858000"/>
              <a:gd name="connsiteX10850" fmla="*/ 8931477 w 12192000"/>
              <a:gd name="connsiteY10850" fmla="*/ 629325 h 6858000"/>
              <a:gd name="connsiteX10851" fmla="*/ 10341326 w 12192000"/>
              <a:gd name="connsiteY10851" fmla="*/ 628209 h 6858000"/>
              <a:gd name="connsiteX10852" fmla="*/ 10229705 w 12192000"/>
              <a:gd name="connsiteY10852" fmla="*/ 670625 h 6858000"/>
              <a:gd name="connsiteX10853" fmla="*/ 10185428 w 12192000"/>
              <a:gd name="connsiteY10853" fmla="*/ 773316 h 6858000"/>
              <a:gd name="connsiteX10854" fmla="*/ 10201614 w 12192000"/>
              <a:gd name="connsiteY10854" fmla="*/ 838056 h 6858000"/>
              <a:gd name="connsiteX10855" fmla="*/ 10247936 w 12192000"/>
              <a:gd name="connsiteY10855" fmla="*/ 891262 h 6858000"/>
              <a:gd name="connsiteX10856" fmla="*/ 10346907 w 12192000"/>
              <a:gd name="connsiteY10856" fmla="*/ 948933 h 6858000"/>
              <a:gd name="connsiteX10857" fmla="*/ 10415368 w 12192000"/>
              <a:gd name="connsiteY10857" fmla="*/ 988187 h 6858000"/>
              <a:gd name="connsiteX10858" fmla="*/ 10444203 w 12192000"/>
              <a:gd name="connsiteY10858" fmla="*/ 1019999 h 6858000"/>
              <a:gd name="connsiteX10859" fmla="*/ 10453691 w 12192000"/>
              <a:gd name="connsiteY10859" fmla="*/ 1054601 h 6858000"/>
              <a:gd name="connsiteX10860" fmla="*/ 10428948 w 12192000"/>
              <a:gd name="connsiteY10860" fmla="*/ 1107435 h 6858000"/>
              <a:gd name="connsiteX10861" fmla="*/ 10362534 w 12192000"/>
              <a:gd name="connsiteY10861" fmla="*/ 1130132 h 6858000"/>
              <a:gd name="connsiteX10862" fmla="*/ 10261889 w 12192000"/>
              <a:gd name="connsiteY10862" fmla="*/ 1087902 h 6858000"/>
              <a:gd name="connsiteX10863" fmla="*/ 10198823 w 12192000"/>
              <a:gd name="connsiteY10863" fmla="*/ 965304 h 6858000"/>
              <a:gd name="connsiteX10864" fmla="*/ 10185056 w 12192000"/>
              <a:gd name="connsiteY10864" fmla="*/ 965304 h 6858000"/>
              <a:gd name="connsiteX10865" fmla="*/ 10185056 w 12192000"/>
              <a:gd name="connsiteY10865" fmla="*/ 1155804 h 6858000"/>
              <a:gd name="connsiteX10866" fmla="*/ 10198823 w 12192000"/>
              <a:gd name="connsiteY10866" fmla="*/ 1155804 h 6858000"/>
              <a:gd name="connsiteX10867" fmla="*/ 10216310 w 12192000"/>
              <a:gd name="connsiteY10867" fmla="*/ 1133108 h 6858000"/>
              <a:gd name="connsiteX10868" fmla="*/ 10236774 w 12192000"/>
              <a:gd name="connsiteY10868" fmla="*/ 1125667 h 6858000"/>
              <a:gd name="connsiteX10869" fmla="*/ 10266168 w 12192000"/>
              <a:gd name="connsiteY10869" fmla="*/ 1133108 h 6858000"/>
              <a:gd name="connsiteX10870" fmla="*/ 10319374 w 12192000"/>
              <a:gd name="connsiteY10870" fmla="*/ 1151340 h 6858000"/>
              <a:gd name="connsiteX10871" fmla="*/ 10364394 w 12192000"/>
              <a:gd name="connsiteY10871" fmla="*/ 1156177 h 6858000"/>
              <a:gd name="connsiteX10872" fmla="*/ 10489596 w 12192000"/>
              <a:gd name="connsiteY10872" fmla="*/ 1110598 h 6858000"/>
              <a:gd name="connsiteX10873" fmla="*/ 10538895 w 12192000"/>
              <a:gd name="connsiteY10873" fmla="*/ 1001767 h 6858000"/>
              <a:gd name="connsiteX10874" fmla="*/ 10508386 w 12192000"/>
              <a:gd name="connsiteY10874" fmla="*/ 913215 h 6858000"/>
              <a:gd name="connsiteX10875" fmla="*/ 10388951 w 12192000"/>
              <a:gd name="connsiteY10875" fmla="*/ 830987 h 6858000"/>
              <a:gd name="connsiteX10876" fmla="*/ 10308212 w 12192000"/>
              <a:gd name="connsiteY10876" fmla="*/ 787455 h 6858000"/>
              <a:gd name="connsiteX10877" fmla="*/ 10273609 w 12192000"/>
              <a:gd name="connsiteY10877" fmla="*/ 752852 h 6858000"/>
              <a:gd name="connsiteX10878" fmla="*/ 10265796 w 12192000"/>
              <a:gd name="connsiteY10878" fmla="*/ 723087 h 6858000"/>
              <a:gd name="connsiteX10879" fmla="*/ 10287934 w 12192000"/>
              <a:gd name="connsiteY10879" fmla="*/ 676392 h 6858000"/>
              <a:gd name="connsiteX10880" fmla="*/ 10348023 w 12192000"/>
              <a:gd name="connsiteY10880" fmla="*/ 656114 h 6858000"/>
              <a:gd name="connsiteX10881" fmla="*/ 10439366 w 12192000"/>
              <a:gd name="connsiteY10881" fmla="*/ 694623 h 6858000"/>
              <a:gd name="connsiteX10882" fmla="*/ 10492386 w 12192000"/>
              <a:gd name="connsiteY10882" fmla="*/ 796384 h 6858000"/>
              <a:gd name="connsiteX10883" fmla="*/ 10507641 w 12192000"/>
              <a:gd name="connsiteY10883" fmla="*/ 796384 h 6858000"/>
              <a:gd name="connsiteX10884" fmla="*/ 10503549 w 12192000"/>
              <a:gd name="connsiteY10884" fmla="*/ 628209 h 6858000"/>
              <a:gd name="connsiteX10885" fmla="*/ 10492386 w 12192000"/>
              <a:gd name="connsiteY10885" fmla="*/ 628209 h 6858000"/>
              <a:gd name="connsiteX10886" fmla="*/ 10481969 w 12192000"/>
              <a:gd name="connsiteY10886" fmla="*/ 656858 h 6858000"/>
              <a:gd name="connsiteX10887" fmla="*/ 10466714 w 12192000"/>
              <a:gd name="connsiteY10887" fmla="*/ 662811 h 6858000"/>
              <a:gd name="connsiteX10888" fmla="*/ 10431553 w 12192000"/>
              <a:gd name="connsiteY10888" fmla="*/ 650719 h 6858000"/>
              <a:gd name="connsiteX10889" fmla="*/ 10388951 w 12192000"/>
              <a:gd name="connsiteY10889" fmla="*/ 634162 h 6858000"/>
              <a:gd name="connsiteX10890" fmla="*/ 10341326 w 12192000"/>
              <a:gd name="connsiteY10890" fmla="*/ 628209 h 6858000"/>
              <a:gd name="connsiteX10891" fmla="*/ 0 w 12192000"/>
              <a:gd name="connsiteY10891" fmla="*/ 0 h 6858000"/>
              <a:gd name="connsiteX10892" fmla="*/ 12192000 w 12192000"/>
              <a:gd name="connsiteY10892" fmla="*/ 0 h 6858000"/>
              <a:gd name="connsiteX10893" fmla="*/ 12192000 w 12192000"/>
              <a:gd name="connsiteY10893" fmla="*/ 6858000 h 6858000"/>
              <a:gd name="connsiteX10894" fmla="*/ 0 w 12192000"/>
              <a:gd name="connsiteY1089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</a:cxnLst>
            <a:rect l="l" t="t" r="r" b="b"/>
            <a:pathLst>
              <a:path w="12192000" h="6858000">
                <a:moveTo>
                  <a:pt x="897178" y="5487162"/>
                </a:moveTo>
                <a:cubicBezTo>
                  <a:pt x="909183" y="5488849"/>
                  <a:pt x="926348" y="5489990"/>
                  <a:pt x="948673" y="5490585"/>
                </a:cubicBezTo>
                <a:cubicBezTo>
                  <a:pt x="963952" y="5490982"/>
                  <a:pt x="974172" y="5492272"/>
                  <a:pt x="979331" y="5494455"/>
                </a:cubicBezTo>
                <a:cubicBezTo>
                  <a:pt x="984391" y="5496638"/>
                  <a:pt x="986921" y="5500309"/>
                  <a:pt x="986921" y="5505468"/>
                </a:cubicBezTo>
                <a:cubicBezTo>
                  <a:pt x="986921" y="5512612"/>
                  <a:pt x="982680" y="5519334"/>
                  <a:pt x="974197" y="5525634"/>
                </a:cubicBezTo>
                <a:cubicBezTo>
                  <a:pt x="965713" y="5531935"/>
                  <a:pt x="952542" y="5535085"/>
                  <a:pt x="934683" y="5535085"/>
                </a:cubicBezTo>
                <a:cubicBezTo>
                  <a:pt x="915930" y="5535085"/>
                  <a:pt x="901593" y="5532009"/>
                  <a:pt x="891671" y="5525857"/>
                </a:cubicBezTo>
                <a:cubicBezTo>
                  <a:pt x="885917" y="5522285"/>
                  <a:pt x="883039" y="5518118"/>
                  <a:pt x="883039" y="5513356"/>
                </a:cubicBezTo>
                <a:cubicBezTo>
                  <a:pt x="883039" y="5509685"/>
                  <a:pt x="884230" y="5505666"/>
                  <a:pt x="886611" y="5501301"/>
                </a:cubicBezTo>
                <a:cubicBezTo>
                  <a:pt x="888992" y="5496935"/>
                  <a:pt x="892515" y="5492222"/>
                  <a:pt x="897178" y="5487162"/>
                </a:cubicBezTo>
                <a:close/>
                <a:moveTo>
                  <a:pt x="5043679" y="5458289"/>
                </a:moveTo>
                <a:cubicBezTo>
                  <a:pt x="5039114" y="5458289"/>
                  <a:pt x="5035221" y="5459877"/>
                  <a:pt x="5031995" y="5463052"/>
                </a:cubicBezTo>
                <a:cubicBezTo>
                  <a:pt x="5028771" y="5466227"/>
                  <a:pt x="5027158" y="5470146"/>
                  <a:pt x="5027158" y="5474809"/>
                </a:cubicBezTo>
                <a:cubicBezTo>
                  <a:pt x="5027158" y="5479374"/>
                  <a:pt x="5028771" y="5483268"/>
                  <a:pt x="5031995" y="5486492"/>
                </a:cubicBezTo>
                <a:cubicBezTo>
                  <a:pt x="5035221" y="5489717"/>
                  <a:pt x="5039114" y="5491329"/>
                  <a:pt x="5043679" y="5491329"/>
                </a:cubicBezTo>
                <a:cubicBezTo>
                  <a:pt x="5048242" y="5491329"/>
                  <a:pt x="5052137" y="5489717"/>
                  <a:pt x="5055362" y="5486492"/>
                </a:cubicBezTo>
                <a:cubicBezTo>
                  <a:pt x="5058586" y="5483268"/>
                  <a:pt x="5060198" y="5479374"/>
                  <a:pt x="5060198" y="5474809"/>
                </a:cubicBezTo>
                <a:cubicBezTo>
                  <a:pt x="5060198" y="5470245"/>
                  <a:pt x="5058611" y="5466351"/>
                  <a:pt x="5055436" y="5463126"/>
                </a:cubicBezTo>
                <a:cubicBezTo>
                  <a:pt x="5052261" y="5459902"/>
                  <a:pt x="5048342" y="5458289"/>
                  <a:pt x="5043679" y="5458289"/>
                </a:cubicBezTo>
                <a:close/>
                <a:moveTo>
                  <a:pt x="2596796" y="5405902"/>
                </a:moveTo>
                <a:lnTo>
                  <a:pt x="2596796" y="5457843"/>
                </a:lnTo>
                <a:cubicBezTo>
                  <a:pt x="2584492" y="5467765"/>
                  <a:pt x="2574571" y="5472726"/>
                  <a:pt x="2567030" y="5472726"/>
                </a:cubicBezTo>
                <a:cubicBezTo>
                  <a:pt x="2561474" y="5472726"/>
                  <a:pt x="2556562" y="5470369"/>
                  <a:pt x="2552296" y="5465656"/>
                </a:cubicBezTo>
                <a:cubicBezTo>
                  <a:pt x="2548029" y="5460944"/>
                  <a:pt x="2545896" y="5455015"/>
                  <a:pt x="2545896" y="5447871"/>
                </a:cubicBezTo>
                <a:cubicBezTo>
                  <a:pt x="2545896" y="5442216"/>
                  <a:pt x="2547583" y="5437007"/>
                  <a:pt x="2550956" y="5432244"/>
                </a:cubicBezTo>
                <a:cubicBezTo>
                  <a:pt x="2554330" y="5427482"/>
                  <a:pt x="2559936" y="5422918"/>
                  <a:pt x="2567774" y="5418552"/>
                </a:cubicBezTo>
                <a:cubicBezTo>
                  <a:pt x="2572140" y="5416072"/>
                  <a:pt x="2581814" y="5411855"/>
                  <a:pt x="2596796" y="5405902"/>
                </a:cubicBezTo>
                <a:close/>
                <a:moveTo>
                  <a:pt x="2053870" y="5405902"/>
                </a:moveTo>
                <a:lnTo>
                  <a:pt x="2053870" y="5457843"/>
                </a:lnTo>
                <a:cubicBezTo>
                  <a:pt x="2041567" y="5467765"/>
                  <a:pt x="2031645" y="5472726"/>
                  <a:pt x="2024105" y="5472726"/>
                </a:cubicBezTo>
                <a:cubicBezTo>
                  <a:pt x="2018549" y="5472726"/>
                  <a:pt x="2013637" y="5470369"/>
                  <a:pt x="2009371" y="5465656"/>
                </a:cubicBezTo>
                <a:cubicBezTo>
                  <a:pt x="2005104" y="5460944"/>
                  <a:pt x="2002971" y="5455015"/>
                  <a:pt x="2002971" y="5447871"/>
                </a:cubicBezTo>
                <a:cubicBezTo>
                  <a:pt x="2002971" y="5442216"/>
                  <a:pt x="2004658" y="5437007"/>
                  <a:pt x="2008031" y="5432244"/>
                </a:cubicBezTo>
                <a:cubicBezTo>
                  <a:pt x="2011405" y="5427482"/>
                  <a:pt x="2017010" y="5422918"/>
                  <a:pt x="2024849" y="5418552"/>
                </a:cubicBezTo>
                <a:cubicBezTo>
                  <a:pt x="2029214" y="5416072"/>
                  <a:pt x="2038888" y="5411855"/>
                  <a:pt x="2053870" y="5405902"/>
                </a:cubicBezTo>
                <a:close/>
                <a:moveTo>
                  <a:pt x="1472845" y="5405902"/>
                </a:moveTo>
                <a:lnTo>
                  <a:pt x="1472845" y="5457843"/>
                </a:lnTo>
                <a:cubicBezTo>
                  <a:pt x="1460542" y="5467765"/>
                  <a:pt x="1450620" y="5472726"/>
                  <a:pt x="1443080" y="5472726"/>
                </a:cubicBezTo>
                <a:cubicBezTo>
                  <a:pt x="1437523" y="5472726"/>
                  <a:pt x="1432612" y="5470369"/>
                  <a:pt x="1428346" y="5465656"/>
                </a:cubicBezTo>
                <a:cubicBezTo>
                  <a:pt x="1424079" y="5460944"/>
                  <a:pt x="1421946" y="5455015"/>
                  <a:pt x="1421946" y="5447871"/>
                </a:cubicBezTo>
                <a:cubicBezTo>
                  <a:pt x="1421946" y="5442216"/>
                  <a:pt x="1423633" y="5437007"/>
                  <a:pt x="1427006" y="5432244"/>
                </a:cubicBezTo>
                <a:cubicBezTo>
                  <a:pt x="1430380" y="5427482"/>
                  <a:pt x="1435985" y="5422918"/>
                  <a:pt x="1443824" y="5418552"/>
                </a:cubicBezTo>
                <a:cubicBezTo>
                  <a:pt x="1448189" y="5416072"/>
                  <a:pt x="1457863" y="5411855"/>
                  <a:pt x="1472845" y="5405902"/>
                </a:cubicBezTo>
                <a:close/>
                <a:moveTo>
                  <a:pt x="1311516" y="5367951"/>
                </a:moveTo>
                <a:cubicBezTo>
                  <a:pt x="1321437" y="5367951"/>
                  <a:pt x="1330293" y="5372639"/>
                  <a:pt x="1338082" y="5382015"/>
                </a:cubicBezTo>
                <a:cubicBezTo>
                  <a:pt x="1345870" y="5391391"/>
                  <a:pt x="1349764" y="5404811"/>
                  <a:pt x="1349764" y="5422273"/>
                </a:cubicBezTo>
                <a:cubicBezTo>
                  <a:pt x="1349764" y="5441224"/>
                  <a:pt x="1345870" y="5455660"/>
                  <a:pt x="1338082" y="5465582"/>
                </a:cubicBezTo>
                <a:cubicBezTo>
                  <a:pt x="1330293" y="5475504"/>
                  <a:pt x="1321884" y="5480465"/>
                  <a:pt x="1312855" y="5480465"/>
                </a:cubicBezTo>
                <a:cubicBezTo>
                  <a:pt x="1307200" y="5480465"/>
                  <a:pt x="1301668" y="5479200"/>
                  <a:pt x="1296261" y="5476670"/>
                </a:cubicBezTo>
                <a:cubicBezTo>
                  <a:pt x="1290853" y="5474140"/>
                  <a:pt x="1285619" y="5470394"/>
                  <a:pt x="1280559" y="5465433"/>
                </a:cubicBezTo>
                <a:lnTo>
                  <a:pt x="1280559" y="5383875"/>
                </a:lnTo>
                <a:cubicBezTo>
                  <a:pt x="1286711" y="5377922"/>
                  <a:pt x="1291771" y="5373954"/>
                  <a:pt x="1295740" y="5371969"/>
                </a:cubicBezTo>
                <a:cubicBezTo>
                  <a:pt x="1300998" y="5369290"/>
                  <a:pt x="1306257" y="5367951"/>
                  <a:pt x="1311516" y="5367951"/>
                </a:cubicBezTo>
                <a:close/>
                <a:moveTo>
                  <a:pt x="4538109" y="5357235"/>
                </a:moveTo>
                <a:cubicBezTo>
                  <a:pt x="4543467" y="5357235"/>
                  <a:pt x="4548601" y="5358823"/>
                  <a:pt x="4553514" y="5361998"/>
                </a:cubicBezTo>
                <a:cubicBezTo>
                  <a:pt x="4558425" y="5365173"/>
                  <a:pt x="4562121" y="5369538"/>
                  <a:pt x="4564600" y="5375094"/>
                </a:cubicBezTo>
                <a:cubicBezTo>
                  <a:pt x="4566188" y="5378666"/>
                  <a:pt x="4567230" y="5384818"/>
                  <a:pt x="4567726" y="5393549"/>
                </a:cubicBezTo>
                <a:lnTo>
                  <a:pt x="4504623" y="5393549"/>
                </a:lnTo>
                <a:cubicBezTo>
                  <a:pt x="4505714" y="5382139"/>
                  <a:pt x="4509509" y="5373234"/>
                  <a:pt x="4516009" y="5366834"/>
                </a:cubicBezTo>
                <a:cubicBezTo>
                  <a:pt x="4522507" y="5360435"/>
                  <a:pt x="4529874" y="5357235"/>
                  <a:pt x="4538109" y="5357235"/>
                </a:cubicBezTo>
                <a:close/>
                <a:moveTo>
                  <a:pt x="3090310" y="5357235"/>
                </a:moveTo>
                <a:cubicBezTo>
                  <a:pt x="3095667" y="5357235"/>
                  <a:pt x="3100802" y="5358823"/>
                  <a:pt x="3105713" y="5361998"/>
                </a:cubicBezTo>
                <a:cubicBezTo>
                  <a:pt x="3110625" y="5365173"/>
                  <a:pt x="3114320" y="5369538"/>
                  <a:pt x="3116801" y="5375094"/>
                </a:cubicBezTo>
                <a:cubicBezTo>
                  <a:pt x="3118388" y="5378666"/>
                  <a:pt x="3119430" y="5384818"/>
                  <a:pt x="3119926" y="5393549"/>
                </a:cubicBezTo>
                <a:lnTo>
                  <a:pt x="3056823" y="5393549"/>
                </a:lnTo>
                <a:cubicBezTo>
                  <a:pt x="3057914" y="5382139"/>
                  <a:pt x="3061709" y="5373234"/>
                  <a:pt x="3068208" y="5366834"/>
                </a:cubicBezTo>
                <a:cubicBezTo>
                  <a:pt x="3074707" y="5360435"/>
                  <a:pt x="3082074" y="5357235"/>
                  <a:pt x="3090310" y="5357235"/>
                </a:cubicBezTo>
                <a:close/>
                <a:moveTo>
                  <a:pt x="1899684" y="5357235"/>
                </a:moveTo>
                <a:cubicBezTo>
                  <a:pt x="1905042" y="5357235"/>
                  <a:pt x="1910177" y="5358823"/>
                  <a:pt x="1915088" y="5361998"/>
                </a:cubicBezTo>
                <a:cubicBezTo>
                  <a:pt x="1919999" y="5365173"/>
                  <a:pt x="1923695" y="5369538"/>
                  <a:pt x="1926176" y="5375094"/>
                </a:cubicBezTo>
                <a:cubicBezTo>
                  <a:pt x="1927763" y="5378666"/>
                  <a:pt x="1928805" y="5384818"/>
                  <a:pt x="1929301" y="5393549"/>
                </a:cubicBezTo>
                <a:lnTo>
                  <a:pt x="1866198" y="5393549"/>
                </a:lnTo>
                <a:cubicBezTo>
                  <a:pt x="1867290" y="5382139"/>
                  <a:pt x="1871085" y="5373234"/>
                  <a:pt x="1877583" y="5366834"/>
                </a:cubicBezTo>
                <a:cubicBezTo>
                  <a:pt x="1884082" y="5360435"/>
                  <a:pt x="1891449" y="5357235"/>
                  <a:pt x="1899684" y="5357235"/>
                </a:cubicBezTo>
                <a:close/>
                <a:moveTo>
                  <a:pt x="3657940" y="5356491"/>
                </a:moveTo>
                <a:cubicBezTo>
                  <a:pt x="3668854" y="5356491"/>
                  <a:pt x="3677833" y="5361253"/>
                  <a:pt x="3684878" y="5370778"/>
                </a:cubicBezTo>
                <a:cubicBezTo>
                  <a:pt x="3695296" y="5384669"/>
                  <a:pt x="3700505" y="5403719"/>
                  <a:pt x="3700505" y="5427928"/>
                </a:cubicBezTo>
                <a:cubicBezTo>
                  <a:pt x="3700505" y="5447276"/>
                  <a:pt x="3697379" y="5460919"/>
                  <a:pt x="3691129" y="5468856"/>
                </a:cubicBezTo>
                <a:cubicBezTo>
                  <a:pt x="3684878" y="5476794"/>
                  <a:pt x="3676940" y="5480762"/>
                  <a:pt x="3667316" y="5480762"/>
                </a:cubicBezTo>
                <a:cubicBezTo>
                  <a:pt x="3654418" y="5480762"/>
                  <a:pt x="3644025" y="5473569"/>
                  <a:pt x="3636137" y="5459182"/>
                </a:cubicBezTo>
                <a:cubicBezTo>
                  <a:pt x="3628249" y="5444796"/>
                  <a:pt x="3624305" y="5427680"/>
                  <a:pt x="3624305" y="5407837"/>
                </a:cubicBezTo>
                <a:cubicBezTo>
                  <a:pt x="3624305" y="5395534"/>
                  <a:pt x="3625942" y="5385463"/>
                  <a:pt x="3629216" y="5377625"/>
                </a:cubicBezTo>
                <a:cubicBezTo>
                  <a:pt x="3632490" y="5369786"/>
                  <a:pt x="3636782" y="5364304"/>
                  <a:pt x="3642090" y="5361179"/>
                </a:cubicBezTo>
                <a:cubicBezTo>
                  <a:pt x="3647398" y="5358054"/>
                  <a:pt x="3652681" y="5356491"/>
                  <a:pt x="3657940" y="5356491"/>
                </a:cubicBezTo>
                <a:close/>
                <a:moveTo>
                  <a:pt x="3362665" y="5356491"/>
                </a:moveTo>
                <a:cubicBezTo>
                  <a:pt x="3373579" y="5356491"/>
                  <a:pt x="3382558" y="5361253"/>
                  <a:pt x="3389603" y="5370778"/>
                </a:cubicBezTo>
                <a:cubicBezTo>
                  <a:pt x="3400021" y="5384669"/>
                  <a:pt x="3405230" y="5403719"/>
                  <a:pt x="3405230" y="5427928"/>
                </a:cubicBezTo>
                <a:cubicBezTo>
                  <a:pt x="3405230" y="5447276"/>
                  <a:pt x="3402104" y="5460919"/>
                  <a:pt x="3395853" y="5468856"/>
                </a:cubicBezTo>
                <a:cubicBezTo>
                  <a:pt x="3389603" y="5476794"/>
                  <a:pt x="3381665" y="5480762"/>
                  <a:pt x="3372041" y="5480762"/>
                </a:cubicBezTo>
                <a:cubicBezTo>
                  <a:pt x="3359143" y="5480762"/>
                  <a:pt x="3348750" y="5473569"/>
                  <a:pt x="3340862" y="5459182"/>
                </a:cubicBezTo>
                <a:cubicBezTo>
                  <a:pt x="3332974" y="5444796"/>
                  <a:pt x="3329030" y="5427680"/>
                  <a:pt x="3329030" y="5407837"/>
                </a:cubicBezTo>
                <a:cubicBezTo>
                  <a:pt x="3329030" y="5395534"/>
                  <a:pt x="3330667" y="5385463"/>
                  <a:pt x="3333941" y="5377625"/>
                </a:cubicBezTo>
                <a:cubicBezTo>
                  <a:pt x="3337215" y="5369786"/>
                  <a:pt x="3341507" y="5364304"/>
                  <a:pt x="3346815" y="5361179"/>
                </a:cubicBezTo>
                <a:cubicBezTo>
                  <a:pt x="3352123" y="5358054"/>
                  <a:pt x="3357406" y="5356491"/>
                  <a:pt x="3362665" y="5356491"/>
                </a:cubicBezTo>
                <a:close/>
                <a:moveTo>
                  <a:pt x="1152865" y="5356491"/>
                </a:moveTo>
                <a:cubicBezTo>
                  <a:pt x="1163779" y="5356491"/>
                  <a:pt x="1172758" y="5361253"/>
                  <a:pt x="1179803" y="5370778"/>
                </a:cubicBezTo>
                <a:cubicBezTo>
                  <a:pt x="1190221" y="5384669"/>
                  <a:pt x="1195430" y="5403719"/>
                  <a:pt x="1195430" y="5427928"/>
                </a:cubicBezTo>
                <a:cubicBezTo>
                  <a:pt x="1195430" y="5447276"/>
                  <a:pt x="1192304" y="5460919"/>
                  <a:pt x="1186054" y="5468856"/>
                </a:cubicBezTo>
                <a:cubicBezTo>
                  <a:pt x="1179803" y="5476794"/>
                  <a:pt x="1171865" y="5480762"/>
                  <a:pt x="1162241" y="5480762"/>
                </a:cubicBezTo>
                <a:cubicBezTo>
                  <a:pt x="1149342" y="5480762"/>
                  <a:pt x="1138949" y="5473569"/>
                  <a:pt x="1131061" y="5459182"/>
                </a:cubicBezTo>
                <a:cubicBezTo>
                  <a:pt x="1123174" y="5444796"/>
                  <a:pt x="1119230" y="5427680"/>
                  <a:pt x="1119230" y="5407837"/>
                </a:cubicBezTo>
                <a:cubicBezTo>
                  <a:pt x="1119230" y="5395534"/>
                  <a:pt x="1120867" y="5385463"/>
                  <a:pt x="1124141" y="5377625"/>
                </a:cubicBezTo>
                <a:cubicBezTo>
                  <a:pt x="1127415" y="5369786"/>
                  <a:pt x="1131706" y="5364304"/>
                  <a:pt x="1137015" y="5361179"/>
                </a:cubicBezTo>
                <a:cubicBezTo>
                  <a:pt x="1142323" y="5358054"/>
                  <a:pt x="1147606" y="5356491"/>
                  <a:pt x="1152865" y="5356491"/>
                </a:cubicBezTo>
                <a:close/>
                <a:moveTo>
                  <a:pt x="4822669" y="5355896"/>
                </a:moveTo>
                <a:cubicBezTo>
                  <a:pt x="4827333" y="5355896"/>
                  <a:pt x="4832119" y="5357309"/>
                  <a:pt x="4837031" y="5360137"/>
                </a:cubicBezTo>
                <a:cubicBezTo>
                  <a:pt x="4841942" y="5362965"/>
                  <a:pt x="4845886" y="5367157"/>
                  <a:pt x="4848863" y="5372713"/>
                </a:cubicBezTo>
                <a:cubicBezTo>
                  <a:pt x="4851840" y="5378270"/>
                  <a:pt x="4853625" y="5384421"/>
                  <a:pt x="4854220" y="5391168"/>
                </a:cubicBezTo>
                <a:lnTo>
                  <a:pt x="4854220" y="5461415"/>
                </a:lnTo>
                <a:cubicBezTo>
                  <a:pt x="4845787" y="5470444"/>
                  <a:pt x="4837055" y="5474958"/>
                  <a:pt x="4828027" y="5474958"/>
                </a:cubicBezTo>
                <a:cubicBezTo>
                  <a:pt x="4817311" y="5474958"/>
                  <a:pt x="4807587" y="5469625"/>
                  <a:pt x="4798856" y="5458959"/>
                </a:cubicBezTo>
                <a:cubicBezTo>
                  <a:pt x="4790126" y="5448293"/>
                  <a:pt x="4785759" y="5432939"/>
                  <a:pt x="4785759" y="5412897"/>
                </a:cubicBezTo>
                <a:cubicBezTo>
                  <a:pt x="4785759" y="5393053"/>
                  <a:pt x="4790274" y="5377972"/>
                  <a:pt x="4799303" y="5367653"/>
                </a:cubicBezTo>
                <a:cubicBezTo>
                  <a:pt x="4806149" y="5359815"/>
                  <a:pt x="4813937" y="5355896"/>
                  <a:pt x="4822669" y="5355896"/>
                </a:cubicBezTo>
                <a:close/>
                <a:moveTo>
                  <a:pt x="2860519" y="5355896"/>
                </a:moveTo>
                <a:cubicBezTo>
                  <a:pt x="2865182" y="5355896"/>
                  <a:pt x="2869970" y="5357309"/>
                  <a:pt x="2874881" y="5360137"/>
                </a:cubicBezTo>
                <a:cubicBezTo>
                  <a:pt x="2879792" y="5362965"/>
                  <a:pt x="2883736" y="5367157"/>
                  <a:pt x="2886712" y="5372713"/>
                </a:cubicBezTo>
                <a:cubicBezTo>
                  <a:pt x="2889689" y="5378270"/>
                  <a:pt x="2891475" y="5384421"/>
                  <a:pt x="2892070" y="5391168"/>
                </a:cubicBezTo>
                <a:lnTo>
                  <a:pt x="2892070" y="5461415"/>
                </a:lnTo>
                <a:cubicBezTo>
                  <a:pt x="2883637" y="5470444"/>
                  <a:pt x="2874906" y="5474958"/>
                  <a:pt x="2865877" y="5474958"/>
                </a:cubicBezTo>
                <a:cubicBezTo>
                  <a:pt x="2855161" y="5474958"/>
                  <a:pt x="2845438" y="5469625"/>
                  <a:pt x="2836706" y="5458959"/>
                </a:cubicBezTo>
                <a:cubicBezTo>
                  <a:pt x="2827975" y="5448293"/>
                  <a:pt x="2823610" y="5432939"/>
                  <a:pt x="2823610" y="5412897"/>
                </a:cubicBezTo>
                <a:cubicBezTo>
                  <a:pt x="2823610" y="5393053"/>
                  <a:pt x="2828124" y="5377972"/>
                  <a:pt x="2837153" y="5367653"/>
                </a:cubicBezTo>
                <a:cubicBezTo>
                  <a:pt x="2843999" y="5359815"/>
                  <a:pt x="2851787" y="5355896"/>
                  <a:pt x="2860519" y="5355896"/>
                </a:cubicBezTo>
                <a:close/>
                <a:moveTo>
                  <a:pt x="924562" y="5353961"/>
                </a:moveTo>
                <a:cubicBezTo>
                  <a:pt x="932500" y="5353961"/>
                  <a:pt x="938999" y="5357235"/>
                  <a:pt x="944059" y="5363783"/>
                </a:cubicBezTo>
                <a:cubicBezTo>
                  <a:pt x="950905" y="5372713"/>
                  <a:pt x="954328" y="5385066"/>
                  <a:pt x="954328" y="5400842"/>
                </a:cubicBezTo>
                <a:cubicBezTo>
                  <a:pt x="954328" y="5412946"/>
                  <a:pt x="951897" y="5421826"/>
                  <a:pt x="947035" y="5427482"/>
                </a:cubicBezTo>
                <a:cubicBezTo>
                  <a:pt x="942174" y="5433137"/>
                  <a:pt x="935973" y="5435965"/>
                  <a:pt x="928432" y="5435965"/>
                </a:cubicBezTo>
                <a:cubicBezTo>
                  <a:pt x="920495" y="5435965"/>
                  <a:pt x="913946" y="5432691"/>
                  <a:pt x="908787" y="5426142"/>
                </a:cubicBezTo>
                <a:cubicBezTo>
                  <a:pt x="902040" y="5417510"/>
                  <a:pt x="898666" y="5405356"/>
                  <a:pt x="898666" y="5389680"/>
                </a:cubicBezTo>
                <a:cubicBezTo>
                  <a:pt x="898666" y="5377575"/>
                  <a:pt x="901147" y="5368596"/>
                  <a:pt x="906108" y="5362742"/>
                </a:cubicBezTo>
                <a:cubicBezTo>
                  <a:pt x="911069" y="5356888"/>
                  <a:pt x="917220" y="5353961"/>
                  <a:pt x="924562" y="5353961"/>
                </a:cubicBezTo>
                <a:close/>
                <a:moveTo>
                  <a:pt x="4957060" y="5346817"/>
                </a:moveTo>
                <a:cubicBezTo>
                  <a:pt x="4944857" y="5346817"/>
                  <a:pt x="4934910" y="5350587"/>
                  <a:pt x="4927221" y="5358128"/>
                </a:cubicBezTo>
                <a:cubicBezTo>
                  <a:pt x="4919532" y="5365669"/>
                  <a:pt x="4915687" y="5375045"/>
                  <a:pt x="4915687" y="5386257"/>
                </a:cubicBezTo>
                <a:cubicBezTo>
                  <a:pt x="4915687" y="5394889"/>
                  <a:pt x="4917919" y="5402032"/>
                  <a:pt x="4922383" y="5407688"/>
                </a:cubicBezTo>
                <a:cubicBezTo>
                  <a:pt x="4926848" y="5413443"/>
                  <a:pt x="4936274" y="5419892"/>
                  <a:pt x="4950661" y="5427035"/>
                </a:cubicBezTo>
                <a:cubicBezTo>
                  <a:pt x="4965047" y="5434179"/>
                  <a:pt x="4974647" y="5440083"/>
                  <a:pt x="4979459" y="5444746"/>
                </a:cubicBezTo>
                <a:cubicBezTo>
                  <a:pt x="4984271" y="5449409"/>
                  <a:pt x="4986677" y="5455164"/>
                  <a:pt x="4986677" y="5462010"/>
                </a:cubicBezTo>
                <a:cubicBezTo>
                  <a:pt x="4986677" y="5467666"/>
                  <a:pt x="4984520" y="5472502"/>
                  <a:pt x="4980203" y="5476521"/>
                </a:cubicBezTo>
                <a:cubicBezTo>
                  <a:pt x="4975887" y="5480539"/>
                  <a:pt x="4970307" y="5482548"/>
                  <a:pt x="4963460" y="5482548"/>
                </a:cubicBezTo>
                <a:cubicBezTo>
                  <a:pt x="4953737" y="5482548"/>
                  <a:pt x="4944956" y="5479026"/>
                  <a:pt x="4937117" y="5471982"/>
                </a:cubicBezTo>
                <a:cubicBezTo>
                  <a:pt x="4929279" y="5464937"/>
                  <a:pt x="4923971" y="5454470"/>
                  <a:pt x="4921193" y="5440579"/>
                </a:cubicBezTo>
                <a:lnTo>
                  <a:pt x="4916281" y="5440579"/>
                </a:lnTo>
                <a:lnTo>
                  <a:pt x="4916281" y="5489246"/>
                </a:lnTo>
                <a:lnTo>
                  <a:pt x="4921193" y="5489246"/>
                </a:lnTo>
                <a:cubicBezTo>
                  <a:pt x="4922483" y="5486666"/>
                  <a:pt x="4924268" y="5485376"/>
                  <a:pt x="4926551" y="5485376"/>
                </a:cubicBezTo>
                <a:cubicBezTo>
                  <a:pt x="4928634" y="5485376"/>
                  <a:pt x="4931313" y="5485872"/>
                  <a:pt x="4934587" y="5486864"/>
                </a:cubicBezTo>
                <a:cubicBezTo>
                  <a:pt x="4945303" y="5489841"/>
                  <a:pt x="4954828" y="5491329"/>
                  <a:pt x="4963163" y="5491329"/>
                </a:cubicBezTo>
                <a:cubicBezTo>
                  <a:pt x="4974771" y="5491329"/>
                  <a:pt x="4985264" y="5487534"/>
                  <a:pt x="4994639" y="5479944"/>
                </a:cubicBezTo>
                <a:cubicBezTo>
                  <a:pt x="5004016" y="5472354"/>
                  <a:pt x="5008704" y="5462357"/>
                  <a:pt x="5008704" y="5449955"/>
                </a:cubicBezTo>
                <a:cubicBezTo>
                  <a:pt x="5008704" y="5433882"/>
                  <a:pt x="4998633" y="5420933"/>
                  <a:pt x="4978492" y="5411111"/>
                </a:cubicBezTo>
                <a:lnTo>
                  <a:pt x="4956763" y="5400544"/>
                </a:lnTo>
                <a:cubicBezTo>
                  <a:pt x="4947337" y="5395980"/>
                  <a:pt x="4941086" y="5391664"/>
                  <a:pt x="4938010" y="5387596"/>
                </a:cubicBezTo>
                <a:cubicBezTo>
                  <a:pt x="4934835" y="5383627"/>
                  <a:pt x="4933248" y="5378865"/>
                  <a:pt x="4933248" y="5373308"/>
                </a:cubicBezTo>
                <a:cubicBezTo>
                  <a:pt x="4933248" y="5368844"/>
                  <a:pt x="4935382" y="5364776"/>
                  <a:pt x="4939647" y="5361105"/>
                </a:cubicBezTo>
                <a:cubicBezTo>
                  <a:pt x="4943914" y="5357434"/>
                  <a:pt x="4949520" y="5355598"/>
                  <a:pt x="4956465" y="5355598"/>
                </a:cubicBezTo>
                <a:cubicBezTo>
                  <a:pt x="4965594" y="5355598"/>
                  <a:pt x="4973109" y="5358227"/>
                  <a:pt x="4979012" y="5363486"/>
                </a:cubicBezTo>
                <a:cubicBezTo>
                  <a:pt x="4984916" y="5368745"/>
                  <a:pt x="4989753" y="5378666"/>
                  <a:pt x="4993524" y="5393251"/>
                </a:cubicBezTo>
                <a:lnTo>
                  <a:pt x="4998435" y="5393251"/>
                </a:lnTo>
                <a:lnTo>
                  <a:pt x="4998435" y="5346817"/>
                </a:lnTo>
                <a:lnTo>
                  <a:pt x="4993524" y="5346817"/>
                </a:lnTo>
                <a:cubicBezTo>
                  <a:pt x="4992333" y="5349198"/>
                  <a:pt x="4991291" y="5350736"/>
                  <a:pt x="4990398" y="5351431"/>
                </a:cubicBezTo>
                <a:cubicBezTo>
                  <a:pt x="4989505" y="5352125"/>
                  <a:pt x="4988265" y="5352473"/>
                  <a:pt x="4986677" y="5352473"/>
                </a:cubicBezTo>
                <a:cubicBezTo>
                  <a:pt x="4984990" y="5352473"/>
                  <a:pt x="4981617" y="5351728"/>
                  <a:pt x="4976557" y="5350240"/>
                </a:cubicBezTo>
                <a:cubicBezTo>
                  <a:pt x="4968918" y="5347958"/>
                  <a:pt x="4962418" y="5346817"/>
                  <a:pt x="4957060" y="5346817"/>
                </a:cubicBezTo>
                <a:close/>
                <a:moveTo>
                  <a:pt x="4648391" y="5346817"/>
                </a:moveTo>
                <a:lnTo>
                  <a:pt x="4607314" y="5363486"/>
                </a:lnTo>
                <a:lnTo>
                  <a:pt x="4609547" y="5368844"/>
                </a:lnTo>
                <a:cubicBezTo>
                  <a:pt x="4613416" y="5367355"/>
                  <a:pt x="4616740" y="5366611"/>
                  <a:pt x="4619518" y="5366611"/>
                </a:cubicBezTo>
                <a:cubicBezTo>
                  <a:pt x="4622099" y="5366611"/>
                  <a:pt x="4624157" y="5367256"/>
                  <a:pt x="4625694" y="5368546"/>
                </a:cubicBezTo>
                <a:cubicBezTo>
                  <a:pt x="4627232" y="5369836"/>
                  <a:pt x="4628373" y="5372267"/>
                  <a:pt x="4629118" y="5375839"/>
                </a:cubicBezTo>
                <a:cubicBezTo>
                  <a:pt x="4629862" y="5379410"/>
                  <a:pt x="4630234" y="5389382"/>
                  <a:pt x="4630234" y="5405753"/>
                </a:cubicBezTo>
                <a:lnTo>
                  <a:pt x="4630234" y="5456355"/>
                </a:lnTo>
                <a:cubicBezTo>
                  <a:pt x="4630234" y="5466277"/>
                  <a:pt x="4629019" y="5472999"/>
                  <a:pt x="4626589" y="5476521"/>
                </a:cubicBezTo>
                <a:cubicBezTo>
                  <a:pt x="4624157" y="5480043"/>
                  <a:pt x="4619468" y="5481804"/>
                  <a:pt x="4612524" y="5481804"/>
                </a:cubicBezTo>
                <a:lnTo>
                  <a:pt x="4609547" y="5481804"/>
                </a:lnTo>
                <a:lnTo>
                  <a:pt x="4609547" y="5487162"/>
                </a:lnTo>
                <a:lnTo>
                  <a:pt x="4676966" y="5487162"/>
                </a:lnTo>
                <a:lnTo>
                  <a:pt x="4676966" y="5481804"/>
                </a:lnTo>
                <a:cubicBezTo>
                  <a:pt x="4669524" y="5481804"/>
                  <a:pt x="4664588" y="5481134"/>
                  <a:pt x="4662157" y="5479795"/>
                </a:cubicBezTo>
                <a:cubicBezTo>
                  <a:pt x="4659726" y="5478456"/>
                  <a:pt x="4657817" y="5476347"/>
                  <a:pt x="4656427" y="5473470"/>
                </a:cubicBezTo>
                <a:cubicBezTo>
                  <a:pt x="4655336" y="5471287"/>
                  <a:pt x="4654790" y="5465582"/>
                  <a:pt x="4654790" y="5456355"/>
                </a:cubicBezTo>
                <a:lnTo>
                  <a:pt x="4654790" y="5384471"/>
                </a:lnTo>
                <a:cubicBezTo>
                  <a:pt x="4666498" y="5371572"/>
                  <a:pt x="4678256" y="5365123"/>
                  <a:pt x="4690063" y="5365123"/>
                </a:cubicBezTo>
                <a:cubicBezTo>
                  <a:pt x="4697704" y="5365123"/>
                  <a:pt x="4703135" y="5367926"/>
                  <a:pt x="4706359" y="5373532"/>
                </a:cubicBezTo>
                <a:cubicBezTo>
                  <a:pt x="4709584" y="5379138"/>
                  <a:pt x="4711196" y="5388142"/>
                  <a:pt x="4711196" y="5400544"/>
                </a:cubicBezTo>
                <a:lnTo>
                  <a:pt x="4711196" y="5456355"/>
                </a:lnTo>
                <a:cubicBezTo>
                  <a:pt x="4711196" y="5464193"/>
                  <a:pt x="4710998" y="5468856"/>
                  <a:pt x="4710601" y="5470344"/>
                </a:cubicBezTo>
                <a:cubicBezTo>
                  <a:pt x="4709609" y="5474115"/>
                  <a:pt x="4707849" y="5476967"/>
                  <a:pt x="4705318" y="5478902"/>
                </a:cubicBezTo>
                <a:cubicBezTo>
                  <a:pt x="4702787" y="5480837"/>
                  <a:pt x="4698347" y="5481804"/>
                  <a:pt x="4691997" y="5481804"/>
                </a:cubicBezTo>
                <a:lnTo>
                  <a:pt x="4689170" y="5481804"/>
                </a:lnTo>
                <a:lnTo>
                  <a:pt x="4689170" y="5487162"/>
                </a:lnTo>
                <a:lnTo>
                  <a:pt x="4756589" y="5487162"/>
                </a:lnTo>
                <a:lnTo>
                  <a:pt x="4756589" y="5481804"/>
                </a:lnTo>
                <a:cubicBezTo>
                  <a:pt x="4750040" y="5481804"/>
                  <a:pt x="4745551" y="5481110"/>
                  <a:pt x="4743120" y="5479721"/>
                </a:cubicBezTo>
                <a:cubicBezTo>
                  <a:pt x="4740689" y="5478332"/>
                  <a:pt x="4738929" y="5476397"/>
                  <a:pt x="4737837" y="5473916"/>
                </a:cubicBezTo>
                <a:cubicBezTo>
                  <a:pt x="4736447" y="5470841"/>
                  <a:pt x="4735753" y="5464987"/>
                  <a:pt x="4735753" y="5456355"/>
                </a:cubicBezTo>
                <a:lnTo>
                  <a:pt x="4735753" y="5398163"/>
                </a:lnTo>
                <a:cubicBezTo>
                  <a:pt x="4735753" y="5385860"/>
                  <a:pt x="4734661" y="5376732"/>
                  <a:pt x="4732479" y="5370778"/>
                </a:cubicBezTo>
                <a:cubicBezTo>
                  <a:pt x="4729304" y="5362246"/>
                  <a:pt x="4725037" y="5356119"/>
                  <a:pt x="4719679" y="5352398"/>
                </a:cubicBezTo>
                <a:cubicBezTo>
                  <a:pt x="4714322" y="5348677"/>
                  <a:pt x="4707922" y="5346817"/>
                  <a:pt x="4700482" y="5346817"/>
                </a:cubicBezTo>
                <a:cubicBezTo>
                  <a:pt x="4685995" y="5346817"/>
                  <a:pt x="4670765" y="5356441"/>
                  <a:pt x="4654790" y="5375690"/>
                </a:cubicBezTo>
                <a:lnTo>
                  <a:pt x="4654790" y="5346817"/>
                </a:lnTo>
                <a:close/>
                <a:moveTo>
                  <a:pt x="4410564" y="5346817"/>
                </a:moveTo>
                <a:lnTo>
                  <a:pt x="4369339" y="5363486"/>
                </a:lnTo>
                <a:lnTo>
                  <a:pt x="4370826" y="5368844"/>
                </a:lnTo>
                <a:cubicBezTo>
                  <a:pt x="4374696" y="5367355"/>
                  <a:pt x="4378169" y="5366611"/>
                  <a:pt x="4381244" y="5366611"/>
                </a:cubicBezTo>
                <a:cubicBezTo>
                  <a:pt x="4383824" y="5366611"/>
                  <a:pt x="4385982" y="5367306"/>
                  <a:pt x="4387718" y="5368695"/>
                </a:cubicBezTo>
                <a:cubicBezTo>
                  <a:pt x="4389454" y="5370084"/>
                  <a:pt x="4390646" y="5372292"/>
                  <a:pt x="4391290" y="5375318"/>
                </a:cubicBezTo>
                <a:cubicBezTo>
                  <a:pt x="4391935" y="5378344"/>
                  <a:pt x="4392258" y="5387795"/>
                  <a:pt x="4392258" y="5403669"/>
                </a:cubicBezTo>
                <a:lnTo>
                  <a:pt x="4392258" y="5456503"/>
                </a:lnTo>
                <a:cubicBezTo>
                  <a:pt x="4392258" y="5464441"/>
                  <a:pt x="4392011" y="5469253"/>
                  <a:pt x="4391513" y="5470940"/>
                </a:cubicBezTo>
                <a:cubicBezTo>
                  <a:pt x="4390521" y="5474412"/>
                  <a:pt x="4388785" y="5476943"/>
                  <a:pt x="4386304" y="5478530"/>
                </a:cubicBezTo>
                <a:cubicBezTo>
                  <a:pt x="4382931" y="5480713"/>
                  <a:pt x="4377771" y="5481804"/>
                  <a:pt x="4370826" y="5481804"/>
                </a:cubicBezTo>
                <a:lnTo>
                  <a:pt x="4370826" y="5487162"/>
                </a:lnTo>
                <a:lnTo>
                  <a:pt x="4440627" y="5487162"/>
                </a:lnTo>
                <a:lnTo>
                  <a:pt x="4440627" y="5481804"/>
                </a:lnTo>
                <a:cubicBezTo>
                  <a:pt x="4434476" y="5481804"/>
                  <a:pt x="4429762" y="5480911"/>
                  <a:pt x="4426488" y="5479125"/>
                </a:cubicBezTo>
                <a:cubicBezTo>
                  <a:pt x="4423214" y="5477339"/>
                  <a:pt x="4420932" y="5475107"/>
                  <a:pt x="4419642" y="5472428"/>
                </a:cubicBezTo>
                <a:cubicBezTo>
                  <a:pt x="4417757" y="5468558"/>
                  <a:pt x="4416814" y="5462854"/>
                  <a:pt x="4416814" y="5455313"/>
                </a:cubicBezTo>
                <a:lnTo>
                  <a:pt x="4416814" y="5389977"/>
                </a:lnTo>
                <a:cubicBezTo>
                  <a:pt x="4421577" y="5380651"/>
                  <a:pt x="4426190" y="5373954"/>
                  <a:pt x="4430655" y="5369885"/>
                </a:cubicBezTo>
                <a:cubicBezTo>
                  <a:pt x="4432739" y="5367901"/>
                  <a:pt x="4434673" y="5366909"/>
                  <a:pt x="4436460" y="5366909"/>
                </a:cubicBezTo>
                <a:cubicBezTo>
                  <a:pt x="4438543" y="5366909"/>
                  <a:pt x="4441743" y="5368620"/>
                  <a:pt x="4446059" y="5372043"/>
                </a:cubicBezTo>
                <a:cubicBezTo>
                  <a:pt x="4450376" y="5375467"/>
                  <a:pt x="4454269" y="5377178"/>
                  <a:pt x="4457743" y="5377178"/>
                </a:cubicBezTo>
                <a:cubicBezTo>
                  <a:pt x="4461315" y="5377178"/>
                  <a:pt x="4464389" y="5375839"/>
                  <a:pt x="4466969" y="5373160"/>
                </a:cubicBezTo>
                <a:cubicBezTo>
                  <a:pt x="4469549" y="5370481"/>
                  <a:pt x="4470839" y="5367207"/>
                  <a:pt x="4470839" y="5363337"/>
                </a:cubicBezTo>
                <a:cubicBezTo>
                  <a:pt x="4470839" y="5358972"/>
                  <a:pt x="4469053" y="5355127"/>
                  <a:pt x="4465481" y="5351803"/>
                </a:cubicBezTo>
                <a:cubicBezTo>
                  <a:pt x="4461910" y="5348479"/>
                  <a:pt x="4457394" y="5346817"/>
                  <a:pt x="4451938" y="5346817"/>
                </a:cubicBezTo>
                <a:cubicBezTo>
                  <a:pt x="4439932" y="5346817"/>
                  <a:pt x="4428224" y="5357037"/>
                  <a:pt x="4416814" y="5377476"/>
                </a:cubicBezTo>
                <a:lnTo>
                  <a:pt x="4416814" y="5346817"/>
                </a:lnTo>
                <a:close/>
                <a:moveTo>
                  <a:pt x="4119010" y="5346817"/>
                </a:moveTo>
                <a:cubicBezTo>
                  <a:pt x="4101150" y="5346817"/>
                  <a:pt x="4085846" y="5353514"/>
                  <a:pt x="4073096" y="5366909"/>
                </a:cubicBezTo>
                <a:cubicBezTo>
                  <a:pt x="4060347" y="5380303"/>
                  <a:pt x="4053972" y="5397716"/>
                  <a:pt x="4053972" y="5419148"/>
                </a:cubicBezTo>
                <a:cubicBezTo>
                  <a:pt x="4053972" y="5441274"/>
                  <a:pt x="4059726" y="5458835"/>
                  <a:pt x="4071236" y="5471833"/>
                </a:cubicBezTo>
                <a:cubicBezTo>
                  <a:pt x="4082745" y="5484830"/>
                  <a:pt x="4096239" y="5491329"/>
                  <a:pt x="4111717" y="5491329"/>
                </a:cubicBezTo>
                <a:cubicBezTo>
                  <a:pt x="4124715" y="5491329"/>
                  <a:pt x="4136571" y="5486492"/>
                  <a:pt x="4147287" y="5476818"/>
                </a:cubicBezTo>
                <a:cubicBezTo>
                  <a:pt x="4158003" y="5467145"/>
                  <a:pt x="4165195" y="5453329"/>
                  <a:pt x="4168867" y="5435370"/>
                </a:cubicBezTo>
                <a:lnTo>
                  <a:pt x="4164551" y="5433286"/>
                </a:lnTo>
                <a:cubicBezTo>
                  <a:pt x="4159392" y="5445292"/>
                  <a:pt x="4154083" y="5453577"/>
                  <a:pt x="4148626" y="5458141"/>
                </a:cubicBezTo>
                <a:cubicBezTo>
                  <a:pt x="4140887" y="5464788"/>
                  <a:pt x="4132156" y="5468112"/>
                  <a:pt x="4122432" y="5468112"/>
                </a:cubicBezTo>
                <a:cubicBezTo>
                  <a:pt x="4108840" y="5468112"/>
                  <a:pt x="4098049" y="5461886"/>
                  <a:pt x="4090062" y="5449434"/>
                </a:cubicBezTo>
                <a:cubicBezTo>
                  <a:pt x="4082075" y="5436982"/>
                  <a:pt x="4078082" y="5422620"/>
                  <a:pt x="4078082" y="5406348"/>
                </a:cubicBezTo>
                <a:cubicBezTo>
                  <a:pt x="4078082" y="5390374"/>
                  <a:pt x="4082100" y="5377525"/>
                  <a:pt x="4090137" y="5367802"/>
                </a:cubicBezTo>
                <a:cubicBezTo>
                  <a:pt x="4096189" y="5360460"/>
                  <a:pt x="4104176" y="5356789"/>
                  <a:pt x="4114098" y="5356789"/>
                </a:cubicBezTo>
                <a:cubicBezTo>
                  <a:pt x="4120250" y="5356789"/>
                  <a:pt x="4125062" y="5358277"/>
                  <a:pt x="4128535" y="5361253"/>
                </a:cubicBezTo>
                <a:cubicBezTo>
                  <a:pt x="4132007" y="5364329"/>
                  <a:pt x="4134016" y="5368794"/>
                  <a:pt x="4134562" y="5374648"/>
                </a:cubicBezTo>
                <a:cubicBezTo>
                  <a:pt x="4135108" y="5380502"/>
                  <a:pt x="4136224" y="5384471"/>
                  <a:pt x="4137911" y="5386554"/>
                </a:cubicBezTo>
                <a:cubicBezTo>
                  <a:pt x="4140887" y="5390325"/>
                  <a:pt x="4145302" y="5392210"/>
                  <a:pt x="4151156" y="5392210"/>
                </a:cubicBezTo>
                <a:cubicBezTo>
                  <a:pt x="4155522" y="5392210"/>
                  <a:pt x="4158920" y="5391044"/>
                  <a:pt x="4161351" y="5388712"/>
                </a:cubicBezTo>
                <a:cubicBezTo>
                  <a:pt x="4163782" y="5386381"/>
                  <a:pt x="4164997" y="5383330"/>
                  <a:pt x="4164997" y="5379559"/>
                </a:cubicBezTo>
                <a:cubicBezTo>
                  <a:pt x="4164997" y="5371920"/>
                  <a:pt x="4160681" y="5364553"/>
                  <a:pt x="4152049" y="5357458"/>
                </a:cubicBezTo>
                <a:cubicBezTo>
                  <a:pt x="4143417" y="5350364"/>
                  <a:pt x="4132404" y="5346817"/>
                  <a:pt x="4119010" y="5346817"/>
                </a:cubicBezTo>
                <a:close/>
                <a:moveTo>
                  <a:pt x="3782360" y="5346817"/>
                </a:moveTo>
                <a:lnTo>
                  <a:pt x="3741284" y="5363486"/>
                </a:lnTo>
                <a:lnTo>
                  <a:pt x="3743516" y="5368844"/>
                </a:lnTo>
                <a:cubicBezTo>
                  <a:pt x="3747386" y="5367355"/>
                  <a:pt x="3750709" y="5366611"/>
                  <a:pt x="3753487" y="5366611"/>
                </a:cubicBezTo>
                <a:cubicBezTo>
                  <a:pt x="3756067" y="5366611"/>
                  <a:pt x="3758101" y="5367232"/>
                  <a:pt x="3759589" y="5368472"/>
                </a:cubicBezTo>
                <a:cubicBezTo>
                  <a:pt x="3761078" y="5369712"/>
                  <a:pt x="3762169" y="5371969"/>
                  <a:pt x="3762864" y="5375243"/>
                </a:cubicBezTo>
                <a:cubicBezTo>
                  <a:pt x="3763757" y="5379609"/>
                  <a:pt x="3764203" y="5389283"/>
                  <a:pt x="3764203" y="5404265"/>
                </a:cubicBezTo>
                <a:lnTo>
                  <a:pt x="3764203" y="5456355"/>
                </a:lnTo>
                <a:cubicBezTo>
                  <a:pt x="3764203" y="5464788"/>
                  <a:pt x="3763558" y="5470469"/>
                  <a:pt x="3762268" y="5473395"/>
                </a:cubicBezTo>
                <a:cubicBezTo>
                  <a:pt x="3760979" y="5476323"/>
                  <a:pt x="3759093" y="5478456"/>
                  <a:pt x="3756613" y="5479795"/>
                </a:cubicBezTo>
                <a:cubicBezTo>
                  <a:pt x="3754132" y="5481134"/>
                  <a:pt x="3749767" y="5481804"/>
                  <a:pt x="3743516" y="5481804"/>
                </a:cubicBezTo>
                <a:lnTo>
                  <a:pt x="3743516" y="5487162"/>
                </a:lnTo>
                <a:lnTo>
                  <a:pt x="3810935" y="5487162"/>
                </a:lnTo>
                <a:lnTo>
                  <a:pt x="3810935" y="5481804"/>
                </a:lnTo>
                <a:cubicBezTo>
                  <a:pt x="3803494" y="5481804"/>
                  <a:pt x="3798558" y="5481134"/>
                  <a:pt x="3796127" y="5479795"/>
                </a:cubicBezTo>
                <a:cubicBezTo>
                  <a:pt x="3793696" y="5478456"/>
                  <a:pt x="3791861" y="5476446"/>
                  <a:pt x="3790620" y="5473767"/>
                </a:cubicBezTo>
                <a:cubicBezTo>
                  <a:pt x="3789380" y="5471089"/>
                  <a:pt x="3788760" y="5465284"/>
                  <a:pt x="3788760" y="5456355"/>
                </a:cubicBezTo>
                <a:lnTo>
                  <a:pt x="3788760" y="5383280"/>
                </a:lnTo>
                <a:cubicBezTo>
                  <a:pt x="3793225" y="5377823"/>
                  <a:pt x="3799574" y="5372912"/>
                  <a:pt x="3807810" y="5368546"/>
                </a:cubicBezTo>
                <a:cubicBezTo>
                  <a:pt x="3813069" y="5365669"/>
                  <a:pt x="3818376" y="5364230"/>
                  <a:pt x="3823735" y="5364230"/>
                </a:cubicBezTo>
                <a:cubicBezTo>
                  <a:pt x="3831573" y="5364230"/>
                  <a:pt x="3837675" y="5367405"/>
                  <a:pt x="3842040" y="5373755"/>
                </a:cubicBezTo>
                <a:cubicBezTo>
                  <a:pt x="3845314" y="5378617"/>
                  <a:pt x="3846951" y="5386604"/>
                  <a:pt x="3846951" y="5397716"/>
                </a:cubicBezTo>
                <a:lnTo>
                  <a:pt x="3846951" y="5456355"/>
                </a:lnTo>
                <a:cubicBezTo>
                  <a:pt x="3846951" y="5464491"/>
                  <a:pt x="3846704" y="5469402"/>
                  <a:pt x="3846208" y="5471089"/>
                </a:cubicBezTo>
                <a:cubicBezTo>
                  <a:pt x="3845116" y="5474660"/>
                  <a:pt x="3843156" y="5477339"/>
                  <a:pt x="3840329" y="5479125"/>
                </a:cubicBezTo>
                <a:cubicBezTo>
                  <a:pt x="3837501" y="5480911"/>
                  <a:pt x="3832317" y="5481804"/>
                  <a:pt x="3824776" y="5481804"/>
                </a:cubicBezTo>
                <a:lnTo>
                  <a:pt x="3824776" y="5487162"/>
                </a:lnTo>
                <a:lnTo>
                  <a:pt x="3893684" y="5487162"/>
                </a:lnTo>
                <a:lnTo>
                  <a:pt x="3893684" y="5481804"/>
                </a:lnTo>
                <a:cubicBezTo>
                  <a:pt x="3886738" y="5481804"/>
                  <a:pt x="3881827" y="5481035"/>
                  <a:pt x="3878950" y="5479497"/>
                </a:cubicBezTo>
                <a:cubicBezTo>
                  <a:pt x="3876072" y="5477960"/>
                  <a:pt x="3874113" y="5476050"/>
                  <a:pt x="3873071" y="5473767"/>
                </a:cubicBezTo>
                <a:cubicBezTo>
                  <a:pt x="3872029" y="5471486"/>
                  <a:pt x="3871508" y="5465681"/>
                  <a:pt x="3871508" y="5456355"/>
                </a:cubicBezTo>
                <a:lnTo>
                  <a:pt x="3871508" y="5391317"/>
                </a:lnTo>
                <a:lnTo>
                  <a:pt x="3871211" y="5384917"/>
                </a:lnTo>
                <a:lnTo>
                  <a:pt x="3871508" y="5383280"/>
                </a:lnTo>
                <a:cubicBezTo>
                  <a:pt x="3879049" y="5376136"/>
                  <a:pt x="3885473" y="5371250"/>
                  <a:pt x="3890781" y="5368620"/>
                </a:cubicBezTo>
                <a:cubicBezTo>
                  <a:pt x="3896089" y="5365991"/>
                  <a:pt x="3901373" y="5364676"/>
                  <a:pt x="3906632" y="5364676"/>
                </a:cubicBezTo>
                <a:cubicBezTo>
                  <a:pt x="3915165" y="5364676"/>
                  <a:pt x="3921366" y="5367852"/>
                  <a:pt x="3925235" y="5374201"/>
                </a:cubicBezTo>
                <a:cubicBezTo>
                  <a:pt x="3927914" y="5378766"/>
                  <a:pt x="3929254" y="5386604"/>
                  <a:pt x="3929254" y="5397716"/>
                </a:cubicBezTo>
                <a:lnTo>
                  <a:pt x="3929254" y="5456355"/>
                </a:lnTo>
                <a:cubicBezTo>
                  <a:pt x="3929254" y="5464292"/>
                  <a:pt x="3929055" y="5469104"/>
                  <a:pt x="3928658" y="5470791"/>
                </a:cubicBezTo>
                <a:cubicBezTo>
                  <a:pt x="3927666" y="5474264"/>
                  <a:pt x="3926029" y="5476794"/>
                  <a:pt x="3923747" y="5478381"/>
                </a:cubicBezTo>
                <a:cubicBezTo>
                  <a:pt x="3920473" y="5480663"/>
                  <a:pt x="3915909" y="5481804"/>
                  <a:pt x="3910055" y="5481804"/>
                </a:cubicBezTo>
                <a:lnTo>
                  <a:pt x="3907227" y="5481804"/>
                </a:lnTo>
                <a:lnTo>
                  <a:pt x="3907227" y="5487162"/>
                </a:lnTo>
                <a:lnTo>
                  <a:pt x="3968842" y="5487162"/>
                </a:lnTo>
                <a:lnTo>
                  <a:pt x="3974497" y="5487162"/>
                </a:lnTo>
                <a:lnTo>
                  <a:pt x="4035070" y="5487162"/>
                </a:lnTo>
                <a:lnTo>
                  <a:pt x="4035070" y="5481804"/>
                </a:lnTo>
                <a:cubicBezTo>
                  <a:pt x="4028621" y="5481804"/>
                  <a:pt x="4024181" y="5481110"/>
                  <a:pt x="4021750" y="5479721"/>
                </a:cubicBezTo>
                <a:cubicBezTo>
                  <a:pt x="4019319" y="5478332"/>
                  <a:pt x="4017484" y="5476223"/>
                  <a:pt x="4016243" y="5473395"/>
                </a:cubicBezTo>
                <a:cubicBezTo>
                  <a:pt x="4015003" y="5470568"/>
                  <a:pt x="4014383" y="5464887"/>
                  <a:pt x="4014383" y="5456355"/>
                </a:cubicBezTo>
                <a:lnTo>
                  <a:pt x="4014383" y="5346817"/>
                </a:lnTo>
                <a:lnTo>
                  <a:pt x="4007835" y="5346817"/>
                </a:lnTo>
                <a:lnTo>
                  <a:pt x="3966758" y="5363486"/>
                </a:lnTo>
                <a:lnTo>
                  <a:pt x="3968842" y="5368844"/>
                </a:lnTo>
                <a:cubicBezTo>
                  <a:pt x="3972810" y="5367355"/>
                  <a:pt x="3976184" y="5366611"/>
                  <a:pt x="3978962" y="5366611"/>
                </a:cubicBezTo>
                <a:cubicBezTo>
                  <a:pt x="3981542" y="5366611"/>
                  <a:pt x="3983576" y="5367232"/>
                  <a:pt x="3985064" y="5368472"/>
                </a:cubicBezTo>
                <a:cubicBezTo>
                  <a:pt x="3986553" y="5369712"/>
                  <a:pt x="3987644" y="5371920"/>
                  <a:pt x="3988338" y="5375094"/>
                </a:cubicBezTo>
                <a:cubicBezTo>
                  <a:pt x="3989231" y="5379460"/>
                  <a:pt x="3989678" y="5389035"/>
                  <a:pt x="3989678" y="5403818"/>
                </a:cubicBezTo>
                <a:lnTo>
                  <a:pt x="3989678" y="5456355"/>
                </a:lnTo>
                <a:cubicBezTo>
                  <a:pt x="3989678" y="5464788"/>
                  <a:pt x="3989008" y="5470493"/>
                  <a:pt x="3987668" y="5473470"/>
                </a:cubicBezTo>
                <a:cubicBezTo>
                  <a:pt x="3986329" y="5476446"/>
                  <a:pt x="3984518" y="5478580"/>
                  <a:pt x="3982236" y="5479869"/>
                </a:cubicBezTo>
                <a:lnTo>
                  <a:pt x="3971949" y="5481355"/>
                </a:lnTo>
                <a:lnTo>
                  <a:pt x="3961401" y="5479497"/>
                </a:lnTo>
                <a:cubicBezTo>
                  <a:pt x="3958722" y="5477960"/>
                  <a:pt x="3956886" y="5476099"/>
                  <a:pt x="3955894" y="5473916"/>
                </a:cubicBezTo>
                <a:cubicBezTo>
                  <a:pt x="3954604" y="5470741"/>
                  <a:pt x="3953959" y="5464887"/>
                  <a:pt x="3953959" y="5456355"/>
                </a:cubicBezTo>
                <a:lnTo>
                  <a:pt x="3953959" y="5397716"/>
                </a:lnTo>
                <a:cubicBezTo>
                  <a:pt x="3953959" y="5385413"/>
                  <a:pt x="3952868" y="5376384"/>
                  <a:pt x="3950685" y="5370630"/>
                </a:cubicBezTo>
                <a:cubicBezTo>
                  <a:pt x="3947411" y="5362196"/>
                  <a:pt x="3942971" y="5356119"/>
                  <a:pt x="3937365" y="5352398"/>
                </a:cubicBezTo>
                <a:cubicBezTo>
                  <a:pt x="3931759" y="5348677"/>
                  <a:pt x="3925334" y="5346817"/>
                  <a:pt x="3918091" y="5346817"/>
                </a:cubicBezTo>
                <a:cubicBezTo>
                  <a:pt x="3910650" y="5346817"/>
                  <a:pt x="3903407" y="5348677"/>
                  <a:pt x="3896362" y="5352398"/>
                </a:cubicBezTo>
                <a:cubicBezTo>
                  <a:pt x="3889318" y="5356119"/>
                  <a:pt x="3880686" y="5363932"/>
                  <a:pt x="3870466" y="5375839"/>
                </a:cubicBezTo>
                <a:cubicBezTo>
                  <a:pt x="3868383" y="5366413"/>
                  <a:pt x="3864265" y="5359220"/>
                  <a:pt x="3858114" y="5354258"/>
                </a:cubicBezTo>
                <a:cubicBezTo>
                  <a:pt x="3851962" y="5349298"/>
                  <a:pt x="3844620" y="5346817"/>
                  <a:pt x="3836087" y="5346817"/>
                </a:cubicBezTo>
                <a:cubicBezTo>
                  <a:pt x="3831027" y="5346817"/>
                  <a:pt x="3825917" y="5347859"/>
                  <a:pt x="3820758" y="5349942"/>
                </a:cubicBezTo>
                <a:cubicBezTo>
                  <a:pt x="3815599" y="5352026"/>
                  <a:pt x="3810786" y="5354953"/>
                  <a:pt x="3806322" y="5358723"/>
                </a:cubicBezTo>
                <a:cubicBezTo>
                  <a:pt x="3804535" y="5360212"/>
                  <a:pt x="3798681" y="5365917"/>
                  <a:pt x="3788760" y="5375839"/>
                </a:cubicBezTo>
                <a:lnTo>
                  <a:pt x="3788760" y="5346817"/>
                </a:lnTo>
                <a:close/>
                <a:moveTo>
                  <a:pt x="3662554" y="5346817"/>
                </a:moveTo>
                <a:cubicBezTo>
                  <a:pt x="3651243" y="5346817"/>
                  <a:pt x="3640527" y="5349769"/>
                  <a:pt x="3630407" y="5355672"/>
                </a:cubicBezTo>
                <a:cubicBezTo>
                  <a:pt x="3620286" y="5361576"/>
                  <a:pt x="3612125" y="5370704"/>
                  <a:pt x="3605925" y="5383057"/>
                </a:cubicBezTo>
                <a:cubicBezTo>
                  <a:pt x="3599723" y="5395409"/>
                  <a:pt x="3596623" y="5407837"/>
                  <a:pt x="3596623" y="5420338"/>
                </a:cubicBezTo>
                <a:cubicBezTo>
                  <a:pt x="3596623" y="5437503"/>
                  <a:pt x="3601732" y="5452981"/>
                  <a:pt x="3611952" y="5466773"/>
                </a:cubicBezTo>
                <a:cubicBezTo>
                  <a:pt x="3624056" y="5483144"/>
                  <a:pt x="3640378" y="5491329"/>
                  <a:pt x="3660916" y="5491329"/>
                </a:cubicBezTo>
                <a:cubicBezTo>
                  <a:pt x="3673517" y="5491329"/>
                  <a:pt x="3684952" y="5488154"/>
                  <a:pt x="3695221" y="5481804"/>
                </a:cubicBezTo>
                <a:cubicBezTo>
                  <a:pt x="3705491" y="5475454"/>
                  <a:pt x="3713552" y="5466028"/>
                  <a:pt x="3719406" y="5453527"/>
                </a:cubicBezTo>
                <a:cubicBezTo>
                  <a:pt x="3725260" y="5441025"/>
                  <a:pt x="3728187" y="5428673"/>
                  <a:pt x="3728187" y="5416469"/>
                </a:cubicBezTo>
                <a:cubicBezTo>
                  <a:pt x="3728187" y="5399105"/>
                  <a:pt x="3722879" y="5383726"/>
                  <a:pt x="3712262" y="5370332"/>
                </a:cubicBezTo>
                <a:cubicBezTo>
                  <a:pt x="3699761" y="5354656"/>
                  <a:pt x="3683191" y="5346817"/>
                  <a:pt x="3662554" y="5346817"/>
                </a:cubicBezTo>
                <a:close/>
                <a:moveTo>
                  <a:pt x="3486341" y="5346817"/>
                </a:moveTo>
                <a:lnTo>
                  <a:pt x="3445264" y="5363486"/>
                </a:lnTo>
                <a:lnTo>
                  <a:pt x="3447497" y="5368844"/>
                </a:lnTo>
                <a:cubicBezTo>
                  <a:pt x="3451366" y="5367355"/>
                  <a:pt x="3454690" y="5366611"/>
                  <a:pt x="3457469" y="5366611"/>
                </a:cubicBezTo>
                <a:cubicBezTo>
                  <a:pt x="3460048" y="5366611"/>
                  <a:pt x="3462107" y="5367256"/>
                  <a:pt x="3463645" y="5368546"/>
                </a:cubicBezTo>
                <a:cubicBezTo>
                  <a:pt x="3465183" y="5369836"/>
                  <a:pt x="3466324" y="5372267"/>
                  <a:pt x="3467068" y="5375839"/>
                </a:cubicBezTo>
                <a:cubicBezTo>
                  <a:pt x="3467812" y="5379410"/>
                  <a:pt x="3468184" y="5389382"/>
                  <a:pt x="3468184" y="5405753"/>
                </a:cubicBezTo>
                <a:lnTo>
                  <a:pt x="3468184" y="5456355"/>
                </a:lnTo>
                <a:cubicBezTo>
                  <a:pt x="3468184" y="5466277"/>
                  <a:pt x="3466969" y="5472999"/>
                  <a:pt x="3464538" y="5476521"/>
                </a:cubicBezTo>
                <a:cubicBezTo>
                  <a:pt x="3462107" y="5480043"/>
                  <a:pt x="3457419" y="5481804"/>
                  <a:pt x="3450474" y="5481804"/>
                </a:cubicBezTo>
                <a:lnTo>
                  <a:pt x="3447497" y="5481804"/>
                </a:lnTo>
                <a:lnTo>
                  <a:pt x="3447497" y="5487162"/>
                </a:lnTo>
                <a:lnTo>
                  <a:pt x="3514916" y="5487162"/>
                </a:lnTo>
                <a:lnTo>
                  <a:pt x="3514916" y="5481804"/>
                </a:lnTo>
                <a:cubicBezTo>
                  <a:pt x="3507475" y="5481804"/>
                  <a:pt x="3502538" y="5481134"/>
                  <a:pt x="3500108" y="5479795"/>
                </a:cubicBezTo>
                <a:cubicBezTo>
                  <a:pt x="3497676" y="5478456"/>
                  <a:pt x="3495767" y="5476347"/>
                  <a:pt x="3494378" y="5473470"/>
                </a:cubicBezTo>
                <a:cubicBezTo>
                  <a:pt x="3493286" y="5471287"/>
                  <a:pt x="3492741" y="5465582"/>
                  <a:pt x="3492741" y="5456355"/>
                </a:cubicBezTo>
                <a:lnTo>
                  <a:pt x="3492741" y="5384471"/>
                </a:lnTo>
                <a:cubicBezTo>
                  <a:pt x="3504448" y="5371572"/>
                  <a:pt x="3516206" y="5365123"/>
                  <a:pt x="3528013" y="5365123"/>
                </a:cubicBezTo>
                <a:cubicBezTo>
                  <a:pt x="3535653" y="5365123"/>
                  <a:pt x="3541085" y="5367926"/>
                  <a:pt x="3544310" y="5373532"/>
                </a:cubicBezTo>
                <a:cubicBezTo>
                  <a:pt x="3547534" y="5379138"/>
                  <a:pt x="3549147" y="5388142"/>
                  <a:pt x="3549147" y="5400544"/>
                </a:cubicBezTo>
                <a:lnTo>
                  <a:pt x="3549147" y="5456355"/>
                </a:lnTo>
                <a:cubicBezTo>
                  <a:pt x="3549147" y="5464193"/>
                  <a:pt x="3548948" y="5468856"/>
                  <a:pt x="3548551" y="5470344"/>
                </a:cubicBezTo>
                <a:cubicBezTo>
                  <a:pt x="3547559" y="5474115"/>
                  <a:pt x="3545798" y="5476967"/>
                  <a:pt x="3543268" y="5478902"/>
                </a:cubicBezTo>
                <a:cubicBezTo>
                  <a:pt x="3540738" y="5480837"/>
                  <a:pt x="3536297" y="5481804"/>
                  <a:pt x="3529948" y="5481804"/>
                </a:cubicBezTo>
                <a:lnTo>
                  <a:pt x="3527120" y="5481804"/>
                </a:lnTo>
                <a:lnTo>
                  <a:pt x="3527120" y="5487162"/>
                </a:lnTo>
                <a:lnTo>
                  <a:pt x="3594539" y="5487162"/>
                </a:lnTo>
                <a:lnTo>
                  <a:pt x="3594539" y="5481804"/>
                </a:lnTo>
                <a:cubicBezTo>
                  <a:pt x="3587991" y="5481804"/>
                  <a:pt x="3583501" y="5481110"/>
                  <a:pt x="3581070" y="5479721"/>
                </a:cubicBezTo>
                <a:cubicBezTo>
                  <a:pt x="3578639" y="5478332"/>
                  <a:pt x="3576878" y="5476397"/>
                  <a:pt x="3575787" y="5473916"/>
                </a:cubicBezTo>
                <a:cubicBezTo>
                  <a:pt x="3574398" y="5470841"/>
                  <a:pt x="3573703" y="5464987"/>
                  <a:pt x="3573703" y="5456355"/>
                </a:cubicBezTo>
                <a:lnTo>
                  <a:pt x="3573703" y="5398163"/>
                </a:lnTo>
                <a:cubicBezTo>
                  <a:pt x="3573703" y="5385860"/>
                  <a:pt x="3572612" y="5376732"/>
                  <a:pt x="3570429" y="5370778"/>
                </a:cubicBezTo>
                <a:cubicBezTo>
                  <a:pt x="3567254" y="5362246"/>
                  <a:pt x="3562987" y="5356119"/>
                  <a:pt x="3557630" y="5352398"/>
                </a:cubicBezTo>
                <a:cubicBezTo>
                  <a:pt x="3552272" y="5348677"/>
                  <a:pt x="3545872" y="5346817"/>
                  <a:pt x="3538431" y="5346817"/>
                </a:cubicBezTo>
                <a:cubicBezTo>
                  <a:pt x="3523944" y="5346817"/>
                  <a:pt x="3508715" y="5356441"/>
                  <a:pt x="3492741" y="5375690"/>
                </a:cubicBezTo>
                <a:lnTo>
                  <a:pt x="3492741" y="5346817"/>
                </a:lnTo>
                <a:close/>
                <a:moveTo>
                  <a:pt x="3367279" y="5346817"/>
                </a:moveTo>
                <a:cubicBezTo>
                  <a:pt x="3355967" y="5346817"/>
                  <a:pt x="3345252" y="5349769"/>
                  <a:pt x="3335132" y="5355672"/>
                </a:cubicBezTo>
                <a:cubicBezTo>
                  <a:pt x="3325011" y="5361576"/>
                  <a:pt x="3316850" y="5370704"/>
                  <a:pt x="3310650" y="5383057"/>
                </a:cubicBezTo>
                <a:cubicBezTo>
                  <a:pt x="3304449" y="5395409"/>
                  <a:pt x="3301348" y="5407837"/>
                  <a:pt x="3301348" y="5420338"/>
                </a:cubicBezTo>
                <a:cubicBezTo>
                  <a:pt x="3301348" y="5437503"/>
                  <a:pt x="3306457" y="5452981"/>
                  <a:pt x="3316677" y="5466773"/>
                </a:cubicBezTo>
                <a:cubicBezTo>
                  <a:pt x="3328782" y="5483144"/>
                  <a:pt x="3345103" y="5491329"/>
                  <a:pt x="3365641" y="5491329"/>
                </a:cubicBezTo>
                <a:cubicBezTo>
                  <a:pt x="3378242" y="5491329"/>
                  <a:pt x="3389677" y="5488154"/>
                  <a:pt x="3399946" y="5481804"/>
                </a:cubicBezTo>
                <a:cubicBezTo>
                  <a:pt x="3410216" y="5475454"/>
                  <a:pt x="3418277" y="5466028"/>
                  <a:pt x="3424131" y="5453527"/>
                </a:cubicBezTo>
                <a:cubicBezTo>
                  <a:pt x="3429985" y="5441025"/>
                  <a:pt x="3432912" y="5428673"/>
                  <a:pt x="3432912" y="5416469"/>
                </a:cubicBezTo>
                <a:cubicBezTo>
                  <a:pt x="3432912" y="5399105"/>
                  <a:pt x="3427604" y="5383726"/>
                  <a:pt x="3416987" y="5370332"/>
                </a:cubicBezTo>
                <a:cubicBezTo>
                  <a:pt x="3404486" y="5354656"/>
                  <a:pt x="3387916" y="5346817"/>
                  <a:pt x="3367279" y="5346817"/>
                </a:cubicBezTo>
                <a:close/>
                <a:moveTo>
                  <a:pt x="3233185" y="5346817"/>
                </a:moveTo>
                <a:cubicBezTo>
                  <a:pt x="3215325" y="5346817"/>
                  <a:pt x="3200021" y="5353514"/>
                  <a:pt x="3187271" y="5366909"/>
                </a:cubicBezTo>
                <a:cubicBezTo>
                  <a:pt x="3174521" y="5380303"/>
                  <a:pt x="3168147" y="5397716"/>
                  <a:pt x="3168147" y="5419148"/>
                </a:cubicBezTo>
                <a:cubicBezTo>
                  <a:pt x="3168147" y="5441274"/>
                  <a:pt x="3173901" y="5458835"/>
                  <a:pt x="3185410" y="5471833"/>
                </a:cubicBezTo>
                <a:cubicBezTo>
                  <a:pt x="3196920" y="5484830"/>
                  <a:pt x="3210413" y="5491329"/>
                  <a:pt x="3225892" y="5491329"/>
                </a:cubicBezTo>
                <a:cubicBezTo>
                  <a:pt x="3238889" y="5491329"/>
                  <a:pt x="3250746" y="5486492"/>
                  <a:pt x="3261462" y="5476818"/>
                </a:cubicBezTo>
                <a:cubicBezTo>
                  <a:pt x="3272177" y="5467145"/>
                  <a:pt x="3279371" y="5453329"/>
                  <a:pt x="3283042" y="5435370"/>
                </a:cubicBezTo>
                <a:lnTo>
                  <a:pt x="3278726" y="5433286"/>
                </a:lnTo>
                <a:cubicBezTo>
                  <a:pt x="3273566" y="5445292"/>
                  <a:pt x="3268258" y="5453577"/>
                  <a:pt x="3262801" y="5458141"/>
                </a:cubicBezTo>
                <a:cubicBezTo>
                  <a:pt x="3255062" y="5464788"/>
                  <a:pt x="3246331" y="5468112"/>
                  <a:pt x="3236608" y="5468112"/>
                </a:cubicBezTo>
                <a:cubicBezTo>
                  <a:pt x="3223014" y="5468112"/>
                  <a:pt x="3212224" y="5461886"/>
                  <a:pt x="3204237" y="5449434"/>
                </a:cubicBezTo>
                <a:cubicBezTo>
                  <a:pt x="3196250" y="5436982"/>
                  <a:pt x="3192257" y="5422620"/>
                  <a:pt x="3192257" y="5406348"/>
                </a:cubicBezTo>
                <a:cubicBezTo>
                  <a:pt x="3192257" y="5390374"/>
                  <a:pt x="3196275" y="5377525"/>
                  <a:pt x="3204312" y="5367802"/>
                </a:cubicBezTo>
                <a:cubicBezTo>
                  <a:pt x="3210364" y="5360460"/>
                  <a:pt x="3218351" y="5356789"/>
                  <a:pt x="3228273" y="5356789"/>
                </a:cubicBezTo>
                <a:cubicBezTo>
                  <a:pt x="3234425" y="5356789"/>
                  <a:pt x="3239237" y="5358277"/>
                  <a:pt x="3242709" y="5361253"/>
                </a:cubicBezTo>
                <a:cubicBezTo>
                  <a:pt x="3246182" y="5364329"/>
                  <a:pt x="3248191" y="5368794"/>
                  <a:pt x="3248737" y="5374648"/>
                </a:cubicBezTo>
                <a:cubicBezTo>
                  <a:pt x="3249282" y="5380502"/>
                  <a:pt x="3250399" y="5384471"/>
                  <a:pt x="3252085" y="5386554"/>
                </a:cubicBezTo>
                <a:cubicBezTo>
                  <a:pt x="3255062" y="5390325"/>
                  <a:pt x="3259477" y="5392210"/>
                  <a:pt x="3265331" y="5392210"/>
                </a:cubicBezTo>
                <a:cubicBezTo>
                  <a:pt x="3269697" y="5392210"/>
                  <a:pt x="3273095" y="5391044"/>
                  <a:pt x="3275526" y="5388712"/>
                </a:cubicBezTo>
                <a:cubicBezTo>
                  <a:pt x="3277957" y="5386381"/>
                  <a:pt x="3279172" y="5383330"/>
                  <a:pt x="3279172" y="5379559"/>
                </a:cubicBezTo>
                <a:cubicBezTo>
                  <a:pt x="3279172" y="5371920"/>
                  <a:pt x="3274856" y="5364553"/>
                  <a:pt x="3266224" y="5357458"/>
                </a:cubicBezTo>
                <a:cubicBezTo>
                  <a:pt x="3257592" y="5350364"/>
                  <a:pt x="3246579" y="5346817"/>
                  <a:pt x="3233185" y="5346817"/>
                </a:cubicBezTo>
                <a:close/>
                <a:moveTo>
                  <a:pt x="2686241" y="5346817"/>
                </a:moveTo>
                <a:lnTo>
                  <a:pt x="2645164" y="5363486"/>
                </a:lnTo>
                <a:lnTo>
                  <a:pt x="2647397" y="5368844"/>
                </a:lnTo>
                <a:cubicBezTo>
                  <a:pt x="2651266" y="5367355"/>
                  <a:pt x="2654590" y="5366611"/>
                  <a:pt x="2657369" y="5366611"/>
                </a:cubicBezTo>
                <a:cubicBezTo>
                  <a:pt x="2659948" y="5366611"/>
                  <a:pt x="2662007" y="5367256"/>
                  <a:pt x="2663545" y="5368546"/>
                </a:cubicBezTo>
                <a:cubicBezTo>
                  <a:pt x="2665082" y="5369836"/>
                  <a:pt x="2666224" y="5372267"/>
                  <a:pt x="2666968" y="5375839"/>
                </a:cubicBezTo>
                <a:cubicBezTo>
                  <a:pt x="2667712" y="5379410"/>
                  <a:pt x="2668084" y="5389382"/>
                  <a:pt x="2668084" y="5405753"/>
                </a:cubicBezTo>
                <a:lnTo>
                  <a:pt x="2668084" y="5456355"/>
                </a:lnTo>
                <a:cubicBezTo>
                  <a:pt x="2668084" y="5466277"/>
                  <a:pt x="2666869" y="5472999"/>
                  <a:pt x="2664438" y="5476521"/>
                </a:cubicBezTo>
                <a:cubicBezTo>
                  <a:pt x="2662007" y="5480043"/>
                  <a:pt x="2657319" y="5481804"/>
                  <a:pt x="2650374" y="5481804"/>
                </a:cubicBezTo>
                <a:lnTo>
                  <a:pt x="2647397" y="5481804"/>
                </a:lnTo>
                <a:lnTo>
                  <a:pt x="2647397" y="5487162"/>
                </a:lnTo>
                <a:lnTo>
                  <a:pt x="2714816" y="5487162"/>
                </a:lnTo>
                <a:lnTo>
                  <a:pt x="2714816" y="5481804"/>
                </a:lnTo>
                <a:cubicBezTo>
                  <a:pt x="2707375" y="5481804"/>
                  <a:pt x="2702439" y="5481134"/>
                  <a:pt x="2700008" y="5479795"/>
                </a:cubicBezTo>
                <a:cubicBezTo>
                  <a:pt x="2697577" y="5478456"/>
                  <a:pt x="2695667" y="5476347"/>
                  <a:pt x="2694278" y="5473470"/>
                </a:cubicBezTo>
                <a:cubicBezTo>
                  <a:pt x="2693186" y="5471287"/>
                  <a:pt x="2692641" y="5465582"/>
                  <a:pt x="2692641" y="5456355"/>
                </a:cubicBezTo>
                <a:lnTo>
                  <a:pt x="2692641" y="5384471"/>
                </a:lnTo>
                <a:cubicBezTo>
                  <a:pt x="2704349" y="5371572"/>
                  <a:pt x="2716106" y="5365123"/>
                  <a:pt x="2727913" y="5365123"/>
                </a:cubicBezTo>
                <a:cubicBezTo>
                  <a:pt x="2735553" y="5365123"/>
                  <a:pt x="2740985" y="5367926"/>
                  <a:pt x="2744210" y="5373532"/>
                </a:cubicBezTo>
                <a:cubicBezTo>
                  <a:pt x="2747434" y="5379138"/>
                  <a:pt x="2749047" y="5388142"/>
                  <a:pt x="2749047" y="5400544"/>
                </a:cubicBezTo>
                <a:lnTo>
                  <a:pt x="2749047" y="5456355"/>
                </a:lnTo>
                <a:cubicBezTo>
                  <a:pt x="2749047" y="5464193"/>
                  <a:pt x="2748848" y="5468856"/>
                  <a:pt x="2748451" y="5470344"/>
                </a:cubicBezTo>
                <a:cubicBezTo>
                  <a:pt x="2747459" y="5474115"/>
                  <a:pt x="2745698" y="5476967"/>
                  <a:pt x="2743167" y="5478902"/>
                </a:cubicBezTo>
                <a:cubicBezTo>
                  <a:pt x="2740638" y="5480837"/>
                  <a:pt x="2736198" y="5481804"/>
                  <a:pt x="2729848" y="5481804"/>
                </a:cubicBezTo>
                <a:lnTo>
                  <a:pt x="2727020" y="5481804"/>
                </a:lnTo>
                <a:lnTo>
                  <a:pt x="2727020" y="5487162"/>
                </a:lnTo>
                <a:lnTo>
                  <a:pt x="2794439" y="5487162"/>
                </a:lnTo>
                <a:lnTo>
                  <a:pt x="2794439" y="5481804"/>
                </a:lnTo>
                <a:cubicBezTo>
                  <a:pt x="2787891" y="5481804"/>
                  <a:pt x="2783401" y="5481110"/>
                  <a:pt x="2780970" y="5479721"/>
                </a:cubicBezTo>
                <a:cubicBezTo>
                  <a:pt x="2778540" y="5478332"/>
                  <a:pt x="2776778" y="5476397"/>
                  <a:pt x="2775687" y="5473916"/>
                </a:cubicBezTo>
                <a:cubicBezTo>
                  <a:pt x="2774297" y="5470841"/>
                  <a:pt x="2773603" y="5464987"/>
                  <a:pt x="2773603" y="5456355"/>
                </a:cubicBezTo>
                <a:lnTo>
                  <a:pt x="2773603" y="5398163"/>
                </a:lnTo>
                <a:cubicBezTo>
                  <a:pt x="2773603" y="5385860"/>
                  <a:pt x="2772512" y="5376732"/>
                  <a:pt x="2770329" y="5370778"/>
                </a:cubicBezTo>
                <a:cubicBezTo>
                  <a:pt x="2767154" y="5362246"/>
                  <a:pt x="2762888" y="5356119"/>
                  <a:pt x="2757530" y="5352398"/>
                </a:cubicBezTo>
                <a:cubicBezTo>
                  <a:pt x="2752172" y="5348677"/>
                  <a:pt x="2745773" y="5346817"/>
                  <a:pt x="2738331" y="5346817"/>
                </a:cubicBezTo>
                <a:cubicBezTo>
                  <a:pt x="2723845" y="5346817"/>
                  <a:pt x="2708615" y="5356441"/>
                  <a:pt x="2692641" y="5375690"/>
                </a:cubicBezTo>
                <a:lnTo>
                  <a:pt x="2692641" y="5346817"/>
                </a:lnTo>
                <a:close/>
                <a:moveTo>
                  <a:pt x="2575959" y="5346817"/>
                </a:moveTo>
                <a:cubicBezTo>
                  <a:pt x="2560183" y="5346817"/>
                  <a:pt x="2547930" y="5350389"/>
                  <a:pt x="2539199" y="5357533"/>
                </a:cubicBezTo>
                <a:cubicBezTo>
                  <a:pt x="2530468" y="5364676"/>
                  <a:pt x="2526102" y="5372515"/>
                  <a:pt x="2526102" y="5381048"/>
                </a:cubicBezTo>
                <a:cubicBezTo>
                  <a:pt x="2526102" y="5385512"/>
                  <a:pt x="2527268" y="5389035"/>
                  <a:pt x="2529599" y="5391614"/>
                </a:cubicBezTo>
                <a:cubicBezTo>
                  <a:pt x="2531931" y="5394194"/>
                  <a:pt x="2534933" y="5395484"/>
                  <a:pt x="2538603" y="5395484"/>
                </a:cubicBezTo>
                <a:cubicBezTo>
                  <a:pt x="2542374" y="5395484"/>
                  <a:pt x="2545425" y="5394244"/>
                  <a:pt x="2547756" y="5391763"/>
                </a:cubicBezTo>
                <a:cubicBezTo>
                  <a:pt x="2550088" y="5389283"/>
                  <a:pt x="2551254" y="5385761"/>
                  <a:pt x="2551254" y="5381196"/>
                </a:cubicBezTo>
                <a:lnTo>
                  <a:pt x="2550956" y="5372564"/>
                </a:lnTo>
                <a:cubicBezTo>
                  <a:pt x="2550956" y="5368199"/>
                  <a:pt x="2552842" y="5364329"/>
                  <a:pt x="2556612" y="5360956"/>
                </a:cubicBezTo>
                <a:cubicBezTo>
                  <a:pt x="2560283" y="5357582"/>
                  <a:pt x="2565244" y="5355896"/>
                  <a:pt x="2571494" y="5355896"/>
                </a:cubicBezTo>
                <a:cubicBezTo>
                  <a:pt x="2579730" y="5355896"/>
                  <a:pt x="2586005" y="5358426"/>
                  <a:pt x="2590321" y="5363486"/>
                </a:cubicBezTo>
                <a:cubicBezTo>
                  <a:pt x="2594637" y="5368546"/>
                  <a:pt x="2596796" y="5377873"/>
                  <a:pt x="2596796" y="5391466"/>
                </a:cubicBezTo>
                <a:lnTo>
                  <a:pt x="2596796" y="5396823"/>
                </a:lnTo>
                <a:cubicBezTo>
                  <a:pt x="2573380" y="5405356"/>
                  <a:pt x="2556637" y="5412599"/>
                  <a:pt x="2546566" y="5418552"/>
                </a:cubicBezTo>
                <a:cubicBezTo>
                  <a:pt x="2536495" y="5424505"/>
                  <a:pt x="2529426" y="5430856"/>
                  <a:pt x="2525358" y="5437602"/>
                </a:cubicBezTo>
                <a:cubicBezTo>
                  <a:pt x="2522381" y="5442464"/>
                  <a:pt x="2520893" y="5448219"/>
                  <a:pt x="2520893" y="5454866"/>
                </a:cubicBezTo>
                <a:cubicBezTo>
                  <a:pt x="2520893" y="5465384"/>
                  <a:pt x="2523944" y="5473867"/>
                  <a:pt x="2530046" y="5480316"/>
                </a:cubicBezTo>
                <a:cubicBezTo>
                  <a:pt x="2536148" y="5486765"/>
                  <a:pt x="2543912" y="5489990"/>
                  <a:pt x="2553338" y="5489990"/>
                </a:cubicBezTo>
                <a:cubicBezTo>
                  <a:pt x="2559390" y="5489990"/>
                  <a:pt x="2565095" y="5488750"/>
                  <a:pt x="2570453" y="5486269"/>
                </a:cubicBezTo>
                <a:cubicBezTo>
                  <a:pt x="2574025" y="5484583"/>
                  <a:pt x="2582806" y="5478332"/>
                  <a:pt x="2596796" y="5467517"/>
                </a:cubicBezTo>
                <a:cubicBezTo>
                  <a:pt x="2596894" y="5475653"/>
                  <a:pt x="2598383" y="5481407"/>
                  <a:pt x="2601260" y="5484781"/>
                </a:cubicBezTo>
                <a:cubicBezTo>
                  <a:pt x="2604138" y="5488154"/>
                  <a:pt x="2608007" y="5489841"/>
                  <a:pt x="2612869" y="5489841"/>
                </a:cubicBezTo>
                <a:cubicBezTo>
                  <a:pt x="2622989" y="5489841"/>
                  <a:pt x="2633605" y="5482400"/>
                  <a:pt x="2644718" y="5467517"/>
                </a:cubicBezTo>
                <a:lnTo>
                  <a:pt x="2644718" y="5459182"/>
                </a:lnTo>
                <a:cubicBezTo>
                  <a:pt x="2638765" y="5465135"/>
                  <a:pt x="2634747" y="5468757"/>
                  <a:pt x="2632663" y="5470047"/>
                </a:cubicBezTo>
                <a:cubicBezTo>
                  <a:pt x="2631472" y="5470741"/>
                  <a:pt x="2630084" y="5471089"/>
                  <a:pt x="2628496" y="5471089"/>
                </a:cubicBezTo>
                <a:cubicBezTo>
                  <a:pt x="2627008" y="5471089"/>
                  <a:pt x="2625693" y="5470593"/>
                  <a:pt x="2624552" y="5469600"/>
                </a:cubicBezTo>
                <a:cubicBezTo>
                  <a:pt x="2623411" y="5468608"/>
                  <a:pt x="2622592" y="5466649"/>
                  <a:pt x="2622096" y="5463722"/>
                </a:cubicBezTo>
                <a:cubicBezTo>
                  <a:pt x="2621600" y="5460795"/>
                  <a:pt x="2621352" y="5452832"/>
                  <a:pt x="2621352" y="5439835"/>
                </a:cubicBezTo>
                <a:lnTo>
                  <a:pt x="2621352" y="5393549"/>
                </a:lnTo>
                <a:cubicBezTo>
                  <a:pt x="2621352" y="5380353"/>
                  <a:pt x="2620459" y="5371622"/>
                  <a:pt x="2618673" y="5367355"/>
                </a:cubicBezTo>
                <a:cubicBezTo>
                  <a:pt x="2615895" y="5360807"/>
                  <a:pt x="2611579" y="5355995"/>
                  <a:pt x="2605725" y="5352919"/>
                </a:cubicBezTo>
                <a:cubicBezTo>
                  <a:pt x="2597986" y="5348851"/>
                  <a:pt x="2588064" y="5346817"/>
                  <a:pt x="2575959" y="5346817"/>
                </a:cubicBezTo>
                <a:close/>
                <a:moveTo>
                  <a:pt x="2033034" y="5346817"/>
                </a:moveTo>
                <a:cubicBezTo>
                  <a:pt x="2017258" y="5346817"/>
                  <a:pt x="2005005" y="5350389"/>
                  <a:pt x="1996274" y="5357533"/>
                </a:cubicBezTo>
                <a:cubicBezTo>
                  <a:pt x="1987543" y="5364676"/>
                  <a:pt x="1983177" y="5372515"/>
                  <a:pt x="1983177" y="5381048"/>
                </a:cubicBezTo>
                <a:cubicBezTo>
                  <a:pt x="1983177" y="5385512"/>
                  <a:pt x="1984343" y="5389035"/>
                  <a:pt x="1986674" y="5391614"/>
                </a:cubicBezTo>
                <a:cubicBezTo>
                  <a:pt x="1989006" y="5394194"/>
                  <a:pt x="1992007" y="5395484"/>
                  <a:pt x="1995679" y="5395484"/>
                </a:cubicBezTo>
                <a:cubicBezTo>
                  <a:pt x="1999449" y="5395484"/>
                  <a:pt x="2002500" y="5394244"/>
                  <a:pt x="2004831" y="5391763"/>
                </a:cubicBezTo>
                <a:cubicBezTo>
                  <a:pt x="2007163" y="5389283"/>
                  <a:pt x="2008329" y="5385761"/>
                  <a:pt x="2008329" y="5381196"/>
                </a:cubicBezTo>
                <a:lnTo>
                  <a:pt x="2008031" y="5372564"/>
                </a:lnTo>
                <a:cubicBezTo>
                  <a:pt x="2008031" y="5368199"/>
                  <a:pt x="2009916" y="5364329"/>
                  <a:pt x="2013687" y="5360956"/>
                </a:cubicBezTo>
                <a:cubicBezTo>
                  <a:pt x="2017358" y="5357582"/>
                  <a:pt x="2022319" y="5355896"/>
                  <a:pt x="2028570" y="5355896"/>
                </a:cubicBezTo>
                <a:cubicBezTo>
                  <a:pt x="2036805" y="5355896"/>
                  <a:pt x="2043080" y="5358426"/>
                  <a:pt x="2047396" y="5363486"/>
                </a:cubicBezTo>
                <a:cubicBezTo>
                  <a:pt x="2051712" y="5368546"/>
                  <a:pt x="2053870" y="5377873"/>
                  <a:pt x="2053870" y="5391466"/>
                </a:cubicBezTo>
                <a:lnTo>
                  <a:pt x="2053870" y="5396823"/>
                </a:lnTo>
                <a:cubicBezTo>
                  <a:pt x="2030455" y="5405356"/>
                  <a:pt x="2013711" y="5412599"/>
                  <a:pt x="2003641" y="5418552"/>
                </a:cubicBezTo>
                <a:cubicBezTo>
                  <a:pt x="1993570" y="5424505"/>
                  <a:pt x="1986501" y="5430856"/>
                  <a:pt x="1982433" y="5437602"/>
                </a:cubicBezTo>
                <a:cubicBezTo>
                  <a:pt x="1979456" y="5442464"/>
                  <a:pt x="1977968" y="5448219"/>
                  <a:pt x="1977968" y="5454866"/>
                </a:cubicBezTo>
                <a:cubicBezTo>
                  <a:pt x="1977968" y="5465384"/>
                  <a:pt x="1981019" y="5473867"/>
                  <a:pt x="1987121" y="5480316"/>
                </a:cubicBezTo>
                <a:cubicBezTo>
                  <a:pt x="1993223" y="5486765"/>
                  <a:pt x="2000987" y="5489990"/>
                  <a:pt x="2010412" y="5489990"/>
                </a:cubicBezTo>
                <a:cubicBezTo>
                  <a:pt x="2016465" y="5489990"/>
                  <a:pt x="2022170" y="5488750"/>
                  <a:pt x="2027528" y="5486269"/>
                </a:cubicBezTo>
                <a:cubicBezTo>
                  <a:pt x="2031100" y="5484583"/>
                  <a:pt x="2039880" y="5478332"/>
                  <a:pt x="2053870" y="5467517"/>
                </a:cubicBezTo>
                <a:cubicBezTo>
                  <a:pt x="2053970" y="5475653"/>
                  <a:pt x="2055458" y="5481407"/>
                  <a:pt x="2058335" y="5484781"/>
                </a:cubicBezTo>
                <a:cubicBezTo>
                  <a:pt x="2061213" y="5488154"/>
                  <a:pt x="2065082" y="5489841"/>
                  <a:pt x="2069944" y="5489841"/>
                </a:cubicBezTo>
                <a:cubicBezTo>
                  <a:pt x="2080064" y="5489841"/>
                  <a:pt x="2090681" y="5482400"/>
                  <a:pt x="2101793" y="5467517"/>
                </a:cubicBezTo>
                <a:lnTo>
                  <a:pt x="2101793" y="5459182"/>
                </a:lnTo>
                <a:cubicBezTo>
                  <a:pt x="2095840" y="5465135"/>
                  <a:pt x="2091821" y="5468757"/>
                  <a:pt x="2089738" y="5470047"/>
                </a:cubicBezTo>
                <a:cubicBezTo>
                  <a:pt x="2088547" y="5470741"/>
                  <a:pt x="2087158" y="5471089"/>
                  <a:pt x="2085571" y="5471089"/>
                </a:cubicBezTo>
                <a:cubicBezTo>
                  <a:pt x="2084082" y="5471089"/>
                  <a:pt x="2082768" y="5470593"/>
                  <a:pt x="2081627" y="5469600"/>
                </a:cubicBezTo>
                <a:cubicBezTo>
                  <a:pt x="2080486" y="5468608"/>
                  <a:pt x="2079667" y="5466649"/>
                  <a:pt x="2079171" y="5463722"/>
                </a:cubicBezTo>
                <a:cubicBezTo>
                  <a:pt x="2078675" y="5460795"/>
                  <a:pt x="2078427" y="5452832"/>
                  <a:pt x="2078427" y="5439835"/>
                </a:cubicBezTo>
                <a:lnTo>
                  <a:pt x="2078427" y="5393549"/>
                </a:lnTo>
                <a:cubicBezTo>
                  <a:pt x="2078427" y="5380353"/>
                  <a:pt x="2077534" y="5371622"/>
                  <a:pt x="2075748" y="5367355"/>
                </a:cubicBezTo>
                <a:cubicBezTo>
                  <a:pt x="2072970" y="5360807"/>
                  <a:pt x="2068654" y="5355995"/>
                  <a:pt x="2062800" y="5352919"/>
                </a:cubicBezTo>
                <a:cubicBezTo>
                  <a:pt x="2055061" y="5348851"/>
                  <a:pt x="2045139" y="5346817"/>
                  <a:pt x="2033034" y="5346817"/>
                </a:cubicBezTo>
                <a:close/>
                <a:moveTo>
                  <a:pt x="1452009" y="5346817"/>
                </a:moveTo>
                <a:cubicBezTo>
                  <a:pt x="1436233" y="5346817"/>
                  <a:pt x="1423980" y="5350389"/>
                  <a:pt x="1415249" y="5357533"/>
                </a:cubicBezTo>
                <a:cubicBezTo>
                  <a:pt x="1406518" y="5364676"/>
                  <a:pt x="1402152" y="5372515"/>
                  <a:pt x="1402152" y="5381048"/>
                </a:cubicBezTo>
                <a:cubicBezTo>
                  <a:pt x="1402152" y="5385512"/>
                  <a:pt x="1403318" y="5389035"/>
                  <a:pt x="1405649" y="5391614"/>
                </a:cubicBezTo>
                <a:cubicBezTo>
                  <a:pt x="1407981" y="5394194"/>
                  <a:pt x="1410982" y="5395484"/>
                  <a:pt x="1414653" y="5395484"/>
                </a:cubicBezTo>
                <a:cubicBezTo>
                  <a:pt x="1418424" y="5395484"/>
                  <a:pt x="1421475" y="5394244"/>
                  <a:pt x="1423806" y="5391763"/>
                </a:cubicBezTo>
                <a:cubicBezTo>
                  <a:pt x="1426138" y="5389283"/>
                  <a:pt x="1427304" y="5385761"/>
                  <a:pt x="1427304" y="5381196"/>
                </a:cubicBezTo>
                <a:lnTo>
                  <a:pt x="1427006" y="5372564"/>
                </a:lnTo>
                <a:cubicBezTo>
                  <a:pt x="1427006" y="5368199"/>
                  <a:pt x="1428891" y="5364329"/>
                  <a:pt x="1432662" y="5360956"/>
                </a:cubicBezTo>
                <a:cubicBezTo>
                  <a:pt x="1436333" y="5357582"/>
                  <a:pt x="1441294" y="5355896"/>
                  <a:pt x="1447544" y="5355896"/>
                </a:cubicBezTo>
                <a:cubicBezTo>
                  <a:pt x="1455780" y="5355896"/>
                  <a:pt x="1462055" y="5358426"/>
                  <a:pt x="1466371" y="5363486"/>
                </a:cubicBezTo>
                <a:cubicBezTo>
                  <a:pt x="1470687" y="5368546"/>
                  <a:pt x="1472845" y="5377873"/>
                  <a:pt x="1472845" y="5391466"/>
                </a:cubicBezTo>
                <a:lnTo>
                  <a:pt x="1472845" y="5396823"/>
                </a:lnTo>
                <a:cubicBezTo>
                  <a:pt x="1449430" y="5405356"/>
                  <a:pt x="1432687" y="5412599"/>
                  <a:pt x="1422616" y="5418552"/>
                </a:cubicBezTo>
                <a:cubicBezTo>
                  <a:pt x="1412545" y="5424505"/>
                  <a:pt x="1405476" y="5430856"/>
                  <a:pt x="1401408" y="5437602"/>
                </a:cubicBezTo>
                <a:cubicBezTo>
                  <a:pt x="1398431" y="5442464"/>
                  <a:pt x="1396943" y="5448219"/>
                  <a:pt x="1396943" y="5454866"/>
                </a:cubicBezTo>
                <a:cubicBezTo>
                  <a:pt x="1396943" y="5465384"/>
                  <a:pt x="1399994" y="5473867"/>
                  <a:pt x="1406096" y="5480316"/>
                </a:cubicBezTo>
                <a:cubicBezTo>
                  <a:pt x="1412198" y="5486765"/>
                  <a:pt x="1419962" y="5489990"/>
                  <a:pt x="1429388" y="5489990"/>
                </a:cubicBezTo>
                <a:cubicBezTo>
                  <a:pt x="1435440" y="5489990"/>
                  <a:pt x="1441145" y="5488750"/>
                  <a:pt x="1446503" y="5486269"/>
                </a:cubicBezTo>
                <a:cubicBezTo>
                  <a:pt x="1450075" y="5484583"/>
                  <a:pt x="1458855" y="5478332"/>
                  <a:pt x="1472845" y="5467517"/>
                </a:cubicBezTo>
                <a:cubicBezTo>
                  <a:pt x="1472944" y="5475653"/>
                  <a:pt x="1474433" y="5481407"/>
                  <a:pt x="1477310" y="5484781"/>
                </a:cubicBezTo>
                <a:cubicBezTo>
                  <a:pt x="1480187" y="5488154"/>
                  <a:pt x="1484057" y="5489841"/>
                  <a:pt x="1488919" y="5489841"/>
                </a:cubicBezTo>
                <a:cubicBezTo>
                  <a:pt x="1499039" y="5489841"/>
                  <a:pt x="1509656" y="5482400"/>
                  <a:pt x="1520768" y="5467517"/>
                </a:cubicBezTo>
                <a:lnTo>
                  <a:pt x="1520768" y="5459182"/>
                </a:lnTo>
                <a:cubicBezTo>
                  <a:pt x="1514815" y="5465135"/>
                  <a:pt x="1510796" y="5468757"/>
                  <a:pt x="1508713" y="5470047"/>
                </a:cubicBezTo>
                <a:cubicBezTo>
                  <a:pt x="1507522" y="5470741"/>
                  <a:pt x="1506133" y="5471089"/>
                  <a:pt x="1504546" y="5471089"/>
                </a:cubicBezTo>
                <a:cubicBezTo>
                  <a:pt x="1503057" y="5471089"/>
                  <a:pt x="1501743" y="5470593"/>
                  <a:pt x="1500602" y="5469600"/>
                </a:cubicBezTo>
                <a:cubicBezTo>
                  <a:pt x="1499461" y="5468608"/>
                  <a:pt x="1498642" y="5466649"/>
                  <a:pt x="1498146" y="5463722"/>
                </a:cubicBezTo>
                <a:cubicBezTo>
                  <a:pt x="1497650" y="5460795"/>
                  <a:pt x="1497402" y="5452832"/>
                  <a:pt x="1497402" y="5439835"/>
                </a:cubicBezTo>
                <a:lnTo>
                  <a:pt x="1497402" y="5393549"/>
                </a:lnTo>
                <a:cubicBezTo>
                  <a:pt x="1497402" y="5380353"/>
                  <a:pt x="1496509" y="5371622"/>
                  <a:pt x="1494723" y="5367355"/>
                </a:cubicBezTo>
                <a:cubicBezTo>
                  <a:pt x="1491945" y="5360807"/>
                  <a:pt x="1487629" y="5355995"/>
                  <a:pt x="1481775" y="5352919"/>
                </a:cubicBezTo>
                <a:cubicBezTo>
                  <a:pt x="1474036" y="5348851"/>
                  <a:pt x="1464114" y="5346817"/>
                  <a:pt x="1452009" y="5346817"/>
                </a:cubicBezTo>
                <a:close/>
                <a:moveTo>
                  <a:pt x="1157478" y="5346817"/>
                </a:moveTo>
                <a:cubicBezTo>
                  <a:pt x="1146168" y="5346817"/>
                  <a:pt x="1135452" y="5349769"/>
                  <a:pt x="1125332" y="5355672"/>
                </a:cubicBezTo>
                <a:cubicBezTo>
                  <a:pt x="1115211" y="5361576"/>
                  <a:pt x="1107051" y="5370704"/>
                  <a:pt x="1100849" y="5383057"/>
                </a:cubicBezTo>
                <a:cubicBezTo>
                  <a:pt x="1094648" y="5395409"/>
                  <a:pt x="1091548" y="5407837"/>
                  <a:pt x="1091548" y="5420338"/>
                </a:cubicBezTo>
                <a:cubicBezTo>
                  <a:pt x="1091548" y="5437503"/>
                  <a:pt x="1096657" y="5452981"/>
                  <a:pt x="1106877" y="5466773"/>
                </a:cubicBezTo>
                <a:cubicBezTo>
                  <a:pt x="1118982" y="5483144"/>
                  <a:pt x="1135303" y="5491329"/>
                  <a:pt x="1155842" y="5491329"/>
                </a:cubicBezTo>
                <a:cubicBezTo>
                  <a:pt x="1168442" y="5491329"/>
                  <a:pt x="1179877" y="5488154"/>
                  <a:pt x="1190146" y="5481804"/>
                </a:cubicBezTo>
                <a:cubicBezTo>
                  <a:pt x="1200415" y="5475454"/>
                  <a:pt x="1208477" y="5466028"/>
                  <a:pt x="1214331" y="5453527"/>
                </a:cubicBezTo>
                <a:cubicBezTo>
                  <a:pt x="1220185" y="5441025"/>
                  <a:pt x="1223112" y="5428673"/>
                  <a:pt x="1223112" y="5416469"/>
                </a:cubicBezTo>
                <a:cubicBezTo>
                  <a:pt x="1223112" y="5399105"/>
                  <a:pt x="1217803" y="5383726"/>
                  <a:pt x="1207187" y="5370332"/>
                </a:cubicBezTo>
                <a:cubicBezTo>
                  <a:pt x="1194685" y="5354656"/>
                  <a:pt x="1178116" y="5346817"/>
                  <a:pt x="1157478" y="5346817"/>
                </a:cubicBezTo>
                <a:close/>
                <a:moveTo>
                  <a:pt x="927093" y="5346817"/>
                </a:moveTo>
                <a:cubicBezTo>
                  <a:pt x="911217" y="5346817"/>
                  <a:pt x="898195" y="5351679"/>
                  <a:pt x="888025" y="5361402"/>
                </a:cubicBezTo>
                <a:cubicBezTo>
                  <a:pt x="877855" y="5371126"/>
                  <a:pt x="872770" y="5382734"/>
                  <a:pt x="872770" y="5396228"/>
                </a:cubicBezTo>
                <a:cubicBezTo>
                  <a:pt x="872770" y="5405059"/>
                  <a:pt x="875003" y="5413120"/>
                  <a:pt x="879468" y="5420413"/>
                </a:cubicBezTo>
                <a:cubicBezTo>
                  <a:pt x="883932" y="5427705"/>
                  <a:pt x="890332" y="5433386"/>
                  <a:pt x="898666" y="5437453"/>
                </a:cubicBezTo>
                <a:cubicBezTo>
                  <a:pt x="888447" y="5445986"/>
                  <a:pt x="881923" y="5452584"/>
                  <a:pt x="879095" y="5457248"/>
                </a:cubicBezTo>
                <a:cubicBezTo>
                  <a:pt x="876268" y="5461911"/>
                  <a:pt x="874854" y="5465979"/>
                  <a:pt x="874854" y="5469451"/>
                </a:cubicBezTo>
                <a:cubicBezTo>
                  <a:pt x="874854" y="5472527"/>
                  <a:pt x="875920" y="5475281"/>
                  <a:pt x="878054" y="5477711"/>
                </a:cubicBezTo>
                <a:cubicBezTo>
                  <a:pt x="880187" y="5480142"/>
                  <a:pt x="883833" y="5482896"/>
                  <a:pt x="888992" y="5485971"/>
                </a:cubicBezTo>
                <a:cubicBezTo>
                  <a:pt x="879567" y="5495794"/>
                  <a:pt x="874507" y="5501152"/>
                  <a:pt x="873812" y="5502045"/>
                </a:cubicBezTo>
                <a:cubicBezTo>
                  <a:pt x="868553" y="5508593"/>
                  <a:pt x="865081" y="5513703"/>
                  <a:pt x="863394" y="5517374"/>
                </a:cubicBezTo>
                <a:cubicBezTo>
                  <a:pt x="862303" y="5519755"/>
                  <a:pt x="861757" y="5522137"/>
                  <a:pt x="861757" y="5524518"/>
                </a:cubicBezTo>
                <a:cubicBezTo>
                  <a:pt x="861757" y="5529876"/>
                  <a:pt x="865478" y="5535035"/>
                  <a:pt x="872919" y="5539996"/>
                </a:cubicBezTo>
                <a:cubicBezTo>
                  <a:pt x="886115" y="5548628"/>
                  <a:pt x="902288" y="5552944"/>
                  <a:pt x="921437" y="5552944"/>
                </a:cubicBezTo>
                <a:cubicBezTo>
                  <a:pt x="946341" y="5552944"/>
                  <a:pt x="966532" y="5545701"/>
                  <a:pt x="982010" y="5531215"/>
                </a:cubicBezTo>
                <a:cubicBezTo>
                  <a:pt x="992527" y="5521392"/>
                  <a:pt x="997786" y="5510875"/>
                  <a:pt x="997786" y="5499664"/>
                </a:cubicBezTo>
                <a:cubicBezTo>
                  <a:pt x="997786" y="5491528"/>
                  <a:pt x="995032" y="5484682"/>
                  <a:pt x="989526" y="5479125"/>
                </a:cubicBezTo>
                <a:cubicBezTo>
                  <a:pt x="984019" y="5473569"/>
                  <a:pt x="976652" y="5470146"/>
                  <a:pt x="967425" y="5468856"/>
                </a:cubicBezTo>
                <a:cubicBezTo>
                  <a:pt x="961373" y="5467963"/>
                  <a:pt x="948127" y="5467269"/>
                  <a:pt x="927688" y="5466773"/>
                </a:cubicBezTo>
                <a:cubicBezTo>
                  <a:pt x="916575" y="5466475"/>
                  <a:pt x="909630" y="5466128"/>
                  <a:pt x="906852" y="5465731"/>
                </a:cubicBezTo>
                <a:cubicBezTo>
                  <a:pt x="902089" y="5465036"/>
                  <a:pt x="898889" y="5463895"/>
                  <a:pt x="897252" y="5462308"/>
                </a:cubicBezTo>
                <a:cubicBezTo>
                  <a:pt x="895615" y="5460720"/>
                  <a:pt x="894797" y="5459083"/>
                  <a:pt x="894797" y="5457396"/>
                </a:cubicBezTo>
                <a:cubicBezTo>
                  <a:pt x="894797" y="5455412"/>
                  <a:pt x="895566" y="5453006"/>
                  <a:pt x="897104" y="5450178"/>
                </a:cubicBezTo>
                <a:cubicBezTo>
                  <a:pt x="898641" y="5447350"/>
                  <a:pt x="901593" y="5444052"/>
                  <a:pt x="905959" y="5440281"/>
                </a:cubicBezTo>
                <a:cubicBezTo>
                  <a:pt x="913003" y="5442266"/>
                  <a:pt x="919899" y="5443258"/>
                  <a:pt x="926646" y="5443258"/>
                </a:cubicBezTo>
                <a:cubicBezTo>
                  <a:pt x="943017" y="5443258"/>
                  <a:pt x="956064" y="5438743"/>
                  <a:pt x="965788" y="5429714"/>
                </a:cubicBezTo>
                <a:cubicBezTo>
                  <a:pt x="975511" y="5420686"/>
                  <a:pt x="980373" y="5409821"/>
                  <a:pt x="980373" y="5397121"/>
                </a:cubicBezTo>
                <a:cubicBezTo>
                  <a:pt x="980373" y="5386009"/>
                  <a:pt x="977595" y="5376880"/>
                  <a:pt x="972039" y="5369737"/>
                </a:cubicBezTo>
                <a:lnTo>
                  <a:pt x="989749" y="5369737"/>
                </a:lnTo>
                <a:cubicBezTo>
                  <a:pt x="994015" y="5369737"/>
                  <a:pt x="996521" y="5369588"/>
                  <a:pt x="997265" y="5369290"/>
                </a:cubicBezTo>
                <a:cubicBezTo>
                  <a:pt x="998009" y="5368992"/>
                  <a:pt x="998530" y="5368596"/>
                  <a:pt x="998828" y="5368100"/>
                </a:cubicBezTo>
                <a:cubicBezTo>
                  <a:pt x="999324" y="5367107"/>
                  <a:pt x="999572" y="5365321"/>
                  <a:pt x="999572" y="5362742"/>
                </a:cubicBezTo>
                <a:cubicBezTo>
                  <a:pt x="999572" y="5360460"/>
                  <a:pt x="999274" y="5358872"/>
                  <a:pt x="998679" y="5357979"/>
                </a:cubicBezTo>
                <a:cubicBezTo>
                  <a:pt x="998381" y="5357384"/>
                  <a:pt x="997885" y="5356962"/>
                  <a:pt x="997191" y="5356714"/>
                </a:cubicBezTo>
                <a:cubicBezTo>
                  <a:pt x="996496" y="5356466"/>
                  <a:pt x="994015" y="5356342"/>
                  <a:pt x="989749" y="5356342"/>
                </a:cubicBezTo>
                <a:lnTo>
                  <a:pt x="960877" y="5356342"/>
                </a:lnTo>
                <a:cubicBezTo>
                  <a:pt x="951351" y="5349992"/>
                  <a:pt x="940090" y="5346817"/>
                  <a:pt x="927093" y="5346817"/>
                </a:cubicBezTo>
                <a:close/>
                <a:moveTo>
                  <a:pt x="4546443" y="5346668"/>
                </a:moveTo>
                <a:cubicBezTo>
                  <a:pt x="4528386" y="5346668"/>
                  <a:pt x="4513379" y="5353192"/>
                  <a:pt x="4501423" y="5366239"/>
                </a:cubicBezTo>
                <a:cubicBezTo>
                  <a:pt x="4489467" y="5379287"/>
                  <a:pt x="4483489" y="5397468"/>
                  <a:pt x="4483489" y="5420785"/>
                </a:cubicBezTo>
                <a:cubicBezTo>
                  <a:pt x="4483489" y="5442315"/>
                  <a:pt x="4489318" y="5459455"/>
                  <a:pt x="4500976" y="5472205"/>
                </a:cubicBezTo>
                <a:cubicBezTo>
                  <a:pt x="4512635" y="5484955"/>
                  <a:pt x="4526649" y="5491329"/>
                  <a:pt x="4543020" y="5491329"/>
                </a:cubicBezTo>
                <a:cubicBezTo>
                  <a:pt x="4558103" y="5491329"/>
                  <a:pt x="4570654" y="5485748"/>
                  <a:pt x="4580674" y="5474586"/>
                </a:cubicBezTo>
                <a:cubicBezTo>
                  <a:pt x="4590695" y="5463424"/>
                  <a:pt x="4596747" y="5451046"/>
                  <a:pt x="4598831" y="5437453"/>
                </a:cubicBezTo>
                <a:lnTo>
                  <a:pt x="4594217" y="5434477"/>
                </a:lnTo>
                <a:cubicBezTo>
                  <a:pt x="4589752" y="5446383"/>
                  <a:pt x="4584221" y="5454792"/>
                  <a:pt x="4577623" y="5459703"/>
                </a:cubicBezTo>
                <a:cubicBezTo>
                  <a:pt x="4571025" y="5464615"/>
                  <a:pt x="4563261" y="5467070"/>
                  <a:pt x="4554332" y="5467070"/>
                </a:cubicBezTo>
                <a:cubicBezTo>
                  <a:pt x="4540937" y="5467070"/>
                  <a:pt x="4529278" y="5461316"/>
                  <a:pt x="4519357" y="5449806"/>
                </a:cubicBezTo>
                <a:cubicBezTo>
                  <a:pt x="4509436" y="5438297"/>
                  <a:pt x="4504524" y="5422422"/>
                  <a:pt x="4504623" y="5402181"/>
                </a:cubicBezTo>
                <a:lnTo>
                  <a:pt x="4598831" y="5402181"/>
                </a:lnTo>
                <a:cubicBezTo>
                  <a:pt x="4598831" y="5385314"/>
                  <a:pt x="4593920" y="5371845"/>
                  <a:pt x="4584097" y="5361774"/>
                </a:cubicBezTo>
                <a:cubicBezTo>
                  <a:pt x="4574274" y="5351704"/>
                  <a:pt x="4561723" y="5346668"/>
                  <a:pt x="4546443" y="5346668"/>
                </a:cubicBezTo>
                <a:close/>
                <a:moveTo>
                  <a:pt x="3098644" y="5346668"/>
                </a:moveTo>
                <a:cubicBezTo>
                  <a:pt x="3080586" y="5346668"/>
                  <a:pt x="3065579" y="5353192"/>
                  <a:pt x="3053623" y="5366239"/>
                </a:cubicBezTo>
                <a:cubicBezTo>
                  <a:pt x="3041667" y="5379287"/>
                  <a:pt x="3035689" y="5397468"/>
                  <a:pt x="3035689" y="5420785"/>
                </a:cubicBezTo>
                <a:cubicBezTo>
                  <a:pt x="3035689" y="5442315"/>
                  <a:pt x="3041519" y="5459455"/>
                  <a:pt x="3053177" y="5472205"/>
                </a:cubicBezTo>
                <a:cubicBezTo>
                  <a:pt x="3064835" y="5484955"/>
                  <a:pt x="3078850" y="5491329"/>
                  <a:pt x="3095221" y="5491329"/>
                </a:cubicBezTo>
                <a:cubicBezTo>
                  <a:pt x="3110302" y="5491329"/>
                  <a:pt x="3122853" y="5485748"/>
                  <a:pt x="3132874" y="5474586"/>
                </a:cubicBezTo>
                <a:cubicBezTo>
                  <a:pt x="3142895" y="5463424"/>
                  <a:pt x="3148948" y="5451046"/>
                  <a:pt x="3151031" y="5437453"/>
                </a:cubicBezTo>
                <a:lnTo>
                  <a:pt x="3146418" y="5434477"/>
                </a:lnTo>
                <a:cubicBezTo>
                  <a:pt x="3141953" y="5446383"/>
                  <a:pt x="3136421" y="5454792"/>
                  <a:pt x="3129823" y="5459703"/>
                </a:cubicBezTo>
                <a:cubicBezTo>
                  <a:pt x="3123225" y="5464615"/>
                  <a:pt x="3115461" y="5467070"/>
                  <a:pt x="3106532" y="5467070"/>
                </a:cubicBezTo>
                <a:cubicBezTo>
                  <a:pt x="3093137" y="5467070"/>
                  <a:pt x="3081479" y="5461316"/>
                  <a:pt x="3071557" y="5449806"/>
                </a:cubicBezTo>
                <a:cubicBezTo>
                  <a:pt x="3061635" y="5438297"/>
                  <a:pt x="3056724" y="5422422"/>
                  <a:pt x="3056823" y="5402181"/>
                </a:cubicBezTo>
                <a:lnTo>
                  <a:pt x="3151031" y="5402181"/>
                </a:lnTo>
                <a:cubicBezTo>
                  <a:pt x="3151031" y="5385314"/>
                  <a:pt x="3146120" y="5371845"/>
                  <a:pt x="3136297" y="5361774"/>
                </a:cubicBezTo>
                <a:cubicBezTo>
                  <a:pt x="3126475" y="5351704"/>
                  <a:pt x="3113923" y="5346668"/>
                  <a:pt x="3098644" y="5346668"/>
                </a:cubicBezTo>
                <a:close/>
                <a:moveTo>
                  <a:pt x="1908019" y="5346668"/>
                </a:moveTo>
                <a:cubicBezTo>
                  <a:pt x="1889961" y="5346668"/>
                  <a:pt x="1874954" y="5353192"/>
                  <a:pt x="1862998" y="5366239"/>
                </a:cubicBezTo>
                <a:cubicBezTo>
                  <a:pt x="1851043" y="5379287"/>
                  <a:pt x="1845065" y="5397468"/>
                  <a:pt x="1845065" y="5420785"/>
                </a:cubicBezTo>
                <a:cubicBezTo>
                  <a:pt x="1845065" y="5442315"/>
                  <a:pt x="1850894" y="5459455"/>
                  <a:pt x="1862552" y="5472205"/>
                </a:cubicBezTo>
                <a:cubicBezTo>
                  <a:pt x="1874210" y="5484955"/>
                  <a:pt x="1888225" y="5491329"/>
                  <a:pt x="1904596" y="5491329"/>
                </a:cubicBezTo>
                <a:cubicBezTo>
                  <a:pt x="1919677" y="5491329"/>
                  <a:pt x="1932228" y="5485748"/>
                  <a:pt x="1942249" y="5474586"/>
                </a:cubicBezTo>
                <a:cubicBezTo>
                  <a:pt x="1952270" y="5463424"/>
                  <a:pt x="1958323" y="5451046"/>
                  <a:pt x="1960406" y="5437453"/>
                </a:cubicBezTo>
                <a:lnTo>
                  <a:pt x="1955793" y="5434477"/>
                </a:lnTo>
                <a:cubicBezTo>
                  <a:pt x="1951328" y="5446383"/>
                  <a:pt x="1945796" y="5454792"/>
                  <a:pt x="1939198" y="5459703"/>
                </a:cubicBezTo>
                <a:cubicBezTo>
                  <a:pt x="1932600" y="5464615"/>
                  <a:pt x="1924836" y="5467070"/>
                  <a:pt x="1915907" y="5467070"/>
                </a:cubicBezTo>
                <a:cubicBezTo>
                  <a:pt x="1902512" y="5467070"/>
                  <a:pt x="1890854" y="5461316"/>
                  <a:pt x="1880932" y="5449806"/>
                </a:cubicBezTo>
                <a:cubicBezTo>
                  <a:pt x="1871010" y="5438297"/>
                  <a:pt x="1866099" y="5422422"/>
                  <a:pt x="1866198" y="5402181"/>
                </a:cubicBezTo>
                <a:lnTo>
                  <a:pt x="1960406" y="5402181"/>
                </a:lnTo>
                <a:cubicBezTo>
                  <a:pt x="1960406" y="5385314"/>
                  <a:pt x="1955495" y="5371845"/>
                  <a:pt x="1945672" y="5361774"/>
                </a:cubicBezTo>
                <a:cubicBezTo>
                  <a:pt x="1935850" y="5351704"/>
                  <a:pt x="1923298" y="5346668"/>
                  <a:pt x="1908019" y="5346668"/>
                </a:cubicBezTo>
                <a:close/>
                <a:moveTo>
                  <a:pt x="4326178" y="5306038"/>
                </a:moveTo>
                <a:cubicBezTo>
                  <a:pt x="4322110" y="5316059"/>
                  <a:pt x="4318936" y="5322955"/>
                  <a:pt x="4316653" y="5326725"/>
                </a:cubicBezTo>
                <a:cubicBezTo>
                  <a:pt x="4312188" y="5333869"/>
                  <a:pt x="4307103" y="5340045"/>
                  <a:pt x="4301398" y="5345254"/>
                </a:cubicBezTo>
                <a:cubicBezTo>
                  <a:pt x="4295693" y="5350463"/>
                  <a:pt x="4290112" y="5354159"/>
                  <a:pt x="4284655" y="5356342"/>
                </a:cubicBezTo>
                <a:lnTo>
                  <a:pt x="4284655" y="5361253"/>
                </a:lnTo>
                <a:lnTo>
                  <a:pt x="4306236" y="5361253"/>
                </a:lnTo>
                <a:lnTo>
                  <a:pt x="4306236" y="5452932"/>
                </a:lnTo>
                <a:cubicBezTo>
                  <a:pt x="4306236" y="5462754"/>
                  <a:pt x="4307277" y="5470022"/>
                  <a:pt x="4309362" y="5474735"/>
                </a:cubicBezTo>
                <a:cubicBezTo>
                  <a:pt x="4311445" y="5479448"/>
                  <a:pt x="4314669" y="5483069"/>
                  <a:pt x="4319035" y="5485599"/>
                </a:cubicBezTo>
                <a:cubicBezTo>
                  <a:pt x="4323400" y="5488129"/>
                  <a:pt x="4327865" y="5489394"/>
                  <a:pt x="4332429" y="5489394"/>
                </a:cubicBezTo>
                <a:cubicBezTo>
                  <a:pt x="4339176" y="5489394"/>
                  <a:pt x="4345724" y="5486939"/>
                  <a:pt x="4352074" y="5482027"/>
                </a:cubicBezTo>
                <a:cubicBezTo>
                  <a:pt x="4358424" y="5477116"/>
                  <a:pt x="4363335" y="5469799"/>
                  <a:pt x="4366808" y="5460075"/>
                </a:cubicBezTo>
                <a:lnTo>
                  <a:pt x="4361004" y="5460075"/>
                </a:lnTo>
                <a:cubicBezTo>
                  <a:pt x="4359317" y="5464044"/>
                  <a:pt x="4356936" y="5467046"/>
                  <a:pt x="4353861" y="5469079"/>
                </a:cubicBezTo>
                <a:cubicBezTo>
                  <a:pt x="4350784" y="5471114"/>
                  <a:pt x="4347610" y="5472130"/>
                  <a:pt x="4344335" y="5472130"/>
                </a:cubicBezTo>
                <a:cubicBezTo>
                  <a:pt x="4340366" y="5472130"/>
                  <a:pt x="4337117" y="5470593"/>
                  <a:pt x="4334587" y="5467517"/>
                </a:cubicBezTo>
                <a:cubicBezTo>
                  <a:pt x="4332057" y="5464441"/>
                  <a:pt x="4330791" y="5458488"/>
                  <a:pt x="4330791" y="5449657"/>
                </a:cubicBezTo>
                <a:lnTo>
                  <a:pt x="4330791" y="5361253"/>
                </a:lnTo>
                <a:lnTo>
                  <a:pt x="4362641" y="5361253"/>
                </a:lnTo>
                <a:lnTo>
                  <a:pt x="4362641" y="5350835"/>
                </a:lnTo>
                <a:lnTo>
                  <a:pt x="4330791" y="5350835"/>
                </a:lnTo>
                <a:lnTo>
                  <a:pt x="4330791" y="5306038"/>
                </a:lnTo>
                <a:close/>
                <a:moveTo>
                  <a:pt x="2230678" y="5306038"/>
                </a:moveTo>
                <a:cubicBezTo>
                  <a:pt x="2226611" y="5316059"/>
                  <a:pt x="2223435" y="5322955"/>
                  <a:pt x="2221153" y="5326725"/>
                </a:cubicBezTo>
                <a:cubicBezTo>
                  <a:pt x="2216689" y="5333869"/>
                  <a:pt x="2211603" y="5340045"/>
                  <a:pt x="2205898" y="5345254"/>
                </a:cubicBezTo>
                <a:cubicBezTo>
                  <a:pt x="2200193" y="5350463"/>
                  <a:pt x="2194612" y="5354159"/>
                  <a:pt x="2189155" y="5356342"/>
                </a:cubicBezTo>
                <a:lnTo>
                  <a:pt x="2189155" y="5361253"/>
                </a:lnTo>
                <a:lnTo>
                  <a:pt x="2210735" y="5361253"/>
                </a:lnTo>
                <a:lnTo>
                  <a:pt x="2210735" y="5452932"/>
                </a:lnTo>
                <a:cubicBezTo>
                  <a:pt x="2210735" y="5462754"/>
                  <a:pt x="2211777" y="5470022"/>
                  <a:pt x="2213860" y="5474735"/>
                </a:cubicBezTo>
                <a:cubicBezTo>
                  <a:pt x="2215944" y="5479448"/>
                  <a:pt x="2219169" y="5483069"/>
                  <a:pt x="2223535" y="5485599"/>
                </a:cubicBezTo>
                <a:cubicBezTo>
                  <a:pt x="2227900" y="5488129"/>
                  <a:pt x="2232365" y="5489394"/>
                  <a:pt x="2236929" y="5489394"/>
                </a:cubicBezTo>
                <a:cubicBezTo>
                  <a:pt x="2243676" y="5489394"/>
                  <a:pt x="2250224" y="5486939"/>
                  <a:pt x="2256574" y="5482027"/>
                </a:cubicBezTo>
                <a:cubicBezTo>
                  <a:pt x="2262924" y="5477116"/>
                  <a:pt x="2267836" y="5469799"/>
                  <a:pt x="2271308" y="5460075"/>
                </a:cubicBezTo>
                <a:lnTo>
                  <a:pt x="2265504" y="5460075"/>
                </a:lnTo>
                <a:cubicBezTo>
                  <a:pt x="2263818" y="5464044"/>
                  <a:pt x="2261436" y="5467046"/>
                  <a:pt x="2258360" y="5469079"/>
                </a:cubicBezTo>
                <a:cubicBezTo>
                  <a:pt x="2255284" y="5471114"/>
                  <a:pt x="2252110" y="5472130"/>
                  <a:pt x="2248835" y="5472130"/>
                </a:cubicBezTo>
                <a:cubicBezTo>
                  <a:pt x="2244866" y="5472130"/>
                  <a:pt x="2241617" y="5470593"/>
                  <a:pt x="2239087" y="5467517"/>
                </a:cubicBezTo>
                <a:cubicBezTo>
                  <a:pt x="2236557" y="5464441"/>
                  <a:pt x="2235292" y="5458488"/>
                  <a:pt x="2235292" y="5449657"/>
                </a:cubicBezTo>
                <a:lnTo>
                  <a:pt x="2235292" y="5361253"/>
                </a:lnTo>
                <a:lnTo>
                  <a:pt x="2267141" y="5361253"/>
                </a:lnTo>
                <a:lnTo>
                  <a:pt x="2267141" y="5350835"/>
                </a:lnTo>
                <a:lnTo>
                  <a:pt x="2235292" y="5350835"/>
                </a:lnTo>
                <a:lnTo>
                  <a:pt x="2235292" y="5306038"/>
                </a:lnTo>
                <a:close/>
                <a:moveTo>
                  <a:pt x="4872079" y="5275528"/>
                </a:moveTo>
                <a:lnTo>
                  <a:pt x="4831449" y="5292197"/>
                </a:lnTo>
                <a:lnTo>
                  <a:pt x="4833384" y="5297406"/>
                </a:lnTo>
                <a:cubicBezTo>
                  <a:pt x="4837650" y="5295819"/>
                  <a:pt x="4841074" y="5295025"/>
                  <a:pt x="4843653" y="5295025"/>
                </a:cubicBezTo>
                <a:cubicBezTo>
                  <a:pt x="4846035" y="5295025"/>
                  <a:pt x="4848019" y="5295670"/>
                  <a:pt x="4849606" y="5296960"/>
                </a:cubicBezTo>
                <a:cubicBezTo>
                  <a:pt x="4851194" y="5298250"/>
                  <a:pt x="4852360" y="5300680"/>
                  <a:pt x="4853104" y="5304252"/>
                </a:cubicBezTo>
                <a:cubicBezTo>
                  <a:pt x="4853848" y="5307824"/>
                  <a:pt x="4854220" y="5317399"/>
                  <a:pt x="4854220" y="5332976"/>
                </a:cubicBezTo>
                <a:lnTo>
                  <a:pt x="4854220" y="5358128"/>
                </a:lnTo>
                <a:cubicBezTo>
                  <a:pt x="4846382" y="5350488"/>
                  <a:pt x="4836460" y="5346668"/>
                  <a:pt x="4824454" y="5346668"/>
                </a:cubicBezTo>
                <a:cubicBezTo>
                  <a:pt x="4805107" y="5346668"/>
                  <a:pt x="4789281" y="5354779"/>
                  <a:pt x="4776978" y="5371002"/>
                </a:cubicBezTo>
                <a:cubicBezTo>
                  <a:pt x="4764675" y="5387224"/>
                  <a:pt x="4758524" y="5405108"/>
                  <a:pt x="4758524" y="5424654"/>
                </a:cubicBezTo>
                <a:cubicBezTo>
                  <a:pt x="4758524" y="5444200"/>
                  <a:pt x="4764080" y="5460199"/>
                  <a:pt x="4775193" y="5472651"/>
                </a:cubicBezTo>
                <a:cubicBezTo>
                  <a:pt x="4786305" y="5485103"/>
                  <a:pt x="4799303" y="5491329"/>
                  <a:pt x="4814185" y="5491329"/>
                </a:cubicBezTo>
                <a:cubicBezTo>
                  <a:pt x="4821528" y="5491329"/>
                  <a:pt x="4828374" y="5489816"/>
                  <a:pt x="4834724" y="5486790"/>
                </a:cubicBezTo>
                <a:cubicBezTo>
                  <a:pt x="4841074" y="5483764"/>
                  <a:pt x="4847573" y="5478778"/>
                  <a:pt x="4854220" y="5471833"/>
                </a:cubicBezTo>
                <a:lnTo>
                  <a:pt x="4854220" y="5491329"/>
                </a:lnTo>
                <a:lnTo>
                  <a:pt x="4861066" y="5491329"/>
                </a:lnTo>
                <a:lnTo>
                  <a:pt x="4901547" y="5474512"/>
                </a:lnTo>
                <a:lnTo>
                  <a:pt x="4899910" y="5469303"/>
                </a:lnTo>
                <a:cubicBezTo>
                  <a:pt x="4895445" y="5470989"/>
                  <a:pt x="4891875" y="5471833"/>
                  <a:pt x="4889195" y="5471833"/>
                </a:cubicBezTo>
                <a:cubicBezTo>
                  <a:pt x="4887012" y="5471833"/>
                  <a:pt x="4885103" y="5471138"/>
                  <a:pt x="4883465" y="5469749"/>
                </a:cubicBezTo>
                <a:cubicBezTo>
                  <a:pt x="4881828" y="5468360"/>
                  <a:pt x="4880637" y="5465905"/>
                  <a:pt x="4879893" y="5462382"/>
                </a:cubicBezTo>
                <a:cubicBezTo>
                  <a:pt x="4879149" y="5458860"/>
                  <a:pt x="4878777" y="5449112"/>
                  <a:pt x="4878777" y="5433137"/>
                </a:cubicBezTo>
                <a:lnTo>
                  <a:pt x="4878777" y="5275528"/>
                </a:lnTo>
                <a:close/>
                <a:moveTo>
                  <a:pt x="4002030" y="5275528"/>
                </a:moveTo>
                <a:cubicBezTo>
                  <a:pt x="3997764" y="5275528"/>
                  <a:pt x="3994167" y="5276992"/>
                  <a:pt x="3991241" y="5279919"/>
                </a:cubicBezTo>
                <a:cubicBezTo>
                  <a:pt x="3988313" y="5282846"/>
                  <a:pt x="3986850" y="5286393"/>
                  <a:pt x="3986850" y="5290560"/>
                </a:cubicBezTo>
                <a:cubicBezTo>
                  <a:pt x="3986850" y="5294727"/>
                  <a:pt x="3988338" y="5298299"/>
                  <a:pt x="3991315" y="5301276"/>
                </a:cubicBezTo>
                <a:cubicBezTo>
                  <a:pt x="3994291" y="5304252"/>
                  <a:pt x="3997863" y="5305741"/>
                  <a:pt x="4002030" y="5305741"/>
                </a:cubicBezTo>
                <a:cubicBezTo>
                  <a:pt x="4006198" y="5305741"/>
                  <a:pt x="4009745" y="5304252"/>
                  <a:pt x="4012672" y="5301276"/>
                </a:cubicBezTo>
                <a:cubicBezTo>
                  <a:pt x="4015599" y="5298299"/>
                  <a:pt x="4017062" y="5294727"/>
                  <a:pt x="4017062" y="5290560"/>
                </a:cubicBezTo>
                <a:cubicBezTo>
                  <a:pt x="4017062" y="5286393"/>
                  <a:pt x="4015599" y="5282846"/>
                  <a:pt x="4012672" y="5279919"/>
                </a:cubicBezTo>
                <a:cubicBezTo>
                  <a:pt x="4009745" y="5276992"/>
                  <a:pt x="4006198" y="5275528"/>
                  <a:pt x="4002030" y="5275528"/>
                </a:cubicBezTo>
                <a:close/>
                <a:moveTo>
                  <a:pt x="2909930" y="5275528"/>
                </a:moveTo>
                <a:lnTo>
                  <a:pt x="2869300" y="5292197"/>
                </a:lnTo>
                <a:lnTo>
                  <a:pt x="2871235" y="5297406"/>
                </a:lnTo>
                <a:cubicBezTo>
                  <a:pt x="2875501" y="5295819"/>
                  <a:pt x="2878924" y="5295025"/>
                  <a:pt x="2881504" y="5295025"/>
                </a:cubicBezTo>
                <a:cubicBezTo>
                  <a:pt x="2883885" y="5295025"/>
                  <a:pt x="2885869" y="5295670"/>
                  <a:pt x="2887457" y="5296960"/>
                </a:cubicBezTo>
                <a:cubicBezTo>
                  <a:pt x="2889044" y="5298250"/>
                  <a:pt x="2890210" y="5300680"/>
                  <a:pt x="2890954" y="5304252"/>
                </a:cubicBezTo>
                <a:cubicBezTo>
                  <a:pt x="2891698" y="5307824"/>
                  <a:pt x="2892070" y="5317399"/>
                  <a:pt x="2892070" y="5332976"/>
                </a:cubicBezTo>
                <a:lnTo>
                  <a:pt x="2892070" y="5358128"/>
                </a:lnTo>
                <a:cubicBezTo>
                  <a:pt x="2884232" y="5350488"/>
                  <a:pt x="2874310" y="5346668"/>
                  <a:pt x="2862305" y="5346668"/>
                </a:cubicBezTo>
                <a:cubicBezTo>
                  <a:pt x="2842957" y="5346668"/>
                  <a:pt x="2827132" y="5354779"/>
                  <a:pt x="2814829" y="5371002"/>
                </a:cubicBezTo>
                <a:cubicBezTo>
                  <a:pt x="2802526" y="5387224"/>
                  <a:pt x="2796374" y="5405108"/>
                  <a:pt x="2796374" y="5424654"/>
                </a:cubicBezTo>
                <a:cubicBezTo>
                  <a:pt x="2796374" y="5444200"/>
                  <a:pt x="2801930" y="5460199"/>
                  <a:pt x="2813043" y="5472651"/>
                </a:cubicBezTo>
                <a:cubicBezTo>
                  <a:pt x="2824155" y="5485103"/>
                  <a:pt x="2837153" y="5491329"/>
                  <a:pt x="2852035" y="5491329"/>
                </a:cubicBezTo>
                <a:cubicBezTo>
                  <a:pt x="2859378" y="5491329"/>
                  <a:pt x="2866224" y="5489816"/>
                  <a:pt x="2872574" y="5486790"/>
                </a:cubicBezTo>
                <a:cubicBezTo>
                  <a:pt x="2878924" y="5483764"/>
                  <a:pt x="2885423" y="5478778"/>
                  <a:pt x="2892070" y="5471833"/>
                </a:cubicBezTo>
                <a:lnTo>
                  <a:pt x="2892070" y="5491329"/>
                </a:lnTo>
                <a:lnTo>
                  <a:pt x="2898917" y="5491329"/>
                </a:lnTo>
                <a:lnTo>
                  <a:pt x="2939398" y="5474512"/>
                </a:lnTo>
                <a:lnTo>
                  <a:pt x="2937760" y="5469303"/>
                </a:lnTo>
                <a:cubicBezTo>
                  <a:pt x="2933296" y="5470989"/>
                  <a:pt x="2929724" y="5471833"/>
                  <a:pt x="2927045" y="5471833"/>
                </a:cubicBezTo>
                <a:cubicBezTo>
                  <a:pt x="2924862" y="5471833"/>
                  <a:pt x="2922952" y="5471138"/>
                  <a:pt x="2921315" y="5469749"/>
                </a:cubicBezTo>
                <a:cubicBezTo>
                  <a:pt x="2919678" y="5468360"/>
                  <a:pt x="2918487" y="5465905"/>
                  <a:pt x="2917743" y="5462382"/>
                </a:cubicBezTo>
                <a:cubicBezTo>
                  <a:pt x="2916999" y="5458860"/>
                  <a:pt x="2916627" y="5449112"/>
                  <a:pt x="2916627" y="5433137"/>
                </a:cubicBezTo>
                <a:lnTo>
                  <a:pt x="2916627" y="5275528"/>
                </a:lnTo>
                <a:close/>
                <a:moveTo>
                  <a:pt x="2314617" y="5275528"/>
                </a:moveTo>
                <a:lnTo>
                  <a:pt x="2273839" y="5292197"/>
                </a:lnTo>
                <a:lnTo>
                  <a:pt x="2275922" y="5297406"/>
                </a:lnTo>
                <a:cubicBezTo>
                  <a:pt x="2280585" y="5295819"/>
                  <a:pt x="2283959" y="5295025"/>
                  <a:pt x="2286042" y="5295025"/>
                </a:cubicBezTo>
                <a:cubicBezTo>
                  <a:pt x="2288622" y="5295025"/>
                  <a:pt x="2290681" y="5295670"/>
                  <a:pt x="2292219" y="5296960"/>
                </a:cubicBezTo>
                <a:cubicBezTo>
                  <a:pt x="2293757" y="5298250"/>
                  <a:pt x="2294898" y="5300680"/>
                  <a:pt x="2295642" y="5304252"/>
                </a:cubicBezTo>
                <a:cubicBezTo>
                  <a:pt x="2296386" y="5307824"/>
                  <a:pt x="2296758" y="5317399"/>
                  <a:pt x="2296758" y="5332976"/>
                </a:cubicBezTo>
                <a:lnTo>
                  <a:pt x="2296758" y="5456355"/>
                </a:lnTo>
                <a:cubicBezTo>
                  <a:pt x="2296758" y="5464887"/>
                  <a:pt x="2296163" y="5470543"/>
                  <a:pt x="2294972" y="5473321"/>
                </a:cubicBezTo>
                <a:cubicBezTo>
                  <a:pt x="2293781" y="5476099"/>
                  <a:pt x="2292194" y="5477984"/>
                  <a:pt x="2290209" y="5478976"/>
                </a:cubicBezTo>
                <a:cubicBezTo>
                  <a:pt x="2286737" y="5480862"/>
                  <a:pt x="2281974" y="5481804"/>
                  <a:pt x="2275922" y="5481804"/>
                </a:cubicBezTo>
                <a:lnTo>
                  <a:pt x="2275922" y="5487162"/>
                </a:lnTo>
                <a:lnTo>
                  <a:pt x="2343490" y="5487162"/>
                </a:lnTo>
                <a:lnTo>
                  <a:pt x="2343490" y="5481804"/>
                </a:lnTo>
                <a:cubicBezTo>
                  <a:pt x="2336545" y="5481804"/>
                  <a:pt x="2331658" y="5481035"/>
                  <a:pt x="2328831" y="5479497"/>
                </a:cubicBezTo>
                <a:cubicBezTo>
                  <a:pt x="2326002" y="5477960"/>
                  <a:pt x="2324068" y="5476050"/>
                  <a:pt x="2323026" y="5473767"/>
                </a:cubicBezTo>
                <a:cubicBezTo>
                  <a:pt x="2321984" y="5471486"/>
                  <a:pt x="2321464" y="5465681"/>
                  <a:pt x="2321464" y="5456355"/>
                </a:cubicBezTo>
                <a:lnTo>
                  <a:pt x="2321464" y="5384322"/>
                </a:lnTo>
                <a:cubicBezTo>
                  <a:pt x="2328805" y="5376484"/>
                  <a:pt x="2335106" y="5371275"/>
                  <a:pt x="2340365" y="5368695"/>
                </a:cubicBezTo>
                <a:cubicBezTo>
                  <a:pt x="2345623" y="5366115"/>
                  <a:pt x="2350683" y="5364825"/>
                  <a:pt x="2355545" y="5364825"/>
                </a:cubicBezTo>
                <a:cubicBezTo>
                  <a:pt x="2360308" y="5364825"/>
                  <a:pt x="2364376" y="5365991"/>
                  <a:pt x="2367749" y="5368323"/>
                </a:cubicBezTo>
                <a:cubicBezTo>
                  <a:pt x="2371123" y="5370655"/>
                  <a:pt x="2373578" y="5374152"/>
                  <a:pt x="2375116" y="5378815"/>
                </a:cubicBezTo>
                <a:cubicBezTo>
                  <a:pt x="2376654" y="5383479"/>
                  <a:pt x="2377423" y="5393251"/>
                  <a:pt x="2377423" y="5408134"/>
                </a:cubicBezTo>
                <a:lnTo>
                  <a:pt x="2377423" y="5456355"/>
                </a:lnTo>
                <a:cubicBezTo>
                  <a:pt x="2377423" y="5464094"/>
                  <a:pt x="2377274" y="5468757"/>
                  <a:pt x="2376976" y="5470344"/>
                </a:cubicBezTo>
                <a:cubicBezTo>
                  <a:pt x="2375984" y="5474115"/>
                  <a:pt x="2374248" y="5476967"/>
                  <a:pt x="2371767" y="5478902"/>
                </a:cubicBezTo>
                <a:cubicBezTo>
                  <a:pt x="2369287" y="5480837"/>
                  <a:pt x="2364871" y="5481804"/>
                  <a:pt x="2358522" y="5481804"/>
                </a:cubicBezTo>
                <a:lnTo>
                  <a:pt x="2355396" y="5481804"/>
                </a:lnTo>
                <a:lnTo>
                  <a:pt x="2355396" y="5487162"/>
                </a:lnTo>
                <a:lnTo>
                  <a:pt x="2422369" y="5487162"/>
                </a:lnTo>
                <a:lnTo>
                  <a:pt x="2422369" y="5481804"/>
                </a:lnTo>
                <a:cubicBezTo>
                  <a:pt x="2416019" y="5481804"/>
                  <a:pt x="2411654" y="5481110"/>
                  <a:pt x="2409272" y="5479721"/>
                </a:cubicBezTo>
                <a:cubicBezTo>
                  <a:pt x="2406891" y="5478332"/>
                  <a:pt x="2405204" y="5476446"/>
                  <a:pt x="2404212" y="5474065"/>
                </a:cubicBezTo>
                <a:cubicBezTo>
                  <a:pt x="2402823" y="5470890"/>
                  <a:pt x="2402128" y="5464987"/>
                  <a:pt x="2402128" y="5456355"/>
                </a:cubicBezTo>
                <a:lnTo>
                  <a:pt x="2402128" y="5408134"/>
                </a:lnTo>
                <a:cubicBezTo>
                  <a:pt x="2402128" y="5391267"/>
                  <a:pt x="2401186" y="5379659"/>
                  <a:pt x="2399300" y="5373308"/>
                </a:cubicBezTo>
                <a:cubicBezTo>
                  <a:pt x="2396622" y="5364181"/>
                  <a:pt x="2392504" y="5357483"/>
                  <a:pt x="2386948" y="5353217"/>
                </a:cubicBezTo>
                <a:cubicBezTo>
                  <a:pt x="2381392" y="5348950"/>
                  <a:pt x="2374744" y="5346817"/>
                  <a:pt x="2367005" y="5346817"/>
                </a:cubicBezTo>
                <a:cubicBezTo>
                  <a:pt x="2360556" y="5346817"/>
                  <a:pt x="2354106" y="5348529"/>
                  <a:pt x="2347657" y="5351952"/>
                </a:cubicBezTo>
                <a:cubicBezTo>
                  <a:pt x="2341208" y="5355375"/>
                  <a:pt x="2332477" y="5363139"/>
                  <a:pt x="2321464" y="5375243"/>
                </a:cubicBezTo>
                <a:lnTo>
                  <a:pt x="2321464" y="5275528"/>
                </a:lnTo>
                <a:close/>
                <a:moveTo>
                  <a:pt x="2150162" y="5275528"/>
                </a:moveTo>
                <a:lnTo>
                  <a:pt x="2109532" y="5292197"/>
                </a:lnTo>
                <a:lnTo>
                  <a:pt x="2112062" y="5297406"/>
                </a:lnTo>
                <a:cubicBezTo>
                  <a:pt x="2116031" y="5295819"/>
                  <a:pt x="2119305" y="5295025"/>
                  <a:pt x="2121885" y="5295025"/>
                </a:cubicBezTo>
                <a:cubicBezTo>
                  <a:pt x="2124266" y="5295025"/>
                  <a:pt x="2126225" y="5295670"/>
                  <a:pt x="2127764" y="5296960"/>
                </a:cubicBezTo>
                <a:cubicBezTo>
                  <a:pt x="2129302" y="5298250"/>
                  <a:pt x="2130417" y="5300656"/>
                  <a:pt x="2131112" y="5304178"/>
                </a:cubicBezTo>
                <a:cubicBezTo>
                  <a:pt x="2131807" y="5307700"/>
                  <a:pt x="2132154" y="5317151"/>
                  <a:pt x="2132154" y="5332530"/>
                </a:cubicBezTo>
                <a:lnTo>
                  <a:pt x="2132154" y="5456355"/>
                </a:lnTo>
                <a:cubicBezTo>
                  <a:pt x="2132154" y="5464788"/>
                  <a:pt x="2131509" y="5470493"/>
                  <a:pt x="2130219" y="5473470"/>
                </a:cubicBezTo>
                <a:cubicBezTo>
                  <a:pt x="2128930" y="5476446"/>
                  <a:pt x="2127143" y="5478580"/>
                  <a:pt x="2124861" y="5479869"/>
                </a:cubicBezTo>
                <a:cubicBezTo>
                  <a:pt x="2122579" y="5481159"/>
                  <a:pt x="2118313" y="5481804"/>
                  <a:pt x="2112062" y="5481804"/>
                </a:cubicBezTo>
                <a:lnTo>
                  <a:pt x="2112062" y="5487162"/>
                </a:lnTo>
                <a:lnTo>
                  <a:pt x="2178886" y="5487162"/>
                </a:lnTo>
                <a:lnTo>
                  <a:pt x="2178886" y="5481804"/>
                </a:lnTo>
                <a:cubicBezTo>
                  <a:pt x="2171842" y="5481804"/>
                  <a:pt x="2167030" y="5481085"/>
                  <a:pt x="2164450" y="5479646"/>
                </a:cubicBezTo>
                <a:cubicBezTo>
                  <a:pt x="2161870" y="5478208"/>
                  <a:pt x="2159960" y="5476099"/>
                  <a:pt x="2158720" y="5473321"/>
                </a:cubicBezTo>
                <a:cubicBezTo>
                  <a:pt x="2157480" y="5470543"/>
                  <a:pt x="2156860" y="5464887"/>
                  <a:pt x="2156860" y="5456355"/>
                </a:cubicBezTo>
                <a:lnTo>
                  <a:pt x="2156860" y="5275528"/>
                </a:lnTo>
                <a:close/>
                <a:moveTo>
                  <a:pt x="1733592" y="5275528"/>
                </a:moveTo>
                <a:lnTo>
                  <a:pt x="1692813" y="5292197"/>
                </a:lnTo>
                <a:lnTo>
                  <a:pt x="1694897" y="5297406"/>
                </a:lnTo>
                <a:cubicBezTo>
                  <a:pt x="1699560" y="5295819"/>
                  <a:pt x="1702934" y="5295025"/>
                  <a:pt x="1705017" y="5295025"/>
                </a:cubicBezTo>
                <a:cubicBezTo>
                  <a:pt x="1707597" y="5295025"/>
                  <a:pt x="1709656" y="5295670"/>
                  <a:pt x="1711194" y="5296960"/>
                </a:cubicBezTo>
                <a:cubicBezTo>
                  <a:pt x="1712731" y="5298250"/>
                  <a:pt x="1713873" y="5300680"/>
                  <a:pt x="1714616" y="5304252"/>
                </a:cubicBezTo>
                <a:cubicBezTo>
                  <a:pt x="1715361" y="5307824"/>
                  <a:pt x="1715733" y="5317399"/>
                  <a:pt x="1715733" y="5332976"/>
                </a:cubicBezTo>
                <a:lnTo>
                  <a:pt x="1715733" y="5456355"/>
                </a:lnTo>
                <a:cubicBezTo>
                  <a:pt x="1715733" y="5464887"/>
                  <a:pt x="1715138" y="5470543"/>
                  <a:pt x="1713947" y="5473321"/>
                </a:cubicBezTo>
                <a:cubicBezTo>
                  <a:pt x="1712756" y="5476099"/>
                  <a:pt x="1711169" y="5477984"/>
                  <a:pt x="1709184" y="5478976"/>
                </a:cubicBezTo>
                <a:cubicBezTo>
                  <a:pt x="1705712" y="5480862"/>
                  <a:pt x="1700949" y="5481804"/>
                  <a:pt x="1694897" y="5481804"/>
                </a:cubicBezTo>
                <a:lnTo>
                  <a:pt x="1694897" y="5487162"/>
                </a:lnTo>
                <a:lnTo>
                  <a:pt x="1762465" y="5487162"/>
                </a:lnTo>
                <a:lnTo>
                  <a:pt x="1762465" y="5481804"/>
                </a:lnTo>
                <a:cubicBezTo>
                  <a:pt x="1755520" y="5481804"/>
                  <a:pt x="1750633" y="5481035"/>
                  <a:pt x="1747805" y="5479497"/>
                </a:cubicBezTo>
                <a:cubicBezTo>
                  <a:pt x="1744977" y="5477960"/>
                  <a:pt x="1743043" y="5476050"/>
                  <a:pt x="1742001" y="5473767"/>
                </a:cubicBezTo>
                <a:cubicBezTo>
                  <a:pt x="1740959" y="5471486"/>
                  <a:pt x="1740438" y="5465681"/>
                  <a:pt x="1740438" y="5456355"/>
                </a:cubicBezTo>
                <a:lnTo>
                  <a:pt x="1740438" y="5384322"/>
                </a:lnTo>
                <a:cubicBezTo>
                  <a:pt x="1747781" y="5376484"/>
                  <a:pt x="1754081" y="5371275"/>
                  <a:pt x="1759339" y="5368695"/>
                </a:cubicBezTo>
                <a:cubicBezTo>
                  <a:pt x="1764598" y="5366115"/>
                  <a:pt x="1769658" y="5364825"/>
                  <a:pt x="1774520" y="5364825"/>
                </a:cubicBezTo>
                <a:cubicBezTo>
                  <a:pt x="1779282" y="5364825"/>
                  <a:pt x="1783350" y="5365991"/>
                  <a:pt x="1786724" y="5368323"/>
                </a:cubicBezTo>
                <a:cubicBezTo>
                  <a:pt x="1790097" y="5370655"/>
                  <a:pt x="1792553" y="5374152"/>
                  <a:pt x="1794091" y="5378815"/>
                </a:cubicBezTo>
                <a:cubicBezTo>
                  <a:pt x="1795629" y="5383479"/>
                  <a:pt x="1796398" y="5393251"/>
                  <a:pt x="1796398" y="5408134"/>
                </a:cubicBezTo>
                <a:lnTo>
                  <a:pt x="1796398" y="5456355"/>
                </a:lnTo>
                <a:cubicBezTo>
                  <a:pt x="1796398" y="5464094"/>
                  <a:pt x="1796249" y="5468757"/>
                  <a:pt x="1795951" y="5470344"/>
                </a:cubicBezTo>
                <a:cubicBezTo>
                  <a:pt x="1794959" y="5474115"/>
                  <a:pt x="1793223" y="5476967"/>
                  <a:pt x="1790742" y="5478902"/>
                </a:cubicBezTo>
                <a:cubicBezTo>
                  <a:pt x="1788262" y="5480837"/>
                  <a:pt x="1783846" y="5481804"/>
                  <a:pt x="1777496" y="5481804"/>
                </a:cubicBezTo>
                <a:lnTo>
                  <a:pt x="1774371" y="5481804"/>
                </a:lnTo>
                <a:lnTo>
                  <a:pt x="1774371" y="5487162"/>
                </a:lnTo>
                <a:lnTo>
                  <a:pt x="1841344" y="5487162"/>
                </a:lnTo>
                <a:lnTo>
                  <a:pt x="1841344" y="5481804"/>
                </a:lnTo>
                <a:cubicBezTo>
                  <a:pt x="1834994" y="5481804"/>
                  <a:pt x="1830628" y="5481110"/>
                  <a:pt x="1828247" y="5479721"/>
                </a:cubicBezTo>
                <a:cubicBezTo>
                  <a:pt x="1825866" y="5478332"/>
                  <a:pt x="1824179" y="5476446"/>
                  <a:pt x="1823187" y="5474065"/>
                </a:cubicBezTo>
                <a:cubicBezTo>
                  <a:pt x="1821798" y="5470890"/>
                  <a:pt x="1821103" y="5464987"/>
                  <a:pt x="1821103" y="5456355"/>
                </a:cubicBezTo>
                <a:lnTo>
                  <a:pt x="1821103" y="5408134"/>
                </a:lnTo>
                <a:cubicBezTo>
                  <a:pt x="1821103" y="5391267"/>
                  <a:pt x="1820161" y="5379659"/>
                  <a:pt x="1818275" y="5373308"/>
                </a:cubicBezTo>
                <a:cubicBezTo>
                  <a:pt x="1815596" y="5364181"/>
                  <a:pt x="1811479" y="5357483"/>
                  <a:pt x="1805923" y="5353217"/>
                </a:cubicBezTo>
                <a:cubicBezTo>
                  <a:pt x="1800366" y="5348950"/>
                  <a:pt x="1793719" y="5346817"/>
                  <a:pt x="1785980" y="5346817"/>
                </a:cubicBezTo>
                <a:cubicBezTo>
                  <a:pt x="1779530" y="5346817"/>
                  <a:pt x="1773081" y="5348529"/>
                  <a:pt x="1766632" y="5351952"/>
                </a:cubicBezTo>
                <a:cubicBezTo>
                  <a:pt x="1760183" y="5355375"/>
                  <a:pt x="1751452" y="5363139"/>
                  <a:pt x="1740438" y="5375243"/>
                </a:cubicBezTo>
                <a:lnTo>
                  <a:pt x="1740438" y="5275528"/>
                </a:lnTo>
                <a:close/>
                <a:moveTo>
                  <a:pt x="1569137" y="5275528"/>
                </a:moveTo>
                <a:lnTo>
                  <a:pt x="1528507" y="5292197"/>
                </a:lnTo>
                <a:lnTo>
                  <a:pt x="1531037" y="5297406"/>
                </a:lnTo>
                <a:cubicBezTo>
                  <a:pt x="1535006" y="5295819"/>
                  <a:pt x="1538280" y="5295025"/>
                  <a:pt x="1540860" y="5295025"/>
                </a:cubicBezTo>
                <a:cubicBezTo>
                  <a:pt x="1543241" y="5295025"/>
                  <a:pt x="1545200" y="5295670"/>
                  <a:pt x="1546738" y="5296960"/>
                </a:cubicBezTo>
                <a:cubicBezTo>
                  <a:pt x="1548276" y="5298250"/>
                  <a:pt x="1549393" y="5300656"/>
                  <a:pt x="1550087" y="5304178"/>
                </a:cubicBezTo>
                <a:cubicBezTo>
                  <a:pt x="1550781" y="5307700"/>
                  <a:pt x="1551129" y="5317151"/>
                  <a:pt x="1551129" y="5332530"/>
                </a:cubicBezTo>
                <a:lnTo>
                  <a:pt x="1551129" y="5456355"/>
                </a:lnTo>
                <a:cubicBezTo>
                  <a:pt x="1551129" y="5464788"/>
                  <a:pt x="1550484" y="5470493"/>
                  <a:pt x="1549194" y="5473470"/>
                </a:cubicBezTo>
                <a:cubicBezTo>
                  <a:pt x="1547904" y="5476446"/>
                  <a:pt x="1546118" y="5478580"/>
                  <a:pt x="1543836" y="5479869"/>
                </a:cubicBezTo>
                <a:cubicBezTo>
                  <a:pt x="1541554" y="5481159"/>
                  <a:pt x="1537288" y="5481804"/>
                  <a:pt x="1531037" y="5481804"/>
                </a:cubicBezTo>
                <a:lnTo>
                  <a:pt x="1531037" y="5487162"/>
                </a:lnTo>
                <a:lnTo>
                  <a:pt x="1597861" y="5487162"/>
                </a:lnTo>
                <a:lnTo>
                  <a:pt x="1597861" y="5481804"/>
                </a:lnTo>
                <a:cubicBezTo>
                  <a:pt x="1590816" y="5481804"/>
                  <a:pt x="1586004" y="5481085"/>
                  <a:pt x="1583424" y="5479646"/>
                </a:cubicBezTo>
                <a:cubicBezTo>
                  <a:pt x="1580845" y="5478208"/>
                  <a:pt x="1578935" y="5476099"/>
                  <a:pt x="1577695" y="5473321"/>
                </a:cubicBezTo>
                <a:cubicBezTo>
                  <a:pt x="1576455" y="5470543"/>
                  <a:pt x="1575834" y="5464887"/>
                  <a:pt x="1575834" y="5456355"/>
                </a:cubicBezTo>
                <a:lnTo>
                  <a:pt x="1575834" y="5275528"/>
                </a:lnTo>
                <a:close/>
                <a:moveTo>
                  <a:pt x="1273862" y="5275528"/>
                </a:moveTo>
                <a:lnTo>
                  <a:pt x="1232934" y="5292197"/>
                </a:lnTo>
                <a:lnTo>
                  <a:pt x="1235018" y="5297406"/>
                </a:lnTo>
                <a:cubicBezTo>
                  <a:pt x="1239185" y="5295819"/>
                  <a:pt x="1242658" y="5295025"/>
                  <a:pt x="1245436" y="5295025"/>
                </a:cubicBezTo>
                <a:cubicBezTo>
                  <a:pt x="1247817" y="5295025"/>
                  <a:pt x="1249801" y="5295670"/>
                  <a:pt x="1251389" y="5296960"/>
                </a:cubicBezTo>
                <a:cubicBezTo>
                  <a:pt x="1252976" y="5298250"/>
                  <a:pt x="1254142" y="5300680"/>
                  <a:pt x="1254886" y="5304252"/>
                </a:cubicBezTo>
                <a:cubicBezTo>
                  <a:pt x="1255631" y="5307824"/>
                  <a:pt x="1256003" y="5317349"/>
                  <a:pt x="1256003" y="5332827"/>
                </a:cubicBezTo>
                <a:lnTo>
                  <a:pt x="1256003" y="5474065"/>
                </a:lnTo>
                <a:cubicBezTo>
                  <a:pt x="1264535" y="5479820"/>
                  <a:pt x="1272895" y="5484136"/>
                  <a:pt x="1281080" y="5487013"/>
                </a:cubicBezTo>
                <a:cubicBezTo>
                  <a:pt x="1289266" y="5489891"/>
                  <a:pt x="1297327" y="5491329"/>
                  <a:pt x="1305265" y="5491329"/>
                </a:cubicBezTo>
                <a:cubicBezTo>
                  <a:pt x="1322231" y="5491329"/>
                  <a:pt x="1337610" y="5484979"/>
                  <a:pt x="1351402" y="5472279"/>
                </a:cubicBezTo>
                <a:cubicBezTo>
                  <a:pt x="1367475" y="5457496"/>
                  <a:pt x="1375512" y="5437999"/>
                  <a:pt x="1375512" y="5413790"/>
                </a:cubicBezTo>
                <a:cubicBezTo>
                  <a:pt x="1375512" y="5393053"/>
                  <a:pt x="1370303" y="5376707"/>
                  <a:pt x="1359885" y="5364751"/>
                </a:cubicBezTo>
                <a:cubicBezTo>
                  <a:pt x="1349467" y="5352795"/>
                  <a:pt x="1337263" y="5346817"/>
                  <a:pt x="1323273" y="5346817"/>
                </a:cubicBezTo>
                <a:cubicBezTo>
                  <a:pt x="1307993" y="5346817"/>
                  <a:pt x="1293755" y="5355995"/>
                  <a:pt x="1280559" y="5374350"/>
                </a:cubicBezTo>
                <a:lnTo>
                  <a:pt x="1280559" y="5275528"/>
                </a:lnTo>
                <a:close/>
                <a:moveTo>
                  <a:pt x="1045262" y="5275528"/>
                </a:moveTo>
                <a:lnTo>
                  <a:pt x="1004632" y="5292197"/>
                </a:lnTo>
                <a:lnTo>
                  <a:pt x="1007162" y="5297406"/>
                </a:lnTo>
                <a:cubicBezTo>
                  <a:pt x="1011131" y="5295819"/>
                  <a:pt x="1014405" y="5295025"/>
                  <a:pt x="1016984" y="5295025"/>
                </a:cubicBezTo>
                <a:cubicBezTo>
                  <a:pt x="1019366" y="5295025"/>
                  <a:pt x="1021325" y="5295670"/>
                  <a:pt x="1022863" y="5296960"/>
                </a:cubicBezTo>
                <a:cubicBezTo>
                  <a:pt x="1024401" y="5298250"/>
                  <a:pt x="1025518" y="5300656"/>
                  <a:pt x="1026212" y="5304178"/>
                </a:cubicBezTo>
                <a:cubicBezTo>
                  <a:pt x="1026907" y="5307700"/>
                  <a:pt x="1027254" y="5317151"/>
                  <a:pt x="1027254" y="5332530"/>
                </a:cubicBezTo>
                <a:lnTo>
                  <a:pt x="1027254" y="5456355"/>
                </a:lnTo>
                <a:cubicBezTo>
                  <a:pt x="1027254" y="5464788"/>
                  <a:pt x="1026609" y="5470493"/>
                  <a:pt x="1025319" y="5473470"/>
                </a:cubicBezTo>
                <a:cubicBezTo>
                  <a:pt x="1024029" y="5476446"/>
                  <a:pt x="1022243" y="5478580"/>
                  <a:pt x="1019961" y="5479869"/>
                </a:cubicBezTo>
                <a:cubicBezTo>
                  <a:pt x="1017679" y="5481159"/>
                  <a:pt x="1013413" y="5481804"/>
                  <a:pt x="1007162" y="5481804"/>
                </a:cubicBezTo>
                <a:lnTo>
                  <a:pt x="1007162" y="5487162"/>
                </a:lnTo>
                <a:lnTo>
                  <a:pt x="1073986" y="5487162"/>
                </a:lnTo>
                <a:lnTo>
                  <a:pt x="1073986" y="5481804"/>
                </a:lnTo>
                <a:cubicBezTo>
                  <a:pt x="1066941" y="5481804"/>
                  <a:pt x="1062129" y="5481085"/>
                  <a:pt x="1059550" y="5479646"/>
                </a:cubicBezTo>
                <a:cubicBezTo>
                  <a:pt x="1056970" y="5478208"/>
                  <a:pt x="1055060" y="5476099"/>
                  <a:pt x="1053820" y="5473321"/>
                </a:cubicBezTo>
                <a:cubicBezTo>
                  <a:pt x="1052579" y="5470543"/>
                  <a:pt x="1051959" y="5464887"/>
                  <a:pt x="1051959" y="5456355"/>
                </a:cubicBezTo>
                <a:lnTo>
                  <a:pt x="1051959" y="5275528"/>
                </a:lnTo>
                <a:close/>
                <a:moveTo>
                  <a:pt x="7707553" y="5125212"/>
                </a:moveTo>
                <a:cubicBezTo>
                  <a:pt x="7719558" y="5126899"/>
                  <a:pt x="7736724" y="5128040"/>
                  <a:pt x="7759047" y="5128635"/>
                </a:cubicBezTo>
                <a:cubicBezTo>
                  <a:pt x="7774327" y="5129032"/>
                  <a:pt x="7784547" y="5130322"/>
                  <a:pt x="7789706" y="5132505"/>
                </a:cubicBezTo>
                <a:cubicBezTo>
                  <a:pt x="7794766" y="5134688"/>
                  <a:pt x="7797297" y="5138359"/>
                  <a:pt x="7797297" y="5143518"/>
                </a:cubicBezTo>
                <a:cubicBezTo>
                  <a:pt x="7797297" y="5150662"/>
                  <a:pt x="7793055" y="5157384"/>
                  <a:pt x="7784571" y="5163684"/>
                </a:cubicBezTo>
                <a:cubicBezTo>
                  <a:pt x="7776089" y="5169985"/>
                  <a:pt x="7762917" y="5173135"/>
                  <a:pt x="7745057" y="5173135"/>
                </a:cubicBezTo>
                <a:cubicBezTo>
                  <a:pt x="7726306" y="5173135"/>
                  <a:pt x="7711968" y="5170059"/>
                  <a:pt x="7702047" y="5163907"/>
                </a:cubicBezTo>
                <a:cubicBezTo>
                  <a:pt x="7696292" y="5160335"/>
                  <a:pt x="7693415" y="5156168"/>
                  <a:pt x="7693415" y="5151406"/>
                </a:cubicBezTo>
                <a:cubicBezTo>
                  <a:pt x="7693415" y="5147735"/>
                  <a:pt x="7694605" y="5143716"/>
                  <a:pt x="7696986" y="5139351"/>
                </a:cubicBezTo>
                <a:cubicBezTo>
                  <a:pt x="7699368" y="5134985"/>
                  <a:pt x="7702890" y="5130272"/>
                  <a:pt x="7707553" y="5125212"/>
                </a:cubicBezTo>
                <a:close/>
                <a:moveTo>
                  <a:pt x="7841498" y="5095446"/>
                </a:moveTo>
                <a:cubicBezTo>
                  <a:pt x="7836141" y="5095446"/>
                  <a:pt x="7831601" y="5097183"/>
                  <a:pt x="7827881" y="5100655"/>
                </a:cubicBezTo>
                <a:cubicBezTo>
                  <a:pt x="7824160" y="5104128"/>
                  <a:pt x="7822300" y="5108295"/>
                  <a:pt x="7822300" y="5113157"/>
                </a:cubicBezTo>
                <a:cubicBezTo>
                  <a:pt x="7822300" y="5118217"/>
                  <a:pt x="7823738" y="5122186"/>
                  <a:pt x="7826616" y="5125063"/>
                </a:cubicBezTo>
                <a:cubicBezTo>
                  <a:pt x="7829493" y="5127941"/>
                  <a:pt x="7833362" y="5129379"/>
                  <a:pt x="7838224" y="5129379"/>
                </a:cubicBezTo>
                <a:cubicBezTo>
                  <a:pt x="7840208" y="5129379"/>
                  <a:pt x="7842094" y="5128933"/>
                  <a:pt x="7843880" y="5128040"/>
                </a:cubicBezTo>
                <a:cubicBezTo>
                  <a:pt x="7847550" y="5126056"/>
                  <a:pt x="7849932" y="5125063"/>
                  <a:pt x="7851023" y="5125063"/>
                </a:cubicBezTo>
                <a:cubicBezTo>
                  <a:pt x="7851718" y="5125063"/>
                  <a:pt x="7852412" y="5125510"/>
                  <a:pt x="7853107" y="5126403"/>
                </a:cubicBezTo>
                <a:cubicBezTo>
                  <a:pt x="7854000" y="5127693"/>
                  <a:pt x="7854447" y="5129280"/>
                  <a:pt x="7854447" y="5131165"/>
                </a:cubicBezTo>
                <a:cubicBezTo>
                  <a:pt x="7854447" y="5139103"/>
                  <a:pt x="7851643" y="5146619"/>
                  <a:pt x="7846038" y="5153713"/>
                </a:cubicBezTo>
                <a:cubicBezTo>
                  <a:pt x="7840432" y="5160807"/>
                  <a:pt x="7832519" y="5166041"/>
                  <a:pt x="7822300" y="5169414"/>
                </a:cubicBezTo>
                <a:lnTo>
                  <a:pt x="7822300" y="5175962"/>
                </a:lnTo>
                <a:cubicBezTo>
                  <a:pt x="7837678" y="5170902"/>
                  <a:pt x="7848915" y="5163982"/>
                  <a:pt x="7856009" y="5155201"/>
                </a:cubicBezTo>
                <a:cubicBezTo>
                  <a:pt x="7863103" y="5146420"/>
                  <a:pt x="7866650" y="5136920"/>
                  <a:pt x="7866650" y="5126700"/>
                </a:cubicBezTo>
                <a:cubicBezTo>
                  <a:pt x="7866650" y="5117275"/>
                  <a:pt x="7864095" y="5109709"/>
                  <a:pt x="7858986" y="5104004"/>
                </a:cubicBezTo>
                <a:cubicBezTo>
                  <a:pt x="7853876" y="5098299"/>
                  <a:pt x="7848047" y="5095446"/>
                  <a:pt x="7841498" y="5095446"/>
                </a:cubicBezTo>
                <a:close/>
                <a:moveTo>
                  <a:pt x="5936498" y="5095446"/>
                </a:moveTo>
                <a:cubicBezTo>
                  <a:pt x="5931140" y="5095446"/>
                  <a:pt x="5926601" y="5097183"/>
                  <a:pt x="5922880" y="5100655"/>
                </a:cubicBezTo>
                <a:cubicBezTo>
                  <a:pt x="5919159" y="5104128"/>
                  <a:pt x="5917299" y="5108295"/>
                  <a:pt x="5917299" y="5113157"/>
                </a:cubicBezTo>
                <a:cubicBezTo>
                  <a:pt x="5917299" y="5118217"/>
                  <a:pt x="5918738" y="5122186"/>
                  <a:pt x="5921616" y="5125063"/>
                </a:cubicBezTo>
                <a:cubicBezTo>
                  <a:pt x="5924492" y="5127941"/>
                  <a:pt x="5928362" y="5129379"/>
                  <a:pt x="5933224" y="5129379"/>
                </a:cubicBezTo>
                <a:cubicBezTo>
                  <a:pt x="5935208" y="5129379"/>
                  <a:pt x="5937093" y="5128933"/>
                  <a:pt x="5938879" y="5128040"/>
                </a:cubicBezTo>
                <a:cubicBezTo>
                  <a:pt x="5942550" y="5126056"/>
                  <a:pt x="5944933" y="5125063"/>
                  <a:pt x="5946023" y="5125063"/>
                </a:cubicBezTo>
                <a:cubicBezTo>
                  <a:pt x="5946718" y="5125063"/>
                  <a:pt x="5947412" y="5125510"/>
                  <a:pt x="5948107" y="5126403"/>
                </a:cubicBezTo>
                <a:cubicBezTo>
                  <a:pt x="5949000" y="5127693"/>
                  <a:pt x="5949446" y="5129280"/>
                  <a:pt x="5949446" y="5131165"/>
                </a:cubicBezTo>
                <a:cubicBezTo>
                  <a:pt x="5949446" y="5139103"/>
                  <a:pt x="5946643" y="5146619"/>
                  <a:pt x="5941037" y="5153713"/>
                </a:cubicBezTo>
                <a:cubicBezTo>
                  <a:pt x="5935431" y="5160807"/>
                  <a:pt x="5927519" y="5166041"/>
                  <a:pt x="5917299" y="5169414"/>
                </a:cubicBezTo>
                <a:lnTo>
                  <a:pt x="5917299" y="5175962"/>
                </a:lnTo>
                <a:cubicBezTo>
                  <a:pt x="5932678" y="5170902"/>
                  <a:pt x="5943914" y="5163982"/>
                  <a:pt x="5951009" y="5155201"/>
                </a:cubicBezTo>
                <a:cubicBezTo>
                  <a:pt x="5958103" y="5146420"/>
                  <a:pt x="5961651" y="5136920"/>
                  <a:pt x="5961651" y="5126700"/>
                </a:cubicBezTo>
                <a:cubicBezTo>
                  <a:pt x="5961651" y="5117275"/>
                  <a:pt x="5959095" y="5109709"/>
                  <a:pt x="5953985" y="5104004"/>
                </a:cubicBezTo>
                <a:cubicBezTo>
                  <a:pt x="5948877" y="5098299"/>
                  <a:pt x="5943046" y="5095446"/>
                  <a:pt x="5936498" y="5095446"/>
                </a:cubicBezTo>
                <a:close/>
                <a:moveTo>
                  <a:pt x="6846731" y="5045589"/>
                </a:moveTo>
                <a:lnTo>
                  <a:pt x="6846731" y="5068062"/>
                </a:lnTo>
                <a:lnTo>
                  <a:pt x="6923675" y="5068062"/>
                </a:lnTo>
                <a:lnTo>
                  <a:pt x="6923675" y="5045589"/>
                </a:lnTo>
                <a:close/>
                <a:moveTo>
                  <a:pt x="10454920" y="5043952"/>
                </a:moveTo>
                <a:lnTo>
                  <a:pt x="10454920" y="5095893"/>
                </a:lnTo>
                <a:cubicBezTo>
                  <a:pt x="10442617" y="5105815"/>
                  <a:pt x="10432694" y="5110776"/>
                  <a:pt x="10425154" y="5110776"/>
                </a:cubicBezTo>
                <a:cubicBezTo>
                  <a:pt x="10419597" y="5110776"/>
                  <a:pt x="10414686" y="5108419"/>
                  <a:pt x="10410420" y="5103706"/>
                </a:cubicBezTo>
                <a:cubicBezTo>
                  <a:pt x="10406154" y="5098994"/>
                  <a:pt x="10404020" y="5093065"/>
                  <a:pt x="10404020" y="5085921"/>
                </a:cubicBezTo>
                <a:cubicBezTo>
                  <a:pt x="10404020" y="5080266"/>
                  <a:pt x="10405707" y="5075057"/>
                  <a:pt x="10409081" y="5070294"/>
                </a:cubicBezTo>
                <a:cubicBezTo>
                  <a:pt x="10412454" y="5065532"/>
                  <a:pt x="10418060" y="5060968"/>
                  <a:pt x="10425898" y="5056602"/>
                </a:cubicBezTo>
                <a:cubicBezTo>
                  <a:pt x="10430264" y="5054122"/>
                  <a:pt x="10439938" y="5049905"/>
                  <a:pt x="10454920" y="5043952"/>
                </a:cubicBezTo>
                <a:close/>
                <a:moveTo>
                  <a:pt x="10178695" y="5043952"/>
                </a:moveTo>
                <a:lnTo>
                  <a:pt x="10178695" y="5095893"/>
                </a:lnTo>
                <a:cubicBezTo>
                  <a:pt x="10166392" y="5105815"/>
                  <a:pt x="10156470" y="5110776"/>
                  <a:pt x="10148929" y="5110776"/>
                </a:cubicBezTo>
                <a:cubicBezTo>
                  <a:pt x="10143373" y="5110776"/>
                  <a:pt x="10138462" y="5108419"/>
                  <a:pt x="10134195" y="5103706"/>
                </a:cubicBezTo>
                <a:cubicBezTo>
                  <a:pt x="10129929" y="5098994"/>
                  <a:pt x="10127795" y="5093065"/>
                  <a:pt x="10127795" y="5085921"/>
                </a:cubicBezTo>
                <a:cubicBezTo>
                  <a:pt x="10127795" y="5080266"/>
                  <a:pt x="10129482" y="5075057"/>
                  <a:pt x="10132856" y="5070294"/>
                </a:cubicBezTo>
                <a:cubicBezTo>
                  <a:pt x="10136229" y="5065532"/>
                  <a:pt x="10141835" y="5060968"/>
                  <a:pt x="10149673" y="5056602"/>
                </a:cubicBezTo>
                <a:cubicBezTo>
                  <a:pt x="10154039" y="5054122"/>
                  <a:pt x="10163713" y="5049905"/>
                  <a:pt x="10178695" y="5043952"/>
                </a:cubicBezTo>
                <a:close/>
                <a:moveTo>
                  <a:pt x="9169045" y="5043952"/>
                </a:moveTo>
                <a:lnTo>
                  <a:pt x="9169045" y="5095893"/>
                </a:lnTo>
                <a:cubicBezTo>
                  <a:pt x="9156742" y="5105815"/>
                  <a:pt x="9146820" y="5110776"/>
                  <a:pt x="9139279" y="5110776"/>
                </a:cubicBezTo>
                <a:cubicBezTo>
                  <a:pt x="9133723" y="5110776"/>
                  <a:pt x="9128812" y="5108419"/>
                  <a:pt x="9124545" y="5103706"/>
                </a:cubicBezTo>
                <a:cubicBezTo>
                  <a:pt x="9120279" y="5098994"/>
                  <a:pt x="9118145" y="5093065"/>
                  <a:pt x="9118145" y="5085921"/>
                </a:cubicBezTo>
                <a:cubicBezTo>
                  <a:pt x="9118145" y="5080266"/>
                  <a:pt x="9119832" y="5075057"/>
                  <a:pt x="9123206" y="5070294"/>
                </a:cubicBezTo>
                <a:cubicBezTo>
                  <a:pt x="9126579" y="5065532"/>
                  <a:pt x="9132185" y="5060968"/>
                  <a:pt x="9140023" y="5056602"/>
                </a:cubicBezTo>
                <a:cubicBezTo>
                  <a:pt x="9144389" y="5054122"/>
                  <a:pt x="9154063" y="5049905"/>
                  <a:pt x="9169045" y="5043952"/>
                </a:cubicBezTo>
                <a:close/>
                <a:moveTo>
                  <a:pt x="8092720" y="5043952"/>
                </a:moveTo>
                <a:lnTo>
                  <a:pt x="8092720" y="5095893"/>
                </a:lnTo>
                <a:cubicBezTo>
                  <a:pt x="8080417" y="5105815"/>
                  <a:pt x="8070495" y="5110776"/>
                  <a:pt x="8062954" y="5110776"/>
                </a:cubicBezTo>
                <a:cubicBezTo>
                  <a:pt x="8057398" y="5110776"/>
                  <a:pt x="8052487" y="5108419"/>
                  <a:pt x="8048221" y="5103706"/>
                </a:cubicBezTo>
                <a:cubicBezTo>
                  <a:pt x="8043954" y="5098994"/>
                  <a:pt x="8041821" y="5093065"/>
                  <a:pt x="8041821" y="5085921"/>
                </a:cubicBezTo>
                <a:cubicBezTo>
                  <a:pt x="8041821" y="5080266"/>
                  <a:pt x="8043508" y="5075057"/>
                  <a:pt x="8046881" y="5070294"/>
                </a:cubicBezTo>
                <a:cubicBezTo>
                  <a:pt x="8050254" y="5065532"/>
                  <a:pt x="8055860" y="5060968"/>
                  <a:pt x="8063699" y="5056602"/>
                </a:cubicBezTo>
                <a:cubicBezTo>
                  <a:pt x="8068064" y="5054122"/>
                  <a:pt x="8077738" y="5049905"/>
                  <a:pt x="8092720" y="5043952"/>
                </a:cubicBezTo>
                <a:close/>
                <a:moveTo>
                  <a:pt x="7235470" y="5043952"/>
                </a:moveTo>
                <a:lnTo>
                  <a:pt x="7235470" y="5095893"/>
                </a:lnTo>
                <a:cubicBezTo>
                  <a:pt x="7223167" y="5105815"/>
                  <a:pt x="7213245" y="5110776"/>
                  <a:pt x="7205704" y="5110776"/>
                </a:cubicBezTo>
                <a:cubicBezTo>
                  <a:pt x="7200148" y="5110776"/>
                  <a:pt x="7195237" y="5108419"/>
                  <a:pt x="7190970" y="5103706"/>
                </a:cubicBezTo>
                <a:cubicBezTo>
                  <a:pt x="7186704" y="5098994"/>
                  <a:pt x="7184571" y="5093065"/>
                  <a:pt x="7184571" y="5085921"/>
                </a:cubicBezTo>
                <a:cubicBezTo>
                  <a:pt x="7184571" y="5080266"/>
                  <a:pt x="7186258" y="5075057"/>
                  <a:pt x="7189631" y="5070294"/>
                </a:cubicBezTo>
                <a:cubicBezTo>
                  <a:pt x="7193004" y="5065532"/>
                  <a:pt x="7198610" y="5060968"/>
                  <a:pt x="7206449" y="5056602"/>
                </a:cubicBezTo>
                <a:cubicBezTo>
                  <a:pt x="7210814" y="5054122"/>
                  <a:pt x="7220488" y="5049905"/>
                  <a:pt x="7235470" y="5043952"/>
                </a:cubicBezTo>
                <a:close/>
                <a:moveTo>
                  <a:pt x="5473345" y="5043952"/>
                </a:moveTo>
                <a:lnTo>
                  <a:pt x="5473345" y="5095893"/>
                </a:lnTo>
                <a:cubicBezTo>
                  <a:pt x="5461042" y="5105815"/>
                  <a:pt x="5451120" y="5110776"/>
                  <a:pt x="5443579" y="5110776"/>
                </a:cubicBezTo>
                <a:cubicBezTo>
                  <a:pt x="5438023" y="5110776"/>
                  <a:pt x="5433113" y="5108419"/>
                  <a:pt x="5428845" y="5103706"/>
                </a:cubicBezTo>
                <a:cubicBezTo>
                  <a:pt x="5424580" y="5098994"/>
                  <a:pt x="5422446" y="5093065"/>
                  <a:pt x="5422446" y="5085921"/>
                </a:cubicBezTo>
                <a:cubicBezTo>
                  <a:pt x="5422446" y="5080266"/>
                  <a:pt x="5424133" y="5075057"/>
                  <a:pt x="5427506" y="5070294"/>
                </a:cubicBezTo>
                <a:cubicBezTo>
                  <a:pt x="5430879" y="5065532"/>
                  <a:pt x="5436486" y="5060968"/>
                  <a:pt x="5444323" y="5056602"/>
                </a:cubicBezTo>
                <a:cubicBezTo>
                  <a:pt x="5448689" y="5054122"/>
                  <a:pt x="5458363" y="5049905"/>
                  <a:pt x="5473345" y="5043952"/>
                </a:cubicBezTo>
                <a:close/>
                <a:moveTo>
                  <a:pt x="3206396" y="5043952"/>
                </a:moveTo>
                <a:lnTo>
                  <a:pt x="3206396" y="5095893"/>
                </a:lnTo>
                <a:cubicBezTo>
                  <a:pt x="3194093" y="5105815"/>
                  <a:pt x="3184171" y="5110776"/>
                  <a:pt x="3176630" y="5110776"/>
                </a:cubicBezTo>
                <a:cubicBezTo>
                  <a:pt x="3171075" y="5110776"/>
                  <a:pt x="3166163" y="5108419"/>
                  <a:pt x="3161896" y="5103706"/>
                </a:cubicBezTo>
                <a:cubicBezTo>
                  <a:pt x="3157630" y="5098994"/>
                  <a:pt x="3155497" y="5093065"/>
                  <a:pt x="3155497" y="5085921"/>
                </a:cubicBezTo>
                <a:cubicBezTo>
                  <a:pt x="3155497" y="5080266"/>
                  <a:pt x="3157184" y="5075057"/>
                  <a:pt x="3160557" y="5070294"/>
                </a:cubicBezTo>
                <a:cubicBezTo>
                  <a:pt x="3163931" y="5065532"/>
                  <a:pt x="3169536" y="5060968"/>
                  <a:pt x="3177374" y="5056602"/>
                </a:cubicBezTo>
                <a:cubicBezTo>
                  <a:pt x="3181740" y="5054122"/>
                  <a:pt x="3191414" y="5049905"/>
                  <a:pt x="3206396" y="5043952"/>
                </a:cubicBezTo>
                <a:close/>
                <a:moveTo>
                  <a:pt x="2358671" y="5043952"/>
                </a:moveTo>
                <a:lnTo>
                  <a:pt x="2358671" y="5095893"/>
                </a:lnTo>
                <a:cubicBezTo>
                  <a:pt x="2346368" y="5105815"/>
                  <a:pt x="2336446" y="5110776"/>
                  <a:pt x="2328906" y="5110776"/>
                </a:cubicBezTo>
                <a:cubicBezTo>
                  <a:pt x="2323349" y="5110776"/>
                  <a:pt x="2318438" y="5108419"/>
                  <a:pt x="2314171" y="5103706"/>
                </a:cubicBezTo>
                <a:cubicBezTo>
                  <a:pt x="2309905" y="5098994"/>
                  <a:pt x="2307771" y="5093065"/>
                  <a:pt x="2307771" y="5085921"/>
                </a:cubicBezTo>
                <a:cubicBezTo>
                  <a:pt x="2307771" y="5080266"/>
                  <a:pt x="2309459" y="5075057"/>
                  <a:pt x="2312831" y="5070294"/>
                </a:cubicBezTo>
                <a:cubicBezTo>
                  <a:pt x="2316206" y="5065532"/>
                  <a:pt x="2321811" y="5060968"/>
                  <a:pt x="2329649" y="5056602"/>
                </a:cubicBezTo>
                <a:cubicBezTo>
                  <a:pt x="2334015" y="5054122"/>
                  <a:pt x="2343689" y="5049905"/>
                  <a:pt x="2358671" y="5043952"/>
                </a:cubicBezTo>
                <a:close/>
                <a:moveTo>
                  <a:pt x="702809" y="5035915"/>
                </a:moveTo>
                <a:lnTo>
                  <a:pt x="658161" y="5080564"/>
                </a:lnTo>
                <a:lnTo>
                  <a:pt x="702809" y="5125212"/>
                </a:lnTo>
                <a:lnTo>
                  <a:pt x="747457" y="5080564"/>
                </a:lnTo>
                <a:close/>
                <a:moveTo>
                  <a:pt x="6161080" y="5006447"/>
                </a:moveTo>
                <a:cubicBezTo>
                  <a:pt x="6169811" y="5006447"/>
                  <a:pt x="6177351" y="5010317"/>
                  <a:pt x="6183701" y="5018056"/>
                </a:cubicBezTo>
                <a:cubicBezTo>
                  <a:pt x="6192829" y="5029268"/>
                  <a:pt x="6197394" y="5045291"/>
                  <a:pt x="6197394" y="5066127"/>
                </a:cubicBezTo>
                <a:cubicBezTo>
                  <a:pt x="6197394" y="5084483"/>
                  <a:pt x="6193375" y="5098721"/>
                  <a:pt x="6185339" y="5108841"/>
                </a:cubicBezTo>
                <a:cubicBezTo>
                  <a:pt x="6179187" y="5116580"/>
                  <a:pt x="6171150" y="5120450"/>
                  <a:pt x="6161228" y="5120450"/>
                </a:cubicBezTo>
                <a:cubicBezTo>
                  <a:pt x="6152993" y="5120450"/>
                  <a:pt x="6146172" y="5118267"/>
                  <a:pt x="6140765" y="5113901"/>
                </a:cubicBezTo>
                <a:cubicBezTo>
                  <a:pt x="6135357" y="5109536"/>
                  <a:pt x="6131959" y="5104475"/>
                  <a:pt x="6130570" y="5098721"/>
                </a:cubicBezTo>
                <a:cubicBezTo>
                  <a:pt x="6129677" y="5095248"/>
                  <a:pt x="6129230" y="5088005"/>
                  <a:pt x="6129230" y="5076992"/>
                </a:cubicBezTo>
                <a:lnTo>
                  <a:pt x="6129230" y="5026092"/>
                </a:lnTo>
                <a:cubicBezTo>
                  <a:pt x="6137465" y="5017163"/>
                  <a:pt x="6143369" y="5011805"/>
                  <a:pt x="6146941" y="5010019"/>
                </a:cubicBezTo>
                <a:cubicBezTo>
                  <a:pt x="6151604" y="5007638"/>
                  <a:pt x="6156317" y="5006447"/>
                  <a:pt x="6161080" y="5006447"/>
                </a:cubicBezTo>
                <a:close/>
                <a:moveTo>
                  <a:pt x="3559416" y="5006001"/>
                </a:moveTo>
                <a:cubicBezTo>
                  <a:pt x="3569338" y="5006001"/>
                  <a:pt x="3578193" y="5010689"/>
                  <a:pt x="3585982" y="5020065"/>
                </a:cubicBezTo>
                <a:cubicBezTo>
                  <a:pt x="3593771" y="5029441"/>
                  <a:pt x="3597665" y="5042861"/>
                  <a:pt x="3597665" y="5060323"/>
                </a:cubicBezTo>
                <a:cubicBezTo>
                  <a:pt x="3597665" y="5079274"/>
                  <a:pt x="3593771" y="5093710"/>
                  <a:pt x="3585982" y="5103632"/>
                </a:cubicBezTo>
                <a:cubicBezTo>
                  <a:pt x="3578193" y="5113554"/>
                  <a:pt x="3569784" y="5118515"/>
                  <a:pt x="3560756" y="5118515"/>
                </a:cubicBezTo>
                <a:cubicBezTo>
                  <a:pt x="3555100" y="5118515"/>
                  <a:pt x="3549569" y="5117250"/>
                  <a:pt x="3544161" y="5114720"/>
                </a:cubicBezTo>
                <a:cubicBezTo>
                  <a:pt x="3538754" y="5112190"/>
                  <a:pt x="3533520" y="5108444"/>
                  <a:pt x="3528460" y="5103483"/>
                </a:cubicBezTo>
                <a:lnTo>
                  <a:pt x="3528460" y="5021925"/>
                </a:lnTo>
                <a:cubicBezTo>
                  <a:pt x="3534612" y="5015972"/>
                  <a:pt x="3539672" y="5012004"/>
                  <a:pt x="3543640" y="5010019"/>
                </a:cubicBezTo>
                <a:cubicBezTo>
                  <a:pt x="3548899" y="5007340"/>
                  <a:pt x="3554157" y="5006001"/>
                  <a:pt x="3559416" y="5006001"/>
                </a:cubicBezTo>
                <a:close/>
                <a:moveTo>
                  <a:pt x="10929384" y="4995285"/>
                </a:moveTo>
                <a:cubicBezTo>
                  <a:pt x="10934741" y="4995285"/>
                  <a:pt x="10939876" y="4996873"/>
                  <a:pt x="10944787" y="5000048"/>
                </a:cubicBezTo>
                <a:cubicBezTo>
                  <a:pt x="10949699" y="5003223"/>
                  <a:pt x="10953395" y="5007588"/>
                  <a:pt x="10955875" y="5013144"/>
                </a:cubicBezTo>
                <a:cubicBezTo>
                  <a:pt x="10957462" y="5016716"/>
                  <a:pt x="10958504" y="5022868"/>
                  <a:pt x="10959000" y="5031599"/>
                </a:cubicBezTo>
                <a:lnTo>
                  <a:pt x="10895897" y="5031599"/>
                </a:lnTo>
                <a:cubicBezTo>
                  <a:pt x="10896989" y="5020189"/>
                  <a:pt x="10900784" y="5011284"/>
                  <a:pt x="10907283" y="5004884"/>
                </a:cubicBezTo>
                <a:cubicBezTo>
                  <a:pt x="10913781" y="4998485"/>
                  <a:pt x="10921148" y="4995285"/>
                  <a:pt x="10929384" y="4995285"/>
                </a:cubicBezTo>
                <a:close/>
                <a:moveTo>
                  <a:pt x="8586234" y="4995285"/>
                </a:moveTo>
                <a:cubicBezTo>
                  <a:pt x="8591592" y="4995285"/>
                  <a:pt x="8596726" y="4996873"/>
                  <a:pt x="8601638" y="5000048"/>
                </a:cubicBezTo>
                <a:cubicBezTo>
                  <a:pt x="8606549" y="5003223"/>
                  <a:pt x="8610245" y="5007588"/>
                  <a:pt x="8612725" y="5013144"/>
                </a:cubicBezTo>
                <a:cubicBezTo>
                  <a:pt x="8614312" y="5016716"/>
                  <a:pt x="8615354" y="5022868"/>
                  <a:pt x="8615851" y="5031599"/>
                </a:cubicBezTo>
                <a:lnTo>
                  <a:pt x="8552748" y="5031599"/>
                </a:lnTo>
                <a:cubicBezTo>
                  <a:pt x="8553839" y="5020189"/>
                  <a:pt x="8557634" y="5011284"/>
                  <a:pt x="8564132" y="5004884"/>
                </a:cubicBezTo>
                <a:cubicBezTo>
                  <a:pt x="8570632" y="4998485"/>
                  <a:pt x="8577998" y="4995285"/>
                  <a:pt x="8586234" y="4995285"/>
                </a:cubicBezTo>
                <a:close/>
                <a:moveTo>
                  <a:pt x="5319160" y="4995285"/>
                </a:moveTo>
                <a:cubicBezTo>
                  <a:pt x="5324517" y="4995285"/>
                  <a:pt x="5329652" y="4996873"/>
                  <a:pt x="5334564" y="5000048"/>
                </a:cubicBezTo>
                <a:cubicBezTo>
                  <a:pt x="5339474" y="5003223"/>
                  <a:pt x="5343170" y="5007588"/>
                  <a:pt x="5345651" y="5013144"/>
                </a:cubicBezTo>
                <a:cubicBezTo>
                  <a:pt x="5347238" y="5016716"/>
                  <a:pt x="5348281" y="5022868"/>
                  <a:pt x="5348776" y="5031599"/>
                </a:cubicBezTo>
                <a:lnTo>
                  <a:pt x="5285673" y="5031599"/>
                </a:lnTo>
                <a:cubicBezTo>
                  <a:pt x="5286766" y="5020189"/>
                  <a:pt x="5290561" y="5011284"/>
                  <a:pt x="5297058" y="5004884"/>
                </a:cubicBezTo>
                <a:cubicBezTo>
                  <a:pt x="5303557" y="4998485"/>
                  <a:pt x="5310924" y="4995285"/>
                  <a:pt x="5319160" y="4995285"/>
                </a:cubicBezTo>
                <a:close/>
                <a:moveTo>
                  <a:pt x="5081035" y="4995285"/>
                </a:moveTo>
                <a:cubicBezTo>
                  <a:pt x="5086392" y="4995285"/>
                  <a:pt x="5091527" y="4996873"/>
                  <a:pt x="5096438" y="5000048"/>
                </a:cubicBezTo>
                <a:cubicBezTo>
                  <a:pt x="5101349" y="5003223"/>
                  <a:pt x="5105045" y="5007588"/>
                  <a:pt x="5107526" y="5013144"/>
                </a:cubicBezTo>
                <a:cubicBezTo>
                  <a:pt x="5109114" y="5016716"/>
                  <a:pt x="5110155" y="5022868"/>
                  <a:pt x="5110651" y="5031599"/>
                </a:cubicBezTo>
                <a:lnTo>
                  <a:pt x="5047548" y="5031599"/>
                </a:lnTo>
                <a:cubicBezTo>
                  <a:pt x="5048640" y="5020189"/>
                  <a:pt x="5052435" y="5011284"/>
                  <a:pt x="5058934" y="5004884"/>
                </a:cubicBezTo>
                <a:cubicBezTo>
                  <a:pt x="5065432" y="4998485"/>
                  <a:pt x="5072799" y="4995285"/>
                  <a:pt x="5081035" y="4995285"/>
                </a:cubicBezTo>
                <a:close/>
                <a:moveTo>
                  <a:pt x="4157110" y="4995285"/>
                </a:moveTo>
                <a:cubicBezTo>
                  <a:pt x="4162468" y="4995285"/>
                  <a:pt x="4167603" y="4996873"/>
                  <a:pt x="4172514" y="5000048"/>
                </a:cubicBezTo>
                <a:cubicBezTo>
                  <a:pt x="4177425" y="5003223"/>
                  <a:pt x="4181121" y="5007588"/>
                  <a:pt x="4183602" y="5013144"/>
                </a:cubicBezTo>
                <a:cubicBezTo>
                  <a:pt x="4185189" y="5016716"/>
                  <a:pt x="4186231" y="5022868"/>
                  <a:pt x="4186727" y="5031599"/>
                </a:cubicBezTo>
                <a:lnTo>
                  <a:pt x="4123624" y="5031599"/>
                </a:lnTo>
                <a:cubicBezTo>
                  <a:pt x="4124715" y="5020189"/>
                  <a:pt x="4128511" y="5011284"/>
                  <a:pt x="4135009" y="5004884"/>
                </a:cubicBezTo>
                <a:cubicBezTo>
                  <a:pt x="4141508" y="4998485"/>
                  <a:pt x="4148875" y="4995285"/>
                  <a:pt x="4157110" y="4995285"/>
                </a:cubicBezTo>
                <a:close/>
                <a:moveTo>
                  <a:pt x="3699910" y="4995285"/>
                </a:moveTo>
                <a:cubicBezTo>
                  <a:pt x="3705268" y="4995285"/>
                  <a:pt x="3710403" y="4996873"/>
                  <a:pt x="3715314" y="5000048"/>
                </a:cubicBezTo>
                <a:cubicBezTo>
                  <a:pt x="3720225" y="5003223"/>
                  <a:pt x="3723921" y="5007588"/>
                  <a:pt x="3726401" y="5013144"/>
                </a:cubicBezTo>
                <a:cubicBezTo>
                  <a:pt x="3727989" y="5016716"/>
                  <a:pt x="3729031" y="5022868"/>
                  <a:pt x="3729527" y="5031599"/>
                </a:cubicBezTo>
                <a:lnTo>
                  <a:pt x="3666424" y="5031599"/>
                </a:lnTo>
                <a:cubicBezTo>
                  <a:pt x="3667515" y="5020189"/>
                  <a:pt x="3671310" y="5011284"/>
                  <a:pt x="3677809" y="5004884"/>
                </a:cubicBezTo>
                <a:cubicBezTo>
                  <a:pt x="3684308" y="4998485"/>
                  <a:pt x="3691675" y="4995285"/>
                  <a:pt x="3699910" y="4995285"/>
                </a:cubicBezTo>
                <a:close/>
                <a:moveTo>
                  <a:pt x="9934914" y="4994541"/>
                </a:moveTo>
                <a:cubicBezTo>
                  <a:pt x="9945829" y="4994541"/>
                  <a:pt x="9954808" y="4999303"/>
                  <a:pt x="9961852" y="5008828"/>
                </a:cubicBezTo>
                <a:cubicBezTo>
                  <a:pt x="9972270" y="5022719"/>
                  <a:pt x="9977479" y="5041769"/>
                  <a:pt x="9977479" y="5065978"/>
                </a:cubicBezTo>
                <a:cubicBezTo>
                  <a:pt x="9977479" y="5085326"/>
                  <a:pt x="9974354" y="5098969"/>
                  <a:pt x="9968103" y="5106906"/>
                </a:cubicBezTo>
                <a:cubicBezTo>
                  <a:pt x="9961852" y="5114844"/>
                  <a:pt x="9953915" y="5118812"/>
                  <a:pt x="9944290" y="5118812"/>
                </a:cubicBezTo>
                <a:cubicBezTo>
                  <a:pt x="9931392" y="5118812"/>
                  <a:pt x="9920999" y="5111619"/>
                  <a:pt x="9913111" y="5097232"/>
                </a:cubicBezTo>
                <a:cubicBezTo>
                  <a:pt x="9905223" y="5082846"/>
                  <a:pt x="9901279" y="5065730"/>
                  <a:pt x="9901279" y="5045887"/>
                </a:cubicBezTo>
                <a:cubicBezTo>
                  <a:pt x="9901279" y="5033584"/>
                  <a:pt x="9902916" y="5023513"/>
                  <a:pt x="9906190" y="5015675"/>
                </a:cubicBezTo>
                <a:cubicBezTo>
                  <a:pt x="9909464" y="5007836"/>
                  <a:pt x="9913756" y="5002354"/>
                  <a:pt x="9919064" y="4999229"/>
                </a:cubicBezTo>
                <a:cubicBezTo>
                  <a:pt x="9924372" y="4996104"/>
                  <a:pt x="9929656" y="4994541"/>
                  <a:pt x="9934914" y="4994541"/>
                </a:cubicBezTo>
                <a:close/>
                <a:moveTo>
                  <a:pt x="9458664" y="4994541"/>
                </a:moveTo>
                <a:cubicBezTo>
                  <a:pt x="9469579" y="4994541"/>
                  <a:pt x="9478558" y="4999303"/>
                  <a:pt x="9485602" y="5008828"/>
                </a:cubicBezTo>
                <a:cubicBezTo>
                  <a:pt x="9496020" y="5022719"/>
                  <a:pt x="9501229" y="5041769"/>
                  <a:pt x="9501229" y="5065978"/>
                </a:cubicBezTo>
                <a:cubicBezTo>
                  <a:pt x="9501229" y="5085326"/>
                  <a:pt x="9498104" y="5098969"/>
                  <a:pt x="9491853" y="5106906"/>
                </a:cubicBezTo>
                <a:cubicBezTo>
                  <a:pt x="9485602" y="5114844"/>
                  <a:pt x="9477665" y="5118812"/>
                  <a:pt x="9468040" y="5118812"/>
                </a:cubicBezTo>
                <a:cubicBezTo>
                  <a:pt x="9455142" y="5118812"/>
                  <a:pt x="9444749" y="5111619"/>
                  <a:pt x="9436861" y="5097232"/>
                </a:cubicBezTo>
                <a:cubicBezTo>
                  <a:pt x="9428973" y="5082846"/>
                  <a:pt x="9425029" y="5065730"/>
                  <a:pt x="9425029" y="5045887"/>
                </a:cubicBezTo>
                <a:cubicBezTo>
                  <a:pt x="9425029" y="5033584"/>
                  <a:pt x="9426666" y="5023513"/>
                  <a:pt x="9429940" y="5015675"/>
                </a:cubicBezTo>
                <a:cubicBezTo>
                  <a:pt x="9433214" y="5007836"/>
                  <a:pt x="9437506" y="5002354"/>
                  <a:pt x="9442814" y="4999229"/>
                </a:cubicBezTo>
                <a:cubicBezTo>
                  <a:pt x="9448122" y="4996104"/>
                  <a:pt x="9453406" y="4994541"/>
                  <a:pt x="9458664" y="4994541"/>
                </a:cubicBezTo>
                <a:close/>
                <a:moveTo>
                  <a:pt x="6305889" y="4994541"/>
                </a:moveTo>
                <a:cubicBezTo>
                  <a:pt x="6316803" y="4994541"/>
                  <a:pt x="6325783" y="4999303"/>
                  <a:pt x="6332827" y="5008828"/>
                </a:cubicBezTo>
                <a:cubicBezTo>
                  <a:pt x="6343245" y="5022719"/>
                  <a:pt x="6348454" y="5041769"/>
                  <a:pt x="6348454" y="5065978"/>
                </a:cubicBezTo>
                <a:cubicBezTo>
                  <a:pt x="6348454" y="5085326"/>
                  <a:pt x="6345329" y="5098969"/>
                  <a:pt x="6339078" y="5106906"/>
                </a:cubicBezTo>
                <a:cubicBezTo>
                  <a:pt x="6332827" y="5114844"/>
                  <a:pt x="6324890" y="5118812"/>
                  <a:pt x="6315266" y="5118812"/>
                </a:cubicBezTo>
                <a:cubicBezTo>
                  <a:pt x="6302367" y="5118812"/>
                  <a:pt x="6291974" y="5111619"/>
                  <a:pt x="6284086" y="5097232"/>
                </a:cubicBezTo>
                <a:cubicBezTo>
                  <a:pt x="6276198" y="5082846"/>
                  <a:pt x="6272254" y="5065730"/>
                  <a:pt x="6272254" y="5045887"/>
                </a:cubicBezTo>
                <a:cubicBezTo>
                  <a:pt x="6272254" y="5033584"/>
                  <a:pt x="6273891" y="5023513"/>
                  <a:pt x="6277166" y="5015675"/>
                </a:cubicBezTo>
                <a:cubicBezTo>
                  <a:pt x="6280440" y="5007836"/>
                  <a:pt x="6284731" y="5002354"/>
                  <a:pt x="6290039" y="4999229"/>
                </a:cubicBezTo>
                <a:cubicBezTo>
                  <a:pt x="6295348" y="4996104"/>
                  <a:pt x="6300631" y="4994541"/>
                  <a:pt x="6305889" y="4994541"/>
                </a:cubicBezTo>
                <a:close/>
                <a:moveTo>
                  <a:pt x="4648541" y="4994541"/>
                </a:moveTo>
                <a:cubicBezTo>
                  <a:pt x="4659454" y="4994541"/>
                  <a:pt x="4668433" y="4999303"/>
                  <a:pt x="4675478" y="5008828"/>
                </a:cubicBezTo>
                <a:cubicBezTo>
                  <a:pt x="4685895" y="5022719"/>
                  <a:pt x="4691104" y="5041769"/>
                  <a:pt x="4691104" y="5065978"/>
                </a:cubicBezTo>
                <a:cubicBezTo>
                  <a:pt x="4691104" y="5085326"/>
                  <a:pt x="4687979" y="5098969"/>
                  <a:pt x="4681728" y="5106906"/>
                </a:cubicBezTo>
                <a:cubicBezTo>
                  <a:pt x="4675478" y="5114844"/>
                  <a:pt x="4667540" y="5118812"/>
                  <a:pt x="4657916" y="5118812"/>
                </a:cubicBezTo>
                <a:cubicBezTo>
                  <a:pt x="4645017" y="5118812"/>
                  <a:pt x="4634624" y="5111619"/>
                  <a:pt x="4626736" y="5097232"/>
                </a:cubicBezTo>
                <a:cubicBezTo>
                  <a:pt x="4618850" y="5082846"/>
                  <a:pt x="4614904" y="5065730"/>
                  <a:pt x="4614904" y="5045887"/>
                </a:cubicBezTo>
                <a:cubicBezTo>
                  <a:pt x="4614904" y="5033584"/>
                  <a:pt x="4616541" y="5023513"/>
                  <a:pt x="4619816" y="5015675"/>
                </a:cubicBezTo>
                <a:cubicBezTo>
                  <a:pt x="4623090" y="5007836"/>
                  <a:pt x="4627381" y="5002354"/>
                  <a:pt x="4632689" y="4999229"/>
                </a:cubicBezTo>
                <a:cubicBezTo>
                  <a:pt x="4637997" y="4996104"/>
                  <a:pt x="4643281" y="4994541"/>
                  <a:pt x="4648541" y="4994541"/>
                </a:cubicBezTo>
                <a:close/>
                <a:moveTo>
                  <a:pt x="2648290" y="4994541"/>
                </a:moveTo>
                <a:cubicBezTo>
                  <a:pt x="2659204" y="4994541"/>
                  <a:pt x="2668184" y="4999303"/>
                  <a:pt x="2675228" y="5008828"/>
                </a:cubicBezTo>
                <a:cubicBezTo>
                  <a:pt x="2685646" y="5022719"/>
                  <a:pt x="2690855" y="5041769"/>
                  <a:pt x="2690855" y="5065978"/>
                </a:cubicBezTo>
                <a:cubicBezTo>
                  <a:pt x="2690855" y="5085326"/>
                  <a:pt x="2687730" y="5098969"/>
                  <a:pt x="2681479" y="5106906"/>
                </a:cubicBezTo>
                <a:cubicBezTo>
                  <a:pt x="2675228" y="5114844"/>
                  <a:pt x="2667291" y="5118812"/>
                  <a:pt x="2657667" y="5118812"/>
                </a:cubicBezTo>
                <a:cubicBezTo>
                  <a:pt x="2644768" y="5118812"/>
                  <a:pt x="2634375" y="5111619"/>
                  <a:pt x="2626487" y="5097232"/>
                </a:cubicBezTo>
                <a:cubicBezTo>
                  <a:pt x="2618599" y="5082846"/>
                  <a:pt x="2614655" y="5065730"/>
                  <a:pt x="2614655" y="5045887"/>
                </a:cubicBezTo>
                <a:cubicBezTo>
                  <a:pt x="2614655" y="5033584"/>
                  <a:pt x="2616293" y="5023513"/>
                  <a:pt x="2619567" y="5015675"/>
                </a:cubicBezTo>
                <a:cubicBezTo>
                  <a:pt x="2622841" y="5007836"/>
                  <a:pt x="2627132" y="5002354"/>
                  <a:pt x="2632441" y="4999229"/>
                </a:cubicBezTo>
                <a:cubicBezTo>
                  <a:pt x="2637749" y="4996104"/>
                  <a:pt x="2643032" y="4994541"/>
                  <a:pt x="2648290" y="4994541"/>
                </a:cubicBezTo>
                <a:close/>
                <a:moveTo>
                  <a:pt x="1867240" y="4994541"/>
                </a:moveTo>
                <a:cubicBezTo>
                  <a:pt x="1878154" y="4994541"/>
                  <a:pt x="1887134" y="4999303"/>
                  <a:pt x="1894178" y="5008828"/>
                </a:cubicBezTo>
                <a:cubicBezTo>
                  <a:pt x="1904596" y="5022719"/>
                  <a:pt x="1909805" y="5041769"/>
                  <a:pt x="1909805" y="5065978"/>
                </a:cubicBezTo>
                <a:cubicBezTo>
                  <a:pt x="1909805" y="5085326"/>
                  <a:pt x="1906680" y="5098969"/>
                  <a:pt x="1900429" y="5106906"/>
                </a:cubicBezTo>
                <a:cubicBezTo>
                  <a:pt x="1894178" y="5114844"/>
                  <a:pt x="1886241" y="5118812"/>
                  <a:pt x="1876616" y="5118812"/>
                </a:cubicBezTo>
                <a:cubicBezTo>
                  <a:pt x="1863718" y="5118812"/>
                  <a:pt x="1853325" y="5111619"/>
                  <a:pt x="1845437" y="5097232"/>
                </a:cubicBezTo>
                <a:cubicBezTo>
                  <a:pt x="1837549" y="5082846"/>
                  <a:pt x="1833605" y="5065730"/>
                  <a:pt x="1833605" y="5045887"/>
                </a:cubicBezTo>
                <a:cubicBezTo>
                  <a:pt x="1833605" y="5033584"/>
                  <a:pt x="1835242" y="5023513"/>
                  <a:pt x="1838516" y="5015675"/>
                </a:cubicBezTo>
                <a:cubicBezTo>
                  <a:pt x="1841790" y="5007836"/>
                  <a:pt x="1846082" y="5002354"/>
                  <a:pt x="1851390" y="4999229"/>
                </a:cubicBezTo>
                <a:cubicBezTo>
                  <a:pt x="1856698" y="4996104"/>
                  <a:pt x="1861982" y="4994541"/>
                  <a:pt x="1867240" y="4994541"/>
                </a:cubicBezTo>
                <a:close/>
                <a:moveTo>
                  <a:pt x="8727918" y="4993946"/>
                </a:moveTo>
                <a:cubicBezTo>
                  <a:pt x="8732582" y="4993946"/>
                  <a:pt x="8737368" y="4995359"/>
                  <a:pt x="8742280" y="4998187"/>
                </a:cubicBezTo>
                <a:cubicBezTo>
                  <a:pt x="8747191" y="5001015"/>
                  <a:pt x="8751135" y="5005207"/>
                  <a:pt x="8754112" y="5010763"/>
                </a:cubicBezTo>
                <a:cubicBezTo>
                  <a:pt x="8757089" y="5016320"/>
                  <a:pt x="8758875" y="5022471"/>
                  <a:pt x="8759470" y="5029218"/>
                </a:cubicBezTo>
                <a:lnTo>
                  <a:pt x="8759470" y="5099465"/>
                </a:lnTo>
                <a:cubicBezTo>
                  <a:pt x="8751036" y="5108494"/>
                  <a:pt x="8742305" y="5113008"/>
                  <a:pt x="8733276" y="5113008"/>
                </a:cubicBezTo>
                <a:cubicBezTo>
                  <a:pt x="8722560" y="5113008"/>
                  <a:pt x="8712837" y="5107675"/>
                  <a:pt x="8704106" y="5097009"/>
                </a:cubicBezTo>
                <a:cubicBezTo>
                  <a:pt x="8695374" y="5086343"/>
                  <a:pt x="8691009" y="5070989"/>
                  <a:pt x="8691009" y="5050947"/>
                </a:cubicBezTo>
                <a:cubicBezTo>
                  <a:pt x="8691009" y="5031103"/>
                  <a:pt x="8695524" y="5016022"/>
                  <a:pt x="8704552" y="5005703"/>
                </a:cubicBezTo>
                <a:cubicBezTo>
                  <a:pt x="8711398" y="4997865"/>
                  <a:pt x="8719187" y="4993946"/>
                  <a:pt x="8727918" y="4993946"/>
                </a:cubicBezTo>
                <a:close/>
                <a:moveTo>
                  <a:pt x="8356443" y="4993946"/>
                </a:moveTo>
                <a:cubicBezTo>
                  <a:pt x="8361107" y="4993946"/>
                  <a:pt x="8365894" y="4995359"/>
                  <a:pt x="8370805" y="4998187"/>
                </a:cubicBezTo>
                <a:cubicBezTo>
                  <a:pt x="8375716" y="5001015"/>
                  <a:pt x="8379660" y="5005207"/>
                  <a:pt x="8382638" y="5010763"/>
                </a:cubicBezTo>
                <a:cubicBezTo>
                  <a:pt x="8385614" y="5016320"/>
                  <a:pt x="8387400" y="5022471"/>
                  <a:pt x="8387995" y="5029218"/>
                </a:cubicBezTo>
                <a:lnTo>
                  <a:pt x="8387995" y="5099465"/>
                </a:lnTo>
                <a:cubicBezTo>
                  <a:pt x="8379562" y="5108494"/>
                  <a:pt x="8370830" y="5113008"/>
                  <a:pt x="8361802" y="5113008"/>
                </a:cubicBezTo>
                <a:cubicBezTo>
                  <a:pt x="8351085" y="5113008"/>
                  <a:pt x="8341362" y="5107675"/>
                  <a:pt x="8332631" y="5097009"/>
                </a:cubicBezTo>
                <a:cubicBezTo>
                  <a:pt x="8323900" y="5086343"/>
                  <a:pt x="8319534" y="5070989"/>
                  <a:pt x="8319534" y="5050947"/>
                </a:cubicBezTo>
                <a:cubicBezTo>
                  <a:pt x="8319534" y="5031103"/>
                  <a:pt x="8324049" y="5016022"/>
                  <a:pt x="8333077" y="5005703"/>
                </a:cubicBezTo>
                <a:cubicBezTo>
                  <a:pt x="8339923" y="4997865"/>
                  <a:pt x="8347712" y="4993946"/>
                  <a:pt x="8356443" y="4993946"/>
                </a:cubicBezTo>
                <a:close/>
                <a:moveTo>
                  <a:pt x="4298793" y="4993946"/>
                </a:moveTo>
                <a:cubicBezTo>
                  <a:pt x="4303457" y="4993946"/>
                  <a:pt x="4308244" y="4995359"/>
                  <a:pt x="4313157" y="4998187"/>
                </a:cubicBezTo>
                <a:cubicBezTo>
                  <a:pt x="4318067" y="5001015"/>
                  <a:pt x="4322011" y="5005207"/>
                  <a:pt x="4324987" y="5010763"/>
                </a:cubicBezTo>
                <a:cubicBezTo>
                  <a:pt x="4327964" y="5016320"/>
                  <a:pt x="4329750" y="5022471"/>
                  <a:pt x="4330345" y="5029218"/>
                </a:cubicBezTo>
                <a:lnTo>
                  <a:pt x="4330345" y="5099465"/>
                </a:lnTo>
                <a:cubicBezTo>
                  <a:pt x="4321911" y="5108494"/>
                  <a:pt x="4313181" y="5113008"/>
                  <a:pt x="4304151" y="5113008"/>
                </a:cubicBezTo>
                <a:cubicBezTo>
                  <a:pt x="4293436" y="5113008"/>
                  <a:pt x="4283713" y="5107675"/>
                  <a:pt x="4274981" y="5097009"/>
                </a:cubicBezTo>
                <a:cubicBezTo>
                  <a:pt x="4266250" y="5086343"/>
                  <a:pt x="4261884" y="5070989"/>
                  <a:pt x="4261884" y="5050947"/>
                </a:cubicBezTo>
                <a:cubicBezTo>
                  <a:pt x="4261884" y="5031103"/>
                  <a:pt x="4266399" y="5016022"/>
                  <a:pt x="4275427" y="5005703"/>
                </a:cubicBezTo>
                <a:cubicBezTo>
                  <a:pt x="4282274" y="4997865"/>
                  <a:pt x="4290063" y="4993946"/>
                  <a:pt x="4298793" y="4993946"/>
                </a:cubicBezTo>
                <a:close/>
                <a:moveTo>
                  <a:pt x="7734938" y="4992011"/>
                </a:moveTo>
                <a:cubicBezTo>
                  <a:pt x="7742875" y="4992011"/>
                  <a:pt x="7749374" y="4995285"/>
                  <a:pt x="7754434" y="5001833"/>
                </a:cubicBezTo>
                <a:cubicBezTo>
                  <a:pt x="7761280" y="5010763"/>
                  <a:pt x="7764703" y="5023116"/>
                  <a:pt x="7764703" y="5038892"/>
                </a:cubicBezTo>
                <a:cubicBezTo>
                  <a:pt x="7764703" y="5050996"/>
                  <a:pt x="7762272" y="5059876"/>
                  <a:pt x="7757410" y="5065532"/>
                </a:cubicBezTo>
                <a:cubicBezTo>
                  <a:pt x="7752549" y="5071187"/>
                  <a:pt x="7746347" y="5074015"/>
                  <a:pt x="7738807" y="5074015"/>
                </a:cubicBezTo>
                <a:cubicBezTo>
                  <a:pt x="7730869" y="5074015"/>
                  <a:pt x="7724321" y="5070741"/>
                  <a:pt x="7719162" y="5064192"/>
                </a:cubicBezTo>
                <a:cubicBezTo>
                  <a:pt x="7712415" y="5055560"/>
                  <a:pt x="7709041" y="5043406"/>
                  <a:pt x="7709041" y="5027730"/>
                </a:cubicBezTo>
                <a:cubicBezTo>
                  <a:pt x="7709041" y="5015625"/>
                  <a:pt x="7711522" y="5006646"/>
                  <a:pt x="7716482" y="5000792"/>
                </a:cubicBezTo>
                <a:cubicBezTo>
                  <a:pt x="7721444" y="4994938"/>
                  <a:pt x="7727595" y="4992011"/>
                  <a:pt x="7734938" y="4992011"/>
                </a:cubicBezTo>
                <a:close/>
                <a:moveTo>
                  <a:pt x="10746176" y="4988885"/>
                </a:moveTo>
                <a:lnTo>
                  <a:pt x="10745283" y="5026688"/>
                </a:lnTo>
                <a:lnTo>
                  <a:pt x="10751236" y="5026688"/>
                </a:lnTo>
                <a:cubicBezTo>
                  <a:pt x="10751633" y="5019346"/>
                  <a:pt x="10753171" y="5013194"/>
                  <a:pt x="10755850" y="5008233"/>
                </a:cubicBezTo>
                <a:cubicBezTo>
                  <a:pt x="10757735" y="5004761"/>
                  <a:pt x="10760166" y="5002404"/>
                  <a:pt x="10763143" y="5001164"/>
                </a:cubicBezTo>
                <a:cubicBezTo>
                  <a:pt x="10766119" y="4999924"/>
                  <a:pt x="10772420" y="4999303"/>
                  <a:pt x="10782044" y="4999303"/>
                </a:cubicBezTo>
                <a:lnTo>
                  <a:pt x="10826692" y="4999303"/>
                </a:lnTo>
                <a:lnTo>
                  <a:pt x="10736205" y="5119854"/>
                </a:lnTo>
                <a:lnTo>
                  <a:pt x="10736205" y="5125212"/>
                </a:lnTo>
                <a:lnTo>
                  <a:pt x="10856458" y="5125212"/>
                </a:lnTo>
                <a:lnTo>
                  <a:pt x="10858095" y="5083391"/>
                </a:lnTo>
                <a:lnTo>
                  <a:pt x="10853035" y="5083391"/>
                </a:lnTo>
                <a:cubicBezTo>
                  <a:pt x="10851943" y="5093611"/>
                  <a:pt x="10850604" y="5100308"/>
                  <a:pt x="10849016" y="5103483"/>
                </a:cubicBezTo>
                <a:cubicBezTo>
                  <a:pt x="10846734" y="5107849"/>
                  <a:pt x="10843733" y="5110900"/>
                  <a:pt x="10840012" y="5112636"/>
                </a:cubicBezTo>
                <a:cubicBezTo>
                  <a:pt x="10836292" y="5114373"/>
                  <a:pt x="10829222" y="5115241"/>
                  <a:pt x="10818804" y="5115241"/>
                </a:cubicBezTo>
                <a:lnTo>
                  <a:pt x="10769096" y="5115241"/>
                </a:lnTo>
                <a:lnTo>
                  <a:pt x="10860476" y="4994392"/>
                </a:lnTo>
                <a:lnTo>
                  <a:pt x="10860476" y="4988885"/>
                </a:lnTo>
                <a:close/>
                <a:moveTo>
                  <a:pt x="10589014" y="4988885"/>
                </a:moveTo>
                <a:lnTo>
                  <a:pt x="10589014" y="4994392"/>
                </a:lnTo>
                <a:cubicBezTo>
                  <a:pt x="10594074" y="4995583"/>
                  <a:pt x="10597745" y="4996972"/>
                  <a:pt x="10600027" y="4998559"/>
                </a:cubicBezTo>
                <a:cubicBezTo>
                  <a:pt x="10601614" y="4999750"/>
                  <a:pt x="10603649" y="5002082"/>
                  <a:pt x="10606129" y="5005554"/>
                </a:cubicBezTo>
                <a:cubicBezTo>
                  <a:pt x="10609403" y="5010118"/>
                  <a:pt x="10611784" y="5013938"/>
                  <a:pt x="10613273" y="5017014"/>
                </a:cubicBezTo>
                <a:lnTo>
                  <a:pt x="10662237" y="5119854"/>
                </a:lnTo>
                <a:lnTo>
                  <a:pt x="10652563" y="5143518"/>
                </a:lnTo>
                <a:cubicBezTo>
                  <a:pt x="10648991" y="5152348"/>
                  <a:pt x="10645444" y="5158302"/>
                  <a:pt x="10641922" y="5161377"/>
                </a:cubicBezTo>
                <a:cubicBezTo>
                  <a:pt x="10638400" y="5164453"/>
                  <a:pt x="10635150" y="5165991"/>
                  <a:pt x="10632174" y="5165991"/>
                </a:cubicBezTo>
                <a:cubicBezTo>
                  <a:pt x="10631182" y="5165991"/>
                  <a:pt x="10628701" y="5165247"/>
                  <a:pt x="10624732" y="5163758"/>
                </a:cubicBezTo>
                <a:cubicBezTo>
                  <a:pt x="10619077" y="5161576"/>
                  <a:pt x="10614612" y="5160484"/>
                  <a:pt x="10611338" y="5160484"/>
                </a:cubicBezTo>
                <a:cubicBezTo>
                  <a:pt x="10606575" y="5160484"/>
                  <a:pt x="10602830" y="5161749"/>
                  <a:pt x="10600101" y="5164279"/>
                </a:cubicBezTo>
                <a:cubicBezTo>
                  <a:pt x="10597372" y="5166809"/>
                  <a:pt x="10596009" y="5170158"/>
                  <a:pt x="10596009" y="5174325"/>
                </a:cubicBezTo>
                <a:cubicBezTo>
                  <a:pt x="10596009" y="5178691"/>
                  <a:pt x="10597893" y="5182561"/>
                  <a:pt x="10601664" y="5185934"/>
                </a:cubicBezTo>
                <a:cubicBezTo>
                  <a:pt x="10605435" y="5189308"/>
                  <a:pt x="10610246" y="5190994"/>
                  <a:pt x="10616100" y="5190994"/>
                </a:cubicBezTo>
                <a:cubicBezTo>
                  <a:pt x="10624137" y="5190994"/>
                  <a:pt x="10632496" y="5187621"/>
                  <a:pt x="10641178" y="5180874"/>
                </a:cubicBezTo>
                <a:cubicBezTo>
                  <a:pt x="10649860" y="5174127"/>
                  <a:pt x="10656879" y="5164156"/>
                  <a:pt x="10662237" y="5150959"/>
                </a:cubicBezTo>
                <a:lnTo>
                  <a:pt x="10717750" y="5014930"/>
                </a:lnTo>
                <a:cubicBezTo>
                  <a:pt x="10720230" y="5008680"/>
                  <a:pt x="10721917" y="5004860"/>
                  <a:pt x="10722810" y="5003471"/>
                </a:cubicBezTo>
                <a:cubicBezTo>
                  <a:pt x="10725191" y="5000196"/>
                  <a:pt x="10727374" y="4997964"/>
                  <a:pt x="10729359" y="4996773"/>
                </a:cubicBezTo>
                <a:cubicBezTo>
                  <a:pt x="10731343" y="4995583"/>
                  <a:pt x="10734171" y="4994789"/>
                  <a:pt x="10737842" y="4994392"/>
                </a:cubicBezTo>
                <a:lnTo>
                  <a:pt x="10737842" y="4988885"/>
                </a:lnTo>
                <a:lnTo>
                  <a:pt x="10693491" y="4988885"/>
                </a:lnTo>
                <a:lnTo>
                  <a:pt x="10693491" y="4994392"/>
                </a:lnTo>
                <a:cubicBezTo>
                  <a:pt x="10697757" y="4994392"/>
                  <a:pt x="10700734" y="4994715"/>
                  <a:pt x="10702421" y="4995359"/>
                </a:cubicBezTo>
                <a:cubicBezTo>
                  <a:pt x="10704108" y="4996004"/>
                  <a:pt x="10705347" y="4996873"/>
                  <a:pt x="10706141" y="4997964"/>
                </a:cubicBezTo>
                <a:cubicBezTo>
                  <a:pt x="10706836" y="4998857"/>
                  <a:pt x="10707183" y="5000196"/>
                  <a:pt x="10707183" y="5001982"/>
                </a:cubicBezTo>
                <a:cubicBezTo>
                  <a:pt x="10707183" y="5005951"/>
                  <a:pt x="10706340" y="5009970"/>
                  <a:pt x="10704653" y="5014037"/>
                </a:cubicBezTo>
                <a:lnTo>
                  <a:pt x="10674143" y="5089344"/>
                </a:lnTo>
                <a:lnTo>
                  <a:pt x="10640955" y="5020586"/>
                </a:lnTo>
                <a:cubicBezTo>
                  <a:pt x="10637681" y="5013740"/>
                  <a:pt x="10636043" y="5008382"/>
                  <a:pt x="10636043" y="5004512"/>
                </a:cubicBezTo>
                <a:cubicBezTo>
                  <a:pt x="10636043" y="5001635"/>
                  <a:pt x="10637160" y="4999229"/>
                  <a:pt x="10639392" y="4997294"/>
                </a:cubicBezTo>
                <a:cubicBezTo>
                  <a:pt x="10641624" y="4995359"/>
                  <a:pt x="10644973" y="4994392"/>
                  <a:pt x="10649438" y="4994392"/>
                </a:cubicBezTo>
                <a:lnTo>
                  <a:pt x="10652563" y="4994392"/>
                </a:lnTo>
                <a:lnTo>
                  <a:pt x="10652563" y="4988885"/>
                </a:lnTo>
                <a:close/>
                <a:moveTo>
                  <a:pt x="8806350" y="4988885"/>
                </a:moveTo>
                <a:lnTo>
                  <a:pt x="8806350" y="4994392"/>
                </a:lnTo>
                <a:cubicBezTo>
                  <a:pt x="8813494" y="4994293"/>
                  <a:pt x="8818430" y="4994913"/>
                  <a:pt x="8821159" y="4996252"/>
                </a:cubicBezTo>
                <a:cubicBezTo>
                  <a:pt x="8823888" y="4997592"/>
                  <a:pt x="8825946" y="4999502"/>
                  <a:pt x="8827335" y="5001982"/>
                </a:cubicBezTo>
                <a:cubicBezTo>
                  <a:pt x="8828724" y="5004463"/>
                  <a:pt x="8829420" y="5008928"/>
                  <a:pt x="8829420" y="5015377"/>
                </a:cubicBezTo>
                <a:lnTo>
                  <a:pt x="8829420" y="5076248"/>
                </a:lnTo>
                <a:cubicBezTo>
                  <a:pt x="8829420" y="5088948"/>
                  <a:pt x="8830510" y="5098770"/>
                  <a:pt x="8832693" y="5105716"/>
                </a:cubicBezTo>
                <a:cubicBezTo>
                  <a:pt x="8834876" y="5112661"/>
                  <a:pt x="8838770" y="5118341"/>
                  <a:pt x="8844376" y="5122756"/>
                </a:cubicBezTo>
                <a:cubicBezTo>
                  <a:pt x="8849982" y="5127172"/>
                  <a:pt x="8856605" y="5129379"/>
                  <a:pt x="8864245" y="5129379"/>
                </a:cubicBezTo>
                <a:cubicBezTo>
                  <a:pt x="8871091" y="5129379"/>
                  <a:pt x="8877590" y="5127742"/>
                  <a:pt x="8883741" y="5124468"/>
                </a:cubicBezTo>
                <a:cubicBezTo>
                  <a:pt x="8889893" y="5121194"/>
                  <a:pt x="8898823" y="5113207"/>
                  <a:pt x="8910530" y="5100507"/>
                </a:cubicBezTo>
                <a:lnTo>
                  <a:pt x="8910530" y="5129379"/>
                </a:lnTo>
                <a:lnTo>
                  <a:pt x="8917227" y="5129379"/>
                </a:lnTo>
                <a:lnTo>
                  <a:pt x="8958006" y="5112562"/>
                </a:lnTo>
                <a:lnTo>
                  <a:pt x="8955923" y="5107353"/>
                </a:lnTo>
                <a:cubicBezTo>
                  <a:pt x="8952053" y="5109039"/>
                  <a:pt x="8948581" y="5109883"/>
                  <a:pt x="8945505" y="5109883"/>
                </a:cubicBezTo>
                <a:cubicBezTo>
                  <a:pt x="8943322" y="5109883"/>
                  <a:pt x="8941412" y="5109188"/>
                  <a:pt x="8939775" y="5107799"/>
                </a:cubicBezTo>
                <a:cubicBezTo>
                  <a:pt x="8938138" y="5106410"/>
                  <a:pt x="8936947" y="5103955"/>
                  <a:pt x="8936204" y="5100432"/>
                </a:cubicBezTo>
                <a:cubicBezTo>
                  <a:pt x="8935459" y="5096910"/>
                  <a:pt x="8935087" y="5087261"/>
                  <a:pt x="8935087" y="5071485"/>
                </a:cubicBezTo>
                <a:lnTo>
                  <a:pt x="8935087" y="4988885"/>
                </a:lnTo>
                <a:lnTo>
                  <a:pt x="8888652" y="4988885"/>
                </a:lnTo>
                <a:lnTo>
                  <a:pt x="8888652" y="4994392"/>
                </a:lnTo>
                <a:cubicBezTo>
                  <a:pt x="8897582" y="4994591"/>
                  <a:pt x="8903461" y="4996054"/>
                  <a:pt x="8906289" y="4998783"/>
                </a:cubicBezTo>
                <a:cubicBezTo>
                  <a:pt x="8909116" y="5001511"/>
                  <a:pt x="8910530" y="5006745"/>
                  <a:pt x="8910530" y="5014484"/>
                </a:cubicBezTo>
                <a:lnTo>
                  <a:pt x="8910530" y="5091726"/>
                </a:lnTo>
                <a:cubicBezTo>
                  <a:pt x="8903089" y="5099266"/>
                  <a:pt x="8896665" y="5104376"/>
                  <a:pt x="8891257" y="5107055"/>
                </a:cubicBezTo>
                <a:cubicBezTo>
                  <a:pt x="8885850" y="5109734"/>
                  <a:pt x="8881013" y="5111073"/>
                  <a:pt x="8876746" y="5111073"/>
                </a:cubicBezTo>
                <a:cubicBezTo>
                  <a:pt x="8870495" y="5111073"/>
                  <a:pt x="8865163" y="5109089"/>
                  <a:pt x="8860747" y="5105120"/>
                </a:cubicBezTo>
                <a:cubicBezTo>
                  <a:pt x="8856332" y="5101152"/>
                  <a:pt x="8854125" y="5092817"/>
                  <a:pt x="8854125" y="5080117"/>
                </a:cubicBezTo>
                <a:lnTo>
                  <a:pt x="8854125" y="4988885"/>
                </a:lnTo>
                <a:close/>
                <a:moveTo>
                  <a:pt x="6693289" y="4988885"/>
                </a:moveTo>
                <a:lnTo>
                  <a:pt x="6693289" y="4994392"/>
                </a:lnTo>
                <a:cubicBezTo>
                  <a:pt x="6698349" y="4995583"/>
                  <a:pt x="6702020" y="4996972"/>
                  <a:pt x="6704302" y="4998559"/>
                </a:cubicBezTo>
                <a:cubicBezTo>
                  <a:pt x="6705890" y="4999750"/>
                  <a:pt x="6707924" y="5002082"/>
                  <a:pt x="6710404" y="5005554"/>
                </a:cubicBezTo>
                <a:cubicBezTo>
                  <a:pt x="6713678" y="5010118"/>
                  <a:pt x="6716060" y="5013938"/>
                  <a:pt x="6717548" y="5017014"/>
                </a:cubicBezTo>
                <a:lnTo>
                  <a:pt x="6766512" y="5119854"/>
                </a:lnTo>
                <a:lnTo>
                  <a:pt x="6756839" y="5143518"/>
                </a:lnTo>
                <a:cubicBezTo>
                  <a:pt x="6753267" y="5152348"/>
                  <a:pt x="6749720" y="5158302"/>
                  <a:pt x="6746197" y="5161377"/>
                </a:cubicBezTo>
                <a:cubicBezTo>
                  <a:pt x="6742675" y="5164453"/>
                  <a:pt x="6739426" y="5165991"/>
                  <a:pt x="6736449" y="5165991"/>
                </a:cubicBezTo>
                <a:cubicBezTo>
                  <a:pt x="6735457" y="5165991"/>
                  <a:pt x="6732977" y="5165247"/>
                  <a:pt x="6729008" y="5163758"/>
                </a:cubicBezTo>
                <a:cubicBezTo>
                  <a:pt x="6723352" y="5161576"/>
                  <a:pt x="6718887" y="5160484"/>
                  <a:pt x="6715613" y="5160484"/>
                </a:cubicBezTo>
                <a:cubicBezTo>
                  <a:pt x="6710851" y="5160484"/>
                  <a:pt x="6707105" y="5161749"/>
                  <a:pt x="6704377" y="5164279"/>
                </a:cubicBezTo>
                <a:cubicBezTo>
                  <a:pt x="6701648" y="5166809"/>
                  <a:pt x="6700284" y="5170158"/>
                  <a:pt x="6700284" y="5174325"/>
                </a:cubicBezTo>
                <a:cubicBezTo>
                  <a:pt x="6700284" y="5178691"/>
                  <a:pt x="6702169" y="5182561"/>
                  <a:pt x="6705939" y="5185934"/>
                </a:cubicBezTo>
                <a:cubicBezTo>
                  <a:pt x="6709709" y="5189308"/>
                  <a:pt x="6714522" y="5190994"/>
                  <a:pt x="6720376" y="5190994"/>
                </a:cubicBezTo>
                <a:cubicBezTo>
                  <a:pt x="6728412" y="5190994"/>
                  <a:pt x="6736772" y="5187621"/>
                  <a:pt x="6745453" y="5180874"/>
                </a:cubicBezTo>
                <a:cubicBezTo>
                  <a:pt x="6754135" y="5174127"/>
                  <a:pt x="6761155" y="5164156"/>
                  <a:pt x="6766512" y="5150959"/>
                </a:cubicBezTo>
                <a:lnTo>
                  <a:pt x="6822025" y="5014930"/>
                </a:lnTo>
                <a:cubicBezTo>
                  <a:pt x="6824506" y="5008680"/>
                  <a:pt x="6826192" y="5004860"/>
                  <a:pt x="6827085" y="5003471"/>
                </a:cubicBezTo>
                <a:cubicBezTo>
                  <a:pt x="6829467" y="5000196"/>
                  <a:pt x="6831650" y="4997964"/>
                  <a:pt x="6833634" y="4996773"/>
                </a:cubicBezTo>
                <a:cubicBezTo>
                  <a:pt x="6835618" y="4995583"/>
                  <a:pt x="6838446" y="4994789"/>
                  <a:pt x="6842117" y="4994392"/>
                </a:cubicBezTo>
                <a:lnTo>
                  <a:pt x="6842117" y="4988885"/>
                </a:lnTo>
                <a:lnTo>
                  <a:pt x="6797766" y="4988885"/>
                </a:lnTo>
                <a:lnTo>
                  <a:pt x="6797766" y="4994392"/>
                </a:lnTo>
                <a:cubicBezTo>
                  <a:pt x="6802033" y="4994392"/>
                  <a:pt x="6805009" y="4994715"/>
                  <a:pt x="6806696" y="4995359"/>
                </a:cubicBezTo>
                <a:cubicBezTo>
                  <a:pt x="6808383" y="4996004"/>
                  <a:pt x="6809623" y="4996873"/>
                  <a:pt x="6810417" y="4997964"/>
                </a:cubicBezTo>
                <a:cubicBezTo>
                  <a:pt x="6811111" y="4998857"/>
                  <a:pt x="6811458" y="5000196"/>
                  <a:pt x="6811458" y="5001982"/>
                </a:cubicBezTo>
                <a:cubicBezTo>
                  <a:pt x="6811458" y="5005951"/>
                  <a:pt x="6810615" y="5009970"/>
                  <a:pt x="6808928" y="5014037"/>
                </a:cubicBezTo>
                <a:lnTo>
                  <a:pt x="6778419" y="5089344"/>
                </a:lnTo>
                <a:lnTo>
                  <a:pt x="6745230" y="5020586"/>
                </a:lnTo>
                <a:cubicBezTo>
                  <a:pt x="6741956" y="5013740"/>
                  <a:pt x="6740319" y="5008382"/>
                  <a:pt x="6740319" y="5004512"/>
                </a:cubicBezTo>
                <a:cubicBezTo>
                  <a:pt x="6740319" y="5001635"/>
                  <a:pt x="6741435" y="4999229"/>
                  <a:pt x="6743667" y="4997294"/>
                </a:cubicBezTo>
                <a:cubicBezTo>
                  <a:pt x="6745900" y="4995359"/>
                  <a:pt x="6749248" y="4994392"/>
                  <a:pt x="6753713" y="4994392"/>
                </a:cubicBezTo>
                <a:lnTo>
                  <a:pt x="6756839" y="4994392"/>
                </a:lnTo>
                <a:lnTo>
                  <a:pt x="6756839" y="4988885"/>
                </a:lnTo>
                <a:close/>
                <a:moveTo>
                  <a:pt x="3843827" y="4988885"/>
                </a:moveTo>
                <a:lnTo>
                  <a:pt x="3843827" y="4994392"/>
                </a:lnTo>
                <a:cubicBezTo>
                  <a:pt x="3850970" y="4994293"/>
                  <a:pt x="3855907" y="4994913"/>
                  <a:pt x="3858635" y="4996252"/>
                </a:cubicBezTo>
                <a:cubicBezTo>
                  <a:pt x="3861364" y="4997592"/>
                  <a:pt x="3863422" y="4999502"/>
                  <a:pt x="3864812" y="5001982"/>
                </a:cubicBezTo>
                <a:cubicBezTo>
                  <a:pt x="3866201" y="5004463"/>
                  <a:pt x="3866895" y="5008928"/>
                  <a:pt x="3866895" y="5015377"/>
                </a:cubicBezTo>
                <a:lnTo>
                  <a:pt x="3866895" y="5076248"/>
                </a:lnTo>
                <a:cubicBezTo>
                  <a:pt x="3866895" y="5088948"/>
                  <a:pt x="3867987" y="5098770"/>
                  <a:pt x="3870169" y="5105716"/>
                </a:cubicBezTo>
                <a:cubicBezTo>
                  <a:pt x="3872352" y="5112661"/>
                  <a:pt x="3876247" y="5118341"/>
                  <a:pt x="3881853" y="5122756"/>
                </a:cubicBezTo>
                <a:cubicBezTo>
                  <a:pt x="3887458" y="5127172"/>
                  <a:pt x="3894081" y="5129379"/>
                  <a:pt x="3901721" y="5129379"/>
                </a:cubicBezTo>
                <a:cubicBezTo>
                  <a:pt x="3908567" y="5129379"/>
                  <a:pt x="3915066" y="5127742"/>
                  <a:pt x="3921217" y="5124468"/>
                </a:cubicBezTo>
                <a:cubicBezTo>
                  <a:pt x="3927369" y="5121194"/>
                  <a:pt x="3936299" y="5113207"/>
                  <a:pt x="3948007" y="5100507"/>
                </a:cubicBezTo>
                <a:lnTo>
                  <a:pt x="3948007" y="5129379"/>
                </a:lnTo>
                <a:lnTo>
                  <a:pt x="3954704" y="5129379"/>
                </a:lnTo>
                <a:lnTo>
                  <a:pt x="3995483" y="5112562"/>
                </a:lnTo>
                <a:lnTo>
                  <a:pt x="3993399" y="5107353"/>
                </a:lnTo>
                <a:cubicBezTo>
                  <a:pt x="3989529" y="5109039"/>
                  <a:pt x="3986057" y="5109883"/>
                  <a:pt x="3982981" y="5109883"/>
                </a:cubicBezTo>
                <a:cubicBezTo>
                  <a:pt x="3980798" y="5109883"/>
                  <a:pt x="3978888" y="5109188"/>
                  <a:pt x="3977251" y="5107799"/>
                </a:cubicBezTo>
                <a:cubicBezTo>
                  <a:pt x="3975614" y="5106410"/>
                  <a:pt x="3974423" y="5103955"/>
                  <a:pt x="3973680" y="5100432"/>
                </a:cubicBezTo>
                <a:cubicBezTo>
                  <a:pt x="3972935" y="5096910"/>
                  <a:pt x="3972563" y="5087261"/>
                  <a:pt x="3972563" y="5071485"/>
                </a:cubicBezTo>
                <a:lnTo>
                  <a:pt x="3972563" y="4988885"/>
                </a:lnTo>
                <a:lnTo>
                  <a:pt x="3926129" y="4988885"/>
                </a:lnTo>
                <a:lnTo>
                  <a:pt x="3926129" y="4994392"/>
                </a:lnTo>
                <a:cubicBezTo>
                  <a:pt x="3935059" y="4994591"/>
                  <a:pt x="3940937" y="4996054"/>
                  <a:pt x="3943765" y="4998783"/>
                </a:cubicBezTo>
                <a:cubicBezTo>
                  <a:pt x="3946593" y="5001511"/>
                  <a:pt x="3948007" y="5006745"/>
                  <a:pt x="3948007" y="5014484"/>
                </a:cubicBezTo>
                <a:lnTo>
                  <a:pt x="3948007" y="5091726"/>
                </a:lnTo>
                <a:cubicBezTo>
                  <a:pt x="3940565" y="5099266"/>
                  <a:pt x="3934141" y="5104376"/>
                  <a:pt x="3928734" y="5107055"/>
                </a:cubicBezTo>
                <a:cubicBezTo>
                  <a:pt x="3923326" y="5109734"/>
                  <a:pt x="3918489" y="5111073"/>
                  <a:pt x="3914223" y="5111073"/>
                </a:cubicBezTo>
                <a:cubicBezTo>
                  <a:pt x="3907972" y="5111073"/>
                  <a:pt x="3902639" y="5109089"/>
                  <a:pt x="3898223" y="5105120"/>
                </a:cubicBezTo>
                <a:cubicBezTo>
                  <a:pt x="3893809" y="5101152"/>
                  <a:pt x="3891601" y="5092817"/>
                  <a:pt x="3891601" y="5080117"/>
                </a:cubicBezTo>
                <a:lnTo>
                  <a:pt x="3891601" y="4988885"/>
                </a:lnTo>
                <a:close/>
                <a:moveTo>
                  <a:pt x="10434084" y="4984867"/>
                </a:moveTo>
                <a:cubicBezTo>
                  <a:pt x="10418308" y="4984867"/>
                  <a:pt x="10406054" y="4988439"/>
                  <a:pt x="10397323" y="4995583"/>
                </a:cubicBezTo>
                <a:cubicBezTo>
                  <a:pt x="10388592" y="5002726"/>
                  <a:pt x="10384226" y="5010565"/>
                  <a:pt x="10384226" y="5019098"/>
                </a:cubicBezTo>
                <a:cubicBezTo>
                  <a:pt x="10384226" y="5023562"/>
                  <a:pt x="10385392" y="5027085"/>
                  <a:pt x="10387724" y="5029664"/>
                </a:cubicBezTo>
                <a:cubicBezTo>
                  <a:pt x="10390055" y="5032244"/>
                  <a:pt x="10393057" y="5033534"/>
                  <a:pt x="10396728" y="5033534"/>
                </a:cubicBezTo>
                <a:cubicBezTo>
                  <a:pt x="10400498" y="5033534"/>
                  <a:pt x="10403549" y="5032294"/>
                  <a:pt x="10405881" y="5029813"/>
                </a:cubicBezTo>
                <a:cubicBezTo>
                  <a:pt x="10408212" y="5027333"/>
                  <a:pt x="10409378" y="5023811"/>
                  <a:pt x="10409378" y="5019246"/>
                </a:cubicBezTo>
                <a:lnTo>
                  <a:pt x="10409081" y="5010614"/>
                </a:lnTo>
                <a:cubicBezTo>
                  <a:pt x="10409081" y="5006249"/>
                  <a:pt x="10410965" y="5002379"/>
                  <a:pt x="10414736" y="4999006"/>
                </a:cubicBezTo>
                <a:cubicBezTo>
                  <a:pt x="10418407" y="4995632"/>
                  <a:pt x="10423368" y="4993946"/>
                  <a:pt x="10429619" y="4993946"/>
                </a:cubicBezTo>
                <a:cubicBezTo>
                  <a:pt x="10437854" y="4993946"/>
                  <a:pt x="10444130" y="4996476"/>
                  <a:pt x="10448446" y="5001536"/>
                </a:cubicBezTo>
                <a:cubicBezTo>
                  <a:pt x="10452762" y="5006596"/>
                  <a:pt x="10454920" y="5015923"/>
                  <a:pt x="10454920" y="5029516"/>
                </a:cubicBezTo>
                <a:lnTo>
                  <a:pt x="10454920" y="5034873"/>
                </a:lnTo>
                <a:cubicBezTo>
                  <a:pt x="10431504" y="5043406"/>
                  <a:pt x="10414760" y="5050649"/>
                  <a:pt x="10404690" y="5056602"/>
                </a:cubicBezTo>
                <a:cubicBezTo>
                  <a:pt x="10394620" y="5062555"/>
                  <a:pt x="10387550" y="5068906"/>
                  <a:pt x="10383482" y="5075652"/>
                </a:cubicBezTo>
                <a:cubicBezTo>
                  <a:pt x="10380506" y="5080514"/>
                  <a:pt x="10379017" y="5086269"/>
                  <a:pt x="10379017" y="5092916"/>
                </a:cubicBezTo>
                <a:cubicBezTo>
                  <a:pt x="10379017" y="5103434"/>
                  <a:pt x="10382068" y="5111917"/>
                  <a:pt x="10388170" y="5118366"/>
                </a:cubicBezTo>
                <a:cubicBezTo>
                  <a:pt x="10394272" y="5124815"/>
                  <a:pt x="10402036" y="5128040"/>
                  <a:pt x="10411462" y="5128040"/>
                </a:cubicBezTo>
                <a:cubicBezTo>
                  <a:pt x="10417514" y="5128040"/>
                  <a:pt x="10423219" y="5126800"/>
                  <a:pt x="10428577" y="5124319"/>
                </a:cubicBezTo>
                <a:cubicBezTo>
                  <a:pt x="10432149" y="5122633"/>
                  <a:pt x="10440930" y="5116382"/>
                  <a:pt x="10454920" y="5105567"/>
                </a:cubicBezTo>
                <a:cubicBezTo>
                  <a:pt x="10455018" y="5113703"/>
                  <a:pt x="10456507" y="5119457"/>
                  <a:pt x="10459384" y="5122831"/>
                </a:cubicBezTo>
                <a:cubicBezTo>
                  <a:pt x="10462262" y="5126204"/>
                  <a:pt x="10466132" y="5127891"/>
                  <a:pt x="10470993" y="5127891"/>
                </a:cubicBezTo>
                <a:cubicBezTo>
                  <a:pt x="10481113" y="5127891"/>
                  <a:pt x="10491730" y="5120450"/>
                  <a:pt x="10502842" y="5105567"/>
                </a:cubicBezTo>
                <a:lnTo>
                  <a:pt x="10502842" y="5097232"/>
                </a:lnTo>
                <a:cubicBezTo>
                  <a:pt x="10496889" y="5103185"/>
                  <a:pt x="10492871" y="5106807"/>
                  <a:pt x="10490787" y="5108097"/>
                </a:cubicBezTo>
                <a:cubicBezTo>
                  <a:pt x="10489597" y="5108791"/>
                  <a:pt x="10488207" y="5109139"/>
                  <a:pt x="10486620" y="5109139"/>
                </a:cubicBezTo>
                <a:cubicBezTo>
                  <a:pt x="10485132" y="5109139"/>
                  <a:pt x="10483817" y="5108643"/>
                  <a:pt x="10482676" y="5107650"/>
                </a:cubicBezTo>
                <a:cubicBezTo>
                  <a:pt x="10481535" y="5106658"/>
                  <a:pt x="10480717" y="5104699"/>
                  <a:pt x="10480220" y="5101772"/>
                </a:cubicBezTo>
                <a:cubicBezTo>
                  <a:pt x="10479724" y="5098845"/>
                  <a:pt x="10479476" y="5090882"/>
                  <a:pt x="10479476" y="5077885"/>
                </a:cubicBezTo>
                <a:lnTo>
                  <a:pt x="10479476" y="5031599"/>
                </a:lnTo>
                <a:cubicBezTo>
                  <a:pt x="10479476" y="5018403"/>
                  <a:pt x="10478583" y="5009672"/>
                  <a:pt x="10476797" y="5005405"/>
                </a:cubicBezTo>
                <a:cubicBezTo>
                  <a:pt x="10474020" y="4998857"/>
                  <a:pt x="10469704" y="4994045"/>
                  <a:pt x="10463849" y="4990969"/>
                </a:cubicBezTo>
                <a:cubicBezTo>
                  <a:pt x="10456110" y="4986901"/>
                  <a:pt x="10446189" y="4984867"/>
                  <a:pt x="10434084" y="4984867"/>
                </a:cubicBezTo>
                <a:close/>
                <a:moveTo>
                  <a:pt x="10268140" y="4984867"/>
                </a:moveTo>
                <a:lnTo>
                  <a:pt x="10227064" y="5001536"/>
                </a:lnTo>
                <a:lnTo>
                  <a:pt x="10229296" y="5006894"/>
                </a:lnTo>
                <a:cubicBezTo>
                  <a:pt x="10233166" y="5005405"/>
                  <a:pt x="10236490" y="5004661"/>
                  <a:pt x="10239268" y="5004661"/>
                </a:cubicBezTo>
                <a:cubicBezTo>
                  <a:pt x="10241848" y="5004661"/>
                  <a:pt x="10243906" y="5005306"/>
                  <a:pt x="10245444" y="5006596"/>
                </a:cubicBezTo>
                <a:cubicBezTo>
                  <a:pt x="10246982" y="5007886"/>
                  <a:pt x="10248123" y="5010317"/>
                  <a:pt x="10248867" y="5013889"/>
                </a:cubicBezTo>
                <a:cubicBezTo>
                  <a:pt x="10249611" y="5017460"/>
                  <a:pt x="10249983" y="5027432"/>
                  <a:pt x="10249983" y="5043803"/>
                </a:cubicBezTo>
                <a:lnTo>
                  <a:pt x="10249983" y="5094405"/>
                </a:lnTo>
                <a:cubicBezTo>
                  <a:pt x="10249983" y="5104327"/>
                  <a:pt x="10248768" y="5111049"/>
                  <a:pt x="10246337" y="5114571"/>
                </a:cubicBezTo>
                <a:cubicBezTo>
                  <a:pt x="10243906" y="5118093"/>
                  <a:pt x="10239218" y="5119854"/>
                  <a:pt x="10232273" y="5119854"/>
                </a:cubicBezTo>
                <a:lnTo>
                  <a:pt x="10229296" y="5119854"/>
                </a:lnTo>
                <a:lnTo>
                  <a:pt x="10229296" y="5125212"/>
                </a:lnTo>
                <a:lnTo>
                  <a:pt x="10296715" y="5125212"/>
                </a:lnTo>
                <a:lnTo>
                  <a:pt x="10296715" y="5119854"/>
                </a:lnTo>
                <a:cubicBezTo>
                  <a:pt x="10289274" y="5119854"/>
                  <a:pt x="10284338" y="5119184"/>
                  <a:pt x="10281907" y="5117845"/>
                </a:cubicBezTo>
                <a:cubicBezTo>
                  <a:pt x="10279476" y="5116506"/>
                  <a:pt x="10277566" y="5114397"/>
                  <a:pt x="10276177" y="5111520"/>
                </a:cubicBezTo>
                <a:cubicBezTo>
                  <a:pt x="10275085" y="5109337"/>
                  <a:pt x="10274540" y="5103632"/>
                  <a:pt x="10274540" y="5094405"/>
                </a:cubicBezTo>
                <a:lnTo>
                  <a:pt x="10274540" y="5022521"/>
                </a:lnTo>
                <a:cubicBezTo>
                  <a:pt x="10286247" y="5009622"/>
                  <a:pt x="10298005" y="5003173"/>
                  <a:pt x="10309812" y="5003173"/>
                </a:cubicBezTo>
                <a:cubicBezTo>
                  <a:pt x="10317452" y="5003173"/>
                  <a:pt x="10322885" y="5005976"/>
                  <a:pt x="10326109" y="5011582"/>
                </a:cubicBezTo>
                <a:cubicBezTo>
                  <a:pt x="10329333" y="5017188"/>
                  <a:pt x="10330946" y="5026192"/>
                  <a:pt x="10330946" y="5038594"/>
                </a:cubicBezTo>
                <a:lnTo>
                  <a:pt x="10330946" y="5094405"/>
                </a:lnTo>
                <a:cubicBezTo>
                  <a:pt x="10330946" y="5102243"/>
                  <a:pt x="10330747" y="5106906"/>
                  <a:pt x="10330350" y="5108394"/>
                </a:cubicBezTo>
                <a:cubicBezTo>
                  <a:pt x="10329359" y="5112165"/>
                  <a:pt x="10327597" y="5115017"/>
                  <a:pt x="10325067" y="5116952"/>
                </a:cubicBezTo>
                <a:cubicBezTo>
                  <a:pt x="10322537" y="5118887"/>
                  <a:pt x="10318097" y="5119854"/>
                  <a:pt x="10311747" y="5119854"/>
                </a:cubicBezTo>
                <a:lnTo>
                  <a:pt x="10308919" y="5119854"/>
                </a:lnTo>
                <a:lnTo>
                  <a:pt x="10308919" y="5125212"/>
                </a:lnTo>
                <a:lnTo>
                  <a:pt x="10376338" y="5125212"/>
                </a:lnTo>
                <a:lnTo>
                  <a:pt x="10376338" y="5119854"/>
                </a:lnTo>
                <a:cubicBezTo>
                  <a:pt x="10369790" y="5119854"/>
                  <a:pt x="10365301" y="5119160"/>
                  <a:pt x="10362869" y="5117771"/>
                </a:cubicBezTo>
                <a:cubicBezTo>
                  <a:pt x="10360438" y="5116382"/>
                  <a:pt x="10358678" y="5114447"/>
                  <a:pt x="10357586" y="5111966"/>
                </a:cubicBezTo>
                <a:cubicBezTo>
                  <a:pt x="10356197" y="5108891"/>
                  <a:pt x="10355502" y="5103037"/>
                  <a:pt x="10355502" y="5094405"/>
                </a:cubicBezTo>
                <a:lnTo>
                  <a:pt x="10355502" y="5036213"/>
                </a:lnTo>
                <a:cubicBezTo>
                  <a:pt x="10355502" y="5023910"/>
                  <a:pt x="10354411" y="5014782"/>
                  <a:pt x="10352228" y="5008828"/>
                </a:cubicBezTo>
                <a:cubicBezTo>
                  <a:pt x="10349053" y="5000296"/>
                  <a:pt x="10344787" y="4994169"/>
                  <a:pt x="10339429" y="4990448"/>
                </a:cubicBezTo>
                <a:cubicBezTo>
                  <a:pt x="10334071" y="4986727"/>
                  <a:pt x="10327672" y="4984867"/>
                  <a:pt x="10320230" y="4984867"/>
                </a:cubicBezTo>
                <a:cubicBezTo>
                  <a:pt x="10305744" y="4984867"/>
                  <a:pt x="10290514" y="4994491"/>
                  <a:pt x="10274540" y="5013740"/>
                </a:cubicBezTo>
                <a:lnTo>
                  <a:pt x="10274540" y="4984867"/>
                </a:lnTo>
                <a:close/>
                <a:moveTo>
                  <a:pt x="10157859" y="4984867"/>
                </a:moveTo>
                <a:cubicBezTo>
                  <a:pt x="10142083" y="4984867"/>
                  <a:pt x="10129830" y="4988439"/>
                  <a:pt x="10121098" y="4995583"/>
                </a:cubicBezTo>
                <a:cubicBezTo>
                  <a:pt x="10112367" y="5002726"/>
                  <a:pt x="10108001" y="5010565"/>
                  <a:pt x="10108001" y="5019098"/>
                </a:cubicBezTo>
                <a:cubicBezTo>
                  <a:pt x="10108001" y="5023562"/>
                  <a:pt x="10109167" y="5027085"/>
                  <a:pt x="10111499" y="5029664"/>
                </a:cubicBezTo>
                <a:cubicBezTo>
                  <a:pt x="10113831" y="5032244"/>
                  <a:pt x="10116832" y="5033534"/>
                  <a:pt x="10120503" y="5033534"/>
                </a:cubicBezTo>
                <a:cubicBezTo>
                  <a:pt x="10124273" y="5033534"/>
                  <a:pt x="10127324" y="5032294"/>
                  <a:pt x="10129656" y="5029813"/>
                </a:cubicBezTo>
                <a:cubicBezTo>
                  <a:pt x="10131988" y="5027333"/>
                  <a:pt x="10133153" y="5023811"/>
                  <a:pt x="10133153" y="5019246"/>
                </a:cubicBezTo>
                <a:lnTo>
                  <a:pt x="10132856" y="5010614"/>
                </a:lnTo>
                <a:cubicBezTo>
                  <a:pt x="10132856" y="5006249"/>
                  <a:pt x="10134741" y="5002379"/>
                  <a:pt x="10138511" y="4999006"/>
                </a:cubicBezTo>
                <a:cubicBezTo>
                  <a:pt x="10142182" y="4995632"/>
                  <a:pt x="10147143" y="4993946"/>
                  <a:pt x="10153394" y="4993946"/>
                </a:cubicBezTo>
                <a:cubicBezTo>
                  <a:pt x="10161629" y="4993946"/>
                  <a:pt x="10167905" y="4996476"/>
                  <a:pt x="10172221" y="5001536"/>
                </a:cubicBezTo>
                <a:cubicBezTo>
                  <a:pt x="10176537" y="5006596"/>
                  <a:pt x="10178695" y="5015923"/>
                  <a:pt x="10178695" y="5029516"/>
                </a:cubicBezTo>
                <a:lnTo>
                  <a:pt x="10178695" y="5034873"/>
                </a:lnTo>
                <a:cubicBezTo>
                  <a:pt x="10155279" y="5043406"/>
                  <a:pt x="10138536" y="5050649"/>
                  <a:pt x="10128465" y="5056602"/>
                </a:cubicBezTo>
                <a:cubicBezTo>
                  <a:pt x="10118395" y="5062555"/>
                  <a:pt x="10111325" y="5068906"/>
                  <a:pt x="10107257" y="5075652"/>
                </a:cubicBezTo>
                <a:cubicBezTo>
                  <a:pt x="10104281" y="5080514"/>
                  <a:pt x="10102792" y="5086269"/>
                  <a:pt x="10102792" y="5092916"/>
                </a:cubicBezTo>
                <a:cubicBezTo>
                  <a:pt x="10102792" y="5103434"/>
                  <a:pt x="10105843" y="5111917"/>
                  <a:pt x="10111945" y="5118366"/>
                </a:cubicBezTo>
                <a:cubicBezTo>
                  <a:pt x="10118047" y="5124815"/>
                  <a:pt x="10125811" y="5128040"/>
                  <a:pt x="10135237" y="5128040"/>
                </a:cubicBezTo>
                <a:cubicBezTo>
                  <a:pt x="10141289" y="5128040"/>
                  <a:pt x="10146994" y="5126800"/>
                  <a:pt x="10152352" y="5124319"/>
                </a:cubicBezTo>
                <a:cubicBezTo>
                  <a:pt x="10155924" y="5122633"/>
                  <a:pt x="10164705" y="5116382"/>
                  <a:pt x="10178695" y="5105567"/>
                </a:cubicBezTo>
                <a:cubicBezTo>
                  <a:pt x="10178794" y="5113703"/>
                  <a:pt x="10180282" y="5119457"/>
                  <a:pt x="10183159" y="5122831"/>
                </a:cubicBezTo>
                <a:cubicBezTo>
                  <a:pt x="10186037" y="5126204"/>
                  <a:pt x="10189907" y="5127891"/>
                  <a:pt x="10194768" y="5127891"/>
                </a:cubicBezTo>
                <a:cubicBezTo>
                  <a:pt x="10204888" y="5127891"/>
                  <a:pt x="10215505" y="5120450"/>
                  <a:pt x="10226617" y="5105567"/>
                </a:cubicBezTo>
                <a:lnTo>
                  <a:pt x="10226617" y="5097232"/>
                </a:lnTo>
                <a:cubicBezTo>
                  <a:pt x="10220664" y="5103185"/>
                  <a:pt x="10216646" y="5106807"/>
                  <a:pt x="10214562" y="5108097"/>
                </a:cubicBezTo>
                <a:cubicBezTo>
                  <a:pt x="10213372" y="5108791"/>
                  <a:pt x="10211983" y="5109139"/>
                  <a:pt x="10210395" y="5109139"/>
                </a:cubicBezTo>
                <a:cubicBezTo>
                  <a:pt x="10208907" y="5109139"/>
                  <a:pt x="10207592" y="5108643"/>
                  <a:pt x="10206451" y="5107650"/>
                </a:cubicBezTo>
                <a:cubicBezTo>
                  <a:pt x="10205310" y="5106658"/>
                  <a:pt x="10204492" y="5104699"/>
                  <a:pt x="10203995" y="5101772"/>
                </a:cubicBezTo>
                <a:cubicBezTo>
                  <a:pt x="10203499" y="5098845"/>
                  <a:pt x="10203251" y="5090882"/>
                  <a:pt x="10203251" y="5077885"/>
                </a:cubicBezTo>
                <a:lnTo>
                  <a:pt x="10203251" y="5031599"/>
                </a:lnTo>
                <a:cubicBezTo>
                  <a:pt x="10203251" y="5018403"/>
                  <a:pt x="10202358" y="5009672"/>
                  <a:pt x="10200572" y="5005405"/>
                </a:cubicBezTo>
                <a:cubicBezTo>
                  <a:pt x="10197795" y="4998857"/>
                  <a:pt x="10193479" y="4994045"/>
                  <a:pt x="10187624" y="4990969"/>
                </a:cubicBezTo>
                <a:cubicBezTo>
                  <a:pt x="10179885" y="4986901"/>
                  <a:pt x="10169964" y="4984867"/>
                  <a:pt x="10157859" y="4984867"/>
                </a:cubicBezTo>
                <a:close/>
                <a:moveTo>
                  <a:pt x="9939528" y="4984867"/>
                </a:moveTo>
                <a:cubicBezTo>
                  <a:pt x="9928217" y="4984867"/>
                  <a:pt x="9917501" y="4987819"/>
                  <a:pt x="9907381" y="4993722"/>
                </a:cubicBezTo>
                <a:cubicBezTo>
                  <a:pt x="9897261" y="4999626"/>
                  <a:pt x="9889100" y="5008754"/>
                  <a:pt x="9882899" y="5021107"/>
                </a:cubicBezTo>
                <a:cubicBezTo>
                  <a:pt x="9876698" y="5033459"/>
                  <a:pt x="9873597" y="5045887"/>
                  <a:pt x="9873597" y="5058388"/>
                </a:cubicBezTo>
                <a:cubicBezTo>
                  <a:pt x="9873597" y="5075553"/>
                  <a:pt x="9878707" y="5091031"/>
                  <a:pt x="9888926" y="5104823"/>
                </a:cubicBezTo>
                <a:cubicBezTo>
                  <a:pt x="9901031" y="5121194"/>
                  <a:pt x="9917352" y="5129379"/>
                  <a:pt x="9937891" y="5129379"/>
                </a:cubicBezTo>
                <a:cubicBezTo>
                  <a:pt x="9950492" y="5129379"/>
                  <a:pt x="9961926" y="5126204"/>
                  <a:pt x="9972196" y="5119854"/>
                </a:cubicBezTo>
                <a:cubicBezTo>
                  <a:pt x="9982465" y="5113504"/>
                  <a:pt x="9990526" y="5104078"/>
                  <a:pt x="9996380" y="5091577"/>
                </a:cubicBezTo>
                <a:cubicBezTo>
                  <a:pt x="10002234" y="5079075"/>
                  <a:pt x="10005161" y="5066723"/>
                  <a:pt x="10005161" y="5054519"/>
                </a:cubicBezTo>
                <a:cubicBezTo>
                  <a:pt x="10005161" y="5037155"/>
                  <a:pt x="9999853" y="5021776"/>
                  <a:pt x="9989236" y="5008382"/>
                </a:cubicBezTo>
                <a:cubicBezTo>
                  <a:pt x="9976735" y="4992706"/>
                  <a:pt x="9960165" y="4984867"/>
                  <a:pt x="9939528" y="4984867"/>
                </a:cubicBezTo>
                <a:close/>
                <a:moveTo>
                  <a:pt x="9582340" y="4984867"/>
                </a:moveTo>
                <a:lnTo>
                  <a:pt x="9541264" y="5001536"/>
                </a:lnTo>
                <a:lnTo>
                  <a:pt x="9543496" y="5006894"/>
                </a:lnTo>
                <a:cubicBezTo>
                  <a:pt x="9547366" y="5005405"/>
                  <a:pt x="9550690" y="5004661"/>
                  <a:pt x="9553468" y="5004661"/>
                </a:cubicBezTo>
                <a:cubicBezTo>
                  <a:pt x="9556048" y="5004661"/>
                  <a:pt x="9558106" y="5005306"/>
                  <a:pt x="9559644" y="5006596"/>
                </a:cubicBezTo>
                <a:cubicBezTo>
                  <a:pt x="9561182" y="5007886"/>
                  <a:pt x="9562323" y="5010317"/>
                  <a:pt x="9563067" y="5013889"/>
                </a:cubicBezTo>
                <a:cubicBezTo>
                  <a:pt x="9563811" y="5017460"/>
                  <a:pt x="9564183" y="5027432"/>
                  <a:pt x="9564183" y="5043803"/>
                </a:cubicBezTo>
                <a:lnTo>
                  <a:pt x="9564183" y="5094405"/>
                </a:lnTo>
                <a:cubicBezTo>
                  <a:pt x="9564183" y="5104327"/>
                  <a:pt x="9562968" y="5111049"/>
                  <a:pt x="9560537" y="5114571"/>
                </a:cubicBezTo>
                <a:cubicBezTo>
                  <a:pt x="9558106" y="5118093"/>
                  <a:pt x="9553418" y="5119854"/>
                  <a:pt x="9546473" y="5119854"/>
                </a:cubicBezTo>
                <a:lnTo>
                  <a:pt x="9543496" y="5119854"/>
                </a:lnTo>
                <a:lnTo>
                  <a:pt x="9543496" y="5125212"/>
                </a:lnTo>
                <a:lnTo>
                  <a:pt x="9610915" y="5125212"/>
                </a:lnTo>
                <a:lnTo>
                  <a:pt x="9610915" y="5119854"/>
                </a:lnTo>
                <a:cubicBezTo>
                  <a:pt x="9603474" y="5119854"/>
                  <a:pt x="9598538" y="5119184"/>
                  <a:pt x="9596107" y="5117845"/>
                </a:cubicBezTo>
                <a:cubicBezTo>
                  <a:pt x="9593676" y="5116506"/>
                  <a:pt x="9591766" y="5114397"/>
                  <a:pt x="9590377" y="5111520"/>
                </a:cubicBezTo>
                <a:cubicBezTo>
                  <a:pt x="9589286" y="5109337"/>
                  <a:pt x="9588740" y="5103632"/>
                  <a:pt x="9588740" y="5094405"/>
                </a:cubicBezTo>
                <a:lnTo>
                  <a:pt x="9588740" y="5022521"/>
                </a:lnTo>
                <a:cubicBezTo>
                  <a:pt x="9600448" y="5009622"/>
                  <a:pt x="9612205" y="5003173"/>
                  <a:pt x="9624012" y="5003173"/>
                </a:cubicBezTo>
                <a:cubicBezTo>
                  <a:pt x="9631652" y="5003173"/>
                  <a:pt x="9637085" y="5005976"/>
                  <a:pt x="9640309" y="5011582"/>
                </a:cubicBezTo>
                <a:cubicBezTo>
                  <a:pt x="9643534" y="5017188"/>
                  <a:pt x="9645146" y="5026192"/>
                  <a:pt x="9645146" y="5038594"/>
                </a:cubicBezTo>
                <a:lnTo>
                  <a:pt x="9645146" y="5094405"/>
                </a:lnTo>
                <a:cubicBezTo>
                  <a:pt x="9645146" y="5102243"/>
                  <a:pt x="9644947" y="5106906"/>
                  <a:pt x="9644550" y="5108394"/>
                </a:cubicBezTo>
                <a:cubicBezTo>
                  <a:pt x="9643559" y="5112165"/>
                  <a:pt x="9641797" y="5115017"/>
                  <a:pt x="9639267" y="5116952"/>
                </a:cubicBezTo>
                <a:cubicBezTo>
                  <a:pt x="9636737" y="5118887"/>
                  <a:pt x="9632297" y="5119854"/>
                  <a:pt x="9625947" y="5119854"/>
                </a:cubicBezTo>
                <a:lnTo>
                  <a:pt x="9623119" y="5119854"/>
                </a:lnTo>
                <a:lnTo>
                  <a:pt x="9623119" y="5125212"/>
                </a:lnTo>
                <a:lnTo>
                  <a:pt x="9690538" y="5125212"/>
                </a:lnTo>
                <a:lnTo>
                  <a:pt x="9690538" y="5119854"/>
                </a:lnTo>
                <a:cubicBezTo>
                  <a:pt x="9683990" y="5119854"/>
                  <a:pt x="9679501" y="5119160"/>
                  <a:pt x="9677069" y="5117771"/>
                </a:cubicBezTo>
                <a:cubicBezTo>
                  <a:pt x="9674639" y="5116382"/>
                  <a:pt x="9672878" y="5114447"/>
                  <a:pt x="9671786" y="5111966"/>
                </a:cubicBezTo>
                <a:cubicBezTo>
                  <a:pt x="9670397" y="5108891"/>
                  <a:pt x="9669702" y="5103037"/>
                  <a:pt x="9669702" y="5094405"/>
                </a:cubicBezTo>
                <a:lnTo>
                  <a:pt x="9669702" y="5036213"/>
                </a:lnTo>
                <a:cubicBezTo>
                  <a:pt x="9669702" y="5023910"/>
                  <a:pt x="9668611" y="5014782"/>
                  <a:pt x="9666428" y="5008828"/>
                </a:cubicBezTo>
                <a:cubicBezTo>
                  <a:pt x="9663253" y="5000296"/>
                  <a:pt x="9658987" y="4994169"/>
                  <a:pt x="9653629" y="4990448"/>
                </a:cubicBezTo>
                <a:cubicBezTo>
                  <a:pt x="9648271" y="4986727"/>
                  <a:pt x="9641872" y="4984867"/>
                  <a:pt x="9634430" y="4984867"/>
                </a:cubicBezTo>
                <a:cubicBezTo>
                  <a:pt x="9619944" y="4984867"/>
                  <a:pt x="9604714" y="4994491"/>
                  <a:pt x="9588740" y="5013740"/>
                </a:cubicBezTo>
                <a:lnTo>
                  <a:pt x="9588740" y="4984867"/>
                </a:lnTo>
                <a:close/>
                <a:moveTo>
                  <a:pt x="9463278" y="4984867"/>
                </a:moveTo>
                <a:cubicBezTo>
                  <a:pt x="9451967" y="4984867"/>
                  <a:pt x="9441251" y="4987819"/>
                  <a:pt x="9431131" y="4993722"/>
                </a:cubicBezTo>
                <a:cubicBezTo>
                  <a:pt x="9421011" y="4999626"/>
                  <a:pt x="9412850" y="5008754"/>
                  <a:pt x="9406649" y="5021107"/>
                </a:cubicBezTo>
                <a:cubicBezTo>
                  <a:pt x="9400448" y="5033459"/>
                  <a:pt x="9397347" y="5045887"/>
                  <a:pt x="9397347" y="5058388"/>
                </a:cubicBezTo>
                <a:cubicBezTo>
                  <a:pt x="9397347" y="5075553"/>
                  <a:pt x="9402457" y="5091031"/>
                  <a:pt x="9412676" y="5104823"/>
                </a:cubicBezTo>
                <a:cubicBezTo>
                  <a:pt x="9424781" y="5121194"/>
                  <a:pt x="9441102" y="5129379"/>
                  <a:pt x="9461641" y="5129379"/>
                </a:cubicBezTo>
                <a:cubicBezTo>
                  <a:pt x="9474242" y="5129379"/>
                  <a:pt x="9485676" y="5126204"/>
                  <a:pt x="9495946" y="5119854"/>
                </a:cubicBezTo>
                <a:cubicBezTo>
                  <a:pt x="9506215" y="5113504"/>
                  <a:pt x="9514276" y="5104078"/>
                  <a:pt x="9520130" y="5091577"/>
                </a:cubicBezTo>
                <a:cubicBezTo>
                  <a:pt x="9525984" y="5079075"/>
                  <a:pt x="9528911" y="5066723"/>
                  <a:pt x="9528911" y="5054519"/>
                </a:cubicBezTo>
                <a:cubicBezTo>
                  <a:pt x="9528911" y="5037155"/>
                  <a:pt x="9523603" y="5021776"/>
                  <a:pt x="9512986" y="5008382"/>
                </a:cubicBezTo>
                <a:cubicBezTo>
                  <a:pt x="9500485" y="4992706"/>
                  <a:pt x="9483915" y="4984867"/>
                  <a:pt x="9463278" y="4984867"/>
                </a:cubicBezTo>
                <a:close/>
                <a:moveTo>
                  <a:pt x="9351359" y="4984867"/>
                </a:moveTo>
                <a:lnTo>
                  <a:pt x="9310282" y="5001536"/>
                </a:lnTo>
                <a:lnTo>
                  <a:pt x="9312366" y="5006894"/>
                </a:lnTo>
                <a:cubicBezTo>
                  <a:pt x="9316335" y="5005405"/>
                  <a:pt x="9319709" y="5004661"/>
                  <a:pt x="9322486" y="5004661"/>
                </a:cubicBezTo>
                <a:cubicBezTo>
                  <a:pt x="9325066" y="5004661"/>
                  <a:pt x="9327100" y="5005282"/>
                  <a:pt x="9328588" y="5006522"/>
                </a:cubicBezTo>
                <a:cubicBezTo>
                  <a:pt x="9330077" y="5007762"/>
                  <a:pt x="9331168" y="5009970"/>
                  <a:pt x="9331863" y="5013144"/>
                </a:cubicBezTo>
                <a:cubicBezTo>
                  <a:pt x="9332756" y="5017510"/>
                  <a:pt x="9333202" y="5027085"/>
                  <a:pt x="9333202" y="5041868"/>
                </a:cubicBezTo>
                <a:lnTo>
                  <a:pt x="9333202" y="5094405"/>
                </a:lnTo>
                <a:cubicBezTo>
                  <a:pt x="9333202" y="5102838"/>
                  <a:pt x="9332532" y="5108543"/>
                  <a:pt x="9331193" y="5111520"/>
                </a:cubicBezTo>
                <a:cubicBezTo>
                  <a:pt x="9329853" y="5114496"/>
                  <a:pt x="9328043" y="5116630"/>
                  <a:pt x="9325761" y="5117919"/>
                </a:cubicBezTo>
                <a:cubicBezTo>
                  <a:pt x="9323479" y="5119209"/>
                  <a:pt x="9319014" y="5119854"/>
                  <a:pt x="9312366" y="5119854"/>
                </a:cubicBezTo>
                <a:lnTo>
                  <a:pt x="9312366" y="5125212"/>
                </a:lnTo>
                <a:lnTo>
                  <a:pt x="9378595" y="5125212"/>
                </a:lnTo>
                <a:lnTo>
                  <a:pt x="9378595" y="5119854"/>
                </a:lnTo>
                <a:cubicBezTo>
                  <a:pt x="9372146" y="5119854"/>
                  <a:pt x="9367706" y="5119160"/>
                  <a:pt x="9365274" y="5117771"/>
                </a:cubicBezTo>
                <a:cubicBezTo>
                  <a:pt x="9362844" y="5116382"/>
                  <a:pt x="9361008" y="5114273"/>
                  <a:pt x="9359768" y="5111445"/>
                </a:cubicBezTo>
                <a:cubicBezTo>
                  <a:pt x="9358528" y="5108618"/>
                  <a:pt x="9357907" y="5102937"/>
                  <a:pt x="9357907" y="5094405"/>
                </a:cubicBezTo>
                <a:lnTo>
                  <a:pt x="9357907" y="4984867"/>
                </a:lnTo>
                <a:close/>
                <a:moveTo>
                  <a:pt x="9148209" y="4984867"/>
                </a:moveTo>
                <a:cubicBezTo>
                  <a:pt x="9132433" y="4984867"/>
                  <a:pt x="9120180" y="4988439"/>
                  <a:pt x="9111448" y="4995583"/>
                </a:cubicBezTo>
                <a:cubicBezTo>
                  <a:pt x="9102717" y="5002726"/>
                  <a:pt x="9098351" y="5010565"/>
                  <a:pt x="9098351" y="5019098"/>
                </a:cubicBezTo>
                <a:cubicBezTo>
                  <a:pt x="9098351" y="5023562"/>
                  <a:pt x="9099517" y="5027085"/>
                  <a:pt x="9101849" y="5029664"/>
                </a:cubicBezTo>
                <a:cubicBezTo>
                  <a:pt x="9104181" y="5032244"/>
                  <a:pt x="9107182" y="5033534"/>
                  <a:pt x="9110853" y="5033534"/>
                </a:cubicBezTo>
                <a:cubicBezTo>
                  <a:pt x="9114623" y="5033534"/>
                  <a:pt x="9117674" y="5032294"/>
                  <a:pt x="9120006" y="5029813"/>
                </a:cubicBezTo>
                <a:cubicBezTo>
                  <a:pt x="9122338" y="5027333"/>
                  <a:pt x="9123503" y="5023811"/>
                  <a:pt x="9123503" y="5019246"/>
                </a:cubicBezTo>
                <a:lnTo>
                  <a:pt x="9123206" y="5010614"/>
                </a:lnTo>
                <a:cubicBezTo>
                  <a:pt x="9123206" y="5006249"/>
                  <a:pt x="9125091" y="5002379"/>
                  <a:pt x="9128861" y="4999006"/>
                </a:cubicBezTo>
                <a:cubicBezTo>
                  <a:pt x="9132532" y="4995632"/>
                  <a:pt x="9137493" y="4993946"/>
                  <a:pt x="9143744" y="4993946"/>
                </a:cubicBezTo>
                <a:cubicBezTo>
                  <a:pt x="9151979" y="4993946"/>
                  <a:pt x="9158255" y="4996476"/>
                  <a:pt x="9162571" y="5001536"/>
                </a:cubicBezTo>
                <a:cubicBezTo>
                  <a:pt x="9166887" y="5006596"/>
                  <a:pt x="9169045" y="5015923"/>
                  <a:pt x="9169045" y="5029516"/>
                </a:cubicBezTo>
                <a:lnTo>
                  <a:pt x="9169045" y="5034873"/>
                </a:lnTo>
                <a:cubicBezTo>
                  <a:pt x="9145629" y="5043406"/>
                  <a:pt x="9128886" y="5050649"/>
                  <a:pt x="9118815" y="5056602"/>
                </a:cubicBezTo>
                <a:cubicBezTo>
                  <a:pt x="9108745" y="5062555"/>
                  <a:pt x="9101675" y="5068906"/>
                  <a:pt x="9097607" y="5075652"/>
                </a:cubicBezTo>
                <a:cubicBezTo>
                  <a:pt x="9094631" y="5080514"/>
                  <a:pt x="9093142" y="5086269"/>
                  <a:pt x="9093142" y="5092916"/>
                </a:cubicBezTo>
                <a:cubicBezTo>
                  <a:pt x="9093142" y="5103434"/>
                  <a:pt x="9096193" y="5111917"/>
                  <a:pt x="9102295" y="5118366"/>
                </a:cubicBezTo>
                <a:cubicBezTo>
                  <a:pt x="9108397" y="5124815"/>
                  <a:pt x="9116161" y="5128040"/>
                  <a:pt x="9125587" y="5128040"/>
                </a:cubicBezTo>
                <a:cubicBezTo>
                  <a:pt x="9131639" y="5128040"/>
                  <a:pt x="9137344" y="5126800"/>
                  <a:pt x="9142702" y="5124319"/>
                </a:cubicBezTo>
                <a:cubicBezTo>
                  <a:pt x="9146274" y="5122633"/>
                  <a:pt x="9155055" y="5116382"/>
                  <a:pt x="9169045" y="5105567"/>
                </a:cubicBezTo>
                <a:cubicBezTo>
                  <a:pt x="9169144" y="5113703"/>
                  <a:pt x="9170632" y="5119457"/>
                  <a:pt x="9173509" y="5122831"/>
                </a:cubicBezTo>
                <a:cubicBezTo>
                  <a:pt x="9176387" y="5126204"/>
                  <a:pt x="9180257" y="5127891"/>
                  <a:pt x="9185118" y="5127891"/>
                </a:cubicBezTo>
                <a:cubicBezTo>
                  <a:pt x="9195238" y="5127891"/>
                  <a:pt x="9205855" y="5120450"/>
                  <a:pt x="9216967" y="5105567"/>
                </a:cubicBezTo>
                <a:lnTo>
                  <a:pt x="9216967" y="5097232"/>
                </a:lnTo>
                <a:cubicBezTo>
                  <a:pt x="9211014" y="5103185"/>
                  <a:pt x="9206996" y="5106807"/>
                  <a:pt x="9204912" y="5108097"/>
                </a:cubicBezTo>
                <a:cubicBezTo>
                  <a:pt x="9203722" y="5108791"/>
                  <a:pt x="9202333" y="5109139"/>
                  <a:pt x="9200745" y="5109139"/>
                </a:cubicBezTo>
                <a:cubicBezTo>
                  <a:pt x="9199257" y="5109139"/>
                  <a:pt x="9197942" y="5108643"/>
                  <a:pt x="9196801" y="5107650"/>
                </a:cubicBezTo>
                <a:cubicBezTo>
                  <a:pt x="9195660" y="5106658"/>
                  <a:pt x="9194842" y="5104699"/>
                  <a:pt x="9194345" y="5101772"/>
                </a:cubicBezTo>
                <a:cubicBezTo>
                  <a:pt x="9193849" y="5098845"/>
                  <a:pt x="9193601" y="5090882"/>
                  <a:pt x="9193601" y="5077885"/>
                </a:cubicBezTo>
                <a:lnTo>
                  <a:pt x="9193601" y="5031599"/>
                </a:lnTo>
                <a:cubicBezTo>
                  <a:pt x="9193601" y="5018403"/>
                  <a:pt x="9192708" y="5009672"/>
                  <a:pt x="9190922" y="5005405"/>
                </a:cubicBezTo>
                <a:cubicBezTo>
                  <a:pt x="9188145" y="4998857"/>
                  <a:pt x="9183829" y="4994045"/>
                  <a:pt x="9177974" y="4990969"/>
                </a:cubicBezTo>
                <a:cubicBezTo>
                  <a:pt x="9170235" y="4986901"/>
                  <a:pt x="9160314" y="4984867"/>
                  <a:pt x="9148209" y="4984867"/>
                </a:cubicBezTo>
                <a:close/>
                <a:moveTo>
                  <a:pt x="9024384" y="4984867"/>
                </a:moveTo>
                <a:cubicBezTo>
                  <a:pt x="9006524" y="4984867"/>
                  <a:pt x="8991220" y="4991564"/>
                  <a:pt x="8978470" y="5004959"/>
                </a:cubicBezTo>
                <a:cubicBezTo>
                  <a:pt x="8965721" y="5018353"/>
                  <a:pt x="8959346" y="5035766"/>
                  <a:pt x="8959346" y="5057198"/>
                </a:cubicBezTo>
                <a:cubicBezTo>
                  <a:pt x="8959346" y="5079324"/>
                  <a:pt x="8965101" y="5096885"/>
                  <a:pt x="8976610" y="5109883"/>
                </a:cubicBezTo>
                <a:cubicBezTo>
                  <a:pt x="8988120" y="5122880"/>
                  <a:pt x="9001613" y="5129379"/>
                  <a:pt x="9017091" y="5129379"/>
                </a:cubicBezTo>
                <a:cubicBezTo>
                  <a:pt x="9030089" y="5129379"/>
                  <a:pt x="9041945" y="5124542"/>
                  <a:pt x="9052661" y="5114868"/>
                </a:cubicBezTo>
                <a:cubicBezTo>
                  <a:pt x="9063377" y="5105195"/>
                  <a:pt x="9070570" y="5091379"/>
                  <a:pt x="9074241" y="5073420"/>
                </a:cubicBezTo>
                <a:lnTo>
                  <a:pt x="9069925" y="5071336"/>
                </a:lnTo>
                <a:cubicBezTo>
                  <a:pt x="9064766" y="5083342"/>
                  <a:pt x="9059458" y="5091627"/>
                  <a:pt x="9054000" y="5096191"/>
                </a:cubicBezTo>
                <a:cubicBezTo>
                  <a:pt x="9046261" y="5102838"/>
                  <a:pt x="9037530" y="5106162"/>
                  <a:pt x="9027807" y="5106162"/>
                </a:cubicBezTo>
                <a:cubicBezTo>
                  <a:pt x="9014214" y="5106162"/>
                  <a:pt x="9003424" y="5099936"/>
                  <a:pt x="8995437" y="5087484"/>
                </a:cubicBezTo>
                <a:cubicBezTo>
                  <a:pt x="8987450" y="5075032"/>
                  <a:pt x="8983456" y="5060670"/>
                  <a:pt x="8983456" y="5044398"/>
                </a:cubicBezTo>
                <a:cubicBezTo>
                  <a:pt x="8983456" y="5028424"/>
                  <a:pt x="8987474" y="5015575"/>
                  <a:pt x="8995511" y="5005852"/>
                </a:cubicBezTo>
                <a:cubicBezTo>
                  <a:pt x="9001564" y="4998510"/>
                  <a:pt x="9009551" y="4994839"/>
                  <a:pt x="9019472" y="4994839"/>
                </a:cubicBezTo>
                <a:cubicBezTo>
                  <a:pt x="9025624" y="4994839"/>
                  <a:pt x="9030436" y="4996327"/>
                  <a:pt x="9033909" y="4999303"/>
                </a:cubicBezTo>
                <a:cubicBezTo>
                  <a:pt x="9037382" y="5002379"/>
                  <a:pt x="9039391" y="5006844"/>
                  <a:pt x="9039936" y="5012698"/>
                </a:cubicBezTo>
                <a:cubicBezTo>
                  <a:pt x="9040482" y="5018552"/>
                  <a:pt x="9041598" y="5022521"/>
                  <a:pt x="9043285" y="5024604"/>
                </a:cubicBezTo>
                <a:cubicBezTo>
                  <a:pt x="9046261" y="5028375"/>
                  <a:pt x="9050677" y="5030260"/>
                  <a:pt x="9056531" y="5030260"/>
                </a:cubicBezTo>
                <a:cubicBezTo>
                  <a:pt x="9060897" y="5030260"/>
                  <a:pt x="9064295" y="5029094"/>
                  <a:pt x="9066725" y="5026762"/>
                </a:cubicBezTo>
                <a:cubicBezTo>
                  <a:pt x="9069156" y="5024431"/>
                  <a:pt x="9070372" y="5021380"/>
                  <a:pt x="9070372" y="5017609"/>
                </a:cubicBezTo>
                <a:cubicBezTo>
                  <a:pt x="9070372" y="5009970"/>
                  <a:pt x="9066056" y="5002603"/>
                  <a:pt x="9057423" y="4995508"/>
                </a:cubicBezTo>
                <a:cubicBezTo>
                  <a:pt x="9048791" y="4988414"/>
                  <a:pt x="9037778" y="4984867"/>
                  <a:pt x="9024384" y="4984867"/>
                </a:cubicBezTo>
                <a:close/>
                <a:moveTo>
                  <a:pt x="8182166" y="4984867"/>
                </a:moveTo>
                <a:lnTo>
                  <a:pt x="8141090" y="5001536"/>
                </a:lnTo>
                <a:lnTo>
                  <a:pt x="8143322" y="5006894"/>
                </a:lnTo>
                <a:cubicBezTo>
                  <a:pt x="8147191" y="5005405"/>
                  <a:pt x="8150515" y="5004661"/>
                  <a:pt x="8153293" y="5004661"/>
                </a:cubicBezTo>
                <a:cubicBezTo>
                  <a:pt x="8155873" y="5004661"/>
                  <a:pt x="8157932" y="5005306"/>
                  <a:pt x="8159469" y="5006596"/>
                </a:cubicBezTo>
                <a:cubicBezTo>
                  <a:pt x="8161008" y="5007886"/>
                  <a:pt x="8162148" y="5010317"/>
                  <a:pt x="8162892" y="5013889"/>
                </a:cubicBezTo>
                <a:cubicBezTo>
                  <a:pt x="8163637" y="5017460"/>
                  <a:pt x="8164009" y="5027432"/>
                  <a:pt x="8164009" y="5043803"/>
                </a:cubicBezTo>
                <a:lnTo>
                  <a:pt x="8164009" y="5094405"/>
                </a:lnTo>
                <a:cubicBezTo>
                  <a:pt x="8164009" y="5104327"/>
                  <a:pt x="8162793" y="5111049"/>
                  <a:pt x="8160363" y="5114571"/>
                </a:cubicBezTo>
                <a:cubicBezTo>
                  <a:pt x="8157932" y="5118093"/>
                  <a:pt x="8153243" y="5119854"/>
                  <a:pt x="8146299" y="5119854"/>
                </a:cubicBezTo>
                <a:lnTo>
                  <a:pt x="8143322" y="5119854"/>
                </a:lnTo>
                <a:lnTo>
                  <a:pt x="8143322" y="5125212"/>
                </a:lnTo>
                <a:lnTo>
                  <a:pt x="8210741" y="5125212"/>
                </a:lnTo>
                <a:lnTo>
                  <a:pt x="8210741" y="5119854"/>
                </a:lnTo>
                <a:cubicBezTo>
                  <a:pt x="8203300" y="5119854"/>
                  <a:pt x="8198363" y="5119184"/>
                  <a:pt x="8195932" y="5117845"/>
                </a:cubicBezTo>
                <a:cubicBezTo>
                  <a:pt x="8193501" y="5116506"/>
                  <a:pt x="8191592" y="5114397"/>
                  <a:pt x="8190202" y="5111520"/>
                </a:cubicBezTo>
                <a:cubicBezTo>
                  <a:pt x="8189111" y="5109337"/>
                  <a:pt x="8188566" y="5103632"/>
                  <a:pt x="8188566" y="5094405"/>
                </a:cubicBezTo>
                <a:lnTo>
                  <a:pt x="8188566" y="5022521"/>
                </a:lnTo>
                <a:cubicBezTo>
                  <a:pt x="8200273" y="5009622"/>
                  <a:pt x="8212031" y="5003173"/>
                  <a:pt x="8223837" y="5003173"/>
                </a:cubicBezTo>
                <a:cubicBezTo>
                  <a:pt x="8231478" y="5003173"/>
                  <a:pt x="8236910" y="5005976"/>
                  <a:pt x="8240134" y="5011582"/>
                </a:cubicBezTo>
                <a:cubicBezTo>
                  <a:pt x="8243359" y="5017188"/>
                  <a:pt x="8244971" y="5026192"/>
                  <a:pt x="8244971" y="5038594"/>
                </a:cubicBezTo>
                <a:lnTo>
                  <a:pt x="8244971" y="5094405"/>
                </a:lnTo>
                <a:cubicBezTo>
                  <a:pt x="8244971" y="5102243"/>
                  <a:pt x="8244773" y="5106906"/>
                  <a:pt x="8244376" y="5108394"/>
                </a:cubicBezTo>
                <a:cubicBezTo>
                  <a:pt x="8243384" y="5112165"/>
                  <a:pt x="8241623" y="5115017"/>
                  <a:pt x="8239092" y="5116952"/>
                </a:cubicBezTo>
                <a:cubicBezTo>
                  <a:pt x="8236563" y="5118887"/>
                  <a:pt x="8232122" y="5119854"/>
                  <a:pt x="8225772" y="5119854"/>
                </a:cubicBezTo>
                <a:lnTo>
                  <a:pt x="8222944" y="5119854"/>
                </a:lnTo>
                <a:lnTo>
                  <a:pt x="8222944" y="5125212"/>
                </a:lnTo>
                <a:lnTo>
                  <a:pt x="8290364" y="5125212"/>
                </a:lnTo>
                <a:lnTo>
                  <a:pt x="8290364" y="5119854"/>
                </a:lnTo>
                <a:cubicBezTo>
                  <a:pt x="8283815" y="5119854"/>
                  <a:pt x="8279326" y="5119160"/>
                  <a:pt x="8276895" y="5117771"/>
                </a:cubicBezTo>
                <a:cubicBezTo>
                  <a:pt x="8274464" y="5116382"/>
                  <a:pt x="8272703" y="5114447"/>
                  <a:pt x="8271612" y="5111966"/>
                </a:cubicBezTo>
                <a:cubicBezTo>
                  <a:pt x="8270222" y="5108891"/>
                  <a:pt x="8269528" y="5103037"/>
                  <a:pt x="8269528" y="5094405"/>
                </a:cubicBezTo>
                <a:lnTo>
                  <a:pt x="8269528" y="5036213"/>
                </a:lnTo>
                <a:cubicBezTo>
                  <a:pt x="8269528" y="5023910"/>
                  <a:pt x="8268436" y="5014782"/>
                  <a:pt x="8266253" y="5008828"/>
                </a:cubicBezTo>
                <a:cubicBezTo>
                  <a:pt x="8263079" y="5000296"/>
                  <a:pt x="8258812" y="4994169"/>
                  <a:pt x="8253454" y="4990448"/>
                </a:cubicBezTo>
                <a:cubicBezTo>
                  <a:pt x="8248097" y="4986727"/>
                  <a:pt x="8241697" y="4984867"/>
                  <a:pt x="8234255" y="4984867"/>
                </a:cubicBezTo>
                <a:cubicBezTo>
                  <a:pt x="8219770" y="4984867"/>
                  <a:pt x="8204540" y="4994491"/>
                  <a:pt x="8188566" y="5013740"/>
                </a:cubicBezTo>
                <a:lnTo>
                  <a:pt x="8188566" y="4984867"/>
                </a:lnTo>
                <a:close/>
                <a:moveTo>
                  <a:pt x="8071884" y="4984867"/>
                </a:moveTo>
                <a:cubicBezTo>
                  <a:pt x="8056109" y="4984867"/>
                  <a:pt x="8043855" y="4988439"/>
                  <a:pt x="8035124" y="4995583"/>
                </a:cubicBezTo>
                <a:cubicBezTo>
                  <a:pt x="8026392" y="5002726"/>
                  <a:pt x="8022026" y="5010565"/>
                  <a:pt x="8022026" y="5019098"/>
                </a:cubicBezTo>
                <a:cubicBezTo>
                  <a:pt x="8022026" y="5023562"/>
                  <a:pt x="8023193" y="5027085"/>
                  <a:pt x="8025524" y="5029664"/>
                </a:cubicBezTo>
                <a:cubicBezTo>
                  <a:pt x="8027856" y="5032244"/>
                  <a:pt x="8030857" y="5033534"/>
                  <a:pt x="8034529" y="5033534"/>
                </a:cubicBezTo>
                <a:cubicBezTo>
                  <a:pt x="8038299" y="5033534"/>
                  <a:pt x="8041350" y="5032294"/>
                  <a:pt x="8043682" y="5029813"/>
                </a:cubicBezTo>
                <a:cubicBezTo>
                  <a:pt x="8046013" y="5027333"/>
                  <a:pt x="8047179" y="5023811"/>
                  <a:pt x="8047179" y="5019246"/>
                </a:cubicBezTo>
                <a:lnTo>
                  <a:pt x="8046881" y="5010614"/>
                </a:lnTo>
                <a:cubicBezTo>
                  <a:pt x="8046881" y="5006249"/>
                  <a:pt x="8048766" y="5002379"/>
                  <a:pt x="8052537" y="4999006"/>
                </a:cubicBezTo>
                <a:cubicBezTo>
                  <a:pt x="8056208" y="4995632"/>
                  <a:pt x="8061169" y="4993946"/>
                  <a:pt x="8067419" y="4993946"/>
                </a:cubicBezTo>
                <a:cubicBezTo>
                  <a:pt x="8075655" y="4993946"/>
                  <a:pt x="8081930" y="4996476"/>
                  <a:pt x="8086246" y="5001536"/>
                </a:cubicBezTo>
                <a:cubicBezTo>
                  <a:pt x="8090562" y="5006596"/>
                  <a:pt x="8092720" y="5015923"/>
                  <a:pt x="8092720" y="5029516"/>
                </a:cubicBezTo>
                <a:lnTo>
                  <a:pt x="8092720" y="5034873"/>
                </a:lnTo>
                <a:cubicBezTo>
                  <a:pt x="8069304" y="5043406"/>
                  <a:pt x="8052561" y="5050649"/>
                  <a:pt x="8042490" y="5056602"/>
                </a:cubicBezTo>
                <a:cubicBezTo>
                  <a:pt x="8032420" y="5062555"/>
                  <a:pt x="8025351" y="5068906"/>
                  <a:pt x="8021283" y="5075652"/>
                </a:cubicBezTo>
                <a:cubicBezTo>
                  <a:pt x="8018306" y="5080514"/>
                  <a:pt x="8016818" y="5086269"/>
                  <a:pt x="8016818" y="5092916"/>
                </a:cubicBezTo>
                <a:cubicBezTo>
                  <a:pt x="8016818" y="5103434"/>
                  <a:pt x="8019869" y="5111917"/>
                  <a:pt x="8025971" y="5118366"/>
                </a:cubicBezTo>
                <a:cubicBezTo>
                  <a:pt x="8032073" y="5124815"/>
                  <a:pt x="8039836" y="5128040"/>
                  <a:pt x="8049263" y="5128040"/>
                </a:cubicBezTo>
                <a:cubicBezTo>
                  <a:pt x="8055315" y="5128040"/>
                  <a:pt x="8061020" y="5126800"/>
                  <a:pt x="8066378" y="5124319"/>
                </a:cubicBezTo>
                <a:cubicBezTo>
                  <a:pt x="8069950" y="5122633"/>
                  <a:pt x="8078731" y="5116382"/>
                  <a:pt x="8092720" y="5105567"/>
                </a:cubicBezTo>
                <a:cubicBezTo>
                  <a:pt x="8092819" y="5113703"/>
                  <a:pt x="8094308" y="5119457"/>
                  <a:pt x="8097185" y="5122831"/>
                </a:cubicBezTo>
                <a:cubicBezTo>
                  <a:pt x="8100062" y="5126204"/>
                  <a:pt x="8103932" y="5127891"/>
                  <a:pt x="8108794" y="5127891"/>
                </a:cubicBezTo>
                <a:cubicBezTo>
                  <a:pt x="8118914" y="5127891"/>
                  <a:pt x="8129530" y="5120450"/>
                  <a:pt x="8140643" y="5105567"/>
                </a:cubicBezTo>
                <a:lnTo>
                  <a:pt x="8140643" y="5097232"/>
                </a:lnTo>
                <a:cubicBezTo>
                  <a:pt x="8134689" y="5103185"/>
                  <a:pt x="8130672" y="5106807"/>
                  <a:pt x="8128588" y="5108097"/>
                </a:cubicBezTo>
                <a:cubicBezTo>
                  <a:pt x="8127397" y="5108791"/>
                  <a:pt x="8126008" y="5109139"/>
                  <a:pt x="8124421" y="5109139"/>
                </a:cubicBezTo>
                <a:cubicBezTo>
                  <a:pt x="8122932" y="5109139"/>
                  <a:pt x="8121617" y="5108643"/>
                  <a:pt x="8120477" y="5107650"/>
                </a:cubicBezTo>
                <a:cubicBezTo>
                  <a:pt x="8119336" y="5106658"/>
                  <a:pt x="8118517" y="5104699"/>
                  <a:pt x="8118021" y="5101772"/>
                </a:cubicBezTo>
                <a:cubicBezTo>
                  <a:pt x="8117525" y="5098845"/>
                  <a:pt x="8117277" y="5090882"/>
                  <a:pt x="8117277" y="5077885"/>
                </a:cubicBezTo>
                <a:lnTo>
                  <a:pt x="8117277" y="5031599"/>
                </a:lnTo>
                <a:cubicBezTo>
                  <a:pt x="8117277" y="5018403"/>
                  <a:pt x="8116384" y="5009672"/>
                  <a:pt x="8114598" y="5005405"/>
                </a:cubicBezTo>
                <a:cubicBezTo>
                  <a:pt x="8111820" y="4998857"/>
                  <a:pt x="8107504" y="4994045"/>
                  <a:pt x="8101650" y="4990969"/>
                </a:cubicBezTo>
                <a:cubicBezTo>
                  <a:pt x="8093911" y="4986901"/>
                  <a:pt x="8083989" y="4984867"/>
                  <a:pt x="8071884" y="4984867"/>
                </a:cubicBezTo>
                <a:close/>
                <a:moveTo>
                  <a:pt x="7737468" y="4984867"/>
                </a:moveTo>
                <a:cubicBezTo>
                  <a:pt x="7721592" y="4984867"/>
                  <a:pt x="7708570" y="4989729"/>
                  <a:pt x="7698400" y="4999452"/>
                </a:cubicBezTo>
                <a:cubicBezTo>
                  <a:pt x="7688230" y="5009176"/>
                  <a:pt x="7683145" y="5020784"/>
                  <a:pt x="7683145" y="5034278"/>
                </a:cubicBezTo>
                <a:cubicBezTo>
                  <a:pt x="7683145" y="5043109"/>
                  <a:pt x="7685378" y="5051170"/>
                  <a:pt x="7689843" y="5058463"/>
                </a:cubicBezTo>
                <a:cubicBezTo>
                  <a:pt x="7694308" y="5065755"/>
                  <a:pt x="7700707" y="5071436"/>
                  <a:pt x="7709041" y="5075503"/>
                </a:cubicBezTo>
                <a:cubicBezTo>
                  <a:pt x="7698822" y="5084036"/>
                  <a:pt x="7692298" y="5090634"/>
                  <a:pt x="7689471" y="5095298"/>
                </a:cubicBezTo>
                <a:cubicBezTo>
                  <a:pt x="7686643" y="5099961"/>
                  <a:pt x="7685229" y="5104029"/>
                  <a:pt x="7685229" y="5107501"/>
                </a:cubicBezTo>
                <a:cubicBezTo>
                  <a:pt x="7685229" y="5110577"/>
                  <a:pt x="7686295" y="5113331"/>
                  <a:pt x="7688429" y="5115761"/>
                </a:cubicBezTo>
                <a:cubicBezTo>
                  <a:pt x="7690562" y="5118192"/>
                  <a:pt x="7694208" y="5120946"/>
                  <a:pt x="7699368" y="5124021"/>
                </a:cubicBezTo>
                <a:cubicBezTo>
                  <a:pt x="7689941" y="5133844"/>
                  <a:pt x="7684881" y="5139202"/>
                  <a:pt x="7684187" y="5140095"/>
                </a:cubicBezTo>
                <a:cubicBezTo>
                  <a:pt x="7678928" y="5146643"/>
                  <a:pt x="7675456" y="5151753"/>
                  <a:pt x="7673769" y="5155424"/>
                </a:cubicBezTo>
                <a:cubicBezTo>
                  <a:pt x="7672677" y="5157805"/>
                  <a:pt x="7672132" y="5160187"/>
                  <a:pt x="7672132" y="5162568"/>
                </a:cubicBezTo>
                <a:cubicBezTo>
                  <a:pt x="7672132" y="5167926"/>
                  <a:pt x="7675853" y="5173085"/>
                  <a:pt x="7683294" y="5178046"/>
                </a:cubicBezTo>
                <a:cubicBezTo>
                  <a:pt x="7696490" y="5186678"/>
                  <a:pt x="7712663" y="5190994"/>
                  <a:pt x="7731812" y="5190994"/>
                </a:cubicBezTo>
                <a:cubicBezTo>
                  <a:pt x="7756716" y="5190994"/>
                  <a:pt x="7776907" y="5183751"/>
                  <a:pt x="7792385" y="5169265"/>
                </a:cubicBezTo>
                <a:cubicBezTo>
                  <a:pt x="7802902" y="5159442"/>
                  <a:pt x="7808161" y="5148925"/>
                  <a:pt x="7808161" y="5137714"/>
                </a:cubicBezTo>
                <a:cubicBezTo>
                  <a:pt x="7808161" y="5129578"/>
                  <a:pt x="7805408" y="5122732"/>
                  <a:pt x="7799901" y="5117175"/>
                </a:cubicBezTo>
                <a:cubicBezTo>
                  <a:pt x="7794394" y="5111619"/>
                  <a:pt x="7787027" y="5108196"/>
                  <a:pt x="7777800" y="5106906"/>
                </a:cubicBezTo>
                <a:cubicBezTo>
                  <a:pt x="7771748" y="5106013"/>
                  <a:pt x="7758502" y="5105319"/>
                  <a:pt x="7738063" y="5104823"/>
                </a:cubicBezTo>
                <a:cubicBezTo>
                  <a:pt x="7726950" y="5104525"/>
                  <a:pt x="7720005" y="5104178"/>
                  <a:pt x="7717227" y="5103781"/>
                </a:cubicBezTo>
                <a:cubicBezTo>
                  <a:pt x="7712465" y="5103086"/>
                  <a:pt x="7709265" y="5101945"/>
                  <a:pt x="7707628" y="5100358"/>
                </a:cubicBezTo>
                <a:cubicBezTo>
                  <a:pt x="7705991" y="5098770"/>
                  <a:pt x="7705172" y="5097133"/>
                  <a:pt x="7705172" y="5095446"/>
                </a:cubicBezTo>
                <a:cubicBezTo>
                  <a:pt x="7705172" y="5093462"/>
                  <a:pt x="7705941" y="5091056"/>
                  <a:pt x="7707479" y="5088228"/>
                </a:cubicBezTo>
                <a:cubicBezTo>
                  <a:pt x="7709016" y="5085400"/>
                  <a:pt x="7711968" y="5082102"/>
                  <a:pt x="7716334" y="5078331"/>
                </a:cubicBezTo>
                <a:cubicBezTo>
                  <a:pt x="7723378" y="5080316"/>
                  <a:pt x="7730274" y="5081308"/>
                  <a:pt x="7737021" y="5081308"/>
                </a:cubicBezTo>
                <a:cubicBezTo>
                  <a:pt x="7753392" y="5081308"/>
                  <a:pt x="7766439" y="5076793"/>
                  <a:pt x="7776163" y="5067764"/>
                </a:cubicBezTo>
                <a:cubicBezTo>
                  <a:pt x="7785886" y="5058736"/>
                  <a:pt x="7790748" y="5047871"/>
                  <a:pt x="7790748" y="5035171"/>
                </a:cubicBezTo>
                <a:cubicBezTo>
                  <a:pt x="7790748" y="5024059"/>
                  <a:pt x="7787970" y="5014930"/>
                  <a:pt x="7782414" y="5007787"/>
                </a:cubicBezTo>
                <a:lnTo>
                  <a:pt x="7800124" y="5007787"/>
                </a:lnTo>
                <a:cubicBezTo>
                  <a:pt x="7804390" y="5007787"/>
                  <a:pt x="7806896" y="5007638"/>
                  <a:pt x="7807640" y="5007340"/>
                </a:cubicBezTo>
                <a:cubicBezTo>
                  <a:pt x="7808384" y="5007042"/>
                  <a:pt x="7808905" y="5006646"/>
                  <a:pt x="7809203" y="5006150"/>
                </a:cubicBezTo>
                <a:cubicBezTo>
                  <a:pt x="7809699" y="5005157"/>
                  <a:pt x="7809947" y="5003371"/>
                  <a:pt x="7809947" y="5000792"/>
                </a:cubicBezTo>
                <a:cubicBezTo>
                  <a:pt x="7809947" y="4998510"/>
                  <a:pt x="7809649" y="4996922"/>
                  <a:pt x="7809054" y="4996029"/>
                </a:cubicBezTo>
                <a:cubicBezTo>
                  <a:pt x="7808756" y="4995434"/>
                  <a:pt x="7808260" y="4995012"/>
                  <a:pt x="7807566" y="4994764"/>
                </a:cubicBezTo>
                <a:cubicBezTo>
                  <a:pt x="7806871" y="4994516"/>
                  <a:pt x="7804390" y="4994392"/>
                  <a:pt x="7800124" y="4994392"/>
                </a:cubicBezTo>
                <a:lnTo>
                  <a:pt x="7771252" y="4994392"/>
                </a:lnTo>
                <a:cubicBezTo>
                  <a:pt x="7761727" y="4988042"/>
                  <a:pt x="7750465" y="4984867"/>
                  <a:pt x="7737468" y="4984867"/>
                </a:cubicBezTo>
                <a:close/>
                <a:moveTo>
                  <a:pt x="7563041" y="4984867"/>
                </a:moveTo>
                <a:lnTo>
                  <a:pt x="7521965" y="5001536"/>
                </a:lnTo>
                <a:lnTo>
                  <a:pt x="7524197" y="5006894"/>
                </a:lnTo>
                <a:cubicBezTo>
                  <a:pt x="7528066" y="5005405"/>
                  <a:pt x="7531390" y="5004661"/>
                  <a:pt x="7534168" y="5004661"/>
                </a:cubicBezTo>
                <a:cubicBezTo>
                  <a:pt x="7536748" y="5004661"/>
                  <a:pt x="7538807" y="5005306"/>
                  <a:pt x="7540345" y="5006596"/>
                </a:cubicBezTo>
                <a:cubicBezTo>
                  <a:pt x="7541883" y="5007886"/>
                  <a:pt x="7543024" y="5010317"/>
                  <a:pt x="7543768" y="5013889"/>
                </a:cubicBezTo>
                <a:cubicBezTo>
                  <a:pt x="7544512" y="5017460"/>
                  <a:pt x="7544883" y="5027432"/>
                  <a:pt x="7544883" y="5043803"/>
                </a:cubicBezTo>
                <a:lnTo>
                  <a:pt x="7544883" y="5094405"/>
                </a:lnTo>
                <a:cubicBezTo>
                  <a:pt x="7544883" y="5104327"/>
                  <a:pt x="7543668" y="5111049"/>
                  <a:pt x="7541237" y="5114571"/>
                </a:cubicBezTo>
                <a:cubicBezTo>
                  <a:pt x="7538807" y="5118093"/>
                  <a:pt x="7534118" y="5119854"/>
                  <a:pt x="7527174" y="5119854"/>
                </a:cubicBezTo>
                <a:lnTo>
                  <a:pt x="7524197" y="5119854"/>
                </a:lnTo>
                <a:lnTo>
                  <a:pt x="7524197" y="5125212"/>
                </a:lnTo>
                <a:lnTo>
                  <a:pt x="7591616" y="5125212"/>
                </a:lnTo>
                <a:lnTo>
                  <a:pt x="7591616" y="5119854"/>
                </a:lnTo>
                <a:cubicBezTo>
                  <a:pt x="7584174" y="5119854"/>
                  <a:pt x="7579238" y="5119184"/>
                  <a:pt x="7576808" y="5117845"/>
                </a:cubicBezTo>
                <a:cubicBezTo>
                  <a:pt x="7574376" y="5116506"/>
                  <a:pt x="7572467" y="5114397"/>
                  <a:pt x="7571078" y="5111520"/>
                </a:cubicBezTo>
                <a:cubicBezTo>
                  <a:pt x="7569986" y="5109337"/>
                  <a:pt x="7569441" y="5103632"/>
                  <a:pt x="7569441" y="5094405"/>
                </a:cubicBezTo>
                <a:lnTo>
                  <a:pt x="7569441" y="5022521"/>
                </a:lnTo>
                <a:cubicBezTo>
                  <a:pt x="7581148" y="5009622"/>
                  <a:pt x="7592906" y="5003173"/>
                  <a:pt x="7604713" y="5003173"/>
                </a:cubicBezTo>
                <a:cubicBezTo>
                  <a:pt x="7612353" y="5003173"/>
                  <a:pt x="7617785" y="5005976"/>
                  <a:pt x="7621010" y="5011582"/>
                </a:cubicBezTo>
                <a:cubicBezTo>
                  <a:pt x="7624234" y="5017188"/>
                  <a:pt x="7625847" y="5026192"/>
                  <a:pt x="7625847" y="5038594"/>
                </a:cubicBezTo>
                <a:lnTo>
                  <a:pt x="7625847" y="5094405"/>
                </a:lnTo>
                <a:cubicBezTo>
                  <a:pt x="7625847" y="5102243"/>
                  <a:pt x="7625648" y="5106906"/>
                  <a:pt x="7625251" y="5108394"/>
                </a:cubicBezTo>
                <a:cubicBezTo>
                  <a:pt x="7624259" y="5112165"/>
                  <a:pt x="7622498" y="5115017"/>
                  <a:pt x="7619968" y="5116952"/>
                </a:cubicBezTo>
                <a:cubicBezTo>
                  <a:pt x="7617438" y="5118887"/>
                  <a:pt x="7612997" y="5119854"/>
                  <a:pt x="7606648" y="5119854"/>
                </a:cubicBezTo>
                <a:lnTo>
                  <a:pt x="7603820" y="5119854"/>
                </a:lnTo>
                <a:lnTo>
                  <a:pt x="7603820" y="5125212"/>
                </a:lnTo>
                <a:lnTo>
                  <a:pt x="7671239" y="5125212"/>
                </a:lnTo>
                <a:lnTo>
                  <a:pt x="7671239" y="5119854"/>
                </a:lnTo>
                <a:cubicBezTo>
                  <a:pt x="7664691" y="5119854"/>
                  <a:pt x="7660201" y="5119160"/>
                  <a:pt x="7657770" y="5117771"/>
                </a:cubicBezTo>
                <a:cubicBezTo>
                  <a:pt x="7655339" y="5116382"/>
                  <a:pt x="7653578" y="5114447"/>
                  <a:pt x="7652487" y="5111966"/>
                </a:cubicBezTo>
                <a:cubicBezTo>
                  <a:pt x="7651097" y="5108891"/>
                  <a:pt x="7650403" y="5103037"/>
                  <a:pt x="7650403" y="5094405"/>
                </a:cubicBezTo>
                <a:lnTo>
                  <a:pt x="7650403" y="5036213"/>
                </a:lnTo>
                <a:cubicBezTo>
                  <a:pt x="7650403" y="5023910"/>
                  <a:pt x="7649311" y="5014782"/>
                  <a:pt x="7647129" y="5008828"/>
                </a:cubicBezTo>
                <a:cubicBezTo>
                  <a:pt x="7643954" y="5000296"/>
                  <a:pt x="7639688" y="4994169"/>
                  <a:pt x="7634330" y="4990448"/>
                </a:cubicBezTo>
                <a:cubicBezTo>
                  <a:pt x="7628972" y="4986727"/>
                  <a:pt x="7622572" y="4984867"/>
                  <a:pt x="7615131" y="4984867"/>
                </a:cubicBezTo>
                <a:cubicBezTo>
                  <a:pt x="7600645" y="4984867"/>
                  <a:pt x="7585415" y="4994491"/>
                  <a:pt x="7569441" y="5013740"/>
                </a:cubicBezTo>
                <a:lnTo>
                  <a:pt x="7569441" y="4984867"/>
                </a:lnTo>
                <a:close/>
                <a:moveTo>
                  <a:pt x="7484460" y="4984867"/>
                </a:moveTo>
                <a:lnTo>
                  <a:pt x="7443383" y="5001536"/>
                </a:lnTo>
                <a:lnTo>
                  <a:pt x="7445467" y="5006894"/>
                </a:lnTo>
                <a:cubicBezTo>
                  <a:pt x="7449435" y="5005405"/>
                  <a:pt x="7452809" y="5004661"/>
                  <a:pt x="7455587" y="5004661"/>
                </a:cubicBezTo>
                <a:cubicBezTo>
                  <a:pt x="7458167" y="5004661"/>
                  <a:pt x="7460200" y="5005282"/>
                  <a:pt x="7461689" y="5006522"/>
                </a:cubicBezTo>
                <a:cubicBezTo>
                  <a:pt x="7463177" y="5007762"/>
                  <a:pt x="7464269" y="5009970"/>
                  <a:pt x="7464963" y="5013144"/>
                </a:cubicBezTo>
                <a:cubicBezTo>
                  <a:pt x="7465856" y="5017510"/>
                  <a:pt x="7466302" y="5027085"/>
                  <a:pt x="7466302" y="5041868"/>
                </a:cubicBezTo>
                <a:lnTo>
                  <a:pt x="7466302" y="5094405"/>
                </a:lnTo>
                <a:cubicBezTo>
                  <a:pt x="7466302" y="5102838"/>
                  <a:pt x="7465633" y="5108543"/>
                  <a:pt x="7464293" y="5111520"/>
                </a:cubicBezTo>
                <a:cubicBezTo>
                  <a:pt x="7462954" y="5114496"/>
                  <a:pt x="7461143" y="5116630"/>
                  <a:pt x="7458861" y="5117919"/>
                </a:cubicBezTo>
                <a:cubicBezTo>
                  <a:pt x="7456579" y="5119209"/>
                  <a:pt x="7452114" y="5119854"/>
                  <a:pt x="7445467" y="5119854"/>
                </a:cubicBezTo>
                <a:lnTo>
                  <a:pt x="7445467" y="5125212"/>
                </a:lnTo>
                <a:lnTo>
                  <a:pt x="7511695" y="5125212"/>
                </a:lnTo>
                <a:lnTo>
                  <a:pt x="7511695" y="5119854"/>
                </a:lnTo>
                <a:cubicBezTo>
                  <a:pt x="7505246" y="5119854"/>
                  <a:pt x="7500806" y="5119160"/>
                  <a:pt x="7498375" y="5117771"/>
                </a:cubicBezTo>
                <a:cubicBezTo>
                  <a:pt x="7495944" y="5116382"/>
                  <a:pt x="7494109" y="5114273"/>
                  <a:pt x="7492868" y="5111445"/>
                </a:cubicBezTo>
                <a:cubicBezTo>
                  <a:pt x="7491628" y="5108618"/>
                  <a:pt x="7491008" y="5102937"/>
                  <a:pt x="7491008" y="5094405"/>
                </a:cubicBezTo>
                <a:lnTo>
                  <a:pt x="7491008" y="4984867"/>
                </a:lnTo>
                <a:close/>
                <a:moveTo>
                  <a:pt x="7214634" y="4984867"/>
                </a:moveTo>
                <a:cubicBezTo>
                  <a:pt x="7198858" y="4984867"/>
                  <a:pt x="7186605" y="4988439"/>
                  <a:pt x="7177874" y="4995583"/>
                </a:cubicBezTo>
                <a:cubicBezTo>
                  <a:pt x="7169142" y="5002726"/>
                  <a:pt x="7164776" y="5010565"/>
                  <a:pt x="7164776" y="5019098"/>
                </a:cubicBezTo>
                <a:cubicBezTo>
                  <a:pt x="7164776" y="5023562"/>
                  <a:pt x="7165943" y="5027085"/>
                  <a:pt x="7168274" y="5029664"/>
                </a:cubicBezTo>
                <a:cubicBezTo>
                  <a:pt x="7170606" y="5032244"/>
                  <a:pt x="7173607" y="5033534"/>
                  <a:pt x="7177279" y="5033534"/>
                </a:cubicBezTo>
                <a:cubicBezTo>
                  <a:pt x="7181049" y="5033534"/>
                  <a:pt x="7184100" y="5032294"/>
                  <a:pt x="7186432" y="5029813"/>
                </a:cubicBezTo>
                <a:cubicBezTo>
                  <a:pt x="7188763" y="5027333"/>
                  <a:pt x="7189928" y="5023811"/>
                  <a:pt x="7189928" y="5019246"/>
                </a:cubicBezTo>
                <a:lnTo>
                  <a:pt x="7189631" y="5010614"/>
                </a:lnTo>
                <a:cubicBezTo>
                  <a:pt x="7189631" y="5006249"/>
                  <a:pt x="7191516" y="5002379"/>
                  <a:pt x="7195287" y="4999006"/>
                </a:cubicBezTo>
                <a:cubicBezTo>
                  <a:pt x="7198958" y="4995632"/>
                  <a:pt x="7203918" y="4993946"/>
                  <a:pt x="7210169" y="4993946"/>
                </a:cubicBezTo>
                <a:cubicBezTo>
                  <a:pt x="7218405" y="4993946"/>
                  <a:pt x="7224680" y="4996476"/>
                  <a:pt x="7228996" y="5001536"/>
                </a:cubicBezTo>
                <a:cubicBezTo>
                  <a:pt x="7233312" y="5006596"/>
                  <a:pt x="7235470" y="5015923"/>
                  <a:pt x="7235470" y="5029516"/>
                </a:cubicBezTo>
                <a:lnTo>
                  <a:pt x="7235470" y="5034873"/>
                </a:lnTo>
                <a:cubicBezTo>
                  <a:pt x="7212054" y="5043406"/>
                  <a:pt x="7195311" y="5050649"/>
                  <a:pt x="7185240" y="5056602"/>
                </a:cubicBezTo>
                <a:cubicBezTo>
                  <a:pt x="7175170" y="5062555"/>
                  <a:pt x="7168101" y="5068906"/>
                  <a:pt x="7164032" y="5075652"/>
                </a:cubicBezTo>
                <a:cubicBezTo>
                  <a:pt x="7161056" y="5080514"/>
                  <a:pt x="7159567" y="5086269"/>
                  <a:pt x="7159567" y="5092916"/>
                </a:cubicBezTo>
                <a:cubicBezTo>
                  <a:pt x="7159567" y="5103434"/>
                  <a:pt x="7162618" y="5111917"/>
                  <a:pt x="7168720" y="5118366"/>
                </a:cubicBezTo>
                <a:cubicBezTo>
                  <a:pt x="7174823" y="5124815"/>
                  <a:pt x="7182586" y="5128040"/>
                  <a:pt x="7192012" y="5128040"/>
                </a:cubicBezTo>
                <a:cubicBezTo>
                  <a:pt x="7198065" y="5128040"/>
                  <a:pt x="7203769" y="5126800"/>
                  <a:pt x="7209128" y="5124319"/>
                </a:cubicBezTo>
                <a:cubicBezTo>
                  <a:pt x="7212700" y="5122633"/>
                  <a:pt x="7221481" y="5116382"/>
                  <a:pt x="7235470" y="5105567"/>
                </a:cubicBezTo>
                <a:cubicBezTo>
                  <a:pt x="7235569" y="5113703"/>
                  <a:pt x="7237058" y="5119457"/>
                  <a:pt x="7239935" y="5122831"/>
                </a:cubicBezTo>
                <a:cubicBezTo>
                  <a:pt x="7242812" y="5126204"/>
                  <a:pt x="7246682" y="5127891"/>
                  <a:pt x="7251543" y="5127891"/>
                </a:cubicBezTo>
                <a:cubicBezTo>
                  <a:pt x="7261664" y="5127891"/>
                  <a:pt x="7272280" y="5120450"/>
                  <a:pt x="7283393" y="5105567"/>
                </a:cubicBezTo>
                <a:lnTo>
                  <a:pt x="7283393" y="5097232"/>
                </a:lnTo>
                <a:cubicBezTo>
                  <a:pt x="7277439" y="5103185"/>
                  <a:pt x="7273421" y="5106807"/>
                  <a:pt x="7271337" y="5108097"/>
                </a:cubicBezTo>
                <a:cubicBezTo>
                  <a:pt x="7270147" y="5108791"/>
                  <a:pt x="7268758" y="5109139"/>
                  <a:pt x="7267171" y="5109139"/>
                </a:cubicBezTo>
                <a:cubicBezTo>
                  <a:pt x="7265682" y="5109139"/>
                  <a:pt x="7264367" y="5108643"/>
                  <a:pt x="7263227" y="5107650"/>
                </a:cubicBezTo>
                <a:cubicBezTo>
                  <a:pt x="7262086" y="5106658"/>
                  <a:pt x="7261267" y="5104699"/>
                  <a:pt x="7260771" y="5101772"/>
                </a:cubicBezTo>
                <a:cubicBezTo>
                  <a:pt x="7260275" y="5098845"/>
                  <a:pt x="7260026" y="5090882"/>
                  <a:pt x="7260026" y="5077885"/>
                </a:cubicBezTo>
                <a:lnTo>
                  <a:pt x="7260026" y="5031599"/>
                </a:lnTo>
                <a:cubicBezTo>
                  <a:pt x="7260026" y="5018403"/>
                  <a:pt x="7259134" y="5009672"/>
                  <a:pt x="7257348" y="5005405"/>
                </a:cubicBezTo>
                <a:cubicBezTo>
                  <a:pt x="7254570" y="4998857"/>
                  <a:pt x="7250254" y="4994045"/>
                  <a:pt x="7244400" y="4990969"/>
                </a:cubicBezTo>
                <a:cubicBezTo>
                  <a:pt x="7236661" y="4986901"/>
                  <a:pt x="7226739" y="4984867"/>
                  <a:pt x="7214634" y="4984867"/>
                </a:cubicBezTo>
                <a:close/>
                <a:moveTo>
                  <a:pt x="6973235" y="4984867"/>
                </a:moveTo>
                <a:lnTo>
                  <a:pt x="6932159" y="5001536"/>
                </a:lnTo>
                <a:lnTo>
                  <a:pt x="6934391" y="5006894"/>
                </a:lnTo>
                <a:cubicBezTo>
                  <a:pt x="6938260" y="5005405"/>
                  <a:pt x="6941584" y="5004661"/>
                  <a:pt x="6944362" y="5004661"/>
                </a:cubicBezTo>
                <a:cubicBezTo>
                  <a:pt x="6946942" y="5004661"/>
                  <a:pt x="6948976" y="5005282"/>
                  <a:pt x="6950464" y="5006522"/>
                </a:cubicBezTo>
                <a:cubicBezTo>
                  <a:pt x="6951953" y="5007762"/>
                  <a:pt x="6953044" y="5010019"/>
                  <a:pt x="6953739" y="5013293"/>
                </a:cubicBezTo>
                <a:cubicBezTo>
                  <a:pt x="6954632" y="5017659"/>
                  <a:pt x="6955078" y="5027333"/>
                  <a:pt x="6955078" y="5042315"/>
                </a:cubicBezTo>
                <a:lnTo>
                  <a:pt x="6955078" y="5094405"/>
                </a:lnTo>
                <a:cubicBezTo>
                  <a:pt x="6955078" y="5102838"/>
                  <a:pt x="6954433" y="5108519"/>
                  <a:pt x="6953143" y="5111445"/>
                </a:cubicBezTo>
                <a:cubicBezTo>
                  <a:pt x="6951853" y="5114373"/>
                  <a:pt x="6949968" y="5116506"/>
                  <a:pt x="6947488" y="5117845"/>
                </a:cubicBezTo>
                <a:cubicBezTo>
                  <a:pt x="6945007" y="5119184"/>
                  <a:pt x="6940642" y="5119854"/>
                  <a:pt x="6934391" y="5119854"/>
                </a:cubicBezTo>
                <a:lnTo>
                  <a:pt x="6934391" y="5125212"/>
                </a:lnTo>
                <a:lnTo>
                  <a:pt x="7001810" y="5125212"/>
                </a:lnTo>
                <a:lnTo>
                  <a:pt x="7001810" y="5119854"/>
                </a:lnTo>
                <a:cubicBezTo>
                  <a:pt x="6994368" y="5119854"/>
                  <a:pt x="6989433" y="5119184"/>
                  <a:pt x="6987002" y="5117845"/>
                </a:cubicBezTo>
                <a:cubicBezTo>
                  <a:pt x="6984571" y="5116506"/>
                  <a:pt x="6982735" y="5114496"/>
                  <a:pt x="6981495" y="5111817"/>
                </a:cubicBezTo>
                <a:cubicBezTo>
                  <a:pt x="6980255" y="5109139"/>
                  <a:pt x="6979634" y="5103334"/>
                  <a:pt x="6979634" y="5094405"/>
                </a:cubicBezTo>
                <a:lnTo>
                  <a:pt x="6979634" y="5021330"/>
                </a:lnTo>
                <a:cubicBezTo>
                  <a:pt x="6984099" y="5015873"/>
                  <a:pt x="6990449" y="5010962"/>
                  <a:pt x="6998684" y="5006596"/>
                </a:cubicBezTo>
                <a:cubicBezTo>
                  <a:pt x="7003943" y="5003719"/>
                  <a:pt x="7009252" y="5002280"/>
                  <a:pt x="7014609" y="5002280"/>
                </a:cubicBezTo>
                <a:cubicBezTo>
                  <a:pt x="7022447" y="5002280"/>
                  <a:pt x="7028549" y="5005455"/>
                  <a:pt x="7032915" y="5011805"/>
                </a:cubicBezTo>
                <a:cubicBezTo>
                  <a:pt x="7036189" y="5016667"/>
                  <a:pt x="7037827" y="5024654"/>
                  <a:pt x="7037827" y="5035766"/>
                </a:cubicBezTo>
                <a:lnTo>
                  <a:pt x="7037827" y="5094405"/>
                </a:lnTo>
                <a:cubicBezTo>
                  <a:pt x="7037827" y="5102541"/>
                  <a:pt x="7037578" y="5107452"/>
                  <a:pt x="7037083" y="5109139"/>
                </a:cubicBezTo>
                <a:cubicBezTo>
                  <a:pt x="7035991" y="5112710"/>
                  <a:pt x="7034032" y="5115389"/>
                  <a:pt x="7031204" y="5117175"/>
                </a:cubicBezTo>
                <a:cubicBezTo>
                  <a:pt x="7028376" y="5118961"/>
                  <a:pt x="7023191" y="5119854"/>
                  <a:pt x="7015651" y="5119854"/>
                </a:cubicBezTo>
                <a:lnTo>
                  <a:pt x="7015651" y="5125212"/>
                </a:lnTo>
                <a:lnTo>
                  <a:pt x="7084558" y="5125212"/>
                </a:lnTo>
                <a:lnTo>
                  <a:pt x="7084558" y="5119854"/>
                </a:lnTo>
                <a:cubicBezTo>
                  <a:pt x="7077613" y="5119854"/>
                  <a:pt x="7072702" y="5119085"/>
                  <a:pt x="7069824" y="5117547"/>
                </a:cubicBezTo>
                <a:cubicBezTo>
                  <a:pt x="7066947" y="5116010"/>
                  <a:pt x="7064988" y="5114100"/>
                  <a:pt x="7063945" y="5111817"/>
                </a:cubicBezTo>
                <a:cubicBezTo>
                  <a:pt x="7062904" y="5109536"/>
                  <a:pt x="7062383" y="5103731"/>
                  <a:pt x="7062383" y="5094405"/>
                </a:cubicBezTo>
                <a:lnTo>
                  <a:pt x="7062383" y="5029367"/>
                </a:lnTo>
                <a:lnTo>
                  <a:pt x="7062085" y="5022967"/>
                </a:lnTo>
                <a:lnTo>
                  <a:pt x="7062383" y="5021330"/>
                </a:lnTo>
                <a:cubicBezTo>
                  <a:pt x="7069924" y="5014186"/>
                  <a:pt x="7076348" y="5009300"/>
                  <a:pt x="7081657" y="5006670"/>
                </a:cubicBezTo>
                <a:cubicBezTo>
                  <a:pt x="7086964" y="5004041"/>
                  <a:pt x="7092248" y="5002726"/>
                  <a:pt x="7097506" y="5002726"/>
                </a:cubicBezTo>
                <a:cubicBezTo>
                  <a:pt x="7106039" y="5002726"/>
                  <a:pt x="7112241" y="5005902"/>
                  <a:pt x="7116110" y="5012251"/>
                </a:cubicBezTo>
                <a:cubicBezTo>
                  <a:pt x="7118789" y="5016816"/>
                  <a:pt x="7120129" y="5024654"/>
                  <a:pt x="7120129" y="5035766"/>
                </a:cubicBezTo>
                <a:lnTo>
                  <a:pt x="7120129" y="5094405"/>
                </a:lnTo>
                <a:cubicBezTo>
                  <a:pt x="7120129" y="5102342"/>
                  <a:pt x="7119930" y="5107154"/>
                  <a:pt x="7119533" y="5108841"/>
                </a:cubicBezTo>
                <a:cubicBezTo>
                  <a:pt x="7118541" y="5112314"/>
                  <a:pt x="7116904" y="5114844"/>
                  <a:pt x="7114621" y="5116431"/>
                </a:cubicBezTo>
                <a:cubicBezTo>
                  <a:pt x="7111347" y="5118713"/>
                  <a:pt x="7106783" y="5119854"/>
                  <a:pt x="7100930" y="5119854"/>
                </a:cubicBezTo>
                <a:lnTo>
                  <a:pt x="7098101" y="5119854"/>
                </a:lnTo>
                <a:lnTo>
                  <a:pt x="7098101" y="5125212"/>
                </a:lnTo>
                <a:lnTo>
                  <a:pt x="7165372" y="5125212"/>
                </a:lnTo>
                <a:lnTo>
                  <a:pt x="7165372" y="5119854"/>
                </a:lnTo>
                <a:cubicBezTo>
                  <a:pt x="7159320" y="5119854"/>
                  <a:pt x="7154954" y="5119085"/>
                  <a:pt x="7152275" y="5117547"/>
                </a:cubicBezTo>
                <a:cubicBezTo>
                  <a:pt x="7149596" y="5116010"/>
                  <a:pt x="7147761" y="5114149"/>
                  <a:pt x="7146768" y="5111966"/>
                </a:cubicBezTo>
                <a:cubicBezTo>
                  <a:pt x="7145479" y="5108791"/>
                  <a:pt x="7144834" y="5102937"/>
                  <a:pt x="7144834" y="5094405"/>
                </a:cubicBezTo>
                <a:lnTo>
                  <a:pt x="7144834" y="5035766"/>
                </a:lnTo>
                <a:cubicBezTo>
                  <a:pt x="7144834" y="5023463"/>
                  <a:pt x="7143742" y="5014434"/>
                  <a:pt x="7141559" y="5008680"/>
                </a:cubicBezTo>
                <a:cubicBezTo>
                  <a:pt x="7138285" y="5000246"/>
                  <a:pt x="7133845" y="4994169"/>
                  <a:pt x="7128240" y="4990448"/>
                </a:cubicBezTo>
                <a:cubicBezTo>
                  <a:pt x="7122634" y="4986727"/>
                  <a:pt x="7116209" y="4984867"/>
                  <a:pt x="7108966" y="4984867"/>
                </a:cubicBezTo>
                <a:cubicBezTo>
                  <a:pt x="7101525" y="4984867"/>
                  <a:pt x="7094282" y="4986727"/>
                  <a:pt x="7087237" y="4990448"/>
                </a:cubicBezTo>
                <a:cubicBezTo>
                  <a:pt x="7080193" y="4994169"/>
                  <a:pt x="7071561" y="5001982"/>
                  <a:pt x="7061341" y="5013889"/>
                </a:cubicBezTo>
                <a:cubicBezTo>
                  <a:pt x="7059257" y="5004463"/>
                  <a:pt x="7055140" y="4997270"/>
                  <a:pt x="7048989" y="4992308"/>
                </a:cubicBezTo>
                <a:cubicBezTo>
                  <a:pt x="7042837" y="4987348"/>
                  <a:pt x="7035495" y="4984867"/>
                  <a:pt x="7026962" y="4984867"/>
                </a:cubicBezTo>
                <a:cubicBezTo>
                  <a:pt x="7021902" y="4984867"/>
                  <a:pt x="7016792" y="4985909"/>
                  <a:pt x="7011632" y="4987992"/>
                </a:cubicBezTo>
                <a:cubicBezTo>
                  <a:pt x="7006473" y="4990076"/>
                  <a:pt x="7001661" y="4993003"/>
                  <a:pt x="6997197" y="4996773"/>
                </a:cubicBezTo>
                <a:cubicBezTo>
                  <a:pt x="6995410" y="4998262"/>
                  <a:pt x="6989556" y="5003967"/>
                  <a:pt x="6979634" y="5013889"/>
                </a:cubicBezTo>
                <a:lnTo>
                  <a:pt x="6979634" y="4984867"/>
                </a:lnTo>
                <a:close/>
                <a:moveTo>
                  <a:pt x="6633609" y="4984867"/>
                </a:moveTo>
                <a:cubicBezTo>
                  <a:pt x="6615750" y="4984867"/>
                  <a:pt x="6600445" y="4991564"/>
                  <a:pt x="6587695" y="5004959"/>
                </a:cubicBezTo>
                <a:cubicBezTo>
                  <a:pt x="6574946" y="5018353"/>
                  <a:pt x="6568571" y="5035766"/>
                  <a:pt x="6568571" y="5057198"/>
                </a:cubicBezTo>
                <a:cubicBezTo>
                  <a:pt x="6568571" y="5079324"/>
                  <a:pt x="6574326" y="5096885"/>
                  <a:pt x="6585835" y="5109883"/>
                </a:cubicBezTo>
                <a:cubicBezTo>
                  <a:pt x="6597344" y="5122880"/>
                  <a:pt x="6610838" y="5129379"/>
                  <a:pt x="6626316" y="5129379"/>
                </a:cubicBezTo>
                <a:cubicBezTo>
                  <a:pt x="6639314" y="5129379"/>
                  <a:pt x="6651171" y="5124542"/>
                  <a:pt x="6661886" y="5114868"/>
                </a:cubicBezTo>
                <a:cubicBezTo>
                  <a:pt x="6672602" y="5105195"/>
                  <a:pt x="6679795" y="5091379"/>
                  <a:pt x="6683466" y="5073420"/>
                </a:cubicBezTo>
                <a:lnTo>
                  <a:pt x="6679150" y="5071336"/>
                </a:lnTo>
                <a:cubicBezTo>
                  <a:pt x="6673991" y="5083342"/>
                  <a:pt x="6668683" y="5091627"/>
                  <a:pt x="6663226" y="5096191"/>
                </a:cubicBezTo>
                <a:cubicBezTo>
                  <a:pt x="6655487" y="5102838"/>
                  <a:pt x="6646755" y="5106162"/>
                  <a:pt x="6637032" y="5106162"/>
                </a:cubicBezTo>
                <a:cubicBezTo>
                  <a:pt x="6623439" y="5106162"/>
                  <a:pt x="6612649" y="5099936"/>
                  <a:pt x="6604662" y="5087484"/>
                </a:cubicBezTo>
                <a:cubicBezTo>
                  <a:pt x="6596675" y="5075032"/>
                  <a:pt x="6592681" y="5060670"/>
                  <a:pt x="6592681" y="5044398"/>
                </a:cubicBezTo>
                <a:cubicBezTo>
                  <a:pt x="6592681" y="5028424"/>
                  <a:pt x="6596700" y="5015575"/>
                  <a:pt x="6604736" y="5005852"/>
                </a:cubicBezTo>
                <a:cubicBezTo>
                  <a:pt x="6610789" y="4998510"/>
                  <a:pt x="6618775" y="4994839"/>
                  <a:pt x="6628698" y="4994839"/>
                </a:cubicBezTo>
                <a:cubicBezTo>
                  <a:pt x="6634849" y="4994839"/>
                  <a:pt x="6639661" y="4996327"/>
                  <a:pt x="6643134" y="4999303"/>
                </a:cubicBezTo>
                <a:cubicBezTo>
                  <a:pt x="6646606" y="5002379"/>
                  <a:pt x="6648616" y="5006844"/>
                  <a:pt x="6649161" y="5012698"/>
                </a:cubicBezTo>
                <a:cubicBezTo>
                  <a:pt x="6649707" y="5018552"/>
                  <a:pt x="6650824" y="5022521"/>
                  <a:pt x="6652510" y="5024604"/>
                </a:cubicBezTo>
                <a:cubicBezTo>
                  <a:pt x="6655487" y="5028375"/>
                  <a:pt x="6659902" y="5030260"/>
                  <a:pt x="6665756" y="5030260"/>
                </a:cubicBezTo>
                <a:cubicBezTo>
                  <a:pt x="6670121" y="5030260"/>
                  <a:pt x="6673520" y="5029094"/>
                  <a:pt x="6675950" y="5026762"/>
                </a:cubicBezTo>
                <a:cubicBezTo>
                  <a:pt x="6678381" y="5024431"/>
                  <a:pt x="6679597" y="5021380"/>
                  <a:pt x="6679597" y="5017609"/>
                </a:cubicBezTo>
                <a:cubicBezTo>
                  <a:pt x="6679597" y="5009970"/>
                  <a:pt x="6675281" y="5002603"/>
                  <a:pt x="6666649" y="4995508"/>
                </a:cubicBezTo>
                <a:cubicBezTo>
                  <a:pt x="6658017" y="4988414"/>
                  <a:pt x="6647003" y="4984867"/>
                  <a:pt x="6633609" y="4984867"/>
                </a:cubicBezTo>
                <a:close/>
                <a:moveTo>
                  <a:pt x="6522434" y="4984867"/>
                </a:moveTo>
                <a:lnTo>
                  <a:pt x="6481358" y="5001536"/>
                </a:lnTo>
                <a:lnTo>
                  <a:pt x="6483441" y="5006894"/>
                </a:lnTo>
                <a:cubicBezTo>
                  <a:pt x="6487410" y="5005405"/>
                  <a:pt x="6490783" y="5004661"/>
                  <a:pt x="6493562" y="5004661"/>
                </a:cubicBezTo>
                <a:cubicBezTo>
                  <a:pt x="6496141" y="5004661"/>
                  <a:pt x="6498175" y="5005282"/>
                  <a:pt x="6499664" y="5006522"/>
                </a:cubicBezTo>
                <a:cubicBezTo>
                  <a:pt x="6501152" y="5007762"/>
                  <a:pt x="6502243" y="5009970"/>
                  <a:pt x="6502938" y="5013144"/>
                </a:cubicBezTo>
                <a:cubicBezTo>
                  <a:pt x="6503831" y="5017510"/>
                  <a:pt x="6504277" y="5027085"/>
                  <a:pt x="6504277" y="5041868"/>
                </a:cubicBezTo>
                <a:lnTo>
                  <a:pt x="6504277" y="5094405"/>
                </a:lnTo>
                <a:cubicBezTo>
                  <a:pt x="6504277" y="5102838"/>
                  <a:pt x="6503608" y="5108543"/>
                  <a:pt x="6502268" y="5111520"/>
                </a:cubicBezTo>
                <a:cubicBezTo>
                  <a:pt x="6500929" y="5114496"/>
                  <a:pt x="6499118" y="5116630"/>
                  <a:pt x="6496836" y="5117919"/>
                </a:cubicBezTo>
                <a:cubicBezTo>
                  <a:pt x="6494554" y="5119209"/>
                  <a:pt x="6490089" y="5119854"/>
                  <a:pt x="6483441" y="5119854"/>
                </a:cubicBezTo>
                <a:lnTo>
                  <a:pt x="6483441" y="5125212"/>
                </a:lnTo>
                <a:lnTo>
                  <a:pt x="6549670" y="5125212"/>
                </a:lnTo>
                <a:lnTo>
                  <a:pt x="6549670" y="5119854"/>
                </a:lnTo>
                <a:cubicBezTo>
                  <a:pt x="6543221" y="5119854"/>
                  <a:pt x="6538780" y="5119160"/>
                  <a:pt x="6536350" y="5117771"/>
                </a:cubicBezTo>
                <a:cubicBezTo>
                  <a:pt x="6533919" y="5116382"/>
                  <a:pt x="6532083" y="5114273"/>
                  <a:pt x="6530843" y="5111445"/>
                </a:cubicBezTo>
                <a:cubicBezTo>
                  <a:pt x="6529603" y="5108618"/>
                  <a:pt x="6528983" y="5102937"/>
                  <a:pt x="6528983" y="5094405"/>
                </a:cubicBezTo>
                <a:lnTo>
                  <a:pt x="6528983" y="4984867"/>
                </a:lnTo>
                <a:close/>
                <a:moveTo>
                  <a:pt x="6310503" y="4984867"/>
                </a:moveTo>
                <a:cubicBezTo>
                  <a:pt x="6299192" y="4984867"/>
                  <a:pt x="6288476" y="4987819"/>
                  <a:pt x="6278356" y="4993722"/>
                </a:cubicBezTo>
                <a:cubicBezTo>
                  <a:pt x="6268236" y="4999626"/>
                  <a:pt x="6260075" y="5008754"/>
                  <a:pt x="6253874" y="5021107"/>
                </a:cubicBezTo>
                <a:cubicBezTo>
                  <a:pt x="6247673" y="5033459"/>
                  <a:pt x="6244572" y="5045887"/>
                  <a:pt x="6244572" y="5058388"/>
                </a:cubicBezTo>
                <a:cubicBezTo>
                  <a:pt x="6244572" y="5075553"/>
                  <a:pt x="6249682" y="5091031"/>
                  <a:pt x="6259901" y="5104823"/>
                </a:cubicBezTo>
                <a:cubicBezTo>
                  <a:pt x="6272006" y="5121194"/>
                  <a:pt x="6288328" y="5129379"/>
                  <a:pt x="6308866" y="5129379"/>
                </a:cubicBezTo>
                <a:cubicBezTo>
                  <a:pt x="6321467" y="5129379"/>
                  <a:pt x="6332902" y="5126204"/>
                  <a:pt x="6343171" y="5119854"/>
                </a:cubicBezTo>
                <a:cubicBezTo>
                  <a:pt x="6353440" y="5113504"/>
                  <a:pt x="6361502" y="5104078"/>
                  <a:pt x="6367355" y="5091577"/>
                </a:cubicBezTo>
                <a:cubicBezTo>
                  <a:pt x="6373209" y="5079075"/>
                  <a:pt x="6376136" y="5066723"/>
                  <a:pt x="6376136" y="5054519"/>
                </a:cubicBezTo>
                <a:cubicBezTo>
                  <a:pt x="6376136" y="5037155"/>
                  <a:pt x="6370828" y="5021776"/>
                  <a:pt x="6360212" y="5008382"/>
                </a:cubicBezTo>
                <a:cubicBezTo>
                  <a:pt x="6347710" y="4992706"/>
                  <a:pt x="6331141" y="4984867"/>
                  <a:pt x="6310503" y="4984867"/>
                </a:cubicBezTo>
                <a:close/>
                <a:moveTo>
                  <a:pt x="6172837" y="4984867"/>
                </a:moveTo>
                <a:cubicBezTo>
                  <a:pt x="6164999" y="4984867"/>
                  <a:pt x="6157533" y="4987273"/>
                  <a:pt x="6150438" y="4992085"/>
                </a:cubicBezTo>
                <a:cubicBezTo>
                  <a:pt x="6143344" y="4996897"/>
                  <a:pt x="6136275" y="5005306"/>
                  <a:pt x="6129230" y="5017312"/>
                </a:cubicBezTo>
                <a:lnTo>
                  <a:pt x="6129230" y="4985462"/>
                </a:lnTo>
                <a:lnTo>
                  <a:pt x="6123575" y="4985462"/>
                </a:lnTo>
                <a:lnTo>
                  <a:pt x="6081606" y="5002429"/>
                </a:lnTo>
                <a:lnTo>
                  <a:pt x="6083391" y="5007191"/>
                </a:lnTo>
                <a:cubicBezTo>
                  <a:pt x="6087063" y="5005802"/>
                  <a:pt x="6090090" y="5005108"/>
                  <a:pt x="6092470" y="5005108"/>
                </a:cubicBezTo>
                <a:cubicBezTo>
                  <a:pt x="6095446" y="5005108"/>
                  <a:pt x="6097803" y="5005703"/>
                  <a:pt x="6099539" y="5006894"/>
                </a:cubicBezTo>
                <a:cubicBezTo>
                  <a:pt x="6101276" y="5008084"/>
                  <a:pt x="6102541" y="5009870"/>
                  <a:pt x="6103334" y="5012251"/>
                </a:cubicBezTo>
                <a:cubicBezTo>
                  <a:pt x="6104128" y="5014633"/>
                  <a:pt x="6104525" y="5020239"/>
                  <a:pt x="6104525" y="5029069"/>
                </a:cubicBezTo>
                <a:lnTo>
                  <a:pt x="6104525" y="5157954"/>
                </a:lnTo>
                <a:cubicBezTo>
                  <a:pt x="6104525" y="5167876"/>
                  <a:pt x="6104004" y="5174053"/>
                  <a:pt x="6102962" y="5176483"/>
                </a:cubicBezTo>
                <a:cubicBezTo>
                  <a:pt x="6101920" y="5178914"/>
                  <a:pt x="6100457" y="5180675"/>
                  <a:pt x="6098572" y="5181767"/>
                </a:cubicBezTo>
                <a:cubicBezTo>
                  <a:pt x="6094702" y="5183950"/>
                  <a:pt x="6090039" y="5184991"/>
                  <a:pt x="6084582" y="5184892"/>
                </a:cubicBezTo>
                <a:lnTo>
                  <a:pt x="6080861" y="5184892"/>
                </a:lnTo>
                <a:lnTo>
                  <a:pt x="6080861" y="5190399"/>
                </a:lnTo>
                <a:lnTo>
                  <a:pt x="6152299" y="5190399"/>
                </a:lnTo>
                <a:lnTo>
                  <a:pt x="6152299" y="5184892"/>
                </a:lnTo>
                <a:cubicBezTo>
                  <a:pt x="6144857" y="5184892"/>
                  <a:pt x="6139723" y="5184148"/>
                  <a:pt x="6136895" y="5182660"/>
                </a:cubicBezTo>
                <a:cubicBezTo>
                  <a:pt x="6134067" y="5181171"/>
                  <a:pt x="6132083" y="5179162"/>
                  <a:pt x="6130942" y="5176632"/>
                </a:cubicBezTo>
                <a:cubicBezTo>
                  <a:pt x="6129801" y="5174102"/>
                  <a:pt x="6129230" y="5168174"/>
                  <a:pt x="6129230" y="5158847"/>
                </a:cubicBezTo>
                <a:lnTo>
                  <a:pt x="6129230" y="5117324"/>
                </a:lnTo>
                <a:cubicBezTo>
                  <a:pt x="6134191" y="5121789"/>
                  <a:pt x="6138656" y="5124766"/>
                  <a:pt x="6142625" y="5126254"/>
                </a:cubicBezTo>
                <a:cubicBezTo>
                  <a:pt x="6147983" y="5128337"/>
                  <a:pt x="6154333" y="5129379"/>
                  <a:pt x="6161675" y="5129379"/>
                </a:cubicBezTo>
                <a:cubicBezTo>
                  <a:pt x="6178542" y="5129379"/>
                  <a:pt x="6192532" y="5123079"/>
                  <a:pt x="6203644" y="5110478"/>
                </a:cubicBezTo>
                <a:cubicBezTo>
                  <a:pt x="6217138" y="5095099"/>
                  <a:pt x="6223885" y="5075652"/>
                  <a:pt x="6223885" y="5052137"/>
                </a:cubicBezTo>
                <a:cubicBezTo>
                  <a:pt x="6223885" y="5031103"/>
                  <a:pt x="6218279" y="5014037"/>
                  <a:pt x="6207067" y="5000941"/>
                </a:cubicBezTo>
                <a:cubicBezTo>
                  <a:pt x="6197940" y="4990225"/>
                  <a:pt x="6186529" y="4984867"/>
                  <a:pt x="6172837" y="4984867"/>
                </a:cubicBezTo>
                <a:close/>
                <a:moveTo>
                  <a:pt x="5700160" y="4984867"/>
                </a:moveTo>
                <a:cubicBezTo>
                  <a:pt x="5682300" y="4984867"/>
                  <a:pt x="5666995" y="4991564"/>
                  <a:pt x="5654246" y="5004959"/>
                </a:cubicBezTo>
                <a:cubicBezTo>
                  <a:pt x="5641496" y="5018353"/>
                  <a:pt x="5635121" y="5035766"/>
                  <a:pt x="5635121" y="5057198"/>
                </a:cubicBezTo>
                <a:cubicBezTo>
                  <a:pt x="5635121" y="5079324"/>
                  <a:pt x="5640876" y="5096885"/>
                  <a:pt x="5652386" y="5109883"/>
                </a:cubicBezTo>
                <a:cubicBezTo>
                  <a:pt x="5663895" y="5122880"/>
                  <a:pt x="5677388" y="5129379"/>
                  <a:pt x="5692866" y="5129379"/>
                </a:cubicBezTo>
                <a:cubicBezTo>
                  <a:pt x="5705864" y="5129379"/>
                  <a:pt x="5717721" y="5124542"/>
                  <a:pt x="5728436" y="5114868"/>
                </a:cubicBezTo>
                <a:cubicBezTo>
                  <a:pt x="5739152" y="5105195"/>
                  <a:pt x="5746346" y="5091379"/>
                  <a:pt x="5750016" y="5073420"/>
                </a:cubicBezTo>
                <a:lnTo>
                  <a:pt x="5745701" y="5071336"/>
                </a:lnTo>
                <a:cubicBezTo>
                  <a:pt x="5740541" y="5083342"/>
                  <a:pt x="5735234" y="5091627"/>
                  <a:pt x="5729776" y="5096191"/>
                </a:cubicBezTo>
                <a:cubicBezTo>
                  <a:pt x="5722037" y="5102838"/>
                  <a:pt x="5713306" y="5106162"/>
                  <a:pt x="5703582" y="5106162"/>
                </a:cubicBezTo>
                <a:cubicBezTo>
                  <a:pt x="5689991" y="5106162"/>
                  <a:pt x="5679199" y="5099936"/>
                  <a:pt x="5671212" y="5087484"/>
                </a:cubicBezTo>
                <a:cubicBezTo>
                  <a:pt x="5663225" y="5075032"/>
                  <a:pt x="5659231" y="5060670"/>
                  <a:pt x="5659231" y="5044398"/>
                </a:cubicBezTo>
                <a:cubicBezTo>
                  <a:pt x="5659231" y="5028424"/>
                  <a:pt x="5663250" y="5015575"/>
                  <a:pt x="5671287" y="5005852"/>
                </a:cubicBezTo>
                <a:cubicBezTo>
                  <a:pt x="5677339" y="4998510"/>
                  <a:pt x="5685326" y="4994839"/>
                  <a:pt x="5695248" y="4994839"/>
                </a:cubicBezTo>
                <a:cubicBezTo>
                  <a:pt x="5701399" y="4994839"/>
                  <a:pt x="5706211" y="4996327"/>
                  <a:pt x="5709684" y="4999303"/>
                </a:cubicBezTo>
                <a:cubicBezTo>
                  <a:pt x="5713157" y="5002379"/>
                  <a:pt x="5715166" y="5006844"/>
                  <a:pt x="5715712" y="5012698"/>
                </a:cubicBezTo>
                <a:cubicBezTo>
                  <a:pt x="5716257" y="5018552"/>
                  <a:pt x="5717374" y="5022521"/>
                  <a:pt x="5719060" y="5024604"/>
                </a:cubicBezTo>
                <a:cubicBezTo>
                  <a:pt x="5722037" y="5028375"/>
                  <a:pt x="5726452" y="5030260"/>
                  <a:pt x="5732306" y="5030260"/>
                </a:cubicBezTo>
                <a:cubicBezTo>
                  <a:pt x="5736671" y="5030260"/>
                  <a:pt x="5740070" y="5029094"/>
                  <a:pt x="5742500" y="5026762"/>
                </a:cubicBezTo>
                <a:cubicBezTo>
                  <a:pt x="5744931" y="5024431"/>
                  <a:pt x="5746147" y="5021380"/>
                  <a:pt x="5746147" y="5017609"/>
                </a:cubicBezTo>
                <a:cubicBezTo>
                  <a:pt x="5746147" y="5009970"/>
                  <a:pt x="5741831" y="5002603"/>
                  <a:pt x="5733199" y="4995508"/>
                </a:cubicBezTo>
                <a:cubicBezTo>
                  <a:pt x="5724567" y="4988414"/>
                  <a:pt x="5713553" y="4984867"/>
                  <a:pt x="5700160" y="4984867"/>
                </a:cubicBezTo>
                <a:close/>
                <a:moveTo>
                  <a:pt x="5563088" y="4984867"/>
                </a:moveTo>
                <a:lnTo>
                  <a:pt x="5521863" y="5001536"/>
                </a:lnTo>
                <a:lnTo>
                  <a:pt x="5523352" y="5006894"/>
                </a:lnTo>
                <a:cubicBezTo>
                  <a:pt x="5527221" y="5005405"/>
                  <a:pt x="5530695" y="5004661"/>
                  <a:pt x="5533769" y="5004661"/>
                </a:cubicBezTo>
                <a:cubicBezTo>
                  <a:pt x="5536349" y="5004661"/>
                  <a:pt x="5538507" y="5005356"/>
                  <a:pt x="5540243" y="5006745"/>
                </a:cubicBezTo>
                <a:cubicBezTo>
                  <a:pt x="5541980" y="5008134"/>
                  <a:pt x="5543170" y="5010342"/>
                  <a:pt x="5543815" y="5013368"/>
                </a:cubicBezTo>
                <a:cubicBezTo>
                  <a:pt x="5544460" y="5016394"/>
                  <a:pt x="5544782" y="5025845"/>
                  <a:pt x="5544782" y="5041719"/>
                </a:cubicBezTo>
                <a:lnTo>
                  <a:pt x="5544782" y="5094553"/>
                </a:lnTo>
                <a:cubicBezTo>
                  <a:pt x="5544782" y="5102491"/>
                  <a:pt x="5544535" y="5107303"/>
                  <a:pt x="5544038" y="5108990"/>
                </a:cubicBezTo>
                <a:cubicBezTo>
                  <a:pt x="5543047" y="5112462"/>
                  <a:pt x="5541310" y="5114993"/>
                  <a:pt x="5538829" y="5116580"/>
                </a:cubicBezTo>
                <a:cubicBezTo>
                  <a:pt x="5535457" y="5118763"/>
                  <a:pt x="5530297" y="5119854"/>
                  <a:pt x="5523352" y="5119854"/>
                </a:cubicBezTo>
                <a:lnTo>
                  <a:pt x="5523352" y="5125212"/>
                </a:lnTo>
                <a:lnTo>
                  <a:pt x="5593151" y="5125212"/>
                </a:lnTo>
                <a:lnTo>
                  <a:pt x="5593151" y="5119854"/>
                </a:lnTo>
                <a:cubicBezTo>
                  <a:pt x="5587000" y="5119854"/>
                  <a:pt x="5582288" y="5118961"/>
                  <a:pt x="5579013" y="5117175"/>
                </a:cubicBezTo>
                <a:cubicBezTo>
                  <a:pt x="5575739" y="5115389"/>
                  <a:pt x="5573457" y="5113157"/>
                  <a:pt x="5572167" y="5110478"/>
                </a:cubicBezTo>
                <a:cubicBezTo>
                  <a:pt x="5570282" y="5106608"/>
                  <a:pt x="5569339" y="5100904"/>
                  <a:pt x="5569339" y="5093363"/>
                </a:cubicBezTo>
                <a:lnTo>
                  <a:pt x="5569339" y="5028027"/>
                </a:lnTo>
                <a:cubicBezTo>
                  <a:pt x="5574101" y="5018701"/>
                  <a:pt x="5578716" y="5012004"/>
                  <a:pt x="5583180" y="5007935"/>
                </a:cubicBezTo>
                <a:cubicBezTo>
                  <a:pt x="5585265" y="5005951"/>
                  <a:pt x="5587198" y="5004959"/>
                  <a:pt x="5588984" y="5004959"/>
                </a:cubicBezTo>
                <a:cubicBezTo>
                  <a:pt x="5591068" y="5004959"/>
                  <a:pt x="5594268" y="5006670"/>
                  <a:pt x="5598584" y="5010093"/>
                </a:cubicBezTo>
                <a:cubicBezTo>
                  <a:pt x="5602900" y="5013517"/>
                  <a:pt x="5606795" y="5015228"/>
                  <a:pt x="5610267" y="5015228"/>
                </a:cubicBezTo>
                <a:cubicBezTo>
                  <a:pt x="5613839" y="5015228"/>
                  <a:pt x="5616916" y="5013889"/>
                  <a:pt x="5619495" y="5011210"/>
                </a:cubicBezTo>
                <a:cubicBezTo>
                  <a:pt x="5622075" y="5008531"/>
                  <a:pt x="5623364" y="5005257"/>
                  <a:pt x="5623364" y="5001387"/>
                </a:cubicBezTo>
                <a:cubicBezTo>
                  <a:pt x="5623364" y="4997022"/>
                  <a:pt x="5621578" y="4993177"/>
                  <a:pt x="5618006" y="4989853"/>
                </a:cubicBezTo>
                <a:cubicBezTo>
                  <a:pt x="5614434" y="4986529"/>
                  <a:pt x="5609920" y="4984867"/>
                  <a:pt x="5604462" y="4984867"/>
                </a:cubicBezTo>
                <a:cubicBezTo>
                  <a:pt x="5592459" y="4984867"/>
                  <a:pt x="5580749" y="4995087"/>
                  <a:pt x="5569339" y="5015526"/>
                </a:cubicBezTo>
                <a:lnTo>
                  <a:pt x="5569339" y="4984867"/>
                </a:lnTo>
                <a:close/>
                <a:moveTo>
                  <a:pt x="5452509" y="4984867"/>
                </a:moveTo>
                <a:cubicBezTo>
                  <a:pt x="5436733" y="4984867"/>
                  <a:pt x="5424480" y="4988439"/>
                  <a:pt x="5415748" y="4995583"/>
                </a:cubicBezTo>
                <a:cubicBezTo>
                  <a:pt x="5407018" y="5002726"/>
                  <a:pt x="5402652" y="5010565"/>
                  <a:pt x="5402652" y="5019098"/>
                </a:cubicBezTo>
                <a:cubicBezTo>
                  <a:pt x="5402652" y="5023562"/>
                  <a:pt x="5403818" y="5027085"/>
                  <a:pt x="5406149" y="5029664"/>
                </a:cubicBezTo>
                <a:cubicBezTo>
                  <a:pt x="5408481" y="5032244"/>
                  <a:pt x="5411482" y="5033534"/>
                  <a:pt x="5415153" y="5033534"/>
                </a:cubicBezTo>
                <a:cubicBezTo>
                  <a:pt x="5418924" y="5033534"/>
                  <a:pt x="5421975" y="5032294"/>
                  <a:pt x="5424306" y="5029813"/>
                </a:cubicBezTo>
                <a:cubicBezTo>
                  <a:pt x="5426638" y="5027333"/>
                  <a:pt x="5427803" y="5023811"/>
                  <a:pt x="5427803" y="5019246"/>
                </a:cubicBezTo>
                <a:lnTo>
                  <a:pt x="5427506" y="5010614"/>
                </a:lnTo>
                <a:cubicBezTo>
                  <a:pt x="5427506" y="5006249"/>
                  <a:pt x="5429392" y="5002379"/>
                  <a:pt x="5433161" y="4999006"/>
                </a:cubicBezTo>
                <a:cubicBezTo>
                  <a:pt x="5436833" y="4995632"/>
                  <a:pt x="5441793" y="4993946"/>
                  <a:pt x="5448044" y="4993946"/>
                </a:cubicBezTo>
                <a:cubicBezTo>
                  <a:pt x="5456280" y="4993946"/>
                  <a:pt x="5462555" y="4996476"/>
                  <a:pt x="5466871" y="5001536"/>
                </a:cubicBezTo>
                <a:cubicBezTo>
                  <a:pt x="5471187" y="5006596"/>
                  <a:pt x="5473345" y="5015923"/>
                  <a:pt x="5473345" y="5029516"/>
                </a:cubicBezTo>
                <a:lnTo>
                  <a:pt x="5473345" y="5034873"/>
                </a:lnTo>
                <a:cubicBezTo>
                  <a:pt x="5449930" y="5043406"/>
                  <a:pt x="5433187" y="5050649"/>
                  <a:pt x="5423115" y="5056602"/>
                </a:cubicBezTo>
                <a:cubicBezTo>
                  <a:pt x="5413045" y="5062555"/>
                  <a:pt x="5405976" y="5068906"/>
                  <a:pt x="5401907" y="5075652"/>
                </a:cubicBezTo>
                <a:cubicBezTo>
                  <a:pt x="5398931" y="5080514"/>
                  <a:pt x="5397443" y="5086269"/>
                  <a:pt x="5397443" y="5092916"/>
                </a:cubicBezTo>
                <a:cubicBezTo>
                  <a:pt x="5397443" y="5103434"/>
                  <a:pt x="5400493" y="5111917"/>
                  <a:pt x="5406595" y="5118366"/>
                </a:cubicBezTo>
                <a:cubicBezTo>
                  <a:pt x="5412697" y="5124815"/>
                  <a:pt x="5420461" y="5128040"/>
                  <a:pt x="5429887" y="5128040"/>
                </a:cubicBezTo>
                <a:cubicBezTo>
                  <a:pt x="5435940" y="5128040"/>
                  <a:pt x="5441644" y="5126800"/>
                  <a:pt x="5447002" y="5124319"/>
                </a:cubicBezTo>
                <a:cubicBezTo>
                  <a:pt x="5450574" y="5122633"/>
                  <a:pt x="5459355" y="5116382"/>
                  <a:pt x="5473345" y="5105567"/>
                </a:cubicBezTo>
                <a:cubicBezTo>
                  <a:pt x="5473444" y="5113703"/>
                  <a:pt x="5474933" y="5119457"/>
                  <a:pt x="5477810" y="5122831"/>
                </a:cubicBezTo>
                <a:cubicBezTo>
                  <a:pt x="5480687" y="5126204"/>
                  <a:pt x="5484557" y="5127891"/>
                  <a:pt x="5489418" y="5127891"/>
                </a:cubicBezTo>
                <a:cubicBezTo>
                  <a:pt x="5499539" y="5127891"/>
                  <a:pt x="5510155" y="5120450"/>
                  <a:pt x="5521267" y="5105567"/>
                </a:cubicBezTo>
                <a:lnTo>
                  <a:pt x="5521267" y="5097232"/>
                </a:lnTo>
                <a:cubicBezTo>
                  <a:pt x="5515315" y="5103185"/>
                  <a:pt x="5511296" y="5106807"/>
                  <a:pt x="5509213" y="5108097"/>
                </a:cubicBezTo>
                <a:cubicBezTo>
                  <a:pt x="5508023" y="5108791"/>
                  <a:pt x="5506633" y="5109139"/>
                  <a:pt x="5505046" y="5109139"/>
                </a:cubicBezTo>
                <a:cubicBezTo>
                  <a:pt x="5503557" y="5109139"/>
                  <a:pt x="5502242" y="5108643"/>
                  <a:pt x="5501101" y="5107650"/>
                </a:cubicBezTo>
                <a:cubicBezTo>
                  <a:pt x="5499961" y="5106658"/>
                  <a:pt x="5499142" y="5104699"/>
                  <a:pt x="5498646" y="5101772"/>
                </a:cubicBezTo>
                <a:cubicBezTo>
                  <a:pt x="5498150" y="5098845"/>
                  <a:pt x="5497902" y="5090882"/>
                  <a:pt x="5497902" y="5077885"/>
                </a:cubicBezTo>
                <a:lnTo>
                  <a:pt x="5497902" y="5031599"/>
                </a:lnTo>
                <a:cubicBezTo>
                  <a:pt x="5497902" y="5018403"/>
                  <a:pt x="5497008" y="5009672"/>
                  <a:pt x="5495223" y="5005405"/>
                </a:cubicBezTo>
                <a:cubicBezTo>
                  <a:pt x="5492445" y="4998857"/>
                  <a:pt x="5488129" y="4994045"/>
                  <a:pt x="5482275" y="4990969"/>
                </a:cubicBezTo>
                <a:cubicBezTo>
                  <a:pt x="5474535" y="4986901"/>
                  <a:pt x="5464614" y="4984867"/>
                  <a:pt x="5452509" y="4984867"/>
                </a:cubicBezTo>
                <a:close/>
                <a:moveTo>
                  <a:pt x="5204710" y="4984867"/>
                </a:moveTo>
                <a:cubicBezTo>
                  <a:pt x="5192506" y="4984867"/>
                  <a:pt x="5182560" y="4988637"/>
                  <a:pt x="5174870" y="4996178"/>
                </a:cubicBezTo>
                <a:cubicBezTo>
                  <a:pt x="5167181" y="5003719"/>
                  <a:pt x="5163336" y="5013095"/>
                  <a:pt x="5163336" y="5024307"/>
                </a:cubicBezTo>
                <a:cubicBezTo>
                  <a:pt x="5163336" y="5032939"/>
                  <a:pt x="5165569" y="5040082"/>
                  <a:pt x="5170033" y="5045738"/>
                </a:cubicBezTo>
                <a:cubicBezTo>
                  <a:pt x="5174498" y="5051493"/>
                  <a:pt x="5183924" y="5057942"/>
                  <a:pt x="5198311" y="5065085"/>
                </a:cubicBezTo>
                <a:cubicBezTo>
                  <a:pt x="5212698" y="5072229"/>
                  <a:pt x="5222297" y="5078133"/>
                  <a:pt x="5227109" y="5082796"/>
                </a:cubicBezTo>
                <a:cubicBezTo>
                  <a:pt x="5231921" y="5087459"/>
                  <a:pt x="5234327" y="5093214"/>
                  <a:pt x="5234327" y="5100060"/>
                </a:cubicBezTo>
                <a:cubicBezTo>
                  <a:pt x="5234327" y="5105716"/>
                  <a:pt x="5232170" y="5110552"/>
                  <a:pt x="5227853" y="5114571"/>
                </a:cubicBezTo>
                <a:cubicBezTo>
                  <a:pt x="5223537" y="5118589"/>
                  <a:pt x="5217956" y="5120598"/>
                  <a:pt x="5211110" y="5120598"/>
                </a:cubicBezTo>
                <a:cubicBezTo>
                  <a:pt x="5201386" y="5120598"/>
                  <a:pt x="5192606" y="5117076"/>
                  <a:pt x="5184767" y="5110032"/>
                </a:cubicBezTo>
                <a:cubicBezTo>
                  <a:pt x="5176929" y="5102987"/>
                  <a:pt x="5171621" y="5092520"/>
                  <a:pt x="5168844" y="5078629"/>
                </a:cubicBezTo>
                <a:lnTo>
                  <a:pt x="5163932" y="5078629"/>
                </a:lnTo>
                <a:lnTo>
                  <a:pt x="5163932" y="5127296"/>
                </a:lnTo>
                <a:lnTo>
                  <a:pt x="5168844" y="5127296"/>
                </a:lnTo>
                <a:cubicBezTo>
                  <a:pt x="5170133" y="5124716"/>
                  <a:pt x="5171918" y="5123426"/>
                  <a:pt x="5174201" y="5123426"/>
                </a:cubicBezTo>
                <a:cubicBezTo>
                  <a:pt x="5176285" y="5123426"/>
                  <a:pt x="5178963" y="5123922"/>
                  <a:pt x="5182237" y="5124914"/>
                </a:cubicBezTo>
                <a:cubicBezTo>
                  <a:pt x="5192953" y="5127891"/>
                  <a:pt x="5202478" y="5129379"/>
                  <a:pt x="5210812" y="5129379"/>
                </a:cubicBezTo>
                <a:cubicBezTo>
                  <a:pt x="5222421" y="5129379"/>
                  <a:pt x="5232914" y="5125584"/>
                  <a:pt x="5242289" y="5117994"/>
                </a:cubicBezTo>
                <a:cubicBezTo>
                  <a:pt x="5251666" y="5110404"/>
                  <a:pt x="5256354" y="5100407"/>
                  <a:pt x="5256354" y="5088005"/>
                </a:cubicBezTo>
                <a:cubicBezTo>
                  <a:pt x="5256354" y="5071932"/>
                  <a:pt x="5246284" y="5058983"/>
                  <a:pt x="5226142" y="5049161"/>
                </a:cubicBezTo>
                <a:lnTo>
                  <a:pt x="5204413" y="5038594"/>
                </a:lnTo>
                <a:cubicBezTo>
                  <a:pt x="5194987" y="5034030"/>
                  <a:pt x="5188737" y="5029714"/>
                  <a:pt x="5185660" y="5025646"/>
                </a:cubicBezTo>
                <a:cubicBezTo>
                  <a:pt x="5182485" y="5021677"/>
                  <a:pt x="5180898" y="5016915"/>
                  <a:pt x="5180898" y="5011358"/>
                </a:cubicBezTo>
                <a:cubicBezTo>
                  <a:pt x="5180898" y="5006894"/>
                  <a:pt x="5183031" y="5002826"/>
                  <a:pt x="5187297" y="4999155"/>
                </a:cubicBezTo>
                <a:cubicBezTo>
                  <a:pt x="5191564" y="4995484"/>
                  <a:pt x="5197170" y="4993648"/>
                  <a:pt x="5204115" y="4993648"/>
                </a:cubicBezTo>
                <a:cubicBezTo>
                  <a:pt x="5213243" y="4993648"/>
                  <a:pt x="5220759" y="4996277"/>
                  <a:pt x="5226662" y="5001536"/>
                </a:cubicBezTo>
                <a:cubicBezTo>
                  <a:pt x="5232566" y="5006795"/>
                  <a:pt x="5237403" y="5016716"/>
                  <a:pt x="5241173" y="5031301"/>
                </a:cubicBezTo>
                <a:lnTo>
                  <a:pt x="5246085" y="5031301"/>
                </a:lnTo>
                <a:lnTo>
                  <a:pt x="5246085" y="4984867"/>
                </a:lnTo>
                <a:lnTo>
                  <a:pt x="5241173" y="4984867"/>
                </a:lnTo>
                <a:cubicBezTo>
                  <a:pt x="5239983" y="4987248"/>
                  <a:pt x="5238942" y="4988786"/>
                  <a:pt x="5238048" y="4989481"/>
                </a:cubicBezTo>
                <a:cubicBezTo>
                  <a:pt x="5237155" y="4990175"/>
                  <a:pt x="5235915" y="4990523"/>
                  <a:pt x="5234327" y="4990523"/>
                </a:cubicBezTo>
                <a:cubicBezTo>
                  <a:pt x="5232640" y="4990523"/>
                  <a:pt x="5229267" y="4989778"/>
                  <a:pt x="5224208" y="4988290"/>
                </a:cubicBezTo>
                <a:cubicBezTo>
                  <a:pt x="5216567" y="4986008"/>
                  <a:pt x="5210069" y="4984867"/>
                  <a:pt x="5204710" y="4984867"/>
                </a:cubicBezTo>
                <a:close/>
                <a:moveTo>
                  <a:pt x="4953489" y="4984867"/>
                </a:moveTo>
                <a:lnTo>
                  <a:pt x="4912263" y="5001536"/>
                </a:lnTo>
                <a:lnTo>
                  <a:pt x="4913751" y="5006894"/>
                </a:lnTo>
                <a:cubicBezTo>
                  <a:pt x="4917621" y="5005405"/>
                  <a:pt x="4921094" y="5004661"/>
                  <a:pt x="4924169" y="5004661"/>
                </a:cubicBezTo>
                <a:cubicBezTo>
                  <a:pt x="4926749" y="5004661"/>
                  <a:pt x="4928907" y="5005356"/>
                  <a:pt x="4930643" y="5006745"/>
                </a:cubicBezTo>
                <a:cubicBezTo>
                  <a:pt x="4932380" y="5008134"/>
                  <a:pt x="4933570" y="5010342"/>
                  <a:pt x="4934215" y="5013368"/>
                </a:cubicBezTo>
                <a:cubicBezTo>
                  <a:pt x="4934861" y="5016394"/>
                  <a:pt x="4935183" y="5025845"/>
                  <a:pt x="4935183" y="5041719"/>
                </a:cubicBezTo>
                <a:lnTo>
                  <a:pt x="4935183" y="5094553"/>
                </a:lnTo>
                <a:cubicBezTo>
                  <a:pt x="4935183" y="5102491"/>
                  <a:pt x="4934935" y="5107303"/>
                  <a:pt x="4934438" y="5108990"/>
                </a:cubicBezTo>
                <a:cubicBezTo>
                  <a:pt x="4933447" y="5112462"/>
                  <a:pt x="4931711" y="5114993"/>
                  <a:pt x="4929229" y="5116580"/>
                </a:cubicBezTo>
                <a:cubicBezTo>
                  <a:pt x="4925856" y="5118763"/>
                  <a:pt x="4920697" y="5119854"/>
                  <a:pt x="4913751" y="5119854"/>
                </a:cubicBezTo>
                <a:lnTo>
                  <a:pt x="4913751" y="5125212"/>
                </a:lnTo>
                <a:lnTo>
                  <a:pt x="4983552" y="5125212"/>
                </a:lnTo>
                <a:lnTo>
                  <a:pt x="4983552" y="5119854"/>
                </a:lnTo>
                <a:cubicBezTo>
                  <a:pt x="4977400" y="5119854"/>
                  <a:pt x="4972687" y="5118961"/>
                  <a:pt x="4969413" y="5117175"/>
                </a:cubicBezTo>
                <a:cubicBezTo>
                  <a:pt x="4966140" y="5115389"/>
                  <a:pt x="4963857" y="5113157"/>
                  <a:pt x="4962568" y="5110478"/>
                </a:cubicBezTo>
                <a:cubicBezTo>
                  <a:pt x="4960682" y="5106608"/>
                  <a:pt x="4959739" y="5100904"/>
                  <a:pt x="4959739" y="5093363"/>
                </a:cubicBezTo>
                <a:lnTo>
                  <a:pt x="4959739" y="5028027"/>
                </a:lnTo>
                <a:cubicBezTo>
                  <a:pt x="4964502" y="5018701"/>
                  <a:pt x="4969115" y="5012004"/>
                  <a:pt x="4973580" y="5007935"/>
                </a:cubicBezTo>
                <a:cubicBezTo>
                  <a:pt x="4975664" y="5005951"/>
                  <a:pt x="4977599" y="5004959"/>
                  <a:pt x="4979385" y="5004959"/>
                </a:cubicBezTo>
                <a:cubicBezTo>
                  <a:pt x="4981469" y="5004959"/>
                  <a:pt x="4984669" y="5006670"/>
                  <a:pt x="4988984" y="5010093"/>
                </a:cubicBezTo>
                <a:cubicBezTo>
                  <a:pt x="4993300" y="5013517"/>
                  <a:pt x="4997194" y="5015228"/>
                  <a:pt x="5000667" y="5015228"/>
                </a:cubicBezTo>
                <a:cubicBezTo>
                  <a:pt x="5004239" y="5015228"/>
                  <a:pt x="5007315" y="5013889"/>
                  <a:pt x="5009894" y="5011210"/>
                </a:cubicBezTo>
                <a:cubicBezTo>
                  <a:pt x="5012474" y="5008531"/>
                  <a:pt x="5013764" y="5005257"/>
                  <a:pt x="5013764" y="5001387"/>
                </a:cubicBezTo>
                <a:cubicBezTo>
                  <a:pt x="5013764" y="4997022"/>
                  <a:pt x="5011978" y="4993177"/>
                  <a:pt x="5008406" y="4989853"/>
                </a:cubicBezTo>
                <a:cubicBezTo>
                  <a:pt x="5004834" y="4986529"/>
                  <a:pt x="5000320" y="4984867"/>
                  <a:pt x="4994863" y="4984867"/>
                </a:cubicBezTo>
                <a:cubicBezTo>
                  <a:pt x="4982858" y="4984867"/>
                  <a:pt x="4971150" y="4995087"/>
                  <a:pt x="4959739" y="5015526"/>
                </a:cubicBezTo>
                <a:lnTo>
                  <a:pt x="4959739" y="4984867"/>
                </a:lnTo>
                <a:close/>
                <a:moveTo>
                  <a:pt x="4772513" y="4984867"/>
                </a:moveTo>
                <a:lnTo>
                  <a:pt x="4731288" y="5001536"/>
                </a:lnTo>
                <a:lnTo>
                  <a:pt x="4732778" y="5006894"/>
                </a:lnTo>
                <a:cubicBezTo>
                  <a:pt x="4736646" y="5005405"/>
                  <a:pt x="4740119" y="5004661"/>
                  <a:pt x="4743194" y="5004661"/>
                </a:cubicBezTo>
                <a:cubicBezTo>
                  <a:pt x="4745774" y="5004661"/>
                  <a:pt x="4747932" y="5005356"/>
                  <a:pt x="4749669" y="5006745"/>
                </a:cubicBezTo>
                <a:cubicBezTo>
                  <a:pt x="4751405" y="5008134"/>
                  <a:pt x="4752595" y="5010342"/>
                  <a:pt x="4753241" y="5013368"/>
                </a:cubicBezTo>
                <a:cubicBezTo>
                  <a:pt x="4753886" y="5016394"/>
                  <a:pt x="4754208" y="5025845"/>
                  <a:pt x="4754208" y="5041719"/>
                </a:cubicBezTo>
                <a:lnTo>
                  <a:pt x="4754208" y="5094553"/>
                </a:lnTo>
                <a:cubicBezTo>
                  <a:pt x="4754208" y="5102491"/>
                  <a:pt x="4753960" y="5107303"/>
                  <a:pt x="4753464" y="5108990"/>
                </a:cubicBezTo>
                <a:cubicBezTo>
                  <a:pt x="4752471" y="5112462"/>
                  <a:pt x="4750735" y="5114993"/>
                  <a:pt x="4748255" y="5116580"/>
                </a:cubicBezTo>
                <a:cubicBezTo>
                  <a:pt x="4744881" y="5118763"/>
                  <a:pt x="4739723" y="5119854"/>
                  <a:pt x="4732778" y="5119854"/>
                </a:cubicBezTo>
                <a:lnTo>
                  <a:pt x="4732778" y="5125212"/>
                </a:lnTo>
                <a:lnTo>
                  <a:pt x="4802577" y="5125212"/>
                </a:lnTo>
                <a:lnTo>
                  <a:pt x="4802577" y="5119854"/>
                </a:lnTo>
                <a:cubicBezTo>
                  <a:pt x="4796425" y="5119854"/>
                  <a:pt x="4791712" y="5118961"/>
                  <a:pt x="4788438" y="5117175"/>
                </a:cubicBezTo>
                <a:cubicBezTo>
                  <a:pt x="4785164" y="5115389"/>
                  <a:pt x="4782882" y="5113157"/>
                  <a:pt x="4781592" y="5110478"/>
                </a:cubicBezTo>
                <a:cubicBezTo>
                  <a:pt x="4779707" y="5106608"/>
                  <a:pt x="4778765" y="5100904"/>
                  <a:pt x="4778765" y="5093363"/>
                </a:cubicBezTo>
                <a:lnTo>
                  <a:pt x="4778765" y="5028027"/>
                </a:lnTo>
                <a:cubicBezTo>
                  <a:pt x="4783527" y="5018701"/>
                  <a:pt x="4788141" y="5012004"/>
                  <a:pt x="4792605" y="5007935"/>
                </a:cubicBezTo>
                <a:cubicBezTo>
                  <a:pt x="4794689" y="5005951"/>
                  <a:pt x="4796624" y="5004959"/>
                  <a:pt x="4798410" y="5004959"/>
                </a:cubicBezTo>
                <a:cubicBezTo>
                  <a:pt x="4800493" y="5004959"/>
                  <a:pt x="4803693" y="5006670"/>
                  <a:pt x="4808010" y="5010093"/>
                </a:cubicBezTo>
                <a:cubicBezTo>
                  <a:pt x="4812325" y="5013517"/>
                  <a:pt x="4816219" y="5015228"/>
                  <a:pt x="4819692" y="5015228"/>
                </a:cubicBezTo>
                <a:cubicBezTo>
                  <a:pt x="4823264" y="5015228"/>
                  <a:pt x="4826340" y="5013889"/>
                  <a:pt x="4828919" y="5011210"/>
                </a:cubicBezTo>
                <a:cubicBezTo>
                  <a:pt x="4831499" y="5008531"/>
                  <a:pt x="4832789" y="5005257"/>
                  <a:pt x="4832789" y="5001387"/>
                </a:cubicBezTo>
                <a:cubicBezTo>
                  <a:pt x="4832789" y="4997022"/>
                  <a:pt x="4831003" y="4993177"/>
                  <a:pt x="4827431" y="4989853"/>
                </a:cubicBezTo>
                <a:cubicBezTo>
                  <a:pt x="4823859" y="4986529"/>
                  <a:pt x="4819345" y="4984867"/>
                  <a:pt x="4813888" y="4984867"/>
                </a:cubicBezTo>
                <a:cubicBezTo>
                  <a:pt x="4801882" y="4984867"/>
                  <a:pt x="4790174" y="4995087"/>
                  <a:pt x="4778765" y="5015526"/>
                </a:cubicBezTo>
                <a:lnTo>
                  <a:pt x="4778765" y="4984867"/>
                </a:lnTo>
                <a:close/>
                <a:moveTo>
                  <a:pt x="4653153" y="4984867"/>
                </a:moveTo>
                <a:cubicBezTo>
                  <a:pt x="4641842" y="4984867"/>
                  <a:pt x="4631127" y="4987819"/>
                  <a:pt x="4621006" y="4993722"/>
                </a:cubicBezTo>
                <a:cubicBezTo>
                  <a:pt x="4610886" y="4999626"/>
                  <a:pt x="4602725" y="5008754"/>
                  <a:pt x="4596524" y="5021107"/>
                </a:cubicBezTo>
                <a:cubicBezTo>
                  <a:pt x="4590323" y="5033459"/>
                  <a:pt x="4587222" y="5045887"/>
                  <a:pt x="4587222" y="5058388"/>
                </a:cubicBezTo>
                <a:cubicBezTo>
                  <a:pt x="4587222" y="5075553"/>
                  <a:pt x="4592333" y="5091031"/>
                  <a:pt x="4602552" y="5104823"/>
                </a:cubicBezTo>
                <a:cubicBezTo>
                  <a:pt x="4614657" y="5121194"/>
                  <a:pt x="4630979" y="5129379"/>
                  <a:pt x="4651516" y="5129379"/>
                </a:cubicBezTo>
                <a:cubicBezTo>
                  <a:pt x="4664117" y="5129379"/>
                  <a:pt x="4675552" y="5126204"/>
                  <a:pt x="4685821" y="5119854"/>
                </a:cubicBezTo>
                <a:cubicBezTo>
                  <a:pt x="4696090" y="5113504"/>
                  <a:pt x="4704152" y="5104078"/>
                  <a:pt x="4710006" y="5091577"/>
                </a:cubicBezTo>
                <a:cubicBezTo>
                  <a:pt x="4715860" y="5079075"/>
                  <a:pt x="4718787" y="5066723"/>
                  <a:pt x="4718787" y="5054519"/>
                </a:cubicBezTo>
                <a:cubicBezTo>
                  <a:pt x="4718787" y="5037155"/>
                  <a:pt x="4713478" y="5021776"/>
                  <a:pt x="4702862" y="5008382"/>
                </a:cubicBezTo>
                <a:cubicBezTo>
                  <a:pt x="4690361" y="4992706"/>
                  <a:pt x="4673792" y="4984867"/>
                  <a:pt x="4653153" y="4984867"/>
                </a:cubicBezTo>
                <a:close/>
                <a:moveTo>
                  <a:pt x="4042661" y="4984867"/>
                </a:moveTo>
                <a:cubicBezTo>
                  <a:pt x="4030457" y="4984867"/>
                  <a:pt x="4020510" y="4988637"/>
                  <a:pt x="4012821" y="4996178"/>
                </a:cubicBezTo>
                <a:cubicBezTo>
                  <a:pt x="4005132" y="5003719"/>
                  <a:pt x="4001287" y="5013095"/>
                  <a:pt x="4001287" y="5024307"/>
                </a:cubicBezTo>
                <a:cubicBezTo>
                  <a:pt x="4001287" y="5032939"/>
                  <a:pt x="4003519" y="5040082"/>
                  <a:pt x="4007984" y="5045738"/>
                </a:cubicBezTo>
                <a:cubicBezTo>
                  <a:pt x="4012449" y="5051493"/>
                  <a:pt x="4021875" y="5057942"/>
                  <a:pt x="4036262" y="5065085"/>
                </a:cubicBezTo>
                <a:cubicBezTo>
                  <a:pt x="4050648" y="5072229"/>
                  <a:pt x="4060248" y="5078133"/>
                  <a:pt x="4065060" y="5082796"/>
                </a:cubicBezTo>
                <a:cubicBezTo>
                  <a:pt x="4069872" y="5087459"/>
                  <a:pt x="4072278" y="5093214"/>
                  <a:pt x="4072278" y="5100060"/>
                </a:cubicBezTo>
                <a:cubicBezTo>
                  <a:pt x="4072278" y="5105716"/>
                  <a:pt x="4070120" y="5110552"/>
                  <a:pt x="4065804" y="5114571"/>
                </a:cubicBezTo>
                <a:cubicBezTo>
                  <a:pt x="4061488" y="5118589"/>
                  <a:pt x="4055907" y="5120598"/>
                  <a:pt x="4049061" y="5120598"/>
                </a:cubicBezTo>
                <a:cubicBezTo>
                  <a:pt x="4039337" y="5120598"/>
                  <a:pt x="4030557" y="5117076"/>
                  <a:pt x="4022718" y="5110032"/>
                </a:cubicBezTo>
                <a:cubicBezTo>
                  <a:pt x="4014880" y="5102987"/>
                  <a:pt x="4009571" y="5092520"/>
                  <a:pt x="4006793" y="5078629"/>
                </a:cubicBezTo>
                <a:lnTo>
                  <a:pt x="4001882" y="5078629"/>
                </a:lnTo>
                <a:lnTo>
                  <a:pt x="4001882" y="5127296"/>
                </a:lnTo>
                <a:lnTo>
                  <a:pt x="4006793" y="5127296"/>
                </a:lnTo>
                <a:cubicBezTo>
                  <a:pt x="4008084" y="5124716"/>
                  <a:pt x="4009870" y="5123426"/>
                  <a:pt x="4012151" y="5123426"/>
                </a:cubicBezTo>
                <a:cubicBezTo>
                  <a:pt x="4014235" y="5123426"/>
                  <a:pt x="4016913" y="5123922"/>
                  <a:pt x="4020188" y="5124914"/>
                </a:cubicBezTo>
                <a:cubicBezTo>
                  <a:pt x="4030904" y="5127891"/>
                  <a:pt x="4040429" y="5129379"/>
                  <a:pt x="4048763" y="5129379"/>
                </a:cubicBezTo>
                <a:cubicBezTo>
                  <a:pt x="4060372" y="5129379"/>
                  <a:pt x="4070864" y="5125584"/>
                  <a:pt x="4080240" y="5117994"/>
                </a:cubicBezTo>
                <a:cubicBezTo>
                  <a:pt x="4089617" y="5110404"/>
                  <a:pt x="4094304" y="5100407"/>
                  <a:pt x="4094304" y="5088005"/>
                </a:cubicBezTo>
                <a:cubicBezTo>
                  <a:pt x="4094304" y="5071932"/>
                  <a:pt x="4084234" y="5058983"/>
                  <a:pt x="4064092" y="5049161"/>
                </a:cubicBezTo>
                <a:lnTo>
                  <a:pt x="4042364" y="5038594"/>
                </a:lnTo>
                <a:cubicBezTo>
                  <a:pt x="4032938" y="5034030"/>
                  <a:pt x="4026687" y="5029714"/>
                  <a:pt x="4023611" y="5025646"/>
                </a:cubicBezTo>
                <a:cubicBezTo>
                  <a:pt x="4020436" y="5021677"/>
                  <a:pt x="4018849" y="5016915"/>
                  <a:pt x="4018849" y="5011358"/>
                </a:cubicBezTo>
                <a:cubicBezTo>
                  <a:pt x="4018849" y="5006894"/>
                  <a:pt x="4020982" y="5002826"/>
                  <a:pt x="4025249" y="4999155"/>
                </a:cubicBezTo>
                <a:cubicBezTo>
                  <a:pt x="4029515" y="4995484"/>
                  <a:pt x="4035120" y="4993648"/>
                  <a:pt x="4042066" y="4993648"/>
                </a:cubicBezTo>
                <a:cubicBezTo>
                  <a:pt x="4051194" y="4993648"/>
                  <a:pt x="4058710" y="4996277"/>
                  <a:pt x="4064613" y="5001536"/>
                </a:cubicBezTo>
                <a:cubicBezTo>
                  <a:pt x="4070517" y="5006795"/>
                  <a:pt x="4075354" y="5016716"/>
                  <a:pt x="4079124" y="5031301"/>
                </a:cubicBezTo>
                <a:lnTo>
                  <a:pt x="4084035" y="5031301"/>
                </a:lnTo>
                <a:lnTo>
                  <a:pt x="4084035" y="4984867"/>
                </a:lnTo>
                <a:lnTo>
                  <a:pt x="4079124" y="4984867"/>
                </a:lnTo>
                <a:cubicBezTo>
                  <a:pt x="4077934" y="4987248"/>
                  <a:pt x="4076891" y="4988786"/>
                  <a:pt x="4075999" y="4989481"/>
                </a:cubicBezTo>
                <a:cubicBezTo>
                  <a:pt x="4075106" y="4990175"/>
                  <a:pt x="4073865" y="4990523"/>
                  <a:pt x="4072278" y="4990523"/>
                </a:cubicBezTo>
                <a:cubicBezTo>
                  <a:pt x="4070591" y="4990523"/>
                  <a:pt x="4067218" y="4989778"/>
                  <a:pt x="4062158" y="4988290"/>
                </a:cubicBezTo>
                <a:cubicBezTo>
                  <a:pt x="4054518" y="4986008"/>
                  <a:pt x="4048019" y="4984867"/>
                  <a:pt x="4042661" y="4984867"/>
                </a:cubicBezTo>
                <a:close/>
                <a:moveTo>
                  <a:pt x="3295842" y="4984867"/>
                </a:moveTo>
                <a:lnTo>
                  <a:pt x="3254765" y="5001536"/>
                </a:lnTo>
                <a:lnTo>
                  <a:pt x="3256998" y="5006894"/>
                </a:lnTo>
                <a:cubicBezTo>
                  <a:pt x="3260867" y="5005405"/>
                  <a:pt x="3264191" y="5004661"/>
                  <a:pt x="3266969" y="5004661"/>
                </a:cubicBezTo>
                <a:cubicBezTo>
                  <a:pt x="3269549" y="5004661"/>
                  <a:pt x="3271608" y="5005306"/>
                  <a:pt x="3273145" y="5006596"/>
                </a:cubicBezTo>
                <a:cubicBezTo>
                  <a:pt x="3274683" y="5007886"/>
                  <a:pt x="3275824" y="5010317"/>
                  <a:pt x="3276568" y="5013889"/>
                </a:cubicBezTo>
                <a:cubicBezTo>
                  <a:pt x="3277313" y="5017460"/>
                  <a:pt x="3277685" y="5027432"/>
                  <a:pt x="3277685" y="5043803"/>
                </a:cubicBezTo>
                <a:lnTo>
                  <a:pt x="3277685" y="5094405"/>
                </a:lnTo>
                <a:cubicBezTo>
                  <a:pt x="3277685" y="5104327"/>
                  <a:pt x="3276469" y="5111049"/>
                  <a:pt x="3274039" y="5114571"/>
                </a:cubicBezTo>
                <a:cubicBezTo>
                  <a:pt x="3271608" y="5118093"/>
                  <a:pt x="3266920" y="5119854"/>
                  <a:pt x="3259974" y="5119854"/>
                </a:cubicBezTo>
                <a:lnTo>
                  <a:pt x="3256998" y="5119854"/>
                </a:lnTo>
                <a:lnTo>
                  <a:pt x="3256998" y="5125212"/>
                </a:lnTo>
                <a:lnTo>
                  <a:pt x="3324417" y="5125212"/>
                </a:lnTo>
                <a:lnTo>
                  <a:pt x="3324417" y="5119854"/>
                </a:lnTo>
                <a:cubicBezTo>
                  <a:pt x="3316975" y="5119854"/>
                  <a:pt x="3312039" y="5119184"/>
                  <a:pt x="3309608" y="5117845"/>
                </a:cubicBezTo>
                <a:cubicBezTo>
                  <a:pt x="3307177" y="5116506"/>
                  <a:pt x="3305268" y="5114397"/>
                  <a:pt x="3303878" y="5111520"/>
                </a:cubicBezTo>
                <a:cubicBezTo>
                  <a:pt x="3302787" y="5109337"/>
                  <a:pt x="3302241" y="5103632"/>
                  <a:pt x="3302241" y="5094405"/>
                </a:cubicBezTo>
                <a:lnTo>
                  <a:pt x="3302241" y="5022521"/>
                </a:lnTo>
                <a:cubicBezTo>
                  <a:pt x="3313949" y="5009622"/>
                  <a:pt x="3325706" y="5003173"/>
                  <a:pt x="3337513" y="5003173"/>
                </a:cubicBezTo>
                <a:cubicBezTo>
                  <a:pt x="3345153" y="5003173"/>
                  <a:pt x="3350585" y="5005976"/>
                  <a:pt x="3353810" y="5011582"/>
                </a:cubicBezTo>
                <a:cubicBezTo>
                  <a:pt x="3357035" y="5017188"/>
                  <a:pt x="3358647" y="5026192"/>
                  <a:pt x="3358647" y="5038594"/>
                </a:cubicBezTo>
                <a:lnTo>
                  <a:pt x="3358647" y="5094405"/>
                </a:lnTo>
                <a:cubicBezTo>
                  <a:pt x="3358647" y="5102243"/>
                  <a:pt x="3358449" y="5106906"/>
                  <a:pt x="3358052" y="5108394"/>
                </a:cubicBezTo>
                <a:cubicBezTo>
                  <a:pt x="3357060" y="5112165"/>
                  <a:pt x="3355299" y="5115017"/>
                  <a:pt x="3352768" y="5116952"/>
                </a:cubicBezTo>
                <a:cubicBezTo>
                  <a:pt x="3350239" y="5118887"/>
                  <a:pt x="3345798" y="5119854"/>
                  <a:pt x="3339448" y="5119854"/>
                </a:cubicBezTo>
                <a:lnTo>
                  <a:pt x="3336621" y="5119854"/>
                </a:lnTo>
                <a:lnTo>
                  <a:pt x="3336621" y="5125212"/>
                </a:lnTo>
                <a:lnTo>
                  <a:pt x="3404040" y="5125212"/>
                </a:lnTo>
                <a:lnTo>
                  <a:pt x="3404040" y="5119854"/>
                </a:lnTo>
                <a:cubicBezTo>
                  <a:pt x="3397491" y="5119854"/>
                  <a:pt x="3393002" y="5119160"/>
                  <a:pt x="3390571" y="5117771"/>
                </a:cubicBezTo>
                <a:cubicBezTo>
                  <a:pt x="3388140" y="5116382"/>
                  <a:pt x="3386379" y="5114447"/>
                  <a:pt x="3385287" y="5111966"/>
                </a:cubicBezTo>
                <a:cubicBezTo>
                  <a:pt x="3383898" y="5108891"/>
                  <a:pt x="3383204" y="5103037"/>
                  <a:pt x="3383204" y="5094405"/>
                </a:cubicBezTo>
                <a:lnTo>
                  <a:pt x="3383204" y="5036213"/>
                </a:lnTo>
                <a:cubicBezTo>
                  <a:pt x="3383204" y="5023910"/>
                  <a:pt x="3382112" y="5014782"/>
                  <a:pt x="3379929" y="5008828"/>
                </a:cubicBezTo>
                <a:cubicBezTo>
                  <a:pt x="3376754" y="5000296"/>
                  <a:pt x="3372488" y="4994169"/>
                  <a:pt x="3367130" y="4990448"/>
                </a:cubicBezTo>
                <a:cubicBezTo>
                  <a:pt x="3361773" y="4986727"/>
                  <a:pt x="3355373" y="4984867"/>
                  <a:pt x="3347932" y="4984867"/>
                </a:cubicBezTo>
                <a:cubicBezTo>
                  <a:pt x="3333445" y="4984867"/>
                  <a:pt x="3318216" y="4994491"/>
                  <a:pt x="3302241" y="5013740"/>
                </a:cubicBezTo>
                <a:lnTo>
                  <a:pt x="3302241" y="4984867"/>
                </a:lnTo>
                <a:close/>
                <a:moveTo>
                  <a:pt x="3185560" y="4984867"/>
                </a:moveTo>
                <a:cubicBezTo>
                  <a:pt x="3169785" y="4984867"/>
                  <a:pt x="3157531" y="4988439"/>
                  <a:pt x="3148799" y="4995583"/>
                </a:cubicBezTo>
                <a:cubicBezTo>
                  <a:pt x="3140068" y="5002726"/>
                  <a:pt x="3135703" y="5010565"/>
                  <a:pt x="3135703" y="5019098"/>
                </a:cubicBezTo>
                <a:cubicBezTo>
                  <a:pt x="3135703" y="5023562"/>
                  <a:pt x="3136869" y="5027085"/>
                  <a:pt x="3139200" y="5029664"/>
                </a:cubicBezTo>
                <a:cubicBezTo>
                  <a:pt x="3141532" y="5032244"/>
                  <a:pt x="3144533" y="5033534"/>
                  <a:pt x="3148204" y="5033534"/>
                </a:cubicBezTo>
                <a:cubicBezTo>
                  <a:pt x="3151974" y="5033534"/>
                  <a:pt x="3155025" y="5032294"/>
                  <a:pt x="3157357" y="5029813"/>
                </a:cubicBezTo>
                <a:cubicBezTo>
                  <a:pt x="3159689" y="5027333"/>
                  <a:pt x="3160855" y="5023811"/>
                  <a:pt x="3160855" y="5019246"/>
                </a:cubicBezTo>
                <a:lnTo>
                  <a:pt x="3160557" y="5010614"/>
                </a:lnTo>
                <a:cubicBezTo>
                  <a:pt x="3160557" y="5006249"/>
                  <a:pt x="3162442" y="5002379"/>
                  <a:pt x="3166212" y="4999006"/>
                </a:cubicBezTo>
                <a:cubicBezTo>
                  <a:pt x="3169884" y="4995632"/>
                  <a:pt x="3174845" y="4993946"/>
                  <a:pt x="3181095" y="4993946"/>
                </a:cubicBezTo>
                <a:cubicBezTo>
                  <a:pt x="3189330" y="4993946"/>
                  <a:pt x="3195606" y="4996476"/>
                  <a:pt x="3199922" y="5001536"/>
                </a:cubicBezTo>
                <a:cubicBezTo>
                  <a:pt x="3204238" y="5006596"/>
                  <a:pt x="3206396" y="5015923"/>
                  <a:pt x="3206396" y="5029516"/>
                </a:cubicBezTo>
                <a:lnTo>
                  <a:pt x="3206396" y="5034873"/>
                </a:lnTo>
                <a:cubicBezTo>
                  <a:pt x="3182981" y="5043406"/>
                  <a:pt x="3166238" y="5050649"/>
                  <a:pt x="3156166" y="5056602"/>
                </a:cubicBezTo>
                <a:cubicBezTo>
                  <a:pt x="3146095" y="5062555"/>
                  <a:pt x="3139027" y="5068906"/>
                  <a:pt x="3134959" y="5075652"/>
                </a:cubicBezTo>
                <a:cubicBezTo>
                  <a:pt x="3131982" y="5080514"/>
                  <a:pt x="3130494" y="5086269"/>
                  <a:pt x="3130494" y="5092916"/>
                </a:cubicBezTo>
                <a:cubicBezTo>
                  <a:pt x="3130494" y="5103434"/>
                  <a:pt x="3133544" y="5111917"/>
                  <a:pt x="3139647" y="5118366"/>
                </a:cubicBezTo>
                <a:cubicBezTo>
                  <a:pt x="3145748" y="5124815"/>
                  <a:pt x="3153512" y="5128040"/>
                  <a:pt x="3162938" y="5128040"/>
                </a:cubicBezTo>
                <a:cubicBezTo>
                  <a:pt x="3168991" y="5128040"/>
                  <a:pt x="3174696" y="5126800"/>
                  <a:pt x="3180053" y="5124319"/>
                </a:cubicBezTo>
                <a:cubicBezTo>
                  <a:pt x="3183625" y="5122633"/>
                  <a:pt x="3192406" y="5116382"/>
                  <a:pt x="3206396" y="5105567"/>
                </a:cubicBezTo>
                <a:cubicBezTo>
                  <a:pt x="3206495" y="5113703"/>
                  <a:pt x="3207983" y="5119457"/>
                  <a:pt x="3210861" y="5122831"/>
                </a:cubicBezTo>
                <a:cubicBezTo>
                  <a:pt x="3213738" y="5126204"/>
                  <a:pt x="3217608" y="5127891"/>
                  <a:pt x="3222470" y="5127891"/>
                </a:cubicBezTo>
                <a:cubicBezTo>
                  <a:pt x="3232590" y="5127891"/>
                  <a:pt x="3243206" y="5120450"/>
                  <a:pt x="3254319" y="5105567"/>
                </a:cubicBezTo>
                <a:lnTo>
                  <a:pt x="3254319" y="5097232"/>
                </a:lnTo>
                <a:cubicBezTo>
                  <a:pt x="3248365" y="5103185"/>
                  <a:pt x="3244347" y="5106807"/>
                  <a:pt x="3242263" y="5108097"/>
                </a:cubicBezTo>
                <a:cubicBezTo>
                  <a:pt x="3241073" y="5108791"/>
                  <a:pt x="3239684" y="5109139"/>
                  <a:pt x="3238097" y="5109139"/>
                </a:cubicBezTo>
                <a:cubicBezTo>
                  <a:pt x="3236608" y="5109139"/>
                  <a:pt x="3235293" y="5108643"/>
                  <a:pt x="3234153" y="5107650"/>
                </a:cubicBezTo>
                <a:cubicBezTo>
                  <a:pt x="3233012" y="5106658"/>
                  <a:pt x="3232193" y="5104699"/>
                  <a:pt x="3231697" y="5101772"/>
                </a:cubicBezTo>
                <a:cubicBezTo>
                  <a:pt x="3231201" y="5098845"/>
                  <a:pt x="3230953" y="5090882"/>
                  <a:pt x="3230953" y="5077885"/>
                </a:cubicBezTo>
                <a:lnTo>
                  <a:pt x="3230953" y="5031599"/>
                </a:lnTo>
                <a:cubicBezTo>
                  <a:pt x="3230953" y="5018403"/>
                  <a:pt x="3230060" y="5009672"/>
                  <a:pt x="3228273" y="5005405"/>
                </a:cubicBezTo>
                <a:cubicBezTo>
                  <a:pt x="3225496" y="4998857"/>
                  <a:pt x="3221179" y="4994045"/>
                  <a:pt x="3215326" y="4990969"/>
                </a:cubicBezTo>
                <a:cubicBezTo>
                  <a:pt x="3207586" y="4986901"/>
                  <a:pt x="3197665" y="4984867"/>
                  <a:pt x="3185560" y="4984867"/>
                </a:cubicBezTo>
                <a:close/>
                <a:moveTo>
                  <a:pt x="3061735" y="4984867"/>
                </a:moveTo>
                <a:cubicBezTo>
                  <a:pt x="3043876" y="4984867"/>
                  <a:pt x="3028571" y="4991564"/>
                  <a:pt x="3015822" y="5004959"/>
                </a:cubicBezTo>
                <a:cubicBezTo>
                  <a:pt x="3003072" y="5018353"/>
                  <a:pt x="2996697" y="5035766"/>
                  <a:pt x="2996697" y="5057198"/>
                </a:cubicBezTo>
                <a:cubicBezTo>
                  <a:pt x="2996697" y="5079324"/>
                  <a:pt x="3002452" y="5096885"/>
                  <a:pt x="3013961" y="5109883"/>
                </a:cubicBezTo>
                <a:cubicBezTo>
                  <a:pt x="3025471" y="5122880"/>
                  <a:pt x="3038964" y="5129379"/>
                  <a:pt x="3054443" y="5129379"/>
                </a:cubicBezTo>
                <a:cubicBezTo>
                  <a:pt x="3067440" y="5129379"/>
                  <a:pt x="3079297" y="5124542"/>
                  <a:pt x="3090012" y="5114868"/>
                </a:cubicBezTo>
                <a:cubicBezTo>
                  <a:pt x="3100728" y="5105195"/>
                  <a:pt x="3107921" y="5091379"/>
                  <a:pt x="3111592" y="5073420"/>
                </a:cubicBezTo>
                <a:lnTo>
                  <a:pt x="3107276" y="5071336"/>
                </a:lnTo>
                <a:cubicBezTo>
                  <a:pt x="3102117" y="5083342"/>
                  <a:pt x="3096809" y="5091627"/>
                  <a:pt x="3091352" y="5096191"/>
                </a:cubicBezTo>
                <a:cubicBezTo>
                  <a:pt x="3083613" y="5102838"/>
                  <a:pt x="3074881" y="5106162"/>
                  <a:pt x="3065158" y="5106162"/>
                </a:cubicBezTo>
                <a:cubicBezTo>
                  <a:pt x="3051565" y="5106162"/>
                  <a:pt x="3040775" y="5099936"/>
                  <a:pt x="3032788" y="5087484"/>
                </a:cubicBezTo>
                <a:cubicBezTo>
                  <a:pt x="3024801" y="5075032"/>
                  <a:pt x="3020808" y="5060670"/>
                  <a:pt x="3020808" y="5044398"/>
                </a:cubicBezTo>
                <a:cubicBezTo>
                  <a:pt x="3020808" y="5028424"/>
                  <a:pt x="3024826" y="5015575"/>
                  <a:pt x="3032862" y="5005852"/>
                </a:cubicBezTo>
                <a:cubicBezTo>
                  <a:pt x="3038915" y="4998510"/>
                  <a:pt x="3046902" y="4994839"/>
                  <a:pt x="3056823" y="4994839"/>
                </a:cubicBezTo>
                <a:cubicBezTo>
                  <a:pt x="3062976" y="4994839"/>
                  <a:pt x="3067787" y="4996327"/>
                  <a:pt x="3071260" y="4999303"/>
                </a:cubicBezTo>
                <a:cubicBezTo>
                  <a:pt x="3074733" y="5002379"/>
                  <a:pt x="3076741" y="5006844"/>
                  <a:pt x="3077288" y="5012698"/>
                </a:cubicBezTo>
                <a:cubicBezTo>
                  <a:pt x="3077833" y="5018552"/>
                  <a:pt x="3078949" y="5022521"/>
                  <a:pt x="3080636" y="5024604"/>
                </a:cubicBezTo>
                <a:cubicBezTo>
                  <a:pt x="3083613" y="5028375"/>
                  <a:pt x="3088028" y="5030260"/>
                  <a:pt x="3093882" y="5030260"/>
                </a:cubicBezTo>
                <a:cubicBezTo>
                  <a:pt x="3098248" y="5030260"/>
                  <a:pt x="3101646" y="5029094"/>
                  <a:pt x="3104077" y="5026762"/>
                </a:cubicBezTo>
                <a:cubicBezTo>
                  <a:pt x="3106508" y="5024431"/>
                  <a:pt x="3107723" y="5021380"/>
                  <a:pt x="3107723" y="5017609"/>
                </a:cubicBezTo>
                <a:cubicBezTo>
                  <a:pt x="3107723" y="5009970"/>
                  <a:pt x="3103407" y="5002603"/>
                  <a:pt x="3094774" y="4995508"/>
                </a:cubicBezTo>
                <a:cubicBezTo>
                  <a:pt x="3086143" y="4988414"/>
                  <a:pt x="3075130" y="4984867"/>
                  <a:pt x="3061735" y="4984867"/>
                </a:cubicBezTo>
                <a:close/>
                <a:moveTo>
                  <a:pt x="2771967" y="4984867"/>
                </a:moveTo>
                <a:lnTo>
                  <a:pt x="2730890" y="5001536"/>
                </a:lnTo>
                <a:lnTo>
                  <a:pt x="2733123" y="5006894"/>
                </a:lnTo>
                <a:cubicBezTo>
                  <a:pt x="2736992" y="5005405"/>
                  <a:pt x="2740316" y="5004661"/>
                  <a:pt x="2743094" y="5004661"/>
                </a:cubicBezTo>
                <a:cubicBezTo>
                  <a:pt x="2745674" y="5004661"/>
                  <a:pt x="2747733" y="5005306"/>
                  <a:pt x="2749270" y="5006596"/>
                </a:cubicBezTo>
                <a:cubicBezTo>
                  <a:pt x="2750808" y="5007886"/>
                  <a:pt x="2751949" y="5010317"/>
                  <a:pt x="2752693" y="5013889"/>
                </a:cubicBezTo>
                <a:cubicBezTo>
                  <a:pt x="2753438" y="5017460"/>
                  <a:pt x="2753809" y="5027432"/>
                  <a:pt x="2753809" y="5043803"/>
                </a:cubicBezTo>
                <a:lnTo>
                  <a:pt x="2753809" y="5094405"/>
                </a:lnTo>
                <a:cubicBezTo>
                  <a:pt x="2753809" y="5104327"/>
                  <a:pt x="2752594" y="5111049"/>
                  <a:pt x="2750164" y="5114571"/>
                </a:cubicBezTo>
                <a:cubicBezTo>
                  <a:pt x="2747733" y="5118093"/>
                  <a:pt x="2743044" y="5119854"/>
                  <a:pt x="2736100" y="5119854"/>
                </a:cubicBezTo>
                <a:lnTo>
                  <a:pt x="2733123" y="5119854"/>
                </a:lnTo>
                <a:lnTo>
                  <a:pt x="2733123" y="5125212"/>
                </a:lnTo>
                <a:lnTo>
                  <a:pt x="2800542" y="5125212"/>
                </a:lnTo>
                <a:lnTo>
                  <a:pt x="2800542" y="5119854"/>
                </a:lnTo>
                <a:cubicBezTo>
                  <a:pt x="2793100" y="5119854"/>
                  <a:pt x="2788164" y="5119184"/>
                  <a:pt x="2785733" y="5117845"/>
                </a:cubicBezTo>
                <a:cubicBezTo>
                  <a:pt x="2783302" y="5116506"/>
                  <a:pt x="2781392" y="5114397"/>
                  <a:pt x="2780003" y="5111520"/>
                </a:cubicBezTo>
                <a:cubicBezTo>
                  <a:pt x="2778912" y="5109337"/>
                  <a:pt x="2778366" y="5103632"/>
                  <a:pt x="2778366" y="5094405"/>
                </a:cubicBezTo>
                <a:lnTo>
                  <a:pt x="2778366" y="5022521"/>
                </a:lnTo>
                <a:cubicBezTo>
                  <a:pt x="2790074" y="5009622"/>
                  <a:pt x="2801832" y="5003173"/>
                  <a:pt x="2813638" y="5003173"/>
                </a:cubicBezTo>
                <a:cubicBezTo>
                  <a:pt x="2821278" y="5003173"/>
                  <a:pt x="2826710" y="5005976"/>
                  <a:pt x="2829935" y="5011582"/>
                </a:cubicBezTo>
                <a:cubicBezTo>
                  <a:pt x="2833160" y="5017188"/>
                  <a:pt x="2834772" y="5026192"/>
                  <a:pt x="2834772" y="5038594"/>
                </a:cubicBezTo>
                <a:lnTo>
                  <a:pt x="2834772" y="5094405"/>
                </a:lnTo>
                <a:cubicBezTo>
                  <a:pt x="2834772" y="5102243"/>
                  <a:pt x="2834574" y="5106906"/>
                  <a:pt x="2834177" y="5108394"/>
                </a:cubicBezTo>
                <a:cubicBezTo>
                  <a:pt x="2833185" y="5112165"/>
                  <a:pt x="2831424" y="5115017"/>
                  <a:pt x="2828894" y="5116952"/>
                </a:cubicBezTo>
                <a:cubicBezTo>
                  <a:pt x="2826364" y="5118887"/>
                  <a:pt x="2821923" y="5119854"/>
                  <a:pt x="2815573" y="5119854"/>
                </a:cubicBezTo>
                <a:lnTo>
                  <a:pt x="2812746" y="5119854"/>
                </a:lnTo>
                <a:lnTo>
                  <a:pt x="2812746" y="5125212"/>
                </a:lnTo>
                <a:lnTo>
                  <a:pt x="2880165" y="5125212"/>
                </a:lnTo>
                <a:lnTo>
                  <a:pt x="2880165" y="5119854"/>
                </a:lnTo>
                <a:cubicBezTo>
                  <a:pt x="2873616" y="5119854"/>
                  <a:pt x="2869127" y="5119160"/>
                  <a:pt x="2866696" y="5117771"/>
                </a:cubicBezTo>
                <a:cubicBezTo>
                  <a:pt x="2864265" y="5116382"/>
                  <a:pt x="2862504" y="5114447"/>
                  <a:pt x="2861413" y="5111966"/>
                </a:cubicBezTo>
                <a:cubicBezTo>
                  <a:pt x="2860024" y="5108891"/>
                  <a:pt x="2859329" y="5103037"/>
                  <a:pt x="2859329" y="5094405"/>
                </a:cubicBezTo>
                <a:lnTo>
                  <a:pt x="2859329" y="5036213"/>
                </a:lnTo>
                <a:cubicBezTo>
                  <a:pt x="2859329" y="5023910"/>
                  <a:pt x="2858237" y="5014782"/>
                  <a:pt x="2856054" y="5008828"/>
                </a:cubicBezTo>
                <a:cubicBezTo>
                  <a:pt x="2852880" y="5000296"/>
                  <a:pt x="2848613" y="4994169"/>
                  <a:pt x="2843255" y="4990448"/>
                </a:cubicBezTo>
                <a:cubicBezTo>
                  <a:pt x="2837898" y="4986727"/>
                  <a:pt x="2831497" y="4984867"/>
                  <a:pt x="2824057" y="4984867"/>
                </a:cubicBezTo>
                <a:cubicBezTo>
                  <a:pt x="2809571" y="4984867"/>
                  <a:pt x="2794340" y="4994491"/>
                  <a:pt x="2778366" y="5013740"/>
                </a:cubicBezTo>
                <a:lnTo>
                  <a:pt x="2778366" y="4984867"/>
                </a:lnTo>
                <a:close/>
                <a:moveTo>
                  <a:pt x="2652904" y="4984867"/>
                </a:moveTo>
                <a:cubicBezTo>
                  <a:pt x="2641593" y="4984867"/>
                  <a:pt x="2630877" y="4987819"/>
                  <a:pt x="2620758" y="4993722"/>
                </a:cubicBezTo>
                <a:cubicBezTo>
                  <a:pt x="2610637" y="4999626"/>
                  <a:pt x="2602476" y="5008754"/>
                  <a:pt x="2596275" y="5021107"/>
                </a:cubicBezTo>
                <a:cubicBezTo>
                  <a:pt x="2590074" y="5033459"/>
                  <a:pt x="2586973" y="5045887"/>
                  <a:pt x="2586973" y="5058388"/>
                </a:cubicBezTo>
                <a:cubicBezTo>
                  <a:pt x="2586973" y="5075553"/>
                  <a:pt x="2592083" y="5091031"/>
                  <a:pt x="2602303" y="5104823"/>
                </a:cubicBezTo>
                <a:cubicBezTo>
                  <a:pt x="2614407" y="5121194"/>
                  <a:pt x="2630729" y="5129379"/>
                  <a:pt x="2651267" y="5129379"/>
                </a:cubicBezTo>
                <a:cubicBezTo>
                  <a:pt x="2663868" y="5129379"/>
                  <a:pt x="2675303" y="5126204"/>
                  <a:pt x="2685572" y="5119854"/>
                </a:cubicBezTo>
                <a:cubicBezTo>
                  <a:pt x="2695841" y="5113504"/>
                  <a:pt x="2703903" y="5104078"/>
                  <a:pt x="2709757" y="5091577"/>
                </a:cubicBezTo>
                <a:cubicBezTo>
                  <a:pt x="2715610" y="5079075"/>
                  <a:pt x="2718537" y="5066723"/>
                  <a:pt x="2718537" y="5054519"/>
                </a:cubicBezTo>
                <a:cubicBezTo>
                  <a:pt x="2718537" y="5037155"/>
                  <a:pt x="2713229" y="5021776"/>
                  <a:pt x="2702613" y="5008382"/>
                </a:cubicBezTo>
                <a:cubicBezTo>
                  <a:pt x="2690112" y="4992706"/>
                  <a:pt x="2673542" y="4984867"/>
                  <a:pt x="2652904" y="4984867"/>
                </a:cubicBezTo>
                <a:close/>
                <a:moveTo>
                  <a:pt x="2540986" y="4984867"/>
                </a:moveTo>
                <a:lnTo>
                  <a:pt x="2499909" y="5001536"/>
                </a:lnTo>
                <a:lnTo>
                  <a:pt x="2501993" y="5006894"/>
                </a:lnTo>
                <a:cubicBezTo>
                  <a:pt x="2505961" y="5005405"/>
                  <a:pt x="2509335" y="5004661"/>
                  <a:pt x="2512113" y="5004661"/>
                </a:cubicBezTo>
                <a:cubicBezTo>
                  <a:pt x="2514692" y="5004661"/>
                  <a:pt x="2516726" y="5005282"/>
                  <a:pt x="2518214" y="5006522"/>
                </a:cubicBezTo>
                <a:cubicBezTo>
                  <a:pt x="2519703" y="5007762"/>
                  <a:pt x="2520794" y="5009970"/>
                  <a:pt x="2521489" y="5013144"/>
                </a:cubicBezTo>
                <a:cubicBezTo>
                  <a:pt x="2522382" y="5017510"/>
                  <a:pt x="2522828" y="5027085"/>
                  <a:pt x="2522828" y="5041868"/>
                </a:cubicBezTo>
                <a:lnTo>
                  <a:pt x="2522828" y="5094405"/>
                </a:lnTo>
                <a:cubicBezTo>
                  <a:pt x="2522828" y="5102838"/>
                  <a:pt x="2522159" y="5108543"/>
                  <a:pt x="2520819" y="5111520"/>
                </a:cubicBezTo>
                <a:cubicBezTo>
                  <a:pt x="2519479" y="5114496"/>
                  <a:pt x="2517669" y="5116630"/>
                  <a:pt x="2515387" y="5117919"/>
                </a:cubicBezTo>
                <a:cubicBezTo>
                  <a:pt x="2513105" y="5119209"/>
                  <a:pt x="2508640" y="5119854"/>
                  <a:pt x="2501993" y="5119854"/>
                </a:cubicBezTo>
                <a:lnTo>
                  <a:pt x="2501993" y="5125212"/>
                </a:lnTo>
                <a:lnTo>
                  <a:pt x="2568221" y="5125212"/>
                </a:lnTo>
                <a:lnTo>
                  <a:pt x="2568221" y="5119854"/>
                </a:lnTo>
                <a:cubicBezTo>
                  <a:pt x="2561772" y="5119854"/>
                  <a:pt x="2557332" y="5119160"/>
                  <a:pt x="2554901" y="5117771"/>
                </a:cubicBezTo>
                <a:cubicBezTo>
                  <a:pt x="2552470" y="5116382"/>
                  <a:pt x="2550634" y="5114273"/>
                  <a:pt x="2549394" y="5111445"/>
                </a:cubicBezTo>
                <a:cubicBezTo>
                  <a:pt x="2548154" y="5108618"/>
                  <a:pt x="2547534" y="5102937"/>
                  <a:pt x="2547534" y="5094405"/>
                </a:cubicBezTo>
                <a:lnTo>
                  <a:pt x="2547534" y="4984867"/>
                </a:lnTo>
                <a:close/>
                <a:moveTo>
                  <a:pt x="2337835" y="4984867"/>
                </a:moveTo>
                <a:cubicBezTo>
                  <a:pt x="2322059" y="4984867"/>
                  <a:pt x="2309806" y="4988439"/>
                  <a:pt x="2301074" y="4995583"/>
                </a:cubicBezTo>
                <a:cubicBezTo>
                  <a:pt x="2292343" y="5002726"/>
                  <a:pt x="2287978" y="5010565"/>
                  <a:pt x="2287978" y="5019098"/>
                </a:cubicBezTo>
                <a:cubicBezTo>
                  <a:pt x="2287978" y="5023562"/>
                  <a:pt x="2289144" y="5027085"/>
                  <a:pt x="2291475" y="5029664"/>
                </a:cubicBezTo>
                <a:cubicBezTo>
                  <a:pt x="2293806" y="5032244"/>
                  <a:pt x="2296808" y="5033534"/>
                  <a:pt x="2300479" y="5033534"/>
                </a:cubicBezTo>
                <a:cubicBezTo>
                  <a:pt x="2304250" y="5033534"/>
                  <a:pt x="2307300" y="5032294"/>
                  <a:pt x="2309632" y="5029813"/>
                </a:cubicBezTo>
                <a:cubicBezTo>
                  <a:pt x="2311964" y="5027333"/>
                  <a:pt x="2313130" y="5023811"/>
                  <a:pt x="2313130" y="5019246"/>
                </a:cubicBezTo>
                <a:lnTo>
                  <a:pt x="2312831" y="5010614"/>
                </a:lnTo>
                <a:cubicBezTo>
                  <a:pt x="2312831" y="5006249"/>
                  <a:pt x="2314717" y="5002379"/>
                  <a:pt x="2318487" y="4999006"/>
                </a:cubicBezTo>
                <a:cubicBezTo>
                  <a:pt x="2322158" y="4995632"/>
                  <a:pt x="2327119" y="4993946"/>
                  <a:pt x="2333370" y="4993946"/>
                </a:cubicBezTo>
                <a:cubicBezTo>
                  <a:pt x="2341605" y="4993946"/>
                  <a:pt x="2347881" y="4996476"/>
                  <a:pt x="2352197" y="5001536"/>
                </a:cubicBezTo>
                <a:cubicBezTo>
                  <a:pt x="2356513" y="5006596"/>
                  <a:pt x="2358671" y="5015923"/>
                  <a:pt x="2358671" y="5029516"/>
                </a:cubicBezTo>
                <a:lnTo>
                  <a:pt x="2358671" y="5034873"/>
                </a:lnTo>
                <a:cubicBezTo>
                  <a:pt x="2335256" y="5043406"/>
                  <a:pt x="2318512" y="5050649"/>
                  <a:pt x="2308441" y="5056602"/>
                </a:cubicBezTo>
                <a:cubicBezTo>
                  <a:pt x="2298371" y="5062555"/>
                  <a:pt x="2291301" y="5068906"/>
                  <a:pt x="2287234" y="5075652"/>
                </a:cubicBezTo>
                <a:cubicBezTo>
                  <a:pt x="2284257" y="5080514"/>
                  <a:pt x="2282768" y="5086269"/>
                  <a:pt x="2282768" y="5092916"/>
                </a:cubicBezTo>
                <a:cubicBezTo>
                  <a:pt x="2282768" y="5103434"/>
                  <a:pt x="2285820" y="5111917"/>
                  <a:pt x="2291922" y="5118366"/>
                </a:cubicBezTo>
                <a:cubicBezTo>
                  <a:pt x="2298024" y="5124815"/>
                  <a:pt x="2305787" y="5128040"/>
                  <a:pt x="2315213" y="5128040"/>
                </a:cubicBezTo>
                <a:cubicBezTo>
                  <a:pt x="2321266" y="5128040"/>
                  <a:pt x="2326970" y="5126800"/>
                  <a:pt x="2332328" y="5124319"/>
                </a:cubicBezTo>
                <a:cubicBezTo>
                  <a:pt x="2335900" y="5122633"/>
                  <a:pt x="2344681" y="5116382"/>
                  <a:pt x="2358671" y="5105567"/>
                </a:cubicBezTo>
                <a:cubicBezTo>
                  <a:pt x="2358770" y="5113703"/>
                  <a:pt x="2360258" y="5119457"/>
                  <a:pt x="2363136" y="5122831"/>
                </a:cubicBezTo>
                <a:cubicBezTo>
                  <a:pt x="2366013" y="5126204"/>
                  <a:pt x="2369883" y="5127891"/>
                  <a:pt x="2374744" y="5127891"/>
                </a:cubicBezTo>
                <a:cubicBezTo>
                  <a:pt x="2384865" y="5127891"/>
                  <a:pt x="2395481" y="5120450"/>
                  <a:pt x="2406594" y="5105567"/>
                </a:cubicBezTo>
                <a:lnTo>
                  <a:pt x="2406594" y="5097232"/>
                </a:lnTo>
                <a:cubicBezTo>
                  <a:pt x="2400641" y="5103185"/>
                  <a:pt x="2396622" y="5106807"/>
                  <a:pt x="2394538" y="5108097"/>
                </a:cubicBezTo>
                <a:cubicBezTo>
                  <a:pt x="2393348" y="5108791"/>
                  <a:pt x="2391959" y="5109139"/>
                  <a:pt x="2390372" y="5109139"/>
                </a:cubicBezTo>
                <a:cubicBezTo>
                  <a:pt x="2388883" y="5109139"/>
                  <a:pt x="2387569" y="5108643"/>
                  <a:pt x="2386428" y="5107650"/>
                </a:cubicBezTo>
                <a:cubicBezTo>
                  <a:pt x="2385286" y="5106658"/>
                  <a:pt x="2384468" y="5104699"/>
                  <a:pt x="2383971" y="5101772"/>
                </a:cubicBezTo>
                <a:cubicBezTo>
                  <a:pt x="2383476" y="5098845"/>
                  <a:pt x="2383228" y="5090882"/>
                  <a:pt x="2383228" y="5077885"/>
                </a:cubicBezTo>
                <a:lnTo>
                  <a:pt x="2383228" y="5031599"/>
                </a:lnTo>
                <a:cubicBezTo>
                  <a:pt x="2383228" y="5018403"/>
                  <a:pt x="2382334" y="5009672"/>
                  <a:pt x="2380549" y="5005405"/>
                </a:cubicBezTo>
                <a:cubicBezTo>
                  <a:pt x="2377770" y="4998857"/>
                  <a:pt x="2373454" y="4994045"/>
                  <a:pt x="2367600" y="4990969"/>
                </a:cubicBezTo>
                <a:cubicBezTo>
                  <a:pt x="2359861" y="4986901"/>
                  <a:pt x="2349940" y="4984867"/>
                  <a:pt x="2337835" y="4984867"/>
                </a:cubicBezTo>
                <a:close/>
                <a:moveTo>
                  <a:pt x="2096436" y="4984867"/>
                </a:moveTo>
                <a:lnTo>
                  <a:pt x="2055359" y="5001536"/>
                </a:lnTo>
                <a:lnTo>
                  <a:pt x="2057591" y="5006894"/>
                </a:lnTo>
                <a:cubicBezTo>
                  <a:pt x="2061461" y="5005405"/>
                  <a:pt x="2064785" y="5004661"/>
                  <a:pt x="2067563" y="5004661"/>
                </a:cubicBezTo>
                <a:cubicBezTo>
                  <a:pt x="2070143" y="5004661"/>
                  <a:pt x="2072177" y="5005282"/>
                  <a:pt x="2073665" y="5006522"/>
                </a:cubicBezTo>
                <a:cubicBezTo>
                  <a:pt x="2075153" y="5007762"/>
                  <a:pt x="2076244" y="5010019"/>
                  <a:pt x="2076939" y="5013293"/>
                </a:cubicBezTo>
                <a:cubicBezTo>
                  <a:pt x="2077832" y="5017659"/>
                  <a:pt x="2078279" y="5027333"/>
                  <a:pt x="2078279" y="5042315"/>
                </a:cubicBezTo>
                <a:lnTo>
                  <a:pt x="2078279" y="5094405"/>
                </a:lnTo>
                <a:cubicBezTo>
                  <a:pt x="2078279" y="5102838"/>
                  <a:pt x="2077634" y="5108519"/>
                  <a:pt x="2076344" y="5111445"/>
                </a:cubicBezTo>
                <a:cubicBezTo>
                  <a:pt x="2075054" y="5114373"/>
                  <a:pt x="2073169" y="5116506"/>
                  <a:pt x="2070688" y="5117845"/>
                </a:cubicBezTo>
                <a:cubicBezTo>
                  <a:pt x="2068208" y="5119184"/>
                  <a:pt x="2063842" y="5119854"/>
                  <a:pt x="2057591" y="5119854"/>
                </a:cubicBezTo>
                <a:lnTo>
                  <a:pt x="2057591" y="5125212"/>
                </a:lnTo>
                <a:lnTo>
                  <a:pt x="2125011" y="5125212"/>
                </a:lnTo>
                <a:lnTo>
                  <a:pt x="2125011" y="5119854"/>
                </a:lnTo>
                <a:cubicBezTo>
                  <a:pt x="2117569" y="5119854"/>
                  <a:pt x="2112633" y="5119184"/>
                  <a:pt x="2110202" y="5117845"/>
                </a:cubicBezTo>
                <a:cubicBezTo>
                  <a:pt x="2107771" y="5116506"/>
                  <a:pt x="2105936" y="5114496"/>
                  <a:pt x="2104696" y="5111817"/>
                </a:cubicBezTo>
                <a:cubicBezTo>
                  <a:pt x="2103456" y="5109139"/>
                  <a:pt x="2102835" y="5103334"/>
                  <a:pt x="2102835" y="5094405"/>
                </a:cubicBezTo>
                <a:lnTo>
                  <a:pt x="2102835" y="5021330"/>
                </a:lnTo>
                <a:cubicBezTo>
                  <a:pt x="2107300" y="5015873"/>
                  <a:pt x="2113650" y="5010962"/>
                  <a:pt x="2121885" y="5006596"/>
                </a:cubicBezTo>
                <a:cubicBezTo>
                  <a:pt x="2127144" y="5003719"/>
                  <a:pt x="2132452" y="5002280"/>
                  <a:pt x="2137810" y="5002280"/>
                </a:cubicBezTo>
                <a:cubicBezTo>
                  <a:pt x="2145648" y="5002280"/>
                  <a:pt x="2151750" y="5005455"/>
                  <a:pt x="2156116" y="5011805"/>
                </a:cubicBezTo>
                <a:cubicBezTo>
                  <a:pt x="2159390" y="5016667"/>
                  <a:pt x="2161027" y="5024654"/>
                  <a:pt x="2161027" y="5035766"/>
                </a:cubicBezTo>
                <a:lnTo>
                  <a:pt x="2161027" y="5094405"/>
                </a:lnTo>
                <a:cubicBezTo>
                  <a:pt x="2161027" y="5102541"/>
                  <a:pt x="2160779" y="5107452"/>
                  <a:pt x="2160283" y="5109139"/>
                </a:cubicBezTo>
                <a:cubicBezTo>
                  <a:pt x="2159192" y="5112710"/>
                  <a:pt x="2157232" y="5115389"/>
                  <a:pt x="2154404" y="5117175"/>
                </a:cubicBezTo>
                <a:cubicBezTo>
                  <a:pt x="2151576" y="5118961"/>
                  <a:pt x="2146392" y="5119854"/>
                  <a:pt x="2138852" y="5119854"/>
                </a:cubicBezTo>
                <a:lnTo>
                  <a:pt x="2138852" y="5125212"/>
                </a:lnTo>
                <a:lnTo>
                  <a:pt x="2207759" y="5125212"/>
                </a:lnTo>
                <a:lnTo>
                  <a:pt x="2207759" y="5119854"/>
                </a:lnTo>
                <a:cubicBezTo>
                  <a:pt x="2200814" y="5119854"/>
                  <a:pt x="2195902" y="5119085"/>
                  <a:pt x="2193025" y="5117547"/>
                </a:cubicBezTo>
                <a:cubicBezTo>
                  <a:pt x="2190148" y="5116010"/>
                  <a:pt x="2188188" y="5114100"/>
                  <a:pt x="2187147" y="5111817"/>
                </a:cubicBezTo>
                <a:cubicBezTo>
                  <a:pt x="2186104" y="5109536"/>
                  <a:pt x="2185584" y="5103731"/>
                  <a:pt x="2185584" y="5094405"/>
                </a:cubicBezTo>
                <a:lnTo>
                  <a:pt x="2185584" y="5029367"/>
                </a:lnTo>
                <a:lnTo>
                  <a:pt x="2185286" y="5022967"/>
                </a:lnTo>
                <a:lnTo>
                  <a:pt x="2185584" y="5021330"/>
                </a:lnTo>
                <a:cubicBezTo>
                  <a:pt x="2193125" y="5014186"/>
                  <a:pt x="2199549" y="5009300"/>
                  <a:pt x="2204857" y="5006670"/>
                </a:cubicBezTo>
                <a:cubicBezTo>
                  <a:pt x="2210165" y="5004041"/>
                  <a:pt x="2215449" y="5002726"/>
                  <a:pt x="2220707" y="5002726"/>
                </a:cubicBezTo>
                <a:cubicBezTo>
                  <a:pt x="2229240" y="5002726"/>
                  <a:pt x="2235441" y="5005902"/>
                  <a:pt x="2239311" y="5012251"/>
                </a:cubicBezTo>
                <a:cubicBezTo>
                  <a:pt x="2241990" y="5016816"/>
                  <a:pt x="2243329" y="5024654"/>
                  <a:pt x="2243329" y="5035766"/>
                </a:cubicBezTo>
                <a:lnTo>
                  <a:pt x="2243329" y="5094405"/>
                </a:lnTo>
                <a:cubicBezTo>
                  <a:pt x="2243329" y="5102342"/>
                  <a:pt x="2243131" y="5107154"/>
                  <a:pt x="2242734" y="5108841"/>
                </a:cubicBezTo>
                <a:cubicBezTo>
                  <a:pt x="2241742" y="5112314"/>
                  <a:pt x="2240104" y="5114844"/>
                  <a:pt x="2237822" y="5116431"/>
                </a:cubicBezTo>
                <a:cubicBezTo>
                  <a:pt x="2234549" y="5118713"/>
                  <a:pt x="2229984" y="5119854"/>
                  <a:pt x="2224131" y="5119854"/>
                </a:cubicBezTo>
                <a:lnTo>
                  <a:pt x="2221303" y="5119854"/>
                </a:lnTo>
                <a:lnTo>
                  <a:pt x="2221303" y="5125212"/>
                </a:lnTo>
                <a:lnTo>
                  <a:pt x="2288573" y="5125212"/>
                </a:lnTo>
                <a:lnTo>
                  <a:pt x="2288573" y="5119854"/>
                </a:lnTo>
                <a:cubicBezTo>
                  <a:pt x="2282520" y="5119854"/>
                  <a:pt x="2278155" y="5119085"/>
                  <a:pt x="2275476" y="5117547"/>
                </a:cubicBezTo>
                <a:cubicBezTo>
                  <a:pt x="2272797" y="5116010"/>
                  <a:pt x="2270962" y="5114149"/>
                  <a:pt x="2269970" y="5111966"/>
                </a:cubicBezTo>
                <a:cubicBezTo>
                  <a:pt x="2268679" y="5108791"/>
                  <a:pt x="2268034" y="5102937"/>
                  <a:pt x="2268034" y="5094405"/>
                </a:cubicBezTo>
                <a:lnTo>
                  <a:pt x="2268034" y="5035766"/>
                </a:lnTo>
                <a:cubicBezTo>
                  <a:pt x="2268034" y="5023463"/>
                  <a:pt x="2266943" y="5014434"/>
                  <a:pt x="2264760" y="5008680"/>
                </a:cubicBezTo>
                <a:cubicBezTo>
                  <a:pt x="2261486" y="5000246"/>
                  <a:pt x="2257046" y="4994169"/>
                  <a:pt x="2251441" y="4990448"/>
                </a:cubicBezTo>
                <a:cubicBezTo>
                  <a:pt x="2245834" y="4986727"/>
                  <a:pt x="2239410" y="4984867"/>
                  <a:pt x="2232167" y="4984867"/>
                </a:cubicBezTo>
                <a:cubicBezTo>
                  <a:pt x="2224725" y="4984867"/>
                  <a:pt x="2217483" y="4986727"/>
                  <a:pt x="2210438" y="4990448"/>
                </a:cubicBezTo>
                <a:cubicBezTo>
                  <a:pt x="2203394" y="4994169"/>
                  <a:pt x="2194761" y="5001982"/>
                  <a:pt x="2184542" y="5013889"/>
                </a:cubicBezTo>
                <a:cubicBezTo>
                  <a:pt x="2182459" y="5004463"/>
                  <a:pt x="2178341" y="4997270"/>
                  <a:pt x="2172189" y="4992308"/>
                </a:cubicBezTo>
                <a:cubicBezTo>
                  <a:pt x="2166038" y="4987348"/>
                  <a:pt x="2158696" y="4984867"/>
                  <a:pt x="2150163" y="4984867"/>
                </a:cubicBezTo>
                <a:cubicBezTo>
                  <a:pt x="2145103" y="4984867"/>
                  <a:pt x="2139993" y="4985909"/>
                  <a:pt x="2134833" y="4987992"/>
                </a:cubicBezTo>
                <a:cubicBezTo>
                  <a:pt x="2129674" y="4990076"/>
                  <a:pt x="2124862" y="4993003"/>
                  <a:pt x="2120397" y="4996773"/>
                </a:cubicBezTo>
                <a:cubicBezTo>
                  <a:pt x="2118611" y="4998262"/>
                  <a:pt x="2112757" y="5003967"/>
                  <a:pt x="2102835" y="5013889"/>
                </a:cubicBezTo>
                <a:lnTo>
                  <a:pt x="2102835" y="4984867"/>
                </a:lnTo>
                <a:close/>
                <a:moveTo>
                  <a:pt x="1991214" y="4984867"/>
                </a:moveTo>
                <a:lnTo>
                  <a:pt x="1949989" y="5001536"/>
                </a:lnTo>
                <a:lnTo>
                  <a:pt x="1951477" y="5006894"/>
                </a:lnTo>
                <a:cubicBezTo>
                  <a:pt x="1955347" y="5005405"/>
                  <a:pt x="1958819" y="5004661"/>
                  <a:pt x="1961895" y="5004661"/>
                </a:cubicBezTo>
                <a:cubicBezTo>
                  <a:pt x="1964475" y="5004661"/>
                  <a:pt x="1966633" y="5005356"/>
                  <a:pt x="1968369" y="5006745"/>
                </a:cubicBezTo>
                <a:cubicBezTo>
                  <a:pt x="1970105" y="5008134"/>
                  <a:pt x="1971296" y="5010342"/>
                  <a:pt x="1971941" y="5013368"/>
                </a:cubicBezTo>
                <a:cubicBezTo>
                  <a:pt x="1972586" y="5016394"/>
                  <a:pt x="1972908" y="5025845"/>
                  <a:pt x="1972908" y="5041719"/>
                </a:cubicBezTo>
                <a:lnTo>
                  <a:pt x="1972908" y="5094553"/>
                </a:lnTo>
                <a:cubicBezTo>
                  <a:pt x="1972908" y="5102491"/>
                  <a:pt x="1972660" y="5107303"/>
                  <a:pt x="1972164" y="5108990"/>
                </a:cubicBezTo>
                <a:cubicBezTo>
                  <a:pt x="1971172" y="5112462"/>
                  <a:pt x="1969435" y="5114993"/>
                  <a:pt x="1966955" y="5116580"/>
                </a:cubicBezTo>
                <a:cubicBezTo>
                  <a:pt x="1963582" y="5118763"/>
                  <a:pt x="1958422" y="5119854"/>
                  <a:pt x="1951477" y="5119854"/>
                </a:cubicBezTo>
                <a:lnTo>
                  <a:pt x="1951477" y="5125212"/>
                </a:lnTo>
                <a:lnTo>
                  <a:pt x="2021277" y="5125212"/>
                </a:lnTo>
                <a:lnTo>
                  <a:pt x="2021277" y="5119854"/>
                </a:lnTo>
                <a:cubicBezTo>
                  <a:pt x="2015126" y="5119854"/>
                  <a:pt x="2010413" y="5118961"/>
                  <a:pt x="2007139" y="5117175"/>
                </a:cubicBezTo>
                <a:cubicBezTo>
                  <a:pt x="2003864" y="5115389"/>
                  <a:pt x="2001582" y="5113157"/>
                  <a:pt x="2000293" y="5110478"/>
                </a:cubicBezTo>
                <a:cubicBezTo>
                  <a:pt x="1998407" y="5106608"/>
                  <a:pt x="1997465" y="5100904"/>
                  <a:pt x="1997465" y="5093363"/>
                </a:cubicBezTo>
                <a:lnTo>
                  <a:pt x="1997465" y="5028027"/>
                </a:lnTo>
                <a:cubicBezTo>
                  <a:pt x="2002228" y="5018701"/>
                  <a:pt x="2006841" y="5012004"/>
                  <a:pt x="2011306" y="5007935"/>
                </a:cubicBezTo>
                <a:cubicBezTo>
                  <a:pt x="2013390" y="5005951"/>
                  <a:pt x="2015324" y="5004959"/>
                  <a:pt x="2017110" y="5004959"/>
                </a:cubicBezTo>
                <a:cubicBezTo>
                  <a:pt x="2019194" y="5004959"/>
                  <a:pt x="2022394" y="5006670"/>
                  <a:pt x="2026710" y="5010093"/>
                </a:cubicBezTo>
                <a:cubicBezTo>
                  <a:pt x="2031025" y="5013517"/>
                  <a:pt x="2034920" y="5015228"/>
                  <a:pt x="2038393" y="5015228"/>
                </a:cubicBezTo>
                <a:cubicBezTo>
                  <a:pt x="2041964" y="5015228"/>
                  <a:pt x="2045040" y="5013889"/>
                  <a:pt x="2047620" y="5011210"/>
                </a:cubicBezTo>
                <a:cubicBezTo>
                  <a:pt x="2050200" y="5008531"/>
                  <a:pt x="2051489" y="5005257"/>
                  <a:pt x="2051489" y="5001387"/>
                </a:cubicBezTo>
                <a:cubicBezTo>
                  <a:pt x="2051489" y="4997022"/>
                  <a:pt x="2049704" y="4993177"/>
                  <a:pt x="2046132" y="4989853"/>
                </a:cubicBezTo>
                <a:cubicBezTo>
                  <a:pt x="2042560" y="4986529"/>
                  <a:pt x="2038045" y="4984867"/>
                  <a:pt x="2032589" y="4984867"/>
                </a:cubicBezTo>
                <a:cubicBezTo>
                  <a:pt x="2020583" y="4984867"/>
                  <a:pt x="2008875" y="4995087"/>
                  <a:pt x="1997465" y="5015526"/>
                </a:cubicBezTo>
                <a:lnTo>
                  <a:pt x="1997465" y="4984867"/>
                </a:lnTo>
                <a:close/>
                <a:moveTo>
                  <a:pt x="1871854" y="4984867"/>
                </a:moveTo>
                <a:cubicBezTo>
                  <a:pt x="1860543" y="4984867"/>
                  <a:pt x="1849827" y="4987819"/>
                  <a:pt x="1839707" y="4993722"/>
                </a:cubicBezTo>
                <a:cubicBezTo>
                  <a:pt x="1829587" y="4999626"/>
                  <a:pt x="1821426" y="5008754"/>
                  <a:pt x="1815225" y="5021107"/>
                </a:cubicBezTo>
                <a:cubicBezTo>
                  <a:pt x="1809024" y="5033459"/>
                  <a:pt x="1805923" y="5045887"/>
                  <a:pt x="1805923" y="5058388"/>
                </a:cubicBezTo>
                <a:cubicBezTo>
                  <a:pt x="1805923" y="5075553"/>
                  <a:pt x="1811033" y="5091031"/>
                  <a:pt x="1821253" y="5104823"/>
                </a:cubicBezTo>
                <a:cubicBezTo>
                  <a:pt x="1833357" y="5121194"/>
                  <a:pt x="1849678" y="5129379"/>
                  <a:pt x="1870217" y="5129379"/>
                </a:cubicBezTo>
                <a:cubicBezTo>
                  <a:pt x="1882818" y="5129379"/>
                  <a:pt x="1894253" y="5126204"/>
                  <a:pt x="1904522" y="5119854"/>
                </a:cubicBezTo>
                <a:cubicBezTo>
                  <a:pt x="1914791" y="5113504"/>
                  <a:pt x="1922852" y="5104078"/>
                  <a:pt x="1928706" y="5091577"/>
                </a:cubicBezTo>
                <a:cubicBezTo>
                  <a:pt x="1934560" y="5079075"/>
                  <a:pt x="1937487" y="5066723"/>
                  <a:pt x="1937487" y="5054519"/>
                </a:cubicBezTo>
                <a:cubicBezTo>
                  <a:pt x="1937487" y="5037155"/>
                  <a:pt x="1932179" y="5021776"/>
                  <a:pt x="1921562" y="5008382"/>
                </a:cubicBezTo>
                <a:cubicBezTo>
                  <a:pt x="1909061" y="4992706"/>
                  <a:pt x="1892491" y="4984867"/>
                  <a:pt x="1871854" y="4984867"/>
                </a:cubicBezTo>
                <a:close/>
                <a:moveTo>
                  <a:pt x="1600391" y="4984867"/>
                </a:moveTo>
                <a:lnTo>
                  <a:pt x="1559315" y="5001536"/>
                </a:lnTo>
                <a:lnTo>
                  <a:pt x="1561547" y="5006894"/>
                </a:lnTo>
                <a:cubicBezTo>
                  <a:pt x="1565417" y="5005405"/>
                  <a:pt x="1568741" y="5004661"/>
                  <a:pt x="1571519" y="5004661"/>
                </a:cubicBezTo>
                <a:cubicBezTo>
                  <a:pt x="1574099" y="5004661"/>
                  <a:pt x="1576157" y="5005306"/>
                  <a:pt x="1577695" y="5006596"/>
                </a:cubicBezTo>
                <a:cubicBezTo>
                  <a:pt x="1579233" y="5007886"/>
                  <a:pt x="1580374" y="5010317"/>
                  <a:pt x="1581118" y="5013889"/>
                </a:cubicBezTo>
                <a:cubicBezTo>
                  <a:pt x="1581862" y="5017460"/>
                  <a:pt x="1582234" y="5027432"/>
                  <a:pt x="1582234" y="5043803"/>
                </a:cubicBezTo>
                <a:lnTo>
                  <a:pt x="1582234" y="5094405"/>
                </a:lnTo>
                <a:cubicBezTo>
                  <a:pt x="1582234" y="5104327"/>
                  <a:pt x="1581019" y="5111049"/>
                  <a:pt x="1578588" y="5114571"/>
                </a:cubicBezTo>
                <a:cubicBezTo>
                  <a:pt x="1576157" y="5118093"/>
                  <a:pt x="1571469" y="5119854"/>
                  <a:pt x="1564524" y="5119854"/>
                </a:cubicBezTo>
                <a:lnTo>
                  <a:pt x="1561547" y="5119854"/>
                </a:lnTo>
                <a:lnTo>
                  <a:pt x="1561547" y="5125212"/>
                </a:lnTo>
                <a:lnTo>
                  <a:pt x="1628966" y="5125212"/>
                </a:lnTo>
                <a:lnTo>
                  <a:pt x="1628966" y="5119854"/>
                </a:lnTo>
                <a:cubicBezTo>
                  <a:pt x="1621525" y="5119854"/>
                  <a:pt x="1616589" y="5119184"/>
                  <a:pt x="1614158" y="5117845"/>
                </a:cubicBezTo>
                <a:cubicBezTo>
                  <a:pt x="1611727" y="5116506"/>
                  <a:pt x="1609817" y="5114397"/>
                  <a:pt x="1608428" y="5111520"/>
                </a:cubicBezTo>
                <a:cubicBezTo>
                  <a:pt x="1607337" y="5109337"/>
                  <a:pt x="1606791" y="5103632"/>
                  <a:pt x="1606791" y="5094405"/>
                </a:cubicBezTo>
                <a:lnTo>
                  <a:pt x="1606791" y="5022521"/>
                </a:lnTo>
                <a:cubicBezTo>
                  <a:pt x="1618499" y="5009622"/>
                  <a:pt x="1630256" y="5003173"/>
                  <a:pt x="1642063" y="5003173"/>
                </a:cubicBezTo>
                <a:cubicBezTo>
                  <a:pt x="1649703" y="5003173"/>
                  <a:pt x="1655136" y="5005976"/>
                  <a:pt x="1658360" y="5011582"/>
                </a:cubicBezTo>
                <a:cubicBezTo>
                  <a:pt x="1661585" y="5017188"/>
                  <a:pt x="1663197" y="5026192"/>
                  <a:pt x="1663197" y="5038594"/>
                </a:cubicBezTo>
                <a:lnTo>
                  <a:pt x="1663197" y="5094405"/>
                </a:lnTo>
                <a:cubicBezTo>
                  <a:pt x="1663197" y="5102243"/>
                  <a:pt x="1662998" y="5106906"/>
                  <a:pt x="1662601" y="5108394"/>
                </a:cubicBezTo>
                <a:cubicBezTo>
                  <a:pt x="1661609" y="5112165"/>
                  <a:pt x="1659848" y="5115017"/>
                  <a:pt x="1657318" y="5116952"/>
                </a:cubicBezTo>
                <a:cubicBezTo>
                  <a:pt x="1654788" y="5118887"/>
                  <a:pt x="1650348" y="5119854"/>
                  <a:pt x="1643998" y="5119854"/>
                </a:cubicBezTo>
                <a:lnTo>
                  <a:pt x="1641170" y="5119854"/>
                </a:lnTo>
                <a:lnTo>
                  <a:pt x="1641170" y="5125212"/>
                </a:lnTo>
                <a:lnTo>
                  <a:pt x="1708590" y="5125212"/>
                </a:lnTo>
                <a:lnTo>
                  <a:pt x="1708590" y="5119854"/>
                </a:lnTo>
                <a:cubicBezTo>
                  <a:pt x="1702041" y="5119854"/>
                  <a:pt x="1697551" y="5119160"/>
                  <a:pt x="1695120" y="5117771"/>
                </a:cubicBezTo>
                <a:cubicBezTo>
                  <a:pt x="1692690" y="5116382"/>
                  <a:pt x="1690929" y="5114447"/>
                  <a:pt x="1689837" y="5111966"/>
                </a:cubicBezTo>
                <a:cubicBezTo>
                  <a:pt x="1688448" y="5108891"/>
                  <a:pt x="1687753" y="5103037"/>
                  <a:pt x="1687753" y="5094405"/>
                </a:cubicBezTo>
                <a:lnTo>
                  <a:pt x="1687753" y="5036213"/>
                </a:lnTo>
                <a:cubicBezTo>
                  <a:pt x="1687753" y="5023910"/>
                  <a:pt x="1686662" y="5014782"/>
                  <a:pt x="1684479" y="5008828"/>
                </a:cubicBezTo>
                <a:cubicBezTo>
                  <a:pt x="1681304" y="5000296"/>
                  <a:pt x="1677038" y="4994169"/>
                  <a:pt x="1671680" y="4990448"/>
                </a:cubicBezTo>
                <a:cubicBezTo>
                  <a:pt x="1666322" y="4986727"/>
                  <a:pt x="1659923" y="4984867"/>
                  <a:pt x="1652481" y="4984867"/>
                </a:cubicBezTo>
                <a:cubicBezTo>
                  <a:pt x="1637995" y="4984867"/>
                  <a:pt x="1622765" y="4994491"/>
                  <a:pt x="1606791" y="5013740"/>
                </a:cubicBezTo>
                <a:lnTo>
                  <a:pt x="1606791" y="4984867"/>
                </a:lnTo>
                <a:close/>
                <a:moveTo>
                  <a:pt x="1521810" y="4984867"/>
                </a:moveTo>
                <a:lnTo>
                  <a:pt x="1480734" y="5001536"/>
                </a:lnTo>
                <a:lnTo>
                  <a:pt x="1482817" y="5006894"/>
                </a:lnTo>
                <a:cubicBezTo>
                  <a:pt x="1486786" y="5005405"/>
                  <a:pt x="1490159" y="5004661"/>
                  <a:pt x="1492937" y="5004661"/>
                </a:cubicBezTo>
                <a:cubicBezTo>
                  <a:pt x="1495517" y="5004661"/>
                  <a:pt x="1497551" y="5005282"/>
                  <a:pt x="1499039" y="5006522"/>
                </a:cubicBezTo>
                <a:cubicBezTo>
                  <a:pt x="1500528" y="5007762"/>
                  <a:pt x="1501619" y="5009970"/>
                  <a:pt x="1502314" y="5013144"/>
                </a:cubicBezTo>
                <a:cubicBezTo>
                  <a:pt x="1503207" y="5017510"/>
                  <a:pt x="1503653" y="5027085"/>
                  <a:pt x="1503653" y="5041868"/>
                </a:cubicBezTo>
                <a:lnTo>
                  <a:pt x="1503653" y="5094405"/>
                </a:lnTo>
                <a:cubicBezTo>
                  <a:pt x="1503653" y="5102838"/>
                  <a:pt x="1502983" y="5108543"/>
                  <a:pt x="1501644" y="5111520"/>
                </a:cubicBezTo>
                <a:cubicBezTo>
                  <a:pt x="1500305" y="5114496"/>
                  <a:pt x="1498494" y="5116630"/>
                  <a:pt x="1496212" y="5117919"/>
                </a:cubicBezTo>
                <a:cubicBezTo>
                  <a:pt x="1493930" y="5119209"/>
                  <a:pt x="1489465" y="5119854"/>
                  <a:pt x="1482817" y="5119854"/>
                </a:cubicBezTo>
                <a:lnTo>
                  <a:pt x="1482817" y="5125212"/>
                </a:lnTo>
                <a:lnTo>
                  <a:pt x="1549046" y="5125212"/>
                </a:lnTo>
                <a:lnTo>
                  <a:pt x="1549046" y="5119854"/>
                </a:lnTo>
                <a:cubicBezTo>
                  <a:pt x="1542596" y="5119854"/>
                  <a:pt x="1538157" y="5119160"/>
                  <a:pt x="1535726" y="5117771"/>
                </a:cubicBezTo>
                <a:cubicBezTo>
                  <a:pt x="1533295" y="5116382"/>
                  <a:pt x="1531459" y="5114273"/>
                  <a:pt x="1530219" y="5111445"/>
                </a:cubicBezTo>
                <a:cubicBezTo>
                  <a:pt x="1528979" y="5108618"/>
                  <a:pt x="1528359" y="5102937"/>
                  <a:pt x="1528359" y="5094405"/>
                </a:cubicBezTo>
                <a:lnTo>
                  <a:pt x="1528359" y="4984867"/>
                </a:lnTo>
                <a:close/>
                <a:moveTo>
                  <a:pt x="1318511" y="4984867"/>
                </a:moveTo>
                <a:cubicBezTo>
                  <a:pt x="1306307" y="4984867"/>
                  <a:pt x="1296360" y="4988637"/>
                  <a:pt x="1288671" y="4996178"/>
                </a:cubicBezTo>
                <a:cubicBezTo>
                  <a:pt x="1280981" y="5003719"/>
                  <a:pt x="1277137" y="5013095"/>
                  <a:pt x="1277137" y="5024307"/>
                </a:cubicBezTo>
                <a:cubicBezTo>
                  <a:pt x="1277137" y="5032939"/>
                  <a:pt x="1279369" y="5040082"/>
                  <a:pt x="1283834" y="5045738"/>
                </a:cubicBezTo>
                <a:cubicBezTo>
                  <a:pt x="1288299" y="5051493"/>
                  <a:pt x="1297725" y="5057942"/>
                  <a:pt x="1312111" y="5065085"/>
                </a:cubicBezTo>
                <a:cubicBezTo>
                  <a:pt x="1326498" y="5072229"/>
                  <a:pt x="1336098" y="5078133"/>
                  <a:pt x="1340909" y="5082796"/>
                </a:cubicBezTo>
                <a:cubicBezTo>
                  <a:pt x="1345721" y="5087459"/>
                  <a:pt x="1348128" y="5093214"/>
                  <a:pt x="1348128" y="5100060"/>
                </a:cubicBezTo>
                <a:cubicBezTo>
                  <a:pt x="1348128" y="5105716"/>
                  <a:pt x="1345970" y="5110552"/>
                  <a:pt x="1341654" y="5114571"/>
                </a:cubicBezTo>
                <a:cubicBezTo>
                  <a:pt x="1337338" y="5118589"/>
                  <a:pt x="1331757" y="5120598"/>
                  <a:pt x="1324911" y="5120598"/>
                </a:cubicBezTo>
                <a:cubicBezTo>
                  <a:pt x="1315187" y="5120598"/>
                  <a:pt x="1306406" y="5117076"/>
                  <a:pt x="1298568" y="5110032"/>
                </a:cubicBezTo>
                <a:cubicBezTo>
                  <a:pt x="1290730" y="5102987"/>
                  <a:pt x="1285422" y="5092520"/>
                  <a:pt x="1282643" y="5078629"/>
                </a:cubicBezTo>
                <a:lnTo>
                  <a:pt x="1277732" y="5078629"/>
                </a:lnTo>
                <a:lnTo>
                  <a:pt x="1277732" y="5127296"/>
                </a:lnTo>
                <a:lnTo>
                  <a:pt x="1282643" y="5127296"/>
                </a:lnTo>
                <a:cubicBezTo>
                  <a:pt x="1283933" y="5124716"/>
                  <a:pt x="1285719" y="5123426"/>
                  <a:pt x="1288001" y="5123426"/>
                </a:cubicBezTo>
                <a:cubicBezTo>
                  <a:pt x="1290085" y="5123426"/>
                  <a:pt x="1292763" y="5123922"/>
                  <a:pt x="1296038" y="5124914"/>
                </a:cubicBezTo>
                <a:cubicBezTo>
                  <a:pt x="1306753" y="5127891"/>
                  <a:pt x="1316279" y="5129379"/>
                  <a:pt x="1324613" y="5129379"/>
                </a:cubicBezTo>
                <a:cubicBezTo>
                  <a:pt x="1336222" y="5129379"/>
                  <a:pt x="1346714" y="5125584"/>
                  <a:pt x="1356090" y="5117994"/>
                </a:cubicBezTo>
                <a:cubicBezTo>
                  <a:pt x="1365466" y="5110404"/>
                  <a:pt x="1370154" y="5100407"/>
                  <a:pt x="1370154" y="5088005"/>
                </a:cubicBezTo>
                <a:cubicBezTo>
                  <a:pt x="1370154" y="5071932"/>
                  <a:pt x="1360083" y="5058983"/>
                  <a:pt x="1339942" y="5049161"/>
                </a:cubicBezTo>
                <a:lnTo>
                  <a:pt x="1318213" y="5038594"/>
                </a:lnTo>
                <a:cubicBezTo>
                  <a:pt x="1308788" y="5034030"/>
                  <a:pt x="1302537" y="5029714"/>
                  <a:pt x="1299461" y="5025646"/>
                </a:cubicBezTo>
                <a:cubicBezTo>
                  <a:pt x="1296286" y="5021677"/>
                  <a:pt x="1294699" y="5016915"/>
                  <a:pt x="1294699" y="5011358"/>
                </a:cubicBezTo>
                <a:cubicBezTo>
                  <a:pt x="1294699" y="5006894"/>
                  <a:pt x="1296831" y="5002826"/>
                  <a:pt x="1301098" y="4999155"/>
                </a:cubicBezTo>
                <a:cubicBezTo>
                  <a:pt x="1305364" y="4995484"/>
                  <a:pt x="1310970" y="4993648"/>
                  <a:pt x="1317915" y="4993648"/>
                </a:cubicBezTo>
                <a:cubicBezTo>
                  <a:pt x="1327044" y="4993648"/>
                  <a:pt x="1334560" y="4996277"/>
                  <a:pt x="1340463" y="5001536"/>
                </a:cubicBezTo>
                <a:cubicBezTo>
                  <a:pt x="1346366" y="5006795"/>
                  <a:pt x="1351204" y="5016716"/>
                  <a:pt x="1354974" y="5031301"/>
                </a:cubicBezTo>
                <a:lnTo>
                  <a:pt x="1359885" y="5031301"/>
                </a:lnTo>
                <a:lnTo>
                  <a:pt x="1359885" y="4984867"/>
                </a:lnTo>
                <a:lnTo>
                  <a:pt x="1354974" y="4984867"/>
                </a:lnTo>
                <a:cubicBezTo>
                  <a:pt x="1353783" y="4987248"/>
                  <a:pt x="1352741" y="4988786"/>
                  <a:pt x="1351848" y="4989481"/>
                </a:cubicBezTo>
                <a:cubicBezTo>
                  <a:pt x="1350956" y="4990175"/>
                  <a:pt x="1349715" y="4990523"/>
                  <a:pt x="1348128" y="4990523"/>
                </a:cubicBezTo>
                <a:cubicBezTo>
                  <a:pt x="1346441" y="4990523"/>
                  <a:pt x="1343067" y="4989778"/>
                  <a:pt x="1338008" y="4988290"/>
                </a:cubicBezTo>
                <a:cubicBezTo>
                  <a:pt x="1330368" y="4986008"/>
                  <a:pt x="1323869" y="4984867"/>
                  <a:pt x="1318511" y="4984867"/>
                </a:cubicBezTo>
                <a:close/>
                <a:moveTo>
                  <a:pt x="1226535" y="4984867"/>
                </a:moveTo>
                <a:lnTo>
                  <a:pt x="1185459" y="5001536"/>
                </a:lnTo>
                <a:lnTo>
                  <a:pt x="1187542" y="5006894"/>
                </a:lnTo>
                <a:cubicBezTo>
                  <a:pt x="1191511" y="5005405"/>
                  <a:pt x="1194884" y="5004661"/>
                  <a:pt x="1197662" y="5004661"/>
                </a:cubicBezTo>
                <a:cubicBezTo>
                  <a:pt x="1200242" y="5004661"/>
                  <a:pt x="1202276" y="5005282"/>
                  <a:pt x="1203764" y="5006522"/>
                </a:cubicBezTo>
                <a:cubicBezTo>
                  <a:pt x="1205253" y="5007762"/>
                  <a:pt x="1206344" y="5009970"/>
                  <a:pt x="1207039" y="5013144"/>
                </a:cubicBezTo>
                <a:cubicBezTo>
                  <a:pt x="1207932" y="5017510"/>
                  <a:pt x="1208378" y="5027085"/>
                  <a:pt x="1208378" y="5041868"/>
                </a:cubicBezTo>
                <a:lnTo>
                  <a:pt x="1208378" y="5094405"/>
                </a:lnTo>
                <a:cubicBezTo>
                  <a:pt x="1208378" y="5102838"/>
                  <a:pt x="1207708" y="5108543"/>
                  <a:pt x="1206369" y="5111520"/>
                </a:cubicBezTo>
                <a:cubicBezTo>
                  <a:pt x="1205030" y="5114496"/>
                  <a:pt x="1203219" y="5116630"/>
                  <a:pt x="1200937" y="5117919"/>
                </a:cubicBezTo>
                <a:cubicBezTo>
                  <a:pt x="1198655" y="5119209"/>
                  <a:pt x="1194190" y="5119854"/>
                  <a:pt x="1187542" y="5119854"/>
                </a:cubicBezTo>
                <a:lnTo>
                  <a:pt x="1187542" y="5125212"/>
                </a:lnTo>
                <a:lnTo>
                  <a:pt x="1253771" y="5125212"/>
                </a:lnTo>
                <a:lnTo>
                  <a:pt x="1253771" y="5119854"/>
                </a:lnTo>
                <a:cubicBezTo>
                  <a:pt x="1247321" y="5119854"/>
                  <a:pt x="1242881" y="5119160"/>
                  <a:pt x="1240451" y="5117771"/>
                </a:cubicBezTo>
                <a:cubicBezTo>
                  <a:pt x="1238020" y="5116382"/>
                  <a:pt x="1236184" y="5114273"/>
                  <a:pt x="1234944" y="5111445"/>
                </a:cubicBezTo>
                <a:cubicBezTo>
                  <a:pt x="1233704" y="5108618"/>
                  <a:pt x="1233084" y="5102937"/>
                  <a:pt x="1233084" y="5094405"/>
                </a:cubicBezTo>
                <a:lnTo>
                  <a:pt x="1233084" y="4984867"/>
                </a:lnTo>
                <a:close/>
                <a:moveTo>
                  <a:pt x="10937718" y="4984718"/>
                </a:moveTo>
                <a:cubicBezTo>
                  <a:pt x="10919660" y="4984718"/>
                  <a:pt x="10904654" y="4991242"/>
                  <a:pt x="10892697" y="5004289"/>
                </a:cubicBezTo>
                <a:cubicBezTo>
                  <a:pt x="10880741" y="5017337"/>
                  <a:pt x="10874764" y="5035518"/>
                  <a:pt x="10874764" y="5058835"/>
                </a:cubicBezTo>
                <a:cubicBezTo>
                  <a:pt x="10874764" y="5080365"/>
                  <a:pt x="10880592" y="5097505"/>
                  <a:pt x="10892251" y="5110255"/>
                </a:cubicBezTo>
                <a:cubicBezTo>
                  <a:pt x="10903910" y="5123005"/>
                  <a:pt x="10917924" y="5129379"/>
                  <a:pt x="10934295" y="5129379"/>
                </a:cubicBezTo>
                <a:cubicBezTo>
                  <a:pt x="10949377" y="5129379"/>
                  <a:pt x="10961927" y="5123798"/>
                  <a:pt x="10971948" y="5112636"/>
                </a:cubicBezTo>
                <a:cubicBezTo>
                  <a:pt x="10981970" y="5101474"/>
                  <a:pt x="10988022" y="5089096"/>
                  <a:pt x="10990106" y="5075503"/>
                </a:cubicBezTo>
                <a:lnTo>
                  <a:pt x="10985492" y="5072527"/>
                </a:lnTo>
                <a:cubicBezTo>
                  <a:pt x="10981027" y="5084433"/>
                  <a:pt x="10975496" y="5092842"/>
                  <a:pt x="10968897" y="5097753"/>
                </a:cubicBezTo>
                <a:cubicBezTo>
                  <a:pt x="10962299" y="5102665"/>
                  <a:pt x="10954536" y="5105120"/>
                  <a:pt x="10945606" y="5105120"/>
                </a:cubicBezTo>
                <a:cubicBezTo>
                  <a:pt x="10932211" y="5105120"/>
                  <a:pt x="10920553" y="5099366"/>
                  <a:pt x="10910631" y="5087856"/>
                </a:cubicBezTo>
                <a:cubicBezTo>
                  <a:pt x="10900710" y="5076347"/>
                  <a:pt x="10895798" y="5060472"/>
                  <a:pt x="10895897" y="5040231"/>
                </a:cubicBezTo>
                <a:lnTo>
                  <a:pt x="10990106" y="5040231"/>
                </a:lnTo>
                <a:cubicBezTo>
                  <a:pt x="10990106" y="5023364"/>
                  <a:pt x="10985194" y="5009895"/>
                  <a:pt x="10975372" y="4999824"/>
                </a:cubicBezTo>
                <a:cubicBezTo>
                  <a:pt x="10965549" y="4989754"/>
                  <a:pt x="10952997" y="4984718"/>
                  <a:pt x="10937718" y="4984718"/>
                </a:cubicBezTo>
                <a:close/>
                <a:moveTo>
                  <a:pt x="8594568" y="4984718"/>
                </a:moveTo>
                <a:cubicBezTo>
                  <a:pt x="8576510" y="4984718"/>
                  <a:pt x="8561504" y="4991242"/>
                  <a:pt x="8549548" y="5004289"/>
                </a:cubicBezTo>
                <a:cubicBezTo>
                  <a:pt x="8537592" y="5017337"/>
                  <a:pt x="8531614" y="5035518"/>
                  <a:pt x="8531614" y="5058835"/>
                </a:cubicBezTo>
                <a:cubicBezTo>
                  <a:pt x="8531614" y="5080365"/>
                  <a:pt x="8537443" y="5097505"/>
                  <a:pt x="8549101" y="5110255"/>
                </a:cubicBezTo>
                <a:cubicBezTo>
                  <a:pt x="8560760" y="5123005"/>
                  <a:pt x="8574774" y="5129379"/>
                  <a:pt x="8591146" y="5129379"/>
                </a:cubicBezTo>
                <a:cubicBezTo>
                  <a:pt x="8606226" y="5129379"/>
                  <a:pt x="8618778" y="5123798"/>
                  <a:pt x="8628799" y="5112636"/>
                </a:cubicBezTo>
                <a:cubicBezTo>
                  <a:pt x="8638820" y="5101474"/>
                  <a:pt x="8644872" y="5089096"/>
                  <a:pt x="8646956" y="5075503"/>
                </a:cubicBezTo>
                <a:lnTo>
                  <a:pt x="8642342" y="5072527"/>
                </a:lnTo>
                <a:cubicBezTo>
                  <a:pt x="8637877" y="5084433"/>
                  <a:pt x="8632346" y="5092842"/>
                  <a:pt x="8625748" y="5097753"/>
                </a:cubicBezTo>
                <a:cubicBezTo>
                  <a:pt x="8619150" y="5102665"/>
                  <a:pt x="8611386" y="5105120"/>
                  <a:pt x="8602456" y="5105120"/>
                </a:cubicBezTo>
                <a:cubicBezTo>
                  <a:pt x="8589062" y="5105120"/>
                  <a:pt x="8577404" y="5099366"/>
                  <a:pt x="8567482" y="5087856"/>
                </a:cubicBezTo>
                <a:cubicBezTo>
                  <a:pt x="8557560" y="5076347"/>
                  <a:pt x="8552648" y="5060472"/>
                  <a:pt x="8552748" y="5040231"/>
                </a:cubicBezTo>
                <a:lnTo>
                  <a:pt x="8646956" y="5040231"/>
                </a:lnTo>
                <a:cubicBezTo>
                  <a:pt x="8646956" y="5023364"/>
                  <a:pt x="8642044" y="5009895"/>
                  <a:pt x="8632222" y="4999824"/>
                </a:cubicBezTo>
                <a:cubicBezTo>
                  <a:pt x="8622399" y="4989754"/>
                  <a:pt x="8609848" y="4984718"/>
                  <a:pt x="8594568" y="4984718"/>
                </a:cubicBezTo>
                <a:close/>
                <a:moveTo>
                  <a:pt x="5327494" y="4984718"/>
                </a:moveTo>
                <a:cubicBezTo>
                  <a:pt x="5309436" y="4984718"/>
                  <a:pt x="5294429" y="4991242"/>
                  <a:pt x="5282474" y="5004289"/>
                </a:cubicBezTo>
                <a:cubicBezTo>
                  <a:pt x="5270517" y="5017337"/>
                  <a:pt x="5264539" y="5035518"/>
                  <a:pt x="5264539" y="5058835"/>
                </a:cubicBezTo>
                <a:cubicBezTo>
                  <a:pt x="5264539" y="5080365"/>
                  <a:pt x="5270369" y="5097505"/>
                  <a:pt x="5282027" y="5110255"/>
                </a:cubicBezTo>
                <a:cubicBezTo>
                  <a:pt x="5293685" y="5123005"/>
                  <a:pt x="5307699" y="5129379"/>
                  <a:pt x="5324070" y="5129379"/>
                </a:cubicBezTo>
                <a:cubicBezTo>
                  <a:pt x="5339153" y="5129379"/>
                  <a:pt x="5351703" y="5123798"/>
                  <a:pt x="5361724" y="5112636"/>
                </a:cubicBezTo>
                <a:cubicBezTo>
                  <a:pt x="5371746" y="5101474"/>
                  <a:pt x="5377797" y="5089096"/>
                  <a:pt x="5379881" y="5075503"/>
                </a:cubicBezTo>
                <a:lnTo>
                  <a:pt x="5375267" y="5072527"/>
                </a:lnTo>
                <a:cubicBezTo>
                  <a:pt x="5370802" y="5084433"/>
                  <a:pt x="5365272" y="5092842"/>
                  <a:pt x="5358673" y="5097753"/>
                </a:cubicBezTo>
                <a:cubicBezTo>
                  <a:pt x="5352076" y="5102665"/>
                  <a:pt x="5344311" y="5105120"/>
                  <a:pt x="5335381" y="5105120"/>
                </a:cubicBezTo>
                <a:cubicBezTo>
                  <a:pt x="5321987" y="5105120"/>
                  <a:pt x="5310329" y="5099366"/>
                  <a:pt x="5300407" y="5087856"/>
                </a:cubicBezTo>
                <a:cubicBezTo>
                  <a:pt x="5290485" y="5076347"/>
                  <a:pt x="5285574" y="5060472"/>
                  <a:pt x="5285673" y="5040231"/>
                </a:cubicBezTo>
                <a:lnTo>
                  <a:pt x="5379881" y="5040231"/>
                </a:lnTo>
                <a:cubicBezTo>
                  <a:pt x="5379881" y="5023364"/>
                  <a:pt x="5374971" y="5009895"/>
                  <a:pt x="5365147" y="4999824"/>
                </a:cubicBezTo>
                <a:cubicBezTo>
                  <a:pt x="5355324" y="4989754"/>
                  <a:pt x="5342773" y="4984718"/>
                  <a:pt x="5327494" y="4984718"/>
                </a:cubicBezTo>
                <a:close/>
                <a:moveTo>
                  <a:pt x="5089369" y="4984718"/>
                </a:moveTo>
                <a:cubicBezTo>
                  <a:pt x="5071312" y="4984718"/>
                  <a:pt x="5056304" y="4991242"/>
                  <a:pt x="5044348" y="5004289"/>
                </a:cubicBezTo>
                <a:cubicBezTo>
                  <a:pt x="5032392" y="5017337"/>
                  <a:pt x="5026414" y="5035518"/>
                  <a:pt x="5026414" y="5058835"/>
                </a:cubicBezTo>
                <a:cubicBezTo>
                  <a:pt x="5026414" y="5080365"/>
                  <a:pt x="5032244" y="5097505"/>
                  <a:pt x="5043902" y="5110255"/>
                </a:cubicBezTo>
                <a:cubicBezTo>
                  <a:pt x="5055561" y="5123005"/>
                  <a:pt x="5069574" y="5129379"/>
                  <a:pt x="5085945" y="5129379"/>
                </a:cubicBezTo>
                <a:cubicBezTo>
                  <a:pt x="5101027" y="5129379"/>
                  <a:pt x="5113578" y="5123798"/>
                  <a:pt x="5123599" y="5112636"/>
                </a:cubicBezTo>
                <a:cubicBezTo>
                  <a:pt x="5133621" y="5101474"/>
                  <a:pt x="5139672" y="5089096"/>
                  <a:pt x="5141756" y="5075503"/>
                </a:cubicBezTo>
                <a:lnTo>
                  <a:pt x="5137142" y="5072527"/>
                </a:lnTo>
                <a:cubicBezTo>
                  <a:pt x="5132678" y="5084433"/>
                  <a:pt x="5127147" y="5092842"/>
                  <a:pt x="5120548" y="5097753"/>
                </a:cubicBezTo>
                <a:cubicBezTo>
                  <a:pt x="5113950" y="5102665"/>
                  <a:pt x="5106186" y="5105120"/>
                  <a:pt x="5097256" y="5105120"/>
                </a:cubicBezTo>
                <a:cubicBezTo>
                  <a:pt x="5083862" y="5105120"/>
                  <a:pt x="5072204" y="5099366"/>
                  <a:pt x="5062282" y="5087856"/>
                </a:cubicBezTo>
                <a:cubicBezTo>
                  <a:pt x="5052361" y="5076347"/>
                  <a:pt x="5047449" y="5060472"/>
                  <a:pt x="5047548" y="5040231"/>
                </a:cubicBezTo>
                <a:lnTo>
                  <a:pt x="5141756" y="5040231"/>
                </a:lnTo>
                <a:cubicBezTo>
                  <a:pt x="5141756" y="5023364"/>
                  <a:pt x="5136845" y="5009895"/>
                  <a:pt x="5127022" y="4999824"/>
                </a:cubicBezTo>
                <a:cubicBezTo>
                  <a:pt x="5117199" y="4989754"/>
                  <a:pt x="5104648" y="4984718"/>
                  <a:pt x="5089369" y="4984718"/>
                </a:cubicBezTo>
                <a:close/>
                <a:moveTo>
                  <a:pt x="4165444" y="4984718"/>
                </a:moveTo>
                <a:cubicBezTo>
                  <a:pt x="4147387" y="4984718"/>
                  <a:pt x="4132380" y="4991242"/>
                  <a:pt x="4120424" y="5004289"/>
                </a:cubicBezTo>
                <a:cubicBezTo>
                  <a:pt x="4108468" y="5017337"/>
                  <a:pt x="4102490" y="5035518"/>
                  <a:pt x="4102490" y="5058835"/>
                </a:cubicBezTo>
                <a:cubicBezTo>
                  <a:pt x="4102490" y="5080365"/>
                  <a:pt x="4108319" y="5097505"/>
                  <a:pt x="4119978" y="5110255"/>
                </a:cubicBezTo>
                <a:cubicBezTo>
                  <a:pt x="4131636" y="5123005"/>
                  <a:pt x="4145651" y="5129379"/>
                  <a:pt x="4162021" y="5129379"/>
                </a:cubicBezTo>
                <a:cubicBezTo>
                  <a:pt x="4177103" y="5129379"/>
                  <a:pt x="4189654" y="5123798"/>
                  <a:pt x="4199675" y="5112636"/>
                </a:cubicBezTo>
                <a:cubicBezTo>
                  <a:pt x="4209695" y="5101474"/>
                  <a:pt x="4215747" y="5089096"/>
                  <a:pt x="4217831" y="5075503"/>
                </a:cubicBezTo>
                <a:lnTo>
                  <a:pt x="4213217" y="5072527"/>
                </a:lnTo>
                <a:cubicBezTo>
                  <a:pt x="4208752" y="5084433"/>
                  <a:pt x="4203221" y="5092842"/>
                  <a:pt x="4196623" y="5097753"/>
                </a:cubicBezTo>
                <a:cubicBezTo>
                  <a:pt x="4190026" y="5102665"/>
                  <a:pt x="4182262" y="5105120"/>
                  <a:pt x="4173332" y="5105120"/>
                </a:cubicBezTo>
                <a:cubicBezTo>
                  <a:pt x="4159938" y="5105120"/>
                  <a:pt x="4148280" y="5099366"/>
                  <a:pt x="4138358" y="5087856"/>
                </a:cubicBezTo>
                <a:cubicBezTo>
                  <a:pt x="4128436" y="5076347"/>
                  <a:pt x="4123525" y="5060472"/>
                  <a:pt x="4123624" y="5040231"/>
                </a:cubicBezTo>
                <a:lnTo>
                  <a:pt x="4217831" y="5040231"/>
                </a:lnTo>
                <a:cubicBezTo>
                  <a:pt x="4217831" y="5023364"/>
                  <a:pt x="4212920" y="5009895"/>
                  <a:pt x="4203097" y="4999824"/>
                </a:cubicBezTo>
                <a:cubicBezTo>
                  <a:pt x="4193276" y="4989754"/>
                  <a:pt x="4180724" y="4984718"/>
                  <a:pt x="4165444" y="4984718"/>
                </a:cubicBezTo>
                <a:close/>
                <a:moveTo>
                  <a:pt x="3708244" y="4984718"/>
                </a:moveTo>
                <a:cubicBezTo>
                  <a:pt x="3690187" y="4984718"/>
                  <a:pt x="3675180" y="4991242"/>
                  <a:pt x="3663224" y="5004289"/>
                </a:cubicBezTo>
                <a:cubicBezTo>
                  <a:pt x="3651268" y="5017337"/>
                  <a:pt x="3645290" y="5035518"/>
                  <a:pt x="3645290" y="5058835"/>
                </a:cubicBezTo>
                <a:cubicBezTo>
                  <a:pt x="3645290" y="5080365"/>
                  <a:pt x="3651119" y="5097505"/>
                  <a:pt x="3662778" y="5110255"/>
                </a:cubicBezTo>
                <a:cubicBezTo>
                  <a:pt x="3674436" y="5123005"/>
                  <a:pt x="3688451" y="5129379"/>
                  <a:pt x="3704822" y="5129379"/>
                </a:cubicBezTo>
                <a:cubicBezTo>
                  <a:pt x="3719903" y="5129379"/>
                  <a:pt x="3732454" y="5123798"/>
                  <a:pt x="3742475" y="5112636"/>
                </a:cubicBezTo>
                <a:cubicBezTo>
                  <a:pt x="3752496" y="5101474"/>
                  <a:pt x="3758549" y="5089096"/>
                  <a:pt x="3760632" y="5075503"/>
                </a:cubicBezTo>
                <a:lnTo>
                  <a:pt x="3756018" y="5072527"/>
                </a:lnTo>
                <a:cubicBezTo>
                  <a:pt x="3751553" y="5084433"/>
                  <a:pt x="3746022" y="5092842"/>
                  <a:pt x="3739424" y="5097753"/>
                </a:cubicBezTo>
                <a:cubicBezTo>
                  <a:pt x="3732826" y="5102665"/>
                  <a:pt x="3725062" y="5105120"/>
                  <a:pt x="3716132" y="5105120"/>
                </a:cubicBezTo>
                <a:cubicBezTo>
                  <a:pt x="3702738" y="5105120"/>
                  <a:pt x="3691080" y="5099366"/>
                  <a:pt x="3681158" y="5087856"/>
                </a:cubicBezTo>
                <a:cubicBezTo>
                  <a:pt x="3671236" y="5076347"/>
                  <a:pt x="3666325" y="5060472"/>
                  <a:pt x="3666424" y="5040231"/>
                </a:cubicBezTo>
                <a:lnTo>
                  <a:pt x="3760632" y="5040231"/>
                </a:lnTo>
                <a:cubicBezTo>
                  <a:pt x="3760632" y="5023364"/>
                  <a:pt x="3755720" y="5009895"/>
                  <a:pt x="3745898" y="4999824"/>
                </a:cubicBezTo>
                <a:cubicBezTo>
                  <a:pt x="3736076" y="4989754"/>
                  <a:pt x="3723524" y="4984718"/>
                  <a:pt x="3708244" y="4984718"/>
                </a:cubicBezTo>
                <a:close/>
                <a:moveTo>
                  <a:pt x="768293" y="4970431"/>
                </a:moveTo>
                <a:lnTo>
                  <a:pt x="723645" y="5015079"/>
                </a:lnTo>
                <a:lnTo>
                  <a:pt x="768293" y="5059728"/>
                </a:lnTo>
                <a:lnTo>
                  <a:pt x="812942" y="5015079"/>
                </a:lnTo>
                <a:close/>
                <a:moveTo>
                  <a:pt x="637325" y="4970431"/>
                </a:moveTo>
                <a:lnTo>
                  <a:pt x="592676" y="5015079"/>
                </a:lnTo>
                <a:lnTo>
                  <a:pt x="637325" y="5059728"/>
                </a:lnTo>
                <a:lnTo>
                  <a:pt x="682122" y="5015079"/>
                </a:lnTo>
                <a:close/>
                <a:moveTo>
                  <a:pt x="9822102" y="4944088"/>
                </a:moveTo>
                <a:cubicBezTo>
                  <a:pt x="9818035" y="4954109"/>
                  <a:pt x="9814860" y="4961005"/>
                  <a:pt x="9812577" y="4964775"/>
                </a:cubicBezTo>
                <a:cubicBezTo>
                  <a:pt x="9808113" y="4971919"/>
                  <a:pt x="9803028" y="4978095"/>
                  <a:pt x="9797322" y="4983304"/>
                </a:cubicBezTo>
                <a:cubicBezTo>
                  <a:pt x="9791618" y="4988513"/>
                  <a:pt x="9786037" y="4992209"/>
                  <a:pt x="9780579" y="4994392"/>
                </a:cubicBezTo>
                <a:lnTo>
                  <a:pt x="9780579" y="4999303"/>
                </a:lnTo>
                <a:lnTo>
                  <a:pt x="9802159" y="4999303"/>
                </a:lnTo>
                <a:lnTo>
                  <a:pt x="9802159" y="5090982"/>
                </a:lnTo>
                <a:cubicBezTo>
                  <a:pt x="9802159" y="5100804"/>
                  <a:pt x="9803201" y="5108072"/>
                  <a:pt x="9805285" y="5112785"/>
                </a:cubicBezTo>
                <a:cubicBezTo>
                  <a:pt x="9807368" y="5117498"/>
                  <a:pt x="9810593" y="5121119"/>
                  <a:pt x="9814959" y="5123649"/>
                </a:cubicBezTo>
                <a:cubicBezTo>
                  <a:pt x="9819325" y="5126179"/>
                  <a:pt x="9823789" y="5127444"/>
                  <a:pt x="9828353" y="5127444"/>
                </a:cubicBezTo>
                <a:cubicBezTo>
                  <a:pt x="9835100" y="5127444"/>
                  <a:pt x="9841649" y="5124989"/>
                  <a:pt x="9847998" y="5120077"/>
                </a:cubicBezTo>
                <a:cubicBezTo>
                  <a:pt x="9854349" y="5115166"/>
                  <a:pt x="9859260" y="5107849"/>
                  <a:pt x="9862732" y="5098125"/>
                </a:cubicBezTo>
                <a:lnTo>
                  <a:pt x="9856928" y="5098125"/>
                </a:lnTo>
                <a:cubicBezTo>
                  <a:pt x="9855242" y="5102094"/>
                  <a:pt x="9852860" y="5105096"/>
                  <a:pt x="9849784" y="5107129"/>
                </a:cubicBezTo>
                <a:cubicBezTo>
                  <a:pt x="9846709" y="5109164"/>
                  <a:pt x="9843534" y="5110180"/>
                  <a:pt x="9840259" y="5110180"/>
                </a:cubicBezTo>
                <a:cubicBezTo>
                  <a:pt x="9836291" y="5110180"/>
                  <a:pt x="9833041" y="5108643"/>
                  <a:pt x="9830511" y="5105567"/>
                </a:cubicBezTo>
                <a:cubicBezTo>
                  <a:pt x="9827981" y="5102491"/>
                  <a:pt x="9826716" y="5096538"/>
                  <a:pt x="9826716" y="5087707"/>
                </a:cubicBezTo>
                <a:lnTo>
                  <a:pt x="9826716" y="4999303"/>
                </a:lnTo>
                <a:lnTo>
                  <a:pt x="9858565" y="4999303"/>
                </a:lnTo>
                <a:lnTo>
                  <a:pt x="9858565" y="4988885"/>
                </a:lnTo>
                <a:lnTo>
                  <a:pt x="9826716" y="4988885"/>
                </a:lnTo>
                <a:lnTo>
                  <a:pt x="9826716" y="4944088"/>
                </a:lnTo>
                <a:close/>
                <a:moveTo>
                  <a:pt x="9260127" y="4944088"/>
                </a:moveTo>
                <a:cubicBezTo>
                  <a:pt x="9256060" y="4954109"/>
                  <a:pt x="9252885" y="4961005"/>
                  <a:pt x="9250602" y="4964775"/>
                </a:cubicBezTo>
                <a:cubicBezTo>
                  <a:pt x="9246138" y="4971919"/>
                  <a:pt x="9241053" y="4978095"/>
                  <a:pt x="9235347" y="4983304"/>
                </a:cubicBezTo>
                <a:cubicBezTo>
                  <a:pt x="9229643" y="4988513"/>
                  <a:pt x="9224062" y="4992209"/>
                  <a:pt x="9218604" y="4994392"/>
                </a:cubicBezTo>
                <a:lnTo>
                  <a:pt x="9218604" y="4999303"/>
                </a:lnTo>
                <a:lnTo>
                  <a:pt x="9240184" y="4999303"/>
                </a:lnTo>
                <a:lnTo>
                  <a:pt x="9240184" y="5090982"/>
                </a:lnTo>
                <a:cubicBezTo>
                  <a:pt x="9240184" y="5100804"/>
                  <a:pt x="9241226" y="5108072"/>
                  <a:pt x="9243310" y="5112785"/>
                </a:cubicBezTo>
                <a:cubicBezTo>
                  <a:pt x="9245393" y="5117498"/>
                  <a:pt x="9248618" y="5121119"/>
                  <a:pt x="9252984" y="5123649"/>
                </a:cubicBezTo>
                <a:cubicBezTo>
                  <a:pt x="9257350" y="5126179"/>
                  <a:pt x="9261814" y="5127444"/>
                  <a:pt x="9266378" y="5127444"/>
                </a:cubicBezTo>
                <a:cubicBezTo>
                  <a:pt x="9273125" y="5127444"/>
                  <a:pt x="9279674" y="5124989"/>
                  <a:pt x="9286023" y="5120077"/>
                </a:cubicBezTo>
                <a:cubicBezTo>
                  <a:pt x="9292374" y="5115166"/>
                  <a:pt x="9297285" y="5107849"/>
                  <a:pt x="9300757" y="5098125"/>
                </a:cubicBezTo>
                <a:lnTo>
                  <a:pt x="9294953" y="5098125"/>
                </a:lnTo>
                <a:cubicBezTo>
                  <a:pt x="9293267" y="5102094"/>
                  <a:pt x="9290885" y="5105096"/>
                  <a:pt x="9287809" y="5107129"/>
                </a:cubicBezTo>
                <a:cubicBezTo>
                  <a:pt x="9284734" y="5109164"/>
                  <a:pt x="9281559" y="5110180"/>
                  <a:pt x="9278284" y="5110180"/>
                </a:cubicBezTo>
                <a:cubicBezTo>
                  <a:pt x="9274316" y="5110180"/>
                  <a:pt x="9271066" y="5108643"/>
                  <a:pt x="9268536" y="5105567"/>
                </a:cubicBezTo>
                <a:cubicBezTo>
                  <a:pt x="9266006" y="5102491"/>
                  <a:pt x="9264741" y="5096538"/>
                  <a:pt x="9264741" y="5087707"/>
                </a:cubicBezTo>
                <a:lnTo>
                  <a:pt x="9264741" y="4999303"/>
                </a:lnTo>
                <a:lnTo>
                  <a:pt x="9296590" y="4999303"/>
                </a:lnTo>
                <a:lnTo>
                  <a:pt x="9296590" y="4988885"/>
                </a:lnTo>
                <a:lnTo>
                  <a:pt x="9264741" y="4988885"/>
                </a:lnTo>
                <a:lnTo>
                  <a:pt x="9264741" y="4944088"/>
                </a:lnTo>
                <a:close/>
                <a:moveTo>
                  <a:pt x="2449754" y="4944088"/>
                </a:moveTo>
                <a:cubicBezTo>
                  <a:pt x="2445686" y="4954109"/>
                  <a:pt x="2442511" y="4961005"/>
                  <a:pt x="2440229" y="4964775"/>
                </a:cubicBezTo>
                <a:cubicBezTo>
                  <a:pt x="2435764" y="4971919"/>
                  <a:pt x="2430679" y="4978095"/>
                  <a:pt x="2424974" y="4983304"/>
                </a:cubicBezTo>
                <a:cubicBezTo>
                  <a:pt x="2419269" y="4988513"/>
                  <a:pt x="2413688" y="4992209"/>
                  <a:pt x="2408231" y="4994392"/>
                </a:cubicBezTo>
                <a:lnTo>
                  <a:pt x="2408231" y="4999303"/>
                </a:lnTo>
                <a:lnTo>
                  <a:pt x="2429811" y="4999303"/>
                </a:lnTo>
                <a:lnTo>
                  <a:pt x="2429811" y="5090982"/>
                </a:lnTo>
                <a:cubicBezTo>
                  <a:pt x="2429811" y="5100804"/>
                  <a:pt x="2430853" y="5108072"/>
                  <a:pt x="2432936" y="5112785"/>
                </a:cubicBezTo>
                <a:cubicBezTo>
                  <a:pt x="2435020" y="5117498"/>
                  <a:pt x="2438244" y="5121119"/>
                  <a:pt x="2442610" y="5123649"/>
                </a:cubicBezTo>
                <a:cubicBezTo>
                  <a:pt x="2446975" y="5126179"/>
                  <a:pt x="2451440" y="5127444"/>
                  <a:pt x="2456005" y="5127444"/>
                </a:cubicBezTo>
                <a:cubicBezTo>
                  <a:pt x="2462752" y="5127444"/>
                  <a:pt x="2469300" y="5124989"/>
                  <a:pt x="2475650" y="5120077"/>
                </a:cubicBezTo>
                <a:cubicBezTo>
                  <a:pt x="2482000" y="5115166"/>
                  <a:pt x="2486911" y="5107849"/>
                  <a:pt x="2490384" y="5098125"/>
                </a:cubicBezTo>
                <a:lnTo>
                  <a:pt x="2484580" y="5098125"/>
                </a:lnTo>
                <a:cubicBezTo>
                  <a:pt x="2482893" y="5102094"/>
                  <a:pt x="2480511" y="5105096"/>
                  <a:pt x="2477436" y="5107129"/>
                </a:cubicBezTo>
                <a:cubicBezTo>
                  <a:pt x="2474360" y="5109164"/>
                  <a:pt x="2471185" y="5110180"/>
                  <a:pt x="2467911" y="5110180"/>
                </a:cubicBezTo>
                <a:cubicBezTo>
                  <a:pt x="2463942" y="5110180"/>
                  <a:pt x="2460692" y="5108643"/>
                  <a:pt x="2458163" y="5105567"/>
                </a:cubicBezTo>
                <a:cubicBezTo>
                  <a:pt x="2455632" y="5102491"/>
                  <a:pt x="2454368" y="5096538"/>
                  <a:pt x="2454368" y="5087707"/>
                </a:cubicBezTo>
                <a:lnTo>
                  <a:pt x="2454368" y="4999303"/>
                </a:lnTo>
                <a:lnTo>
                  <a:pt x="2486217" y="4999303"/>
                </a:lnTo>
                <a:lnTo>
                  <a:pt x="2486217" y="4988885"/>
                </a:lnTo>
                <a:lnTo>
                  <a:pt x="2454368" y="4988885"/>
                </a:lnTo>
                <a:lnTo>
                  <a:pt x="2454368" y="4944088"/>
                </a:lnTo>
                <a:close/>
                <a:moveTo>
                  <a:pt x="864288" y="4923401"/>
                </a:moveTo>
                <a:lnTo>
                  <a:pt x="861906" y="4970728"/>
                </a:lnTo>
                <a:lnTo>
                  <a:pt x="867562" y="4970728"/>
                </a:lnTo>
                <a:cubicBezTo>
                  <a:pt x="868256" y="4961600"/>
                  <a:pt x="870439" y="4954357"/>
                  <a:pt x="874110" y="4949000"/>
                </a:cubicBezTo>
                <a:cubicBezTo>
                  <a:pt x="877781" y="4943642"/>
                  <a:pt x="882197" y="4940020"/>
                  <a:pt x="887356" y="4938135"/>
                </a:cubicBezTo>
                <a:cubicBezTo>
                  <a:pt x="891325" y="4936746"/>
                  <a:pt x="898022" y="4936051"/>
                  <a:pt x="907448" y="4936051"/>
                </a:cubicBezTo>
                <a:lnTo>
                  <a:pt x="931707" y="4936051"/>
                </a:lnTo>
                <a:lnTo>
                  <a:pt x="931707" y="5090237"/>
                </a:lnTo>
                <a:cubicBezTo>
                  <a:pt x="931707" y="5101548"/>
                  <a:pt x="930615" y="5108791"/>
                  <a:pt x="928432" y="5111966"/>
                </a:cubicBezTo>
                <a:cubicBezTo>
                  <a:pt x="924861" y="5117126"/>
                  <a:pt x="918808" y="5119705"/>
                  <a:pt x="910275" y="5119705"/>
                </a:cubicBezTo>
                <a:lnTo>
                  <a:pt x="903132" y="5119705"/>
                </a:lnTo>
                <a:lnTo>
                  <a:pt x="903132" y="5125212"/>
                </a:lnTo>
                <a:lnTo>
                  <a:pt x="988708" y="5125212"/>
                </a:lnTo>
                <a:lnTo>
                  <a:pt x="988708" y="5119705"/>
                </a:lnTo>
                <a:lnTo>
                  <a:pt x="981713" y="5119705"/>
                </a:lnTo>
                <a:cubicBezTo>
                  <a:pt x="973875" y="5119705"/>
                  <a:pt x="968070" y="5117622"/>
                  <a:pt x="964300" y="5113455"/>
                </a:cubicBezTo>
                <a:cubicBezTo>
                  <a:pt x="961621" y="5110379"/>
                  <a:pt x="960282" y="5102640"/>
                  <a:pt x="960282" y="5090237"/>
                </a:cubicBezTo>
                <a:lnTo>
                  <a:pt x="960282" y="4936051"/>
                </a:lnTo>
                <a:lnTo>
                  <a:pt x="988708" y="4936051"/>
                </a:lnTo>
                <a:cubicBezTo>
                  <a:pt x="997042" y="4936051"/>
                  <a:pt x="1003764" y="4937416"/>
                  <a:pt x="1008874" y="4940144"/>
                </a:cubicBezTo>
                <a:cubicBezTo>
                  <a:pt x="1013984" y="4942873"/>
                  <a:pt x="1018077" y="4947114"/>
                  <a:pt x="1021152" y="4952869"/>
                </a:cubicBezTo>
                <a:cubicBezTo>
                  <a:pt x="1023037" y="4956441"/>
                  <a:pt x="1024526" y="4962394"/>
                  <a:pt x="1025617" y="4970728"/>
                </a:cubicBezTo>
                <a:lnTo>
                  <a:pt x="1031273" y="4970728"/>
                </a:lnTo>
                <a:lnTo>
                  <a:pt x="1029040" y="4923401"/>
                </a:lnTo>
                <a:close/>
                <a:moveTo>
                  <a:pt x="4576805" y="4913876"/>
                </a:moveTo>
                <a:cubicBezTo>
                  <a:pt x="4565593" y="4913876"/>
                  <a:pt x="4555498" y="4916778"/>
                  <a:pt x="4546518" y="4922583"/>
                </a:cubicBezTo>
                <a:cubicBezTo>
                  <a:pt x="4537538" y="4928387"/>
                  <a:pt x="4530866" y="4936002"/>
                  <a:pt x="4526500" y="4945428"/>
                </a:cubicBezTo>
                <a:cubicBezTo>
                  <a:pt x="4522135" y="4954854"/>
                  <a:pt x="4519952" y="4966363"/>
                  <a:pt x="4519952" y="4979956"/>
                </a:cubicBezTo>
                <a:lnTo>
                  <a:pt x="4519952" y="4988885"/>
                </a:lnTo>
                <a:lnTo>
                  <a:pt x="4493461" y="4988885"/>
                </a:lnTo>
                <a:lnTo>
                  <a:pt x="4493461" y="4999601"/>
                </a:lnTo>
                <a:lnTo>
                  <a:pt x="4519952" y="4999601"/>
                </a:lnTo>
                <a:lnTo>
                  <a:pt x="4519952" y="5089196"/>
                </a:lnTo>
                <a:cubicBezTo>
                  <a:pt x="4519952" y="5098919"/>
                  <a:pt x="4519332" y="5105468"/>
                  <a:pt x="4518092" y="5108841"/>
                </a:cubicBezTo>
                <a:cubicBezTo>
                  <a:pt x="4516851" y="5112215"/>
                  <a:pt x="4514594" y="5114893"/>
                  <a:pt x="4511320" y="5116878"/>
                </a:cubicBezTo>
                <a:cubicBezTo>
                  <a:pt x="4508046" y="5118862"/>
                  <a:pt x="4504424" y="5119854"/>
                  <a:pt x="4500456" y="5119854"/>
                </a:cubicBezTo>
                <a:lnTo>
                  <a:pt x="4494354" y="5119854"/>
                </a:lnTo>
                <a:lnTo>
                  <a:pt x="4494354" y="5125212"/>
                </a:lnTo>
                <a:lnTo>
                  <a:pt x="4575763" y="5125212"/>
                </a:lnTo>
                <a:lnTo>
                  <a:pt x="4575763" y="5119854"/>
                </a:lnTo>
                <a:lnTo>
                  <a:pt x="4563410" y="5119854"/>
                </a:lnTo>
                <a:cubicBezTo>
                  <a:pt x="4557258" y="5119854"/>
                  <a:pt x="4552348" y="5117671"/>
                  <a:pt x="4548676" y="5113306"/>
                </a:cubicBezTo>
                <a:cubicBezTo>
                  <a:pt x="4545898" y="5109932"/>
                  <a:pt x="4544509" y="5101896"/>
                  <a:pt x="4544509" y="5089196"/>
                </a:cubicBezTo>
                <a:lnTo>
                  <a:pt x="4544509" y="4999601"/>
                </a:lnTo>
                <a:lnTo>
                  <a:pt x="4579633" y="4999601"/>
                </a:lnTo>
                <a:lnTo>
                  <a:pt x="4579633" y="4988885"/>
                </a:lnTo>
                <a:lnTo>
                  <a:pt x="4544509" y="4988885"/>
                </a:lnTo>
                <a:lnTo>
                  <a:pt x="4544509" y="4979063"/>
                </a:lnTo>
                <a:cubicBezTo>
                  <a:pt x="4544509" y="4957830"/>
                  <a:pt x="4545203" y="4944659"/>
                  <a:pt x="4546592" y="4939549"/>
                </a:cubicBezTo>
                <a:cubicBezTo>
                  <a:pt x="4547981" y="4934439"/>
                  <a:pt x="4550264" y="4930669"/>
                  <a:pt x="4553438" y="4928238"/>
                </a:cubicBezTo>
                <a:cubicBezTo>
                  <a:pt x="4556613" y="4925807"/>
                  <a:pt x="4560483" y="4924592"/>
                  <a:pt x="4565047" y="4924592"/>
                </a:cubicBezTo>
                <a:cubicBezTo>
                  <a:pt x="4568817" y="4924592"/>
                  <a:pt x="4572240" y="4925534"/>
                  <a:pt x="4575316" y="4927419"/>
                </a:cubicBezTo>
                <a:cubicBezTo>
                  <a:pt x="4578392" y="4929305"/>
                  <a:pt x="4581765" y="4932951"/>
                  <a:pt x="4585436" y="4938358"/>
                </a:cubicBezTo>
                <a:cubicBezTo>
                  <a:pt x="4589107" y="4943766"/>
                  <a:pt x="4592208" y="4947288"/>
                  <a:pt x="4594739" y="4948925"/>
                </a:cubicBezTo>
                <a:cubicBezTo>
                  <a:pt x="4597268" y="4950562"/>
                  <a:pt x="4599674" y="4951381"/>
                  <a:pt x="4601956" y="4951381"/>
                </a:cubicBezTo>
                <a:cubicBezTo>
                  <a:pt x="4604933" y="4951381"/>
                  <a:pt x="4607712" y="4950066"/>
                  <a:pt x="4610291" y="4947437"/>
                </a:cubicBezTo>
                <a:cubicBezTo>
                  <a:pt x="4612872" y="4944808"/>
                  <a:pt x="4614160" y="4942005"/>
                  <a:pt x="4614160" y="4939028"/>
                </a:cubicBezTo>
                <a:cubicBezTo>
                  <a:pt x="4614160" y="4933472"/>
                  <a:pt x="4611284" y="4928461"/>
                  <a:pt x="4605528" y="4923996"/>
                </a:cubicBezTo>
                <a:cubicBezTo>
                  <a:pt x="4596797" y="4917250"/>
                  <a:pt x="4587222" y="4913876"/>
                  <a:pt x="4576805" y="4913876"/>
                </a:cubicBezTo>
                <a:close/>
                <a:moveTo>
                  <a:pt x="1795505" y="4913876"/>
                </a:moveTo>
                <a:cubicBezTo>
                  <a:pt x="1784293" y="4913876"/>
                  <a:pt x="1774198" y="4916778"/>
                  <a:pt x="1765219" y="4922583"/>
                </a:cubicBezTo>
                <a:cubicBezTo>
                  <a:pt x="1756239" y="4928387"/>
                  <a:pt x="1749567" y="4936002"/>
                  <a:pt x="1745201" y="4945428"/>
                </a:cubicBezTo>
                <a:cubicBezTo>
                  <a:pt x="1740835" y="4954854"/>
                  <a:pt x="1738653" y="4966363"/>
                  <a:pt x="1738653" y="4979956"/>
                </a:cubicBezTo>
                <a:lnTo>
                  <a:pt x="1738653" y="4988885"/>
                </a:lnTo>
                <a:lnTo>
                  <a:pt x="1712162" y="4988885"/>
                </a:lnTo>
                <a:lnTo>
                  <a:pt x="1712162" y="4999601"/>
                </a:lnTo>
                <a:lnTo>
                  <a:pt x="1738653" y="4999601"/>
                </a:lnTo>
                <a:lnTo>
                  <a:pt x="1738653" y="5089196"/>
                </a:lnTo>
                <a:cubicBezTo>
                  <a:pt x="1738653" y="5098919"/>
                  <a:pt x="1738033" y="5105468"/>
                  <a:pt x="1736792" y="5108841"/>
                </a:cubicBezTo>
                <a:cubicBezTo>
                  <a:pt x="1735552" y="5112215"/>
                  <a:pt x="1733295" y="5114893"/>
                  <a:pt x="1730021" y="5116878"/>
                </a:cubicBezTo>
                <a:cubicBezTo>
                  <a:pt x="1726747" y="5118862"/>
                  <a:pt x="1723125" y="5119854"/>
                  <a:pt x="1719156" y="5119854"/>
                </a:cubicBezTo>
                <a:lnTo>
                  <a:pt x="1713054" y="5119854"/>
                </a:lnTo>
                <a:lnTo>
                  <a:pt x="1713054" y="5125212"/>
                </a:lnTo>
                <a:lnTo>
                  <a:pt x="1794463" y="5125212"/>
                </a:lnTo>
                <a:lnTo>
                  <a:pt x="1794463" y="5119854"/>
                </a:lnTo>
                <a:lnTo>
                  <a:pt x="1782111" y="5119854"/>
                </a:lnTo>
                <a:cubicBezTo>
                  <a:pt x="1775959" y="5119854"/>
                  <a:pt x="1771048" y="5117671"/>
                  <a:pt x="1767377" y="5113306"/>
                </a:cubicBezTo>
                <a:cubicBezTo>
                  <a:pt x="1764598" y="5109932"/>
                  <a:pt x="1763209" y="5101896"/>
                  <a:pt x="1763209" y="5089196"/>
                </a:cubicBezTo>
                <a:lnTo>
                  <a:pt x="1763209" y="4999601"/>
                </a:lnTo>
                <a:lnTo>
                  <a:pt x="1798333" y="4999601"/>
                </a:lnTo>
                <a:lnTo>
                  <a:pt x="1798333" y="4988885"/>
                </a:lnTo>
                <a:lnTo>
                  <a:pt x="1763209" y="4988885"/>
                </a:lnTo>
                <a:lnTo>
                  <a:pt x="1763209" y="4979063"/>
                </a:lnTo>
                <a:cubicBezTo>
                  <a:pt x="1763209" y="4957830"/>
                  <a:pt x="1763904" y="4944659"/>
                  <a:pt x="1765293" y="4939549"/>
                </a:cubicBezTo>
                <a:cubicBezTo>
                  <a:pt x="1766682" y="4934439"/>
                  <a:pt x="1768964" y="4930669"/>
                  <a:pt x="1772139" y="4928238"/>
                </a:cubicBezTo>
                <a:cubicBezTo>
                  <a:pt x="1775314" y="4925807"/>
                  <a:pt x="1779184" y="4924592"/>
                  <a:pt x="1783748" y="4924592"/>
                </a:cubicBezTo>
                <a:cubicBezTo>
                  <a:pt x="1787518" y="4924592"/>
                  <a:pt x="1790941" y="4925534"/>
                  <a:pt x="1794017" y="4927419"/>
                </a:cubicBezTo>
                <a:cubicBezTo>
                  <a:pt x="1797093" y="4929305"/>
                  <a:pt x="1800466" y="4932951"/>
                  <a:pt x="1804137" y="4938358"/>
                </a:cubicBezTo>
                <a:cubicBezTo>
                  <a:pt x="1807808" y="4943766"/>
                  <a:pt x="1810909" y="4947288"/>
                  <a:pt x="1813439" y="4948925"/>
                </a:cubicBezTo>
                <a:cubicBezTo>
                  <a:pt x="1815969" y="4950562"/>
                  <a:pt x="1818375" y="4951381"/>
                  <a:pt x="1820657" y="4951381"/>
                </a:cubicBezTo>
                <a:cubicBezTo>
                  <a:pt x="1823634" y="4951381"/>
                  <a:pt x="1826412" y="4950066"/>
                  <a:pt x="1828991" y="4947437"/>
                </a:cubicBezTo>
                <a:cubicBezTo>
                  <a:pt x="1831571" y="4944808"/>
                  <a:pt x="1832861" y="4942005"/>
                  <a:pt x="1832861" y="4939028"/>
                </a:cubicBezTo>
                <a:cubicBezTo>
                  <a:pt x="1832861" y="4933472"/>
                  <a:pt x="1829984" y="4928461"/>
                  <a:pt x="1824229" y="4923996"/>
                </a:cubicBezTo>
                <a:cubicBezTo>
                  <a:pt x="1815498" y="4917250"/>
                  <a:pt x="1805923" y="4913876"/>
                  <a:pt x="1795505" y="4913876"/>
                </a:cubicBezTo>
                <a:close/>
                <a:moveTo>
                  <a:pt x="10551211" y="4913578"/>
                </a:moveTo>
                <a:lnTo>
                  <a:pt x="10510581" y="4930247"/>
                </a:lnTo>
                <a:lnTo>
                  <a:pt x="10513111" y="4935456"/>
                </a:lnTo>
                <a:cubicBezTo>
                  <a:pt x="10517080" y="4933869"/>
                  <a:pt x="10520354" y="4933075"/>
                  <a:pt x="10522934" y="4933075"/>
                </a:cubicBezTo>
                <a:cubicBezTo>
                  <a:pt x="10525315" y="4933075"/>
                  <a:pt x="10527274" y="4933720"/>
                  <a:pt x="10528813" y="4935010"/>
                </a:cubicBezTo>
                <a:cubicBezTo>
                  <a:pt x="10530351" y="4936300"/>
                  <a:pt x="10531467" y="4938706"/>
                  <a:pt x="10532161" y="4942228"/>
                </a:cubicBezTo>
                <a:cubicBezTo>
                  <a:pt x="10532856" y="4945750"/>
                  <a:pt x="10533203" y="4955201"/>
                  <a:pt x="10533203" y="4970580"/>
                </a:cubicBezTo>
                <a:lnTo>
                  <a:pt x="10533203" y="5094405"/>
                </a:lnTo>
                <a:cubicBezTo>
                  <a:pt x="10533203" y="5102838"/>
                  <a:pt x="10532558" y="5108543"/>
                  <a:pt x="10531268" y="5111520"/>
                </a:cubicBezTo>
                <a:cubicBezTo>
                  <a:pt x="10529979" y="5114496"/>
                  <a:pt x="10528193" y="5116630"/>
                  <a:pt x="10525911" y="5117919"/>
                </a:cubicBezTo>
                <a:cubicBezTo>
                  <a:pt x="10523628" y="5119209"/>
                  <a:pt x="10519362" y="5119854"/>
                  <a:pt x="10513111" y="5119854"/>
                </a:cubicBezTo>
                <a:lnTo>
                  <a:pt x="10513111" y="5125212"/>
                </a:lnTo>
                <a:lnTo>
                  <a:pt x="10579935" y="5125212"/>
                </a:lnTo>
                <a:lnTo>
                  <a:pt x="10579935" y="5119854"/>
                </a:lnTo>
                <a:cubicBezTo>
                  <a:pt x="10572890" y="5119854"/>
                  <a:pt x="10568079" y="5119135"/>
                  <a:pt x="10565499" y="5117696"/>
                </a:cubicBezTo>
                <a:cubicBezTo>
                  <a:pt x="10562919" y="5116258"/>
                  <a:pt x="10561010" y="5114149"/>
                  <a:pt x="10559769" y="5111371"/>
                </a:cubicBezTo>
                <a:cubicBezTo>
                  <a:pt x="10558528" y="5108593"/>
                  <a:pt x="10557909" y="5102937"/>
                  <a:pt x="10557909" y="5094405"/>
                </a:cubicBezTo>
                <a:lnTo>
                  <a:pt x="10557909" y="4913578"/>
                </a:lnTo>
                <a:close/>
                <a:moveTo>
                  <a:pt x="9345555" y="4913578"/>
                </a:moveTo>
                <a:cubicBezTo>
                  <a:pt x="9341289" y="4913578"/>
                  <a:pt x="9337692" y="4915042"/>
                  <a:pt x="9334765" y="4917969"/>
                </a:cubicBezTo>
                <a:cubicBezTo>
                  <a:pt x="9331838" y="4920896"/>
                  <a:pt x="9330374" y="4924443"/>
                  <a:pt x="9330374" y="4928610"/>
                </a:cubicBezTo>
                <a:cubicBezTo>
                  <a:pt x="9330374" y="4932777"/>
                  <a:pt x="9331863" y="4936349"/>
                  <a:pt x="9334839" y="4939326"/>
                </a:cubicBezTo>
                <a:cubicBezTo>
                  <a:pt x="9337816" y="4942302"/>
                  <a:pt x="9341388" y="4943791"/>
                  <a:pt x="9345555" y="4943791"/>
                </a:cubicBezTo>
                <a:cubicBezTo>
                  <a:pt x="9349722" y="4943791"/>
                  <a:pt x="9353269" y="4942302"/>
                  <a:pt x="9356196" y="4939326"/>
                </a:cubicBezTo>
                <a:cubicBezTo>
                  <a:pt x="9359123" y="4936349"/>
                  <a:pt x="9360586" y="4932777"/>
                  <a:pt x="9360586" y="4928610"/>
                </a:cubicBezTo>
                <a:cubicBezTo>
                  <a:pt x="9360586" y="4924443"/>
                  <a:pt x="9359123" y="4920896"/>
                  <a:pt x="9356196" y="4917969"/>
                </a:cubicBezTo>
                <a:cubicBezTo>
                  <a:pt x="9353269" y="4915042"/>
                  <a:pt x="9349722" y="4913578"/>
                  <a:pt x="9345555" y="4913578"/>
                </a:cubicBezTo>
                <a:close/>
                <a:moveTo>
                  <a:pt x="8777330" y="4913578"/>
                </a:moveTo>
                <a:lnTo>
                  <a:pt x="8736699" y="4930247"/>
                </a:lnTo>
                <a:lnTo>
                  <a:pt x="8738634" y="4935456"/>
                </a:lnTo>
                <a:cubicBezTo>
                  <a:pt x="8742900" y="4933869"/>
                  <a:pt x="8746324" y="4933075"/>
                  <a:pt x="8748903" y="4933075"/>
                </a:cubicBezTo>
                <a:cubicBezTo>
                  <a:pt x="8751284" y="4933075"/>
                  <a:pt x="8753269" y="4933720"/>
                  <a:pt x="8754856" y="4935010"/>
                </a:cubicBezTo>
                <a:cubicBezTo>
                  <a:pt x="8756444" y="4936300"/>
                  <a:pt x="8757609" y="4938730"/>
                  <a:pt x="8758354" y="4942302"/>
                </a:cubicBezTo>
                <a:cubicBezTo>
                  <a:pt x="8759098" y="4945874"/>
                  <a:pt x="8759470" y="4955449"/>
                  <a:pt x="8759470" y="4971026"/>
                </a:cubicBezTo>
                <a:lnTo>
                  <a:pt x="8759470" y="4996178"/>
                </a:lnTo>
                <a:cubicBezTo>
                  <a:pt x="8751632" y="4988538"/>
                  <a:pt x="8741710" y="4984718"/>
                  <a:pt x="8729704" y="4984718"/>
                </a:cubicBezTo>
                <a:cubicBezTo>
                  <a:pt x="8710356" y="4984718"/>
                  <a:pt x="8694531" y="4992829"/>
                  <a:pt x="8682228" y="5009052"/>
                </a:cubicBezTo>
                <a:cubicBezTo>
                  <a:pt x="8669925" y="5025274"/>
                  <a:pt x="8663773" y="5043158"/>
                  <a:pt x="8663773" y="5062704"/>
                </a:cubicBezTo>
                <a:cubicBezTo>
                  <a:pt x="8663773" y="5082250"/>
                  <a:pt x="8669330" y="5098249"/>
                  <a:pt x="8680442" y="5110701"/>
                </a:cubicBezTo>
                <a:cubicBezTo>
                  <a:pt x="8691554" y="5123153"/>
                  <a:pt x="8704552" y="5129379"/>
                  <a:pt x="8719435" y="5129379"/>
                </a:cubicBezTo>
                <a:cubicBezTo>
                  <a:pt x="8726778" y="5129379"/>
                  <a:pt x="8733624" y="5127866"/>
                  <a:pt x="8739973" y="5124840"/>
                </a:cubicBezTo>
                <a:cubicBezTo>
                  <a:pt x="8746324" y="5121814"/>
                  <a:pt x="8752822" y="5116828"/>
                  <a:pt x="8759470" y="5109883"/>
                </a:cubicBezTo>
                <a:lnTo>
                  <a:pt x="8759470" y="5129379"/>
                </a:lnTo>
                <a:lnTo>
                  <a:pt x="8766316" y="5129379"/>
                </a:lnTo>
                <a:lnTo>
                  <a:pt x="8806797" y="5112562"/>
                </a:lnTo>
                <a:lnTo>
                  <a:pt x="8805160" y="5107353"/>
                </a:lnTo>
                <a:cubicBezTo>
                  <a:pt x="8800695" y="5109039"/>
                  <a:pt x="8797123" y="5109883"/>
                  <a:pt x="8794444" y="5109883"/>
                </a:cubicBezTo>
                <a:cubicBezTo>
                  <a:pt x="8792262" y="5109883"/>
                  <a:pt x="8790352" y="5109188"/>
                  <a:pt x="8788714" y="5107799"/>
                </a:cubicBezTo>
                <a:cubicBezTo>
                  <a:pt x="8787078" y="5106410"/>
                  <a:pt x="8785886" y="5103955"/>
                  <a:pt x="8785142" y="5100432"/>
                </a:cubicBezTo>
                <a:cubicBezTo>
                  <a:pt x="8784399" y="5096910"/>
                  <a:pt x="8784027" y="5087162"/>
                  <a:pt x="8784027" y="5071187"/>
                </a:cubicBezTo>
                <a:lnTo>
                  <a:pt x="8784027" y="4913578"/>
                </a:lnTo>
                <a:close/>
                <a:moveTo>
                  <a:pt x="8405854" y="4913578"/>
                </a:moveTo>
                <a:lnTo>
                  <a:pt x="8365225" y="4930247"/>
                </a:lnTo>
                <a:lnTo>
                  <a:pt x="8367159" y="4935456"/>
                </a:lnTo>
                <a:cubicBezTo>
                  <a:pt x="8371425" y="4933869"/>
                  <a:pt x="8374849" y="4933075"/>
                  <a:pt x="8377428" y="4933075"/>
                </a:cubicBezTo>
                <a:cubicBezTo>
                  <a:pt x="8379810" y="4933075"/>
                  <a:pt x="8381794" y="4933720"/>
                  <a:pt x="8383381" y="4935010"/>
                </a:cubicBezTo>
                <a:cubicBezTo>
                  <a:pt x="8384969" y="4936300"/>
                  <a:pt x="8386134" y="4938730"/>
                  <a:pt x="8386879" y="4942302"/>
                </a:cubicBezTo>
                <a:cubicBezTo>
                  <a:pt x="8387623" y="4945874"/>
                  <a:pt x="8387995" y="4955449"/>
                  <a:pt x="8387995" y="4971026"/>
                </a:cubicBezTo>
                <a:lnTo>
                  <a:pt x="8387995" y="4996178"/>
                </a:lnTo>
                <a:cubicBezTo>
                  <a:pt x="8380157" y="4988538"/>
                  <a:pt x="8370235" y="4984718"/>
                  <a:pt x="8358229" y="4984718"/>
                </a:cubicBezTo>
                <a:cubicBezTo>
                  <a:pt x="8338882" y="4984718"/>
                  <a:pt x="8323056" y="4992829"/>
                  <a:pt x="8310753" y="5009052"/>
                </a:cubicBezTo>
                <a:cubicBezTo>
                  <a:pt x="8298450" y="5025274"/>
                  <a:pt x="8292299" y="5043158"/>
                  <a:pt x="8292299" y="5062704"/>
                </a:cubicBezTo>
                <a:cubicBezTo>
                  <a:pt x="8292299" y="5082250"/>
                  <a:pt x="8297855" y="5098249"/>
                  <a:pt x="8308967" y="5110701"/>
                </a:cubicBezTo>
                <a:cubicBezTo>
                  <a:pt x="8320080" y="5123153"/>
                  <a:pt x="8333077" y="5129379"/>
                  <a:pt x="8347960" y="5129379"/>
                </a:cubicBezTo>
                <a:cubicBezTo>
                  <a:pt x="8355303" y="5129379"/>
                  <a:pt x="8362149" y="5127866"/>
                  <a:pt x="8368498" y="5124840"/>
                </a:cubicBezTo>
                <a:cubicBezTo>
                  <a:pt x="8374849" y="5121814"/>
                  <a:pt x="8381348" y="5116828"/>
                  <a:pt x="8387995" y="5109883"/>
                </a:cubicBezTo>
                <a:lnTo>
                  <a:pt x="8387995" y="5129379"/>
                </a:lnTo>
                <a:lnTo>
                  <a:pt x="8394840" y="5129379"/>
                </a:lnTo>
                <a:lnTo>
                  <a:pt x="8435322" y="5112562"/>
                </a:lnTo>
                <a:lnTo>
                  <a:pt x="8433686" y="5107353"/>
                </a:lnTo>
                <a:cubicBezTo>
                  <a:pt x="8429220" y="5109039"/>
                  <a:pt x="8425648" y="5109883"/>
                  <a:pt x="8422970" y="5109883"/>
                </a:cubicBezTo>
                <a:cubicBezTo>
                  <a:pt x="8420786" y="5109883"/>
                  <a:pt x="8418876" y="5109188"/>
                  <a:pt x="8417240" y="5107799"/>
                </a:cubicBezTo>
                <a:cubicBezTo>
                  <a:pt x="8415602" y="5106410"/>
                  <a:pt x="8414412" y="5103955"/>
                  <a:pt x="8413668" y="5100432"/>
                </a:cubicBezTo>
                <a:cubicBezTo>
                  <a:pt x="8412924" y="5096910"/>
                  <a:pt x="8412551" y="5087162"/>
                  <a:pt x="8412551" y="5071187"/>
                </a:cubicBezTo>
                <a:lnTo>
                  <a:pt x="8412551" y="4913578"/>
                </a:lnTo>
                <a:close/>
                <a:moveTo>
                  <a:pt x="7478655" y="4913578"/>
                </a:moveTo>
                <a:cubicBezTo>
                  <a:pt x="7474389" y="4913578"/>
                  <a:pt x="7470792" y="4915042"/>
                  <a:pt x="7467866" y="4917969"/>
                </a:cubicBezTo>
                <a:cubicBezTo>
                  <a:pt x="7464938" y="4920896"/>
                  <a:pt x="7463475" y="4924443"/>
                  <a:pt x="7463475" y="4928610"/>
                </a:cubicBezTo>
                <a:cubicBezTo>
                  <a:pt x="7463475" y="4932777"/>
                  <a:pt x="7464963" y="4936349"/>
                  <a:pt x="7467939" y="4939326"/>
                </a:cubicBezTo>
                <a:cubicBezTo>
                  <a:pt x="7470916" y="4942302"/>
                  <a:pt x="7474488" y="4943791"/>
                  <a:pt x="7478655" y="4943791"/>
                </a:cubicBezTo>
                <a:cubicBezTo>
                  <a:pt x="7482823" y="4943791"/>
                  <a:pt x="7486370" y="4942302"/>
                  <a:pt x="7489297" y="4939326"/>
                </a:cubicBezTo>
                <a:cubicBezTo>
                  <a:pt x="7492223" y="4936349"/>
                  <a:pt x="7493687" y="4932777"/>
                  <a:pt x="7493687" y="4928610"/>
                </a:cubicBezTo>
                <a:cubicBezTo>
                  <a:pt x="7493687" y="4924443"/>
                  <a:pt x="7492223" y="4920896"/>
                  <a:pt x="7489297" y="4917969"/>
                </a:cubicBezTo>
                <a:cubicBezTo>
                  <a:pt x="7486370" y="4915042"/>
                  <a:pt x="7482823" y="4913578"/>
                  <a:pt x="7478655" y="4913578"/>
                </a:cubicBezTo>
                <a:close/>
                <a:moveTo>
                  <a:pt x="7325064" y="4913578"/>
                </a:moveTo>
                <a:lnTo>
                  <a:pt x="7284583" y="4930247"/>
                </a:lnTo>
                <a:lnTo>
                  <a:pt x="7287114" y="4935456"/>
                </a:lnTo>
                <a:cubicBezTo>
                  <a:pt x="7291281" y="4933770"/>
                  <a:pt x="7294406" y="4932926"/>
                  <a:pt x="7296489" y="4932926"/>
                </a:cubicBezTo>
                <a:cubicBezTo>
                  <a:pt x="7299069" y="4932926"/>
                  <a:pt x="7301153" y="4933596"/>
                  <a:pt x="7302741" y="4934935"/>
                </a:cubicBezTo>
                <a:cubicBezTo>
                  <a:pt x="7304328" y="4936275"/>
                  <a:pt x="7305469" y="4938706"/>
                  <a:pt x="7306164" y="4942228"/>
                </a:cubicBezTo>
                <a:cubicBezTo>
                  <a:pt x="7306858" y="4945750"/>
                  <a:pt x="7307205" y="4955399"/>
                  <a:pt x="7307205" y="4971175"/>
                </a:cubicBezTo>
                <a:lnTo>
                  <a:pt x="7307205" y="5095298"/>
                </a:lnTo>
                <a:cubicBezTo>
                  <a:pt x="7307205" y="5103334"/>
                  <a:pt x="7306461" y="5108990"/>
                  <a:pt x="7304973" y="5112264"/>
                </a:cubicBezTo>
                <a:cubicBezTo>
                  <a:pt x="7303881" y="5114546"/>
                  <a:pt x="7302294" y="5116233"/>
                  <a:pt x="7300211" y="5117324"/>
                </a:cubicBezTo>
                <a:cubicBezTo>
                  <a:pt x="7296738" y="5119011"/>
                  <a:pt x="7291529" y="5119854"/>
                  <a:pt x="7284583" y="5119854"/>
                </a:cubicBezTo>
                <a:lnTo>
                  <a:pt x="7284583" y="5125212"/>
                </a:lnTo>
                <a:lnTo>
                  <a:pt x="7353938" y="5125212"/>
                </a:lnTo>
                <a:lnTo>
                  <a:pt x="7353938" y="5119854"/>
                </a:lnTo>
                <a:cubicBezTo>
                  <a:pt x="7346297" y="5119755"/>
                  <a:pt x="7341337" y="5119110"/>
                  <a:pt x="7339054" y="5117919"/>
                </a:cubicBezTo>
                <a:cubicBezTo>
                  <a:pt x="7336772" y="5116729"/>
                  <a:pt x="7335011" y="5114745"/>
                  <a:pt x="7333771" y="5111966"/>
                </a:cubicBezTo>
                <a:cubicBezTo>
                  <a:pt x="7332531" y="5109188"/>
                  <a:pt x="7331911" y="5103384"/>
                  <a:pt x="7331911" y="5094553"/>
                </a:cubicBezTo>
                <a:lnTo>
                  <a:pt x="7331911" y="5049310"/>
                </a:lnTo>
                <a:lnTo>
                  <a:pt x="7373731" y="5102739"/>
                </a:lnTo>
                <a:cubicBezTo>
                  <a:pt x="7377700" y="5107799"/>
                  <a:pt x="7379685" y="5111470"/>
                  <a:pt x="7379685" y="5113752"/>
                </a:cubicBezTo>
                <a:cubicBezTo>
                  <a:pt x="7379685" y="5115638"/>
                  <a:pt x="7379015" y="5117101"/>
                  <a:pt x="7377676" y="5118143"/>
                </a:cubicBezTo>
                <a:cubicBezTo>
                  <a:pt x="7376336" y="5119184"/>
                  <a:pt x="7373781" y="5119755"/>
                  <a:pt x="7370010" y="5119854"/>
                </a:cubicBezTo>
                <a:lnTo>
                  <a:pt x="7370010" y="5125212"/>
                </a:lnTo>
                <a:lnTo>
                  <a:pt x="7436240" y="5125212"/>
                </a:lnTo>
                <a:lnTo>
                  <a:pt x="7436240" y="5119854"/>
                </a:lnTo>
                <a:cubicBezTo>
                  <a:pt x="7430088" y="5119854"/>
                  <a:pt x="7425772" y="5119358"/>
                  <a:pt x="7423291" y="5118366"/>
                </a:cubicBezTo>
                <a:cubicBezTo>
                  <a:pt x="7419719" y="5116977"/>
                  <a:pt x="7415552" y="5113951"/>
                  <a:pt x="7410789" y="5109287"/>
                </a:cubicBezTo>
                <a:cubicBezTo>
                  <a:pt x="7407416" y="5106013"/>
                  <a:pt x="7400868" y="5098274"/>
                  <a:pt x="7391144" y="5086070"/>
                </a:cubicBezTo>
                <a:lnTo>
                  <a:pt x="7356170" y="5041868"/>
                </a:lnTo>
                <a:lnTo>
                  <a:pt x="7391144" y="5009573"/>
                </a:lnTo>
                <a:cubicBezTo>
                  <a:pt x="7397594" y="5003719"/>
                  <a:pt x="7403522" y="4999651"/>
                  <a:pt x="7408929" y="4997369"/>
                </a:cubicBezTo>
                <a:cubicBezTo>
                  <a:pt x="7414337" y="4995087"/>
                  <a:pt x="7421108" y="4993846"/>
                  <a:pt x="7429244" y="4993648"/>
                </a:cubicBezTo>
                <a:lnTo>
                  <a:pt x="7429244" y="4988885"/>
                </a:lnTo>
                <a:lnTo>
                  <a:pt x="7370010" y="4988885"/>
                </a:lnTo>
                <a:lnTo>
                  <a:pt x="7370010" y="4993648"/>
                </a:lnTo>
                <a:cubicBezTo>
                  <a:pt x="7373781" y="4993846"/>
                  <a:pt x="7376485" y="4994665"/>
                  <a:pt x="7378122" y="4996104"/>
                </a:cubicBezTo>
                <a:cubicBezTo>
                  <a:pt x="7379759" y="4997542"/>
                  <a:pt x="7380577" y="4999254"/>
                  <a:pt x="7380577" y="5001238"/>
                </a:cubicBezTo>
                <a:cubicBezTo>
                  <a:pt x="7380577" y="5002429"/>
                  <a:pt x="7380181" y="5003619"/>
                  <a:pt x="7379387" y="5004810"/>
                </a:cubicBezTo>
                <a:cubicBezTo>
                  <a:pt x="7378197" y="5006596"/>
                  <a:pt x="7373930" y="5010863"/>
                  <a:pt x="7366587" y="5017609"/>
                </a:cubicBezTo>
                <a:lnTo>
                  <a:pt x="7331911" y="5049161"/>
                </a:lnTo>
                <a:lnTo>
                  <a:pt x="7331911" y="4913578"/>
                </a:lnTo>
                <a:close/>
                <a:moveTo>
                  <a:pt x="6516630" y="4913578"/>
                </a:moveTo>
                <a:cubicBezTo>
                  <a:pt x="6512363" y="4913578"/>
                  <a:pt x="6508767" y="4915042"/>
                  <a:pt x="6505840" y="4917969"/>
                </a:cubicBezTo>
                <a:cubicBezTo>
                  <a:pt x="6502913" y="4920896"/>
                  <a:pt x="6501450" y="4924443"/>
                  <a:pt x="6501450" y="4928610"/>
                </a:cubicBezTo>
                <a:cubicBezTo>
                  <a:pt x="6501450" y="4932777"/>
                  <a:pt x="6502938" y="4936349"/>
                  <a:pt x="6505914" y="4939326"/>
                </a:cubicBezTo>
                <a:cubicBezTo>
                  <a:pt x="6508891" y="4942302"/>
                  <a:pt x="6512463" y="4943791"/>
                  <a:pt x="6516630" y="4943791"/>
                </a:cubicBezTo>
                <a:cubicBezTo>
                  <a:pt x="6520797" y="4943791"/>
                  <a:pt x="6524344" y="4942302"/>
                  <a:pt x="6527271" y="4939326"/>
                </a:cubicBezTo>
                <a:cubicBezTo>
                  <a:pt x="6530198" y="4936349"/>
                  <a:pt x="6531662" y="4932777"/>
                  <a:pt x="6531662" y="4928610"/>
                </a:cubicBezTo>
                <a:cubicBezTo>
                  <a:pt x="6531662" y="4924443"/>
                  <a:pt x="6530198" y="4920896"/>
                  <a:pt x="6527271" y="4917969"/>
                </a:cubicBezTo>
                <a:cubicBezTo>
                  <a:pt x="6524344" y="4915042"/>
                  <a:pt x="6520797" y="4913578"/>
                  <a:pt x="6516630" y="4913578"/>
                </a:cubicBezTo>
                <a:close/>
                <a:moveTo>
                  <a:pt x="6436412" y="4913578"/>
                </a:moveTo>
                <a:lnTo>
                  <a:pt x="6395782" y="4930247"/>
                </a:lnTo>
                <a:lnTo>
                  <a:pt x="6398312" y="4935456"/>
                </a:lnTo>
                <a:cubicBezTo>
                  <a:pt x="6402281" y="4933869"/>
                  <a:pt x="6405555" y="4933075"/>
                  <a:pt x="6408134" y="4933075"/>
                </a:cubicBezTo>
                <a:cubicBezTo>
                  <a:pt x="6410516" y="4933075"/>
                  <a:pt x="6412475" y="4933720"/>
                  <a:pt x="6414013" y="4935010"/>
                </a:cubicBezTo>
                <a:cubicBezTo>
                  <a:pt x="6415551" y="4936300"/>
                  <a:pt x="6416667" y="4938706"/>
                  <a:pt x="6417362" y="4942228"/>
                </a:cubicBezTo>
                <a:cubicBezTo>
                  <a:pt x="6418056" y="4945750"/>
                  <a:pt x="6418403" y="4955201"/>
                  <a:pt x="6418403" y="4970580"/>
                </a:cubicBezTo>
                <a:lnTo>
                  <a:pt x="6418403" y="5094405"/>
                </a:lnTo>
                <a:cubicBezTo>
                  <a:pt x="6418403" y="5102838"/>
                  <a:pt x="6417759" y="5108543"/>
                  <a:pt x="6416469" y="5111520"/>
                </a:cubicBezTo>
                <a:cubicBezTo>
                  <a:pt x="6415179" y="5114496"/>
                  <a:pt x="6413393" y="5116630"/>
                  <a:pt x="6411111" y="5117919"/>
                </a:cubicBezTo>
                <a:cubicBezTo>
                  <a:pt x="6408829" y="5119209"/>
                  <a:pt x="6404562" y="5119854"/>
                  <a:pt x="6398312" y="5119854"/>
                </a:cubicBezTo>
                <a:lnTo>
                  <a:pt x="6398312" y="5125212"/>
                </a:lnTo>
                <a:lnTo>
                  <a:pt x="6465135" y="5125212"/>
                </a:lnTo>
                <a:lnTo>
                  <a:pt x="6465135" y="5119854"/>
                </a:lnTo>
                <a:cubicBezTo>
                  <a:pt x="6458091" y="5119854"/>
                  <a:pt x="6453279" y="5119135"/>
                  <a:pt x="6450699" y="5117696"/>
                </a:cubicBezTo>
                <a:cubicBezTo>
                  <a:pt x="6448120" y="5116258"/>
                  <a:pt x="6446209" y="5114149"/>
                  <a:pt x="6444969" y="5111371"/>
                </a:cubicBezTo>
                <a:cubicBezTo>
                  <a:pt x="6443729" y="5108593"/>
                  <a:pt x="6443109" y="5102937"/>
                  <a:pt x="6443109" y="5094405"/>
                </a:cubicBezTo>
                <a:lnTo>
                  <a:pt x="6443109" y="4913578"/>
                </a:lnTo>
                <a:close/>
                <a:moveTo>
                  <a:pt x="5800767" y="4913578"/>
                </a:moveTo>
                <a:lnTo>
                  <a:pt x="5759988" y="4930247"/>
                </a:lnTo>
                <a:lnTo>
                  <a:pt x="5762071" y="4935456"/>
                </a:lnTo>
                <a:cubicBezTo>
                  <a:pt x="5766734" y="4933869"/>
                  <a:pt x="5770108" y="4933075"/>
                  <a:pt x="5772192" y="4933075"/>
                </a:cubicBezTo>
                <a:cubicBezTo>
                  <a:pt x="5774771" y="4933075"/>
                  <a:pt x="5776831" y="4933720"/>
                  <a:pt x="5778368" y="4935010"/>
                </a:cubicBezTo>
                <a:cubicBezTo>
                  <a:pt x="5779906" y="4936300"/>
                  <a:pt x="5781047" y="4938730"/>
                  <a:pt x="5781792" y="4942302"/>
                </a:cubicBezTo>
                <a:cubicBezTo>
                  <a:pt x="5782535" y="4945874"/>
                  <a:pt x="5782907" y="4955449"/>
                  <a:pt x="5782907" y="4971026"/>
                </a:cubicBezTo>
                <a:lnTo>
                  <a:pt x="5782907" y="5094405"/>
                </a:lnTo>
                <a:cubicBezTo>
                  <a:pt x="5782907" y="5102937"/>
                  <a:pt x="5782312" y="5108593"/>
                  <a:pt x="5781121" y="5111371"/>
                </a:cubicBezTo>
                <a:cubicBezTo>
                  <a:pt x="5779931" y="5114149"/>
                  <a:pt x="5778343" y="5116034"/>
                  <a:pt x="5776359" y="5117026"/>
                </a:cubicBezTo>
                <a:cubicBezTo>
                  <a:pt x="5772886" y="5118912"/>
                  <a:pt x="5768124" y="5119854"/>
                  <a:pt x="5762071" y="5119854"/>
                </a:cubicBezTo>
                <a:lnTo>
                  <a:pt x="5762071" y="5125212"/>
                </a:lnTo>
                <a:lnTo>
                  <a:pt x="5829639" y="5125212"/>
                </a:lnTo>
                <a:lnTo>
                  <a:pt x="5829639" y="5119854"/>
                </a:lnTo>
                <a:cubicBezTo>
                  <a:pt x="5822694" y="5119854"/>
                  <a:pt x="5817808" y="5119085"/>
                  <a:pt x="5814980" y="5117547"/>
                </a:cubicBezTo>
                <a:cubicBezTo>
                  <a:pt x="5812152" y="5116010"/>
                  <a:pt x="5810217" y="5114100"/>
                  <a:pt x="5809175" y="5111817"/>
                </a:cubicBezTo>
                <a:cubicBezTo>
                  <a:pt x="5808134" y="5109536"/>
                  <a:pt x="5807613" y="5103731"/>
                  <a:pt x="5807613" y="5094405"/>
                </a:cubicBezTo>
                <a:lnTo>
                  <a:pt x="5807613" y="5022372"/>
                </a:lnTo>
                <a:cubicBezTo>
                  <a:pt x="5814955" y="5014534"/>
                  <a:pt x="5821256" y="5009325"/>
                  <a:pt x="5826514" y="5006745"/>
                </a:cubicBezTo>
                <a:cubicBezTo>
                  <a:pt x="5831772" y="5004165"/>
                  <a:pt x="5836833" y="5002875"/>
                  <a:pt x="5841694" y="5002875"/>
                </a:cubicBezTo>
                <a:cubicBezTo>
                  <a:pt x="5846457" y="5002875"/>
                  <a:pt x="5850525" y="5004041"/>
                  <a:pt x="5853898" y="5006373"/>
                </a:cubicBezTo>
                <a:cubicBezTo>
                  <a:pt x="5857273" y="5008705"/>
                  <a:pt x="5859728" y="5012202"/>
                  <a:pt x="5861265" y="5016865"/>
                </a:cubicBezTo>
                <a:cubicBezTo>
                  <a:pt x="5862803" y="5021529"/>
                  <a:pt x="5863572" y="5031301"/>
                  <a:pt x="5863572" y="5046184"/>
                </a:cubicBezTo>
                <a:lnTo>
                  <a:pt x="5863572" y="5094405"/>
                </a:lnTo>
                <a:cubicBezTo>
                  <a:pt x="5863572" y="5102144"/>
                  <a:pt x="5863424" y="5106807"/>
                  <a:pt x="5863126" y="5108394"/>
                </a:cubicBezTo>
                <a:cubicBezTo>
                  <a:pt x="5862133" y="5112165"/>
                  <a:pt x="5860397" y="5115017"/>
                  <a:pt x="5857917" y="5116952"/>
                </a:cubicBezTo>
                <a:cubicBezTo>
                  <a:pt x="5855436" y="5118887"/>
                  <a:pt x="5851021" y="5119854"/>
                  <a:pt x="5844671" y="5119854"/>
                </a:cubicBezTo>
                <a:lnTo>
                  <a:pt x="5841546" y="5119854"/>
                </a:lnTo>
                <a:lnTo>
                  <a:pt x="5841546" y="5125212"/>
                </a:lnTo>
                <a:lnTo>
                  <a:pt x="5908519" y="5125212"/>
                </a:lnTo>
                <a:lnTo>
                  <a:pt x="5908519" y="5119854"/>
                </a:lnTo>
                <a:cubicBezTo>
                  <a:pt x="5902168" y="5119854"/>
                  <a:pt x="5897803" y="5119160"/>
                  <a:pt x="5895421" y="5117771"/>
                </a:cubicBezTo>
                <a:cubicBezTo>
                  <a:pt x="5893040" y="5116382"/>
                  <a:pt x="5891354" y="5114496"/>
                  <a:pt x="5890361" y="5112115"/>
                </a:cubicBezTo>
                <a:cubicBezTo>
                  <a:pt x="5888972" y="5108940"/>
                  <a:pt x="5888278" y="5103037"/>
                  <a:pt x="5888278" y="5094405"/>
                </a:cubicBezTo>
                <a:lnTo>
                  <a:pt x="5888278" y="5046184"/>
                </a:lnTo>
                <a:cubicBezTo>
                  <a:pt x="5888278" y="5029317"/>
                  <a:pt x="5887336" y="5017709"/>
                  <a:pt x="5885450" y="5011358"/>
                </a:cubicBezTo>
                <a:cubicBezTo>
                  <a:pt x="5882771" y="5002231"/>
                  <a:pt x="5878654" y="4995533"/>
                  <a:pt x="5873097" y="4991267"/>
                </a:cubicBezTo>
                <a:cubicBezTo>
                  <a:pt x="5867541" y="4987000"/>
                  <a:pt x="5860895" y="4984867"/>
                  <a:pt x="5853155" y="4984867"/>
                </a:cubicBezTo>
                <a:cubicBezTo>
                  <a:pt x="5846705" y="4984867"/>
                  <a:pt x="5840256" y="4986579"/>
                  <a:pt x="5833807" y="4990002"/>
                </a:cubicBezTo>
                <a:cubicBezTo>
                  <a:pt x="5827358" y="4993425"/>
                  <a:pt x="5818626" y="5001189"/>
                  <a:pt x="5807613" y="5013293"/>
                </a:cubicBezTo>
                <a:lnTo>
                  <a:pt x="5807613" y="4913578"/>
                </a:lnTo>
                <a:close/>
                <a:moveTo>
                  <a:pt x="4348205" y="4913578"/>
                </a:moveTo>
                <a:lnTo>
                  <a:pt x="4307575" y="4930247"/>
                </a:lnTo>
                <a:lnTo>
                  <a:pt x="4309509" y="4935456"/>
                </a:lnTo>
                <a:cubicBezTo>
                  <a:pt x="4313776" y="4933869"/>
                  <a:pt x="4317199" y="4933075"/>
                  <a:pt x="4319778" y="4933075"/>
                </a:cubicBezTo>
                <a:cubicBezTo>
                  <a:pt x="4322160" y="4933075"/>
                  <a:pt x="4324144" y="4933720"/>
                  <a:pt x="4325732" y="4935010"/>
                </a:cubicBezTo>
                <a:cubicBezTo>
                  <a:pt x="4327320" y="4936300"/>
                  <a:pt x="4328486" y="4938730"/>
                  <a:pt x="4329229" y="4942302"/>
                </a:cubicBezTo>
                <a:cubicBezTo>
                  <a:pt x="4329973" y="4945874"/>
                  <a:pt x="4330345" y="4955449"/>
                  <a:pt x="4330345" y="4971026"/>
                </a:cubicBezTo>
                <a:lnTo>
                  <a:pt x="4330345" y="4996178"/>
                </a:lnTo>
                <a:cubicBezTo>
                  <a:pt x="4322508" y="4988538"/>
                  <a:pt x="4312586" y="4984718"/>
                  <a:pt x="4300579" y="4984718"/>
                </a:cubicBezTo>
                <a:cubicBezTo>
                  <a:pt x="4281232" y="4984718"/>
                  <a:pt x="4265406" y="4992829"/>
                  <a:pt x="4253103" y="5009052"/>
                </a:cubicBezTo>
                <a:cubicBezTo>
                  <a:pt x="4240800" y="5025274"/>
                  <a:pt x="4234649" y="5043158"/>
                  <a:pt x="4234649" y="5062704"/>
                </a:cubicBezTo>
                <a:cubicBezTo>
                  <a:pt x="4234649" y="5082250"/>
                  <a:pt x="4240205" y="5098249"/>
                  <a:pt x="4251317" y="5110701"/>
                </a:cubicBezTo>
                <a:cubicBezTo>
                  <a:pt x="4262430" y="5123153"/>
                  <a:pt x="4275427" y="5129379"/>
                  <a:pt x="4290310" y="5129379"/>
                </a:cubicBezTo>
                <a:cubicBezTo>
                  <a:pt x="4297653" y="5129379"/>
                  <a:pt x="4304499" y="5127866"/>
                  <a:pt x="4310848" y="5124840"/>
                </a:cubicBezTo>
                <a:cubicBezTo>
                  <a:pt x="4317199" y="5121814"/>
                  <a:pt x="4323697" y="5116828"/>
                  <a:pt x="4330345" y="5109883"/>
                </a:cubicBezTo>
                <a:lnTo>
                  <a:pt x="4330345" y="5129379"/>
                </a:lnTo>
                <a:lnTo>
                  <a:pt x="4337191" y="5129379"/>
                </a:lnTo>
                <a:lnTo>
                  <a:pt x="4377673" y="5112562"/>
                </a:lnTo>
                <a:lnTo>
                  <a:pt x="4376035" y="5107353"/>
                </a:lnTo>
                <a:cubicBezTo>
                  <a:pt x="4371570" y="5109039"/>
                  <a:pt x="4367998" y="5109883"/>
                  <a:pt x="4365321" y="5109883"/>
                </a:cubicBezTo>
                <a:cubicBezTo>
                  <a:pt x="4363138" y="5109883"/>
                  <a:pt x="4361227" y="5109188"/>
                  <a:pt x="4359590" y="5107799"/>
                </a:cubicBezTo>
                <a:cubicBezTo>
                  <a:pt x="4357954" y="5106410"/>
                  <a:pt x="4356762" y="5103955"/>
                  <a:pt x="4356018" y="5100432"/>
                </a:cubicBezTo>
                <a:cubicBezTo>
                  <a:pt x="4355274" y="5096910"/>
                  <a:pt x="4354902" y="5087162"/>
                  <a:pt x="4354902" y="5071187"/>
                </a:cubicBezTo>
                <a:lnTo>
                  <a:pt x="4354902" y="4913578"/>
                </a:lnTo>
                <a:close/>
                <a:moveTo>
                  <a:pt x="3521763" y="4913578"/>
                </a:moveTo>
                <a:lnTo>
                  <a:pt x="3480835" y="4930247"/>
                </a:lnTo>
                <a:lnTo>
                  <a:pt x="3482918" y="4935456"/>
                </a:lnTo>
                <a:cubicBezTo>
                  <a:pt x="3487086" y="4933869"/>
                  <a:pt x="3490558" y="4933075"/>
                  <a:pt x="3493337" y="4933075"/>
                </a:cubicBezTo>
                <a:cubicBezTo>
                  <a:pt x="3495718" y="4933075"/>
                  <a:pt x="3497703" y="4933720"/>
                  <a:pt x="3499290" y="4935010"/>
                </a:cubicBezTo>
                <a:cubicBezTo>
                  <a:pt x="3500877" y="4936300"/>
                  <a:pt x="3502043" y="4938730"/>
                  <a:pt x="3502787" y="4942302"/>
                </a:cubicBezTo>
                <a:cubicBezTo>
                  <a:pt x="3503531" y="4945874"/>
                  <a:pt x="3503903" y="4955399"/>
                  <a:pt x="3503903" y="4970877"/>
                </a:cubicBezTo>
                <a:lnTo>
                  <a:pt x="3503903" y="5112115"/>
                </a:lnTo>
                <a:cubicBezTo>
                  <a:pt x="3512436" y="5117870"/>
                  <a:pt x="3520795" y="5122186"/>
                  <a:pt x="3528981" y="5125063"/>
                </a:cubicBezTo>
                <a:cubicBezTo>
                  <a:pt x="3537167" y="5127941"/>
                  <a:pt x="3545228" y="5129379"/>
                  <a:pt x="3553165" y="5129379"/>
                </a:cubicBezTo>
                <a:cubicBezTo>
                  <a:pt x="3570132" y="5129379"/>
                  <a:pt x="3585511" y="5123029"/>
                  <a:pt x="3599302" y="5110329"/>
                </a:cubicBezTo>
                <a:cubicBezTo>
                  <a:pt x="3615375" y="5095546"/>
                  <a:pt x="3623413" y="5076049"/>
                  <a:pt x="3623413" y="5051840"/>
                </a:cubicBezTo>
                <a:cubicBezTo>
                  <a:pt x="3623413" y="5031103"/>
                  <a:pt x="3618203" y="5014757"/>
                  <a:pt x="3607785" y="5002801"/>
                </a:cubicBezTo>
                <a:cubicBezTo>
                  <a:pt x="3597367" y="4990845"/>
                  <a:pt x="3585164" y="4984867"/>
                  <a:pt x="3571173" y="4984867"/>
                </a:cubicBezTo>
                <a:cubicBezTo>
                  <a:pt x="3555894" y="4984867"/>
                  <a:pt x="3541656" y="4994045"/>
                  <a:pt x="3528460" y="5012400"/>
                </a:cubicBezTo>
                <a:lnTo>
                  <a:pt x="3528460" y="4913578"/>
                </a:lnTo>
                <a:close/>
                <a:moveTo>
                  <a:pt x="2535181" y="4913578"/>
                </a:moveTo>
                <a:cubicBezTo>
                  <a:pt x="2530915" y="4913578"/>
                  <a:pt x="2527318" y="4915042"/>
                  <a:pt x="2524391" y="4917969"/>
                </a:cubicBezTo>
                <a:cubicBezTo>
                  <a:pt x="2521464" y="4920896"/>
                  <a:pt x="2520001" y="4924443"/>
                  <a:pt x="2520001" y="4928610"/>
                </a:cubicBezTo>
                <a:cubicBezTo>
                  <a:pt x="2520001" y="4932777"/>
                  <a:pt x="2521489" y="4936349"/>
                  <a:pt x="2524466" y="4939326"/>
                </a:cubicBezTo>
                <a:cubicBezTo>
                  <a:pt x="2527442" y="4942302"/>
                  <a:pt x="2531014" y="4943791"/>
                  <a:pt x="2535181" y="4943791"/>
                </a:cubicBezTo>
                <a:cubicBezTo>
                  <a:pt x="2539349" y="4943791"/>
                  <a:pt x="2542896" y="4942302"/>
                  <a:pt x="2545822" y="4939326"/>
                </a:cubicBezTo>
                <a:cubicBezTo>
                  <a:pt x="2548749" y="4936349"/>
                  <a:pt x="2550213" y="4932777"/>
                  <a:pt x="2550213" y="4928610"/>
                </a:cubicBezTo>
                <a:cubicBezTo>
                  <a:pt x="2550213" y="4924443"/>
                  <a:pt x="2548749" y="4920896"/>
                  <a:pt x="2545822" y="4917969"/>
                </a:cubicBezTo>
                <a:cubicBezTo>
                  <a:pt x="2542896" y="4915042"/>
                  <a:pt x="2539349" y="4913578"/>
                  <a:pt x="2535181" y="4913578"/>
                </a:cubicBezTo>
                <a:close/>
                <a:moveTo>
                  <a:pt x="1516006" y="4913578"/>
                </a:moveTo>
                <a:cubicBezTo>
                  <a:pt x="1511740" y="4913578"/>
                  <a:pt x="1508143" y="4915042"/>
                  <a:pt x="1505216" y="4917969"/>
                </a:cubicBezTo>
                <a:cubicBezTo>
                  <a:pt x="1502289" y="4920896"/>
                  <a:pt x="1500826" y="4924443"/>
                  <a:pt x="1500826" y="4928610"/>
                </a:cubicBezTo>
                <a:cubicBezTo>
                  <a:pt x="1500826" y="4932777"/>
                  <a:pt x="1502314" y="4936349"/>
                  <a:pt x="1505290" y="4939326"/>
                </a:cubicBezTo>
                <a:cubicBezTo>
                  <a:pt x="1508267" y="4942302"/>
                  <a:pt x="1511839" y="4943791"/>
                  <a:pt x="1516006" y="4943791"/>
                </a:cubicBezTo>
                <a:cubicBezTo>
                  <a:pt x="1520173" y="4943791"/>
                  <a:pt x="1523720" y="4942302"/>
                  <a:pt x="1526647" y="4939326"/>
                </a:cubicBezTo>
                <a:cubicBezTo>
                  <a:pt x="1529574" y="4936349"/>
                  <a:pt x="1531038" y="4932777"/>
                  <a:pt x="1531038" y="4928610"/>
                </a:cubicBezTo>
                <a:cubicBezTo>
                  <a:pt x="1531038" y="4924443"/>
                  <a:pt x="1529574" y="4920896"/>
                  <a:pt x="1526647" y="4917969"/>
                </a:cubicBezTo>
                <a:cubicBezTo>
                  <a:pt x="1523720" y="4915042"/>
                  <a:pt x="1520173" y="4913578"/>
                  <a:pt x="1516006" y="4913578"/>
                </a:cubicBezTo>
                <a:close/>
                <a:moveTo>
                  <a:pt x="1220731" y="4913578"/>
                </a:moveTo>
                <a:cubicBezTo>
                  <a:pt x="1216464" y="4913578"/>
                  <a:pt x="1212868" y="4915042"/>
                  <a:pt x="1209941" y="4917969"/>
                </a:cubicBezTo>
                <a:cubicBezTo>
                  <a:pt x="1207014" y="4920896"/>
                  <a:pt x="1205550" y="4924443"/>
                  <a:pt x="1205550" y="4928610"/>
                </a:cubicBezTo>
                <a:cubicBezTo>
                  <a:pt x="1205550" y="4932777"/>
                  <a:pt x="1207039" y="4936349"/>
                  <a:pt x="1210015" y="4939326"/>
                </a:cubicBezTo>
                <a:cubicBezTo>
                  <a:pt x="1212992" y="4942302"/>
                  <a:pt x="1216564" y="4943791"/>
                  <a:pt x="1220731" y="4943791"/>
                </a:cubicBezTo>
                <a:cubicBezTo>
                  <a:pt x="1224898" y="4943791"/>
                  <a:pt x="1228445" y="4942302"/>
                  <a:pt x="1231372" y="4939326"/>
                </a:cubicBezTo>
                <a:cubicBezTo>
                  <a:pt x="1234299" y="4936349"/>
                  <a:pt x="1235762" y="4932777"/>
                  <a:pt x="1235762" y="4928610"/>
                </a:cubicBezTo>
                <a:cubicBezTo>
                  <a:pt x="1235762" y="4924443"/>
                  <a:pt x="1234299" y="4920896"/>
                  <a:pt x="1231372" y="4917969"/>
                </a:cubicBezTo>
                <a:cubicBezTo>
                  <a:pt x="1228445" y="4915042"/>
                  <a:pt x="1224898" y="4913578"/>
                  <a:pt x="1220731" y="4913578"/>
                </a:cubicBezTo>
                <a:close/>
                <a:moveTo>
                  <a:pt x="1076368" y="4913578"/>
                </a:moveTo>
                <a:lnTo>
                  <a:pt x="1035589" y="4930247"/>
                </a:lnTo>
                <a:lnTo>
                  <a:pt x="1037672" y="4935456"/>
                </a:lnTo>
                <a:cubicBezTo>
                  <a:pt x="1042336" y="4933869"/>
                  <a:pt x="1045709" y="4933075"/>
                  <a:pt x="1047793" y="4933075"/>
                </a:cubicBezTo>
                <a:cubicBezTo>
                  <a:pt x="1050372" y="4933075"/>
                  <a:pt x="1052431" y="4933720"/>
                  <a:pt x="1053969" y="4935010"/>
                </a:cubicBezTo>
                <a:cubicBezTo>
                  <a:pt x="1055507" y="4936300"/>
                  <a:pt x="1056648" y="4938730"/>
                  <a:pt x="1057392" y="4942302"/>
                </a:cubicBezTo>
                <a:cubicBezTo>
                  <a:pt x="1058136" y="4945874"/>
                  <a:pt x="1058508" y="4955449"/>
                  <a:pt x="1058508" y="4971026"/>
                </a:cubicBezTo>
                <a:lnTo>
                  <a:pt x="1058508" y="5094405"/>
                </a:lnTo>
                <a:cubicBezTo>
                  <a:pt x="1058508" y="5102937"/>
                  <a:pt x="1057913" y="5108593"/>
                  <a:pt x="1056722" y="5111371"/>
                </a:cubicBezTo>
                <a:cubicBezTo>
                  <a:pt x="1055532" y="5114149"/>
                  <a:pt x="1053944" y="5116034"/>
                  <a:pt x="1051960" y="5117026"/>
                </a:cubicBezTo>
                <a:cubicBezTo>
                  <a:pt x="1048487" y="5118912"/>
                  <a:pt x="1043725" y="5119854"/>
                  <a:pt x="1037672" y="5119854"/>
                </a:cubicBezTo>
                <a:lnTo>
                  <a:pt x="1037672" y="5125212"/>
                </a:lnTo>
                <a:lnTo>
                  <a:pt x="1105240" y="5125212"/>
                </a:lnTo>
                <a:lnTo>
                  <a:pt x="1105240" y="5119854"/>
                </a:lnTo>
                <a:cubicBezTo>
                  <a:pt x="1098295" y="5119854"/>
                  <a:pt x="1093408" y="5119085"/>
                  <a:pt x="1090580" y="5117547"/>
                </a:cubicBezTo>
                <a:cubicBezTo>
                  <a:pt x="1087753" y="5116010"/>
                  <a:pt x="1085818" y="5114100"/>
                  <a:pt x="1084776" y="5111817"/>
                </a:cubicBezTo>
                <a:cubicBezTo>
                  <a:pt x="1083734" y="5109536"/>
                  <a:pt x="1083214" y="5103731"/>
                  <a:pt x="1083214" y="5094405"/>
                </a:cubicBezTo>
                <a:lnTo>
                  <a:pt x="1083214" y="5022372"/>
                </a:lnTo>
                <a:cubicBezTo>
                  <a:pt x="1090556" y="5014534"/>
                  <a:pt x="1096856" y="5009325"/>
                  <a:pt x="1102115" y="5006745"/>
                </a:cubicBezTo>
                <a:cubicBezTo>
                  <a:pt x="1107373" y="5004165"/>
                  <a:pt x="1112434" y="5002875"/>
                  <a:pt x="1117295" y="5002875"/>
                </a:cubicBezTo>
                <a:cubicBezTo>
                  <a:pt x="1122058" y="5002875"/>
                  <a:pt x="1126126" y="5004041"/>
                  <a:pt x="1129499" y="5006373"/>
                </a:cubicBezTo>
                <a:cubicBezTo>
                  <a:pt x="1132873" y="5008705"/>
                  <a:pt x="1135328" y="5012202"/>
                  <a:pt x="1136866" y="5016865"/>
                </a:cubicBezTo>
                <a:cubicBezTo>
                  <a:pt x="1138404" y="5021529"/>
                  <a:pt x="1139173" y="5031301"/>
                  <a:pt x="1139173" y="5046184"/>
                </a:cubicBezTo>
                <a:lnTo>
                  <a:pt x="1139173" y="5094405"/>
                </a:lnTo>
                <a:cubicBezTo>
                  <a:pt x="1139173" y="5102144"/>
                  <a:pt x="1139024" y="5106807"/>
                  <a:pt x="1138727" y="5108394"/>
                </a:cubicBezTo>
                <a:cubicBezTo>
                  <a:pt x="1137734" y="5112165"/>
                  <a:pt x="1135998" y="5115017"/>
                  <a:pt x="1133518" y="5116952"/>
                </a:cubicBezTo>
                <a:cubicBezTo>
                  <a:pt x="1131037" y="5118887"/>
                  <a:pt x="1126622" y="5119854"/>
                  <a:pt x="1120272" y="5119854"/>
                </a:cubicBezTo>
                <a:lnTo>
                  <a:pt x="1117147" y="5119854"/>
                </a:lnTo>
                <a:lnTo>
                  <a:pt x="1117147" y="5125212"/>
                </a:lnTo>
                <a:lnTo>
                  <a:pt x="1184119" y="5125212"/>
                </a:lnTo>
                <a:lnTo>
                  <a:pt x="1184119" y="5119854"/>
                </a:lnTo>
                <a:cubicBezTo>
                  <a:pt x="1177769" y="5119854"/>
                  <a:pt x="1173404" y="5119160"/>
                  <a:pt x="1171022" y="5117771"/>
                </a:cubicBezTo>
                <a:cubicBezTo>
                  <a:pt x="1168641" y="5116382"/>
                  <a:pt x="1166954" y="5114496"/>
                  <a:pt x="1165962" y="5112115"/>
                </a:cubicBezTo>
                <a:cubicBezTo>
                  <a:pt x="1164573" y="5108940"/>
                  <a:pt x="1163878" y="5103037"/>
                  <a:pt x="1163878" y="5094405"/>
                </a:cubicBezTo>
                <a:lnTo>
                  <a:pt x="1163878" y="5046184"/>
                </a:lnTo>
                <a:cubicBezTo>
                  <a:pt x="1163878" y="5029317"/>
                  <a:pt x="1162936" y="5017709"/>
                  <a:pt x="1161051" y="5011358"/>
                </a:cubicBezTo>
                <a:cubicBezTo>
                  <a:pt x="1158372" y="5002231"/>
                  <a:pt x="1154254" y="4995533"/>
                  <a:pt x="1148698" y="4991267"/>
                </a:cubicBezTo>
                <a:cubicBezTo>
                  <a:pt x="1143142" y="4987000"/>
                  <a:pt x="1136494" y="4984867"/>
                  <a:pt x="1128755" y="4984867"/>
                </a:cubicBezTo>
                <a:cubicBezTo>
                  <a:pt x="1122306" y="4984867"/>
                  <a:pt x="1115857" y="4986579"/>
                  <a:pt x="1109407" y="4990002"/>
                </a:cubicBezTo>
                <a:cubicBezTo>
                  <a:pt x="1102958" y="4993425"/>
                  <a:pt x="1094227" y="5001189"/>
                  <a:pt x="1083214" y="5013293"/>
                </a:cubicBezTo>
                <a:lnTo>
                  <a:pt x="1083214" y="4913578"/>
                </a:lnTo>
                <a:close/>
                <a:moveTo>
                  <a:pt x="702809" y="4904946"/>
                </a:moveTo>
                <a:lnTo>
                  <a:pt x="658161" y="4949595"/>
                </a:lnTo>
                <a:lnTo>
                  <a:pt x="702809" y="4994392"/>
                </a:lnTo>
                <a:lnTo>
                  <a:pt x="747606" y="4949595"/>
                </a:lnTo>
                <a:close/>
                <a:moveTo>
                  <a:pt x="10758678" y="4362914"/>
                </a:moveTo>
                <a:cubicBezTo>
                  <a:pt x="10754114" y="4362914"/>
                  <a:pt x="10750219" y="4364502"/>
                  <a:pt x="10746995" y="4367677"/>
                </a:cubicBezTo>
                <a:cubicBezTo>
                  <a:pt x="10743771" y="4370852"/>
                  <a:pt x="10742158" y="4374771"/>
                  <a:pt x="10742158" y="4379434"/>
                </a:cubicBezTo>
                <a:cubicBezTo>
                  <a:pt x="10742158" y="4383998"/>
                  <a:pt x="10743771" y="4387893"/>
                  <a:pt x="10746995" y="4391117"/>
                </a:cubicBezTo>
                <a:cubicBezTo>
                  <a:pt x="10750219" y="4394342"/>
                  <a:pt x="10754114" y="4395954"/>
                  <a:pt x="10758678" y="4395954"/>
                </a:cubicBezTo>
                <a:cubicBezTo>
                  <a:pt x="10763241" y="4395954"/>
                  <a:pt x="10767137" y="4394342"/>
                  <a:pt x="10770361" y="4391117"/>
                </a:cubicBezTo>
                <a:cubicBezTo>
                  <a:pt x="10773585" y="4387893"/>
                  <a:pt x="10775198" y="4383998"/>
                  <a:pt x="10775198" y="4379434"/>
                </a:cubicBezTo>
                <a:cubicBezTo>
                  <a:pt x="10775198" y="4374870"/>
                  <a:pt x="10773611" y="4370976"/>
                  <a:pt x="10770435" y="4367751"/>
                </a:cubicBezTo>
                <a:cubicBezTo>
                  <a:pt x="10767260" y="4364527"/>
                  <a:pt x="10763341" y="4362914"/>
                  <a:pt x="10758678" y="4362914"/>
                </a:cubicBezTo>
                <a:close/>
                <a:moveTo>
                  <a:pt x="10454920" y="4310527"/>
                </a:moveTo>
                <a:lnTo>
                  <a:pt x="10454920" y="4362468"/>
                </a:lnTo>
                <a:cubicBezTo>
                  <a:pt x="10442617" y="4372390"/>
                  <a:pt x="10432695" y="4377351"/>
                  <a:pt x="10425154" y="4377351"/>
                </a:cubicBezTo>
                <a:cubicBezTo>
                  <a:pt x="10419598" y="4377351"/>
                  <a:pt x="10414687" y="4374994"/>
                  <a:pt x="10410420" y="4370281"/>
                </a:cubicBezTo>
                <a:cubicBezTo>
                  <a:pt x="10406154" y="4365569"/>
                  <a:pt x="10404020" y="4359640"/>
                  <a:pt x="10404020" y="4352497"/>
                </a:cubicBezTo>
                <a:cubicBezTo>
                  <a:pt x="10404020" y="4346841"/>
                  <a:pt x="10405707" y="4341632"/>
                  <a:pt x="10409081" y="4336870"/>
                </a:cubicBezTo>
                <a:cubicBezTo>
                  <a:pt x="10412455" y="4332107"/>
                  <a:pt x="10418060" y="4327543"/>
                  <a:pt x="10425898" y="4323177"/>
                </a:cubicBezTo>
                <a:cubicBezTo>
                  <a:pt x="10430264" y="4320697"/>
                  <a:pt x="10439938" y="4316480"/>
                  <a:pt x="10454920" y="4310527"/>
                </a:cubicBezTo>
                <a:close/>
                <a:moveTo>
                  <a:pt x="8921395" y="4310527"/>
                </a:moveTo>
                <a:lnTo>
                  <a:pt x="8921395" y="4362468"/>
                </a:lnTo>
                <a:cubicBezTo>
                  <a:pt x="8909091" y="4372390"/>
                  <a:pt x="8899170" y="4377351"/>
                  <a:pt x="8891629" y="4377351"/>
                </a:cubicBezTo>
                <a:cubicBezTo>
                  <a:pt x="8886073" y="4377351"/>
                  <a:pt x="8881162" y="4374994"/>
                  <a:pt x="8876895" y="4370281"/>
                </a:cubicBezTo>
                <a:cubicBezTo>
                  <a:pt x="8872628" y="4365569"/>
                  <a:pt x="8870495" y="4359640"/>
                  <a:pt x="8870495" y="4352497"/>
                </a:cubicBezTo>
                <a:cubicBezTo>
                  <a:pt x="8870495" y="4346841"/>
                  <a:pt x="8872182" y="4341632"/>
                  <a:pt x="8875556" y="4336870"/>
                </a:cubicBezTo>
                <a:cubicBezTo>
                  <a:pt x="8878929" y="4332107"/>
                  <a:pt x="8884535" y="4327543"/>
                  <a:pt x="8892373" y="4323177"/>
                </a:cubicBezTo>
                <a:cubicBezTo>
                  <a:pt x="8896739" y="4320697"/>
                  <a:pt x="8906412" y="4316480"/>
                  <a:pt x="8921395" y="4310527"/>
                </a:cubicBezTo>
                <a:close/>
                <a:moveTo>
                  <a:pt x="7568845" y="4310527"/>
                </a:moveTo>
                <a:lnTo>
                  <a:pt x="7568845" y="4362468"/>
                </a:lnTo>
                <a:cubicBezTo>
                  <a:pt x="7556541" y="4372390"/>
                  <a:pt x="7546620" y="4377351"/>
                  <a:pt x="7539079" y="4377351"/>
                </a:cubicBezTo>
                <a:cubicBezTo>
                  <a:pt x="7533523" y="4377351"/>
                  <a:pt x="7528612" y="4374994"/>
                  <a:pt x="7524345" y="4370281"/>
                </a:cubicBezTo>
                <a:cubicBezTo>
                  <a:pt x="7520079" y="4365569"/>
                  <a:pt x="7517946" y="4359640"/>
                  <a:pt x="7517946" y="4352497"/>
                </a:cubicBezTo>
                <a:cubicBezTo>
                  <a:pt x="7517946" y="4346841"/>
                  <a:pt x="7519632" y="4341632"/>
                  <a:pt x="7523006" y="4336870"/>
                </a:cubicBezTo>
                <a:cubicBezTo>
                  <a:pt x="7526379" y="4332107"/>
                  <a:pt x="7531985" y="4327543"/>
                  <a:pt x="7539823" y="4323177"/>
                </a:cubicBezTo>
                <a:cubicBezTo>
                  <a:pt x="7544189" y="4320697"/>
                  <a:pt x="7553863" y="4316480"/>
                  <a:pt x="7568845" y="4310527"/>
                </a:cubicBezTo>
                <a:close/>
                <a:moveTo>
                  <a:pt x="7349770" y="4310527"/>
                </a:moveTo>
                <a:lnTo>
                  <a:pt x="7349770" y="4362468"/>
                </a:lnTo>
                <a:cubicBezTo>
                  <a:pt x="7337466" y="4372390"/>
                  <a:pt x="7327545" y="4377351"/>
                  <a:pt x="7320004" y="4377351"/>
                </a:cubicBezTo>
                <a:cubicBezTo>
                  <a:pt x="7314448" y="4377351"/>
                  <a:pt x="7309537" y="4374994"/>
                  <a:pt x="7305270" y="4370281"/>
                </a:cubicBezTo>
                <a:cubicBezTo>
                  <a:pt x="7301004" y="4365569"/>
                  <a:pt x="7298871" y="4359640"/>
                  <a:pt x="7298871" y="4352497"/>
                </a:cubicBezTo>
                <a:cubicBezTo>
                  <a:pt x="7298871" y="4346841"/>
                  <a:pt x="7300557" y="4341632"/>
                  <a:pt x="7303931" y="4336870"/>
                </a:cubicBezTo>
                <a:cubicBezTo>
                  <a:pt x="7307304" y="4332107"/>
                  <a:pt x="7312910" y="4327543"/>
                  <a:pt x="7320748" y="4323177"/>
                </a:cubicBezTo>
                <a:cubicBezTo>
                  <a:pt x="7325114" y="4320697"/>
                  <a:pt x="7334788" y="4316480"/>
                  <a:pt x="7349770" y="4310527"/>
                </a:cubicBezTo>
                <a:close/>
                <a:moveTo>
                  <a:pt x="4568471" y="4310527"/>
                </a:moveTo>
                <a:lnTo>
                  <a:pt x="4568471" y="4362468"/>
                </a:lnTo>
                <a:cubicBezTo>
                  <a:pt x="4556167" y="4372390"/>
                  <a:pt x="4546245" y="4377351"/>
                  <a:pt x="4538705" y="4377351"/>
                </a:cubicBezTo>
                <a:cubicBezTo>
                  <a:pt x="4533148" y="4377351"/>
                  <a:pt x="4528237" y="4374994"/>
                  <a:pt x="4523971" y="4370281"/>
                </a:cubicBezTo>
                <a:cubicBezTo>
                  <a:pt x="4519705" y="4365569"/>
                  <a:pt x="4517571" y="4359640"/>
                  <a:pt x="4517571" y="4352497"/>
                </a:cubicBezTo>
                <a:cubicBezTo>
                  <a:pt x="4517571" y="4346841"/>
                  <a:pt x="4519258" y="4341632"/>
                  <a:pt x="4522631" y="4336870"/>
                </a:cubicBezTo>
                <a:cubicBezTo>
                  <a:pt x="4526004" y="4332107"/>
                  <a:pt x="4531610" y="4327543"/>
                  <a:pt x="4539448" y="4323177"/>
                </a:cubicBezTo>
                <a:cubicBezTo>
                  <a:pt x="4543814" y="4320697"/>
                  <a:pt x="4553488" y="4316480"/>
                  <a:pt x="4568471" y="4310527"/>
                </a:cubicBezTo>
                <a:close/>
                <a:moveTo>
                  <a:pt x="3349271" y="4310527"/>
                </a:moveTo>
                <a:lnTo>
                  <a:pt x="3349271" y="4362468"/>
                </a:lnTo>
                <a:cubicBezTo>
                  <a:pt x="3336969" y="4372390"/>
                  <a:pt x="3327046" y="4377351"/>
                  <a:pt x="3319506" y="4377351"/>
                </a:cubicBezTo>
                <a:cubicBezTo>
                  <a:pt x="3313950" y="4377351"/>
                  <a:pt x="3309038" y="4374994"/>
                  <a:pt x="3304772" y="4370281"/>
                </a:cubicBezTo>
                <a:cubicBezTo>
                  <a:pt x="3300505" y="4365569"/>
                  <a:pt x="3298373" y="4359640"/>
                  <a:pt x="3298373" y="4352497"/>
                </a:cubicBezTo>
                <a:cubicBezTo>
                  <a:pt x="3298373" y="4346841"/>
                  <a:pt x="3300059" y="4341632"/>
                  <a:pt x="3303433" y="4336870"/>
                </a:cubicBezTo>
                <a:cubicBezTo>
                  <a:pt x="3306806" y="4332107"/>
                  <a:pt x="3312412" y="4327543"/>
                  <a:pt x="3320251" y="4323177"/>
                </a:cubicBezTo>
                <a:cubicBezTo>
                  <a:pt x="3324616" y="4320697"/>
                  <a:pt x="3334290" y="4316480"/>
                  <a:pt x="3349271" y="4310527"/>
                </a:cubicBezTo>
                <a:close/>
                <a:moveTo>
                  <a:pt x="702809" y="4302490"/>
                </a:moveTo>
                <a:lnTo>
                  <a:pt x="658161" y="4347139"/>
                </a:lnTo>
                <a:lnTo>
                  <a:pt x="702809" y="4391787"/>
                </a:lnTo>
                <a:lnTo>
                  <a:pt x="747458" y="4347139"/>
                </a:lnTo>
                <a:close/>
                <a:moveTo>
                  <a:pt x="7770805" y="4273022"/>
                </a:moveTo>
                <a:cubicBezTo>
                  <a:pt x="7779536" y="4273022"/>
                  <a:pt x="7787076" y="4276892"/>
                  <a:pt x="7793426" y="4284631"/>
                </a:cubicBezTo>
                <a:cubicBezTo>
                  <a:pt x="7802554" y="4295843"/>
                  <a:pt x="7807119" y="4311867"/>
                  <a:pt x="7807119" y="4332702"/>
                </a:cubicBezTo>
                <a:cubicBezTo>
                  <a:pt x="7807119" y="4351058"/>
                  <a:pt x="7803100" y="4365296"/>
                  <a:pt x="7795064" y="4375416"/>
                </a:cubicBezTo>
                <a:cubicBezTo>
                  <a:pt x="7788912" y="4383155"/>
                  <a:pt x="7780875" y="4387025"/>
                  <a:pt x="7770953" y="4387025"/>
                </a:cubicBezTo>
                <a:cubicBezTo>
                  <a:pt x="7762718" y="4387025"/>
                  <a:pt x="7755897" y="4384842"/>
                  <a:pt x="7750490" y="4380476"/>
                </a:cubicBezTo>
                <a:cubicBezTo>
                  <a:pt x="7745082" y="4376110"/>
                  <a:pt x="7741684" y="4371050"/>
                  <a:pt x="7740295" y="4365296"/>
                </a:cubicBezTo>
                <a:cubicBezTo>
                  <a:pt x="7739402" y="4361823"/>
                  <a:pt x="7738955" y="4354580"/>
                  <a:pt x="7738955" y="4343567"/>
                </a:cubicBezTo>
                <a:lnTo>
                  <a:pt x="7738955" y="4292668"/>
                </a:lnTo>
                <a:cubicBezTo>
                  <a:pt x="7747190" y="4283738"/>
                  <a:pt x="7753094" y="4278380"/>
                  <a:pt x="7756666" y="4276594"/>
                </a:cubicBezTo>
                <a:cubicBezTo>
                  <a:pt x="7761329" y="4274213"/>
                  <a:pt x="7766042" y="4273022"/>
                  <a:pt x="7770805" y="4273022"/>
                </a:cubicBezTo>
                <a:close/>
                <a:moveTo>
                  <a:pt x="6180130" y="4273022"/>
                </a:moveTo>
                <a:cubicBezTo>
                  <a:pt x="6188861" y="4273022"/>
                  <a:pt x="6196401" y="4276892"/>
                  <a:pt x="6202751" y="4284631"/>
                </a:cubicBezTo>
                <a:cubicBezTo>
                  <a:pt x="6211879" y="4295843"/>
                  <a:pt x="6216444" y="4311867"/>
                  <a:pt x="6216444" y="4332702"/>
                </a:cubicBezTo>
                <a:cubicBezTo>
                  <a:pt x="6216444" y="4351058"/>
                  <a:pt x="6212425" y="4365296"/>
                  <a:pt x="6204389" y="4375416"/>
                </a:cubicBezTo>
                <a:cubicBezTo>
                  <a:pt x="6198237" y="4383155"/>
                  <a:pt x="6190200" y="4387025"/>
                  <a:pt x="6180278" y="4387025"/>
                </a:cubicBezTo>
                <a:cubicBezTo>
                  <a:pt x="6172043" y="4387025"/>
                  <a:pt x="6165222" y="4384842"/>
                  <a:pt x="6159815" y="4380476"/>
                </a:cubicBezTo>
                <a:cubicBezTo>
                  <a:pt x="6154407" y="4376110"/>
                  <a:pt x="6151009" y="4371050"/>
                  <a:pt x="6149620" y="4365296"/>
                </a:cubicBezTo>
                <a:cubicBezTo>
                  <a:pt x="6148727" y="4361823"/>
                  <a:pt x="6148280" y="4354580"/>
                  <a:pt x="6148280" y="4343567"/>
                </a:cubicBezTo>
                <a:lnTo>
                  <a:pt x="6148280" y="4292668"/>
                </a:lnTo>
                <a:cubicBezTo>
                  <a:pt x="6156515" y="4283738"/>
                  <a:pt x="6162419" y="4278380"/>
                  <a:pt x="6165991" y="4276594"/>
                </a:cubicBezTo>
                <a:cubicBezTo>
                  <a:pt x="6170654" y="4274213"/>
                  <a:pt x="6175367" y="4273022"/>
                  <a:pt x="6180130" y="4273022"/>
                </a:cubicBezTo>
                <a:close/>
                <a:moveTo>
                  <a:pt x="2389181" y="4273022"/>
                </a:moveTo>
                <a:cubicBezTo>
                  <a:pt x="2397913" y="4273022"/>
                  <a:pt x="2405453" y="4276892"/>
                  <a:pt x="2411803" y="4284631"/>
                </a:cubicBezTo>
                <a:cubicBezTo>
                  <a:pt x="2420931" y="4295843"/>
                  <a:pt x="2425496" y="4311867"/>
                  <a:pt x="2425496" y="4332702"/>
                </a:cubicBezTo>
                <a:cubicBezTo>
                  <a:pt x="2425496" y="4351058"/>
                  <a:pt x="2421477" y="4365296"/>
                  <a:pt x="2413440" y="4375416"/>
                </a:cubicBezTo>
                <a:cubicBezTo>
                  <a:pt x="2407289" y="4383155"/>
                  <a:pt x="2399252" y="4387025"/>
                  <a:pt x="2389330" y="4387025"/>
                </a:cubicBezTo>
                <a:cubicBezTo>
                  <a:pt x="2381095" y="4387025"/>
                  <a:pt x="2374274" y="4384842"/>
                  <a:pt x="2368866" y="4380476"/>
                </a:cubicBezTo>
                <a:cubicBezTo>
                  <a:pt x="2363459" y="4376110"/>
                  <a:pt x="2360060" y="4371050"/>
                  <a:pt x="2358671" y="4365296"/>
                </a:cubicBezTo>
                <a:cubicBezTo>
                  <a:pt x="2357779" y="4361823"/>
                  <a:pt x="2357331" y="4354580"/>
                  <a:pt x="2357331" y="4343567"/>
                </a:cubicBezTo>
                <a:lnTo>
                  <a:pt x="2357331" y="4292668"/>
                </a:lnTo>
                <a:cubicBezTo>
                  <a:pt x="2365567" y="4283738"/>
                  <a:pt x="2371470" y="4278380"/>
                  <a:pt x="2375043" y="4276594"/>
                </a:cubicBezTo>
                <a:cubicBezTo>
                  <a:pt x="2379706" y="4274213"/>
                  <a:pt x="2384419" y="4273022"/>
                  <a:pt x="2389181" y="4273022"/>
                </a:cubicBezTo>
                <a:close/>
                <a:moveTo>
                  <a:pt x="10653159" y="4261860"/>
                </a:moveTo>
                <a:cubicBezTo>
                  <a:pt x="10658516" y="4261860"/>
                  <a:pt x="10663651" y="4263448"/>
                  <a:pt x="10668562" y="4266623"/>
                </a:cubicBezTo>
                <a:cubicBezTo>
                  <a:pt x="10673474" y="4269798"/>
                  <a:pt x="10677170" y="4274163"/>
                  <a:pt x="10679650" y="4279720"/>
                </a:cubicBezTo>
                <a:cubicBezTo>
                  <a:pt x="10681237" y="4283292"/>
                  <a:pt x="10682279" y="4289443"/>
                  <a:pt x="10682775" y="4298174"/>
                </a:cubicBezTo>
                <a:lnTo>
                  <a:pt x="10619672" y="4298174"/>
                </a:lnTo>
                <a:cubicBezTo>
                  <a:pt x="10620764" y="4286764"/>
                  <a:pt x="10624559" y="4277859"/>
                  <a:pt x="10631058" y="4271460"/>
                </a:cubicBezTo>
                <a:cubicBezTo>
                  <a:pt x="10637556" y="4265060"/>
                  <a:pt x="10644923" y="4261860"/>
                  <a:pt x="10653159" y="4261860"/>
                </a:cubicBezTo>
                <a:close/>
                <a:moveTo>
                  <a:pt x="10024509" y="4261860"/>
                </a:moveTo>
                <a:cubicBezTo>
                  <a:pt x="10029866" y="4261860"/>
                  <a:pt x="10035001" y="4263448"/>
                  <a:pt x="10039912" y="4266623"/>
                </a:cubicBezTo>
                <a:cubicBezTo>
                  <a:pt x="10044824" y="4269798"/>
                  <a:pt x="10048519" y="4274163"/>
                  <a:pt x="10051000" y="4279720"/>
                </a:cubicBezTo>
                <a:cubicBezTo>
                  <a:pt x="10052588" y="4283292"/>
                  <a:pt x="10053630" y="4289443"/>
                  <a:pt x="10054125" y="4298174"/>
                </a:cubicBezTo>
                <a:lnTo>
                  <a:pt x="9991022" y="4298174"/>
                </a:lnTo>
                <a:cubicBezTo>
                  <a:pt x="9992114" y="4286764"/>
                  <a:pt x="9995909" y="4277859"/>
                  <a:pt x="10002408" y="4271460"/>
                </a:cubicBezTo>
                <a:cubicBezTo>
                  <a:pt x="10008907" y="4265060"/>
                  <a:pt x="10016274" y="4261860"/>
                  <a:pt x="10024509" y="4261860"/>
                </a:cubicBezTo>
                <a:close/>
                <a:moveTo>
                  <a:pt x="9119634" y="4261860"/>
                </a:moveTo>
                <a:cubicBezTo>
                  <a:pt x="9124991" y="4261860"/>
                  <a:pt x="9130126" y="4263448"/>
                  <a:pt x="9135037" y="4266623"/>
                </a:cubicBezTo>
                <a:cubicBezTo>
                  <a:pt x="9139949" y="4269798"/>
                  <a:pt x="9143644" y="4274163"/>
                  <a:pt x="9146125" y="4279720"/>
                </a:cubicBezTo>
                <a:cubicBezTo>
                  <a:pt x="9147713" y="4283292"/>
                  <a:pt x="9148755" y="4289443"/>
                  <a:pt x="9149250" y="4298174"/>
                </a:cubicBezTo>
                <a:lnTo>
                  <a:pt x="9086147" y="4298174"/>
                </a:lnTo>
                <a:cubicBezTo>
                  <a:pt x="9087239" y="4286764"/>
                  <a:pt x="9091034" y="4277859"/>
                  <a:pt x="9097533" y="4271460"/>
                </a:cubicBezTo>
                <a:cubicBezTo>
                  <a:pt x="9104032" y="4265060"/>
                  <a:pt x="9111399" y="4261860"/>
                  <a:pt x="9119634" y="4261860"/>
                </a:cubicBezTo>
                <a:close/>
                <a:moveTo>
                  <a:pt x="8681484" y="4261860"/>
                </a:moveTo>
                <a:cubicBezTo>
                  <a:pt x="8686842" y="4261860"/>
                  <a:pt x="8691976" y="4263448"/>
                  <a:pt x="8696888" y="4266623"/>
                </a:cubicBezTo>
                <a:cubicBezTo>
                  <a:pt x="8701798" y="4269798"/>
                  <a:pt x="8705494" y="4274163"/>
                  <a:pt x="8707975" y="4279720"/>
                </a:cubicBezTo>
                <a:cubicBezTo>
                  <a:pt x="8709562" y="4283292"/>
                  <a:pt x="8710604" y="4289443"/>
                  <a:pt x="8711100" y="4298174"/>
                </a:cubicBezTo>
                <a:lnTo>
                  <a:pt x="8647998" y="4298174"/>
                </a:lnTo>
                <a:cubicBezTo>
                  <a:pt x="8649088" y="4286764"/>
                  <a:pt x="8652884" y="4277859"/>
                  <a:pt x="8659382" y="4271460"/>
                </a:cubicBezTo>
                <a:cubicBezTo>
                  <a:pt x="8665882" y="4265060"/>
                  <a:pt x="8673248" y="4261860"/>
                  <a:pt x="8681484" y="4261860"/>
                </a:cubicBezTo>
                <a:close/>
                <a:moveTo>
                  <a:pt x="6957459" y="4261860"/>
                </a:moveTo>
                <a:cubicBezTo>
                  <a:pt x="6962817" y="4261860"/>
                  <a:pt x="6967951" y="4263448"/>
                  <a:pt x="6972863" y="4266623"/>
                </a:cubicBezTo>
                <a:cubicBezTo>
                  <a:pt x="6977774" y="4269798"/>
                  <a:pt x="6981470" y="4274163"/>
                  <a:pt x="6983950" y="4279720"/>
                </a:cubicBezTo>
                <a:cubicBezTo>
                  <a:pt x="6985538" y="4283292"/>
                  <a:pt x="6986580" y="4289443"/>
                  <a:pt x="6987076" y="4298174"/>
                </a:cubicBezTo>
                <a:lnTo>
                  <a:pt x="6923973" y="4298174"/>
                </a:lnTo>
                <a:cubicBezTo>
                  <a:pt x="6925064" y="4286764"/>
                  <a:pt x="6928859" y="4277859"/>
                  <a:pt x="6935358" y="4271460"/>
                </a:cubicBezTo>
                <a:cubicBezTo>
                  <a:pt x="6941857" y="4265060"/>
                  <a:pt x="6949224" y="4261860"/>
                  <a:pt x="6957459" y="4261860"/>
                </a:cubicBezTo>
                <a:close/>
                <a:moveTo>
                  <a:pt x="2871235" y="4261860"/>
                </a:moveTo>
                <a:cubicBezTo>
                  <a:pt x="2876594" y="4261860"/>
                  <a:pt x="2881728" y="4263448"/>
                  <a:pt x="2886639" y="4266623"/>
                </a:cubicBezTo>
                <a:cubicBezTo>
                  <a:pt x="2891551" y="4269798"/>
                  <a:pt x="2895247" y="4274163"/>
                  <a:pt x="2897727" y="4279720"/>
                </a:cubicBezTo>
                <a:cubicBezTo>
                  <a:pt x="2899315" y="4283292"/>
                  <a:pt x="2900356" y="4289443"/>
                  <a:pt x="2900852" y="4298174"/>
                </a:cubicBezTo>
                <a:lnTo>
                  <a:pt x="2837749" y="4298174"/>
                </a:lnTo>
                <a:cubicBezTo>
                  <a:pt x="2838841" y="4286764"/>
                  <a:pt x="2842636" y="4277859"/>
                  <a:pt x="2849134" y="4271460"/>
                </a:cubicBezTo>
                <a:cubicBezTo>
                  <a:pt x="2855634" y="4265060"/>
                  <a:pt x="2863000" y="4261860"/>
                  <a:pt x="2871235" y="4261860"/>
                </a:cubicBezTo>
                <a:close/>
                <a:moveTo>
                  <a:pt x="2633110" y="4261860"/>
                </a:moveTo>
                <a:cubicBezTo>
                  <a:pt x="2638469" y="4261860"/>
                  <a:pt x="2643603" y="4263448"/>
                  <a:pt x="2648514" y="4266623"/>
                </a:cubicBezTo>
                <a:cubicBezTo>
                  <a:pt x="2653425" y="4269798"/>
                  <a:pt x="2657122" y="4274163"/>
                  <a:pt x="2659602" y="4279720"/>
                </a:cubicBezTo>
                <a:cubicBezTo>
                  <a:pt x="2661190" y="4283292"/>
                  <a:pt x="2662231" y="4289443"/>
                  <a:pt x="2662727" y="4298174"/>
                </a:cubicBezTo>
                <a:lnTo>
                  <a:pt x="2599624" y="4298174"/>
                </a:lnTo>
                <a:cubicBezTo>
                  <a:pt x="2600716" y="4286764"/>
                  <a:pt x="2604511" y="4277859"/>
                  <a:pt x="2611009" y="4271460"/>
                </a:cubicBezTo>
                <a:cubicBezTo>
                  <a:pt x="2617509" y="4265060"/>
                  <a:pt x="2624875" y="4261860"/>
                  <a:pt x="2633110" y="4261860"/>
                </a:cubicBezTo>
                <a:close/>
                <a:moveTo>
                  <a:pt x="2242585" y="4261860"/>
                </a:moveTo>
                <a:cubicBezTo>
                  <a:pt x="2247944" y="4261860"/>
                  <a:pt x="2253078" y="4263448"/>
                  <a:pt x="2257989" y="4266623"/>
                </a:cubicBezTo>
                <a:cubicBezTo>
                  <a:pt x="2262900" y="4269798"/>
                  <a:pt x="2266596" y="4274163"/>
                  <a:pt x="2269077" y="4279720"/>
                </a:cubicBezTo>
                <a:cubicBezTo>
                  <a:pt x="2270665" y="4283292"/>
                  <a:pt x="2271707" y="4289443"/>
                  <a:pt x="2272202" y="4298174"/>
                </a:cubicBezTo>
                <a:lnTo>
                  <a:pt x="2209099" y="4298174"/>
                </a:lnTo>
                <a:cubicBezTo>
                  <a:pt x="2210191" y="4286764"/>
                  <a:pt x="2213986" y="4277859"/>
                  <a:pt x="2220484" y="4271460"/>
                </a:cubicBezTo>
                <a:cubicBezTo>
                  <a:pt x="2226984" y="4265060"/>
                  <a:pt x="2234351" y="4261860"/>
                  <a:pt x="2242585" y="4261860"/>
                </a:cubicBezTo>
                <a:close/>
                <a:moveTo>
                  <a:pt x="1242460" y="4261860"/>
                </a:moveTo>
                <a:cubicBezTo>
                  <a:pt x="1247818" y="4261860"/>
                  <a:pt x="1252952" y="4263448"/>
                  <a:pt x="1257864" y="4266623"/>
                </a:cubicBezTo>
                <a:cubicBezTo>
                  <a:pt x="1262775" y="4269798"/>
                  <a:pt x="1266471" y="4274163"/>
                  <a:pt x="1268952" y="4279720"/>
                </a:cubicBezTo>
                <a:cubicBezTo>
                  <a:pt x="1270539" y="4283292"/>
                  <a:pt x="1271581" y="4289443"/>
                  <a:pt x="1272077" y="4298174"/>
                </a:cubicBezTo>
                <a:lnTo>
                  <a:pt x="1208974" y="4298174"/>
                </a:lnTo>
                <a:cubicBezTo>
                  <a:pt x="1210065" y="4286764"/>
                  <a:pt x="1213860" y="4277859"/>
                  <a:pt x="1220359" y="4271460"/>
                </a:cubicBezTo>
                <a:cubicBezTo>
                  <a:pt x="1226858" y="4265060"/>
                  <a:pt x="1234225" y="4261860"/>
                  <a:pt x="1242460" y="4261860"/>
                </a:cubicBezTo>
                <a:close/>
                <a:moveTo>
                  <a:pt x="9572964" y="4261116"/>
                </a:moveTo>
                <a:cubicBezTo>
                  <a:pt x="9583878" y="4261116"/>
                  <a:pt x="9592858" y="4265879"/>
                  <a:pt x="9599902" y="4275404"/>
                </a:cubicBezTo>
                <a:cubicBezTo>
                  <a:pt x="9610320" y="4289294"/>
                  <a:pt x="9615529" y="4308344"/>
                  <a:pt x="9615529" y="4332554"/>
                </a:cubicBezTo>
                <a:cubicBezTo>
                  <a:pt x="9615529" y="4351901"/>
                  <a:pt x="9612404" y="4365544"/>
                  <a:pt x="9606153" y="4373481"/>
                </a:cubicBezTo>
                <a:cubicBezTo>
                  <a:pt x="9599902" y="4381419"/>
                  <a:pt x="9591965" y="4385388"/>
                  <a:pt x="9582340" y="4385388"/>
                </a:cubicBezTo>
                <a:cubicBezTo>
                  <a:pt x="9569442" y="4385388"/>
                  <a:pt x="9559049" y="4378194"/>
                  <a:pt x="9551161" y="4363807"/>
                </a:cubicBezTo>
                <a:cubicBezTo>
                  <a:pt x="9543273" y="4349421"/>
                  <a:pt x="9539329" y="4332305"/>
                  <a:pt x="9539329" y="4312462"/>
                </a:cubicBezTo>
                <a:cubicBezTo>
                  <a:pt x="9539329" y="4300159"/>
                  <a:pt x="9540966" y="4290088"/>
                  <a:pt x="9544240" y="4282250"/>
                </a:cubicBezTo>
                <a:cubicBezTo>
                  <a:pt x="9547514" y="4274411"/>
                  <a:pt x="9551806" y="4268930"/>
                  <a:pt x="9557114" y="4265804"/>
                </a:cubicBezTo>
                <a:cubicBezTo>
                  <a:pt x="9562422" y="4262679"/>
                  <a:pt x="9567706" y="4261116"/>
                  <a:pt x="9572964" y="4261116"/>
                </a:cubicBezTo>
                <a:close/>
                <a:moveTo>
                  <a:pt x="7915614" y="4261116"/>
                </a:moveTo>
                <a:cubicBezTo>
                  <a:pt x="7926528" y="4261116"/>
                  <a:pt x="7935508" y="4265879"/>
                  <a:pt x="7942552" y="4275404"/>
                </a:cubicBezTo>
                <a:cubicBezTo>
                  <a:pt x="7952970" y="4289294"/>
                  <a:pt x="7958179" y="4308344"/>
                  <a:pt x="7958179" y="4332554"/>
                </a:cubicBezTo>
                <a:cubicBezTo>
                  <a:pt x="7958179" y="4351901"/>
                  <a:pt x="7955054" y="4365544"/>
                  <a:pt x="7948803" y="4373481"/>
                </a:cubicBezTo>
                <a:cubicBezTo>
                  <a:pt x="7942552" y="4381419"/>
                  <a:pt x="7934615" y="4385388"/>
                  <a:pt x="7924991" y="4385388"/>
                </a:cubicBezTo>
                <a:cubicBezTo>
                  <a:pt x="7912092" y="4385388"/>
                  <a:pt x="7901699" y="4378194"/>
                  <a:pt x="7893811" y="4363807"/>
                </a:cubicBezTo>
                <a:cubicBezTo>
                  <a:pt x="7885923" y="4349421"/>
                  <a:pt x="7881979" y="4332305"/>
                  <a:pt x="7881979" y="4312462"/>
                </a:cubicBezTo>
                <a:cubicBezTo>
                  <a:pt x="7881979" y="4300159"/>
                  <a:pt x="7883616" y="4290088"/>
                  <a:pt x="7886891" y="4282250"/>
                </a:cubicBezTo>
                <a:cubicBezTo>
                  <a:pt x="7890165" y="4274411"/>
                  <a:pt x="7894456" y="4268930"/>
                  <a:pt x="7899764" y="4265804"/>
                </a:cubicBezTo>
                <a:cubicBezTo>
                  <a:pt x="7905073" y="4262679"/>
                  <a:pt x="7910356" y="4261116"/>
                  <a:pt x="7915614" y="4261116"/>
                </a:cubicBezTo>
                <a:close/>
                <a:moveTo>
                  <a:pt x="6429714" y="4261116"/>
                </a:moveTo>
                <a:cubicBezTo>
                  <a:pt x="6440628" y="4261116"/>
                  <a:pt x="6449608" y="4265879"/>
                  <a:pt x="6456652" y="4275404"/>
                </a:cubicBezTo>
                <a:cubicBezTo>
                  <a:pt x="6467070" y="4289294"/>
                  <a:pt x="6472279" y="4308344"/>
                  <a:pt x="6472279" y="4332554"/>
                </a:cubicBezTo>
                <a:cubicBezTo>
                  <a:pt x="6472279" y="4351901"/>
                  <a:pt x="6469154" y="4365544"/>
                  <a:pt x="6462903" y="4373481"/>
                </a:cubicBezTo>
                <a:cubicBezTo>
                  <a:pt x="6456652" y="4381419"/>
                  <a:pt x="6448715" y="4385388"/>
                  <a:pt x="6439091" y="4385388"/>
                </a:cubicBezTo>
                <a:cubicBezTo>
                  <a:pt x="6426192" y="4385388"/>
                  <a:pt x="6415799" y="4378194"/>
                  <a:pt x="6407911" y="4363807"/>
                </a:cubicBezTo>
                <a:cubicBezTo>
                  <a:pt x="6400023" y="4349421"/>
                  <a:pt x="6396079" y="4332305"/>
                  <a:pt x="6396079" y="4312462"/>
                </a:cubicBezTo>
                <a:cubicBezTo>
                  <a:pt x="6396079" y="4300159"/>
                  <a:pt x="6397716" y="4290088"/>
                  <a:pt x="6400991" y="4282250"/>
                </a:cubicBezTo>
                <a:cubicBezTo>
                  <a:pt x="6404265" y="4274411"/>
                  <a:pt x="6408556" y="4268930"/>
                  <a:pt x="6413864" y="4265804"/>
                </a:cubicBezTo>
                <a:cubicBezTo>
                  <a:pt x="6419173" y="4262679"/>
                  <a:pt x="6424456" y="4261116"/>
                  <a:pt x="6429714" y="4261116"/>
                </a:cubicBezTo>
                <a:close/>
                <a:moveTo>
                  <a:pt x="5200990" y="4261116"/>
                </a:moveTo>
                <a:cubicBezTo>
                  <a:pt x="5211904" y="4261116"/>
                  <a:pt x="5220883" y="4265879"/>
                  <a:pt x="5227928" y="4275404"/>
                </a:cubicBezTo>
                <a:cubicBezTo>
                  <a:pt x="5238345" y="4289294"/>
                  <a:pt x="5243555" y="4308344"/>
                  <a:pt x="5243555" y="4332554"/>
                </a:cubicBezTo>
                <a:cubicBezTo>
                  <a:pt x="5243555" y="4351901"/>
                  <a:pt x="5240429" y="4365544"/>
                  <a:pt x="5234180" y="4373481"/>
                </a:cubicBezTo>
                <a:cubicBezTo>
                  <a:pt x="5227928" y="4381419"/>
                  <a:pt x="5219990" y="4385388"/>
                  <a:pt x="5210366" y="4385388"/>
                </a:cubicBezTo>
                <a:cubicBezTo>
                  <a:pt x="5197468" y="4385388"/>
                  <a:pt x="5187074" y="4378194"/>
                  <a:pt x="5179186" y="4363807"/>
                </a:cubicBezTo>
                <a:cubicBezTo>
                  <a:pt x="5171298" y="4349421"/>
                  <a:pt x="5167355" y="4332305"/>
                  <a:pt x="5167355" y="4312462"/>
                </a:cubicBezTo>
                <a:cubicBezTo>
                  <a:pt x="5167355" y="4300159"/>
                  <a:pt x="5168992" y="4290088"/>
                  <a:pt x="5172267" y="4282250"/>
                </a:cubicBezTo>
                <a:cubicBezTo>
                  <a:pt x="5175540" y="4274411"/>
                  <a:pt x="5179833" y="4268930"/>
                  <a:pt x="5185139" y="4265804"/>
                </a:cubicBezTo>
                <a:cubicBezTo>
                  <a:pt x="5190448" y="4262679"/>
                  <a:pt x="5195731" y="4261116"/>
                  <a:pt x="5200990" y="4261116"/>
                </a:cubicBezTo>
                <a:close/>
                <a:moveTo>
                  <a:pt x="3676991" y="4261116"/>
                </a:moveTo>
                <a:cubicBezTo>
                  <a:pt x="3687905" y="4261116"/>
                  <a:pt x="3696884" y="4265879"/>
                  <a:pt x="3703929" y="4275404"/>
                </a:cubicBezTo>
                <a:cubicBezTo>
                  <a:pt x="3714347" y="4289294"/>
                  <a:pt x="3719556" y="4308344"/>
                  <a:pt x="3719556" y="4332554"/>
                </a:cubicBezTo>
                <a:cubicBezTo>
                  <a:pt x="3719556" y="4351901"/>
                  <a:pt x="3716431" y="4365544"/>
                  <a:pt x="3710180" y="4373481"/>
                </a:cubicBezTo>
                <a:cubicBezTo>
                  <a:pt x="3703929" y="4381419"/>
                  <a:pt x="3695992" y="4385388"/>
                  <a:pt x="3686367" y="4385388"/>
                </a:cubicBezTo>
                <a:cubicBezTo>
                  <a:pt x="3673469" y="4385388"/>
                  <a:pt x="3663076" y="4378194"/>
                  <a:pt x="3655188" y="4363807"/>
                </a:cubicBezTo>
                <a:cubicBezTo>
                  <a:pt x="3647300" y="4349421"/>
                  <a:pt x="3643356" y="4332305"/>
                  <a:pt x="3643356" y="4312462"/>
                </a:cubicBezTo>
                <a:cubicBezTo>
                  <a:pt x="3643356" y="4300159"/>
                  <a:pt x="3644994" y="4290088"/>
                  <a:pt x="3648267" y="4282250"/>
                </a:cubicBezTo>
                <a:cubicBezTo>
                  <a:pt x="3651541" y="4274411"/>
                  <a:pt x="3655833" y="4268930"/>
                  <a:pt x="3661141" y="4265804"/>
                </a:cubicBezTo>
                <a:cubicBezTo>
                  <a:pt x="3666449" y="4262679"/>
                  <a:pt x="3671733" y="4261116"/>
                  <a:pt x="3676991" y="4261116"/>
                </a:cubicBezTo>
                <a:close/>
                <a:moveTo>
                  <a:pt x="1581491" y="4261116"/>
                </a:moveTo>
                <a:cubicBezTo>
                  <a:pt x="1592405" y="4261116"/>
                  <a:pt x="1601384" y="4265879"/>
                  <a:pt x="1608429" y="4275404"/>
                </a:cubicBezTo>
                <a:cubicBezTo>
                  <a:pt x="1618846" y="4289294"/>
                  <a:pt x="1624056" y="4308344"/>
                  <a:pt x="1624056" y="4332554"/>
                </a:cubicBezTo>
                <a:cubicBezTo>
                  <a:pt x="1624056" y="4351901"/>
                  <a:pt x="1620930" y="4365544"/>
                  <a:pt x="1614679" y="4373481"/>
                </a:cubicBezTo>
                <a:cubicBezTo>
                  <a:pt x="1608429" y="4381419"/>
                  <a:pt x="1600491" y="4385388"/>
                  <a:pt x="1590867" y="4385388"/>
                </a:cubicBezTo>
                <a:cubicBezTo>
                  <a:pt x="1577968" y="4385388"/>
                  <a:pt x="1567575" y="4378194"/>
                  <a:pt x="1559687" y="4363807"/>
                </a:cubicBezTo>
                <a:cubicBezTo>
                  <a:pt x="1551800" y="4349421"/>
                  <a:pt x="1547855" y="4332305"/>
                  <a:pt x="1547855" y="4312462"/>
                </a:cubicBezTo>
                <a:cubicBezTo>
                  <a:pt x="1547855" y="4300159"/>
                  <a:pt x="1549492" y="4290088"/>
                  <a:pt x="1552767" y="4282250"/>
                </a:cubicBezTo>
                <a:cubicBezTo>
                  <a:pt x="1556041" y="4274411"/>
                  <a:pt x="1560332" y="4268930"/>
                  <a:pt x="1565640" y="4265804"/>
                </a:cubicBezTo>
                <a:cubicBezTo>
                  <a:pt x="1570949" y="4262679"/>
                  <a:pt x="1576232" y="4261116"/>
                  <a:pt x="1581491" y="4261116"/>
                </a:cubicBezTo>
                <a:close/>
                <a:moveTo>
                  <a:pt x="9261318" y="4260521"/>
                </a:moveTo>
                <a:cubicBezTo>
                  <a:pt x="9265981" y="4260521"/>
                  <a:pt x="9270769" y="4261935"/>
                  <a:pt x="9275680" y="4264762"/>
                </a:cubicBezTo>
                <a:cubicBezTo>
                  <a:pt x="9280591" y="4267590"/>
                  <a:pt x="9284535" y="4271782"/>
                  <a:pt x="9287512" y="4277338"/>
                </a:cubicBezTo>
                <a:cubicBezTo>
                  <a:pt x="9290488" y="4282895"/>
                  <a:pt x="9292274" y="4289046"/>
                  <a:pt x="9292870" y="4295793"/>
                </a:cubicBezTo>
                <a:lnTo>
                  <a:pt x="9292870" y="4366040"/>
                </a:lnTo>
                <a:cubicBezTo>
                  <a:pt x="9284436" y="4375069"/>
                  <a:pt x="9275705" y="4379583"/>
                  <a:pt x="9266676" y="4379583"/>
                </a:cubicBezTo>
                <a:cubicBezTo>
                  <a:pt x="9255960" y="4379583"/>
                  <a:pt x="9246237" y="4374250"/>
                  <a:pt x="9237506" y="4363584"/>
                </a:cubicBezTo>
                <a:cubicBezTo>
                  <a:pt x="9228774" y="4352918"/>
                  <a:pt x="9224409" y="4337564"/>
                  <a:pt x="9224409" y="4317522"/>
                </a:cubicBezTo>
                <a:cubicBezTo>
                  <a:pt x="9224409" y="4297678"/>
                  <a:pt x="9228923" y="4282597"/>
                  <a:pt x="9237952" y="4272278"/>
                </a:cubicBezTo>
                <a:cubicBezTo>
                  <a:pt x="9244798" y="4264440"/>
                  <a:pt x="9252587" y="4260521"/>
                  <a:pt x="9261318" y="4260521"/>
                </a:cubicBezTo>
                <a:close/>
                <a:moveTo>
                  <a:pt x="7184868" y="4260521"/>
                </a:moveTo>
                <a:cubicBezTo>
                  <a:pt x="7189531" y="4260521"/>
                  <a:pt x="7194319" y="4261935"/>
                  <a:pt x="7199230" y="4264762"/>
                </a:cubicBezTo>
                <a:cubicBezTo>
                  <a:pt x="7204141" y="4267590"/>
                  <a:pt x="7208085" y="4271782"/>
                  <a:pt x="7211062" y="4277338"/>
                </a:cubicBezTo>
                <a:cubicBezTo>
                  <a:pt x="7214039" y="4282895"/>
                  <a:pt x="7215825" y="4289046"/>
                  <a:pt x="7216420" y="4295793"/>
                </a:cubicBezTo>
                <a:lnTo>
                  <a:pt x="7216420" y="4366040"/>
                </a:lnTo>
                <a:cubicBezTo>
                  <a:pt x="7207986" y="4375069"/>
                  <a:pt x="7199255" y="4379583"/>
                  <a:pt x="7190226" y="4379583"/>
                </a:cubicBezTo>
                <a:cubicBezTo>
                  <a:pt x="7179510" y="4379583"/>
                  <a:pt x="7169787" y="4374250"/>
                  <a:pt x="7161056" y="4363584"/>
                </a:cubicBezTo>
                <a:cubicBezTo>
                  <a:pt x="7152324" y="4352918"/>
                  <a:pt x="7147959" y="4337564"/>
                  <a:pt x="7147959" y="4317522"/>
                </a:cubicBezTo>
                <a:cubicBezTo>
                  <a:pt x="7147959" y="4297678"/>
                  <a:pt x="7152473" y="4282597"/>
                  <a:pt x="7161502" y="4272278"/>
                </a:cubicBezTo>
                <a:cubicBezTo>
                  <a:pt x="7168348" y="4264440"/>
                  <a:pt x="7176137" y="4260521"/>
                  <a:pt x="7184868" y="4260521"/>
                </a:cubicBezTo>
                <a:close/>
                <a:moveTo>
                  <a:pt x="6813393" y="4260521"/>
                </a:moveTo>
                <a:cubicBezTo>
                  <a:pt x="6818056" y="4260521"/>
                  <a:pt x="6822844" y="4261935"/>
                  <a:pt x="6827755" y="4264762"/>
                </a:cubicBezTo>
                <a:cubicBezTo>
                  <a:pt x="6832666" y="4267590"/>
                  <a:pt x="6836610" y="4271782"/>
                  <a:pt x="6839587" y="4277338"/>
                </a:cubicBezTo>
                <a:cubicBezTo>
                  <a:pt x="6842564" y="4282895"/>
                  <a:pt x="6844350" y="4289046"/>
                  <a:pt x="6844945" y="4295793"/>
                </a:cubicBezTo>
                <a:lnTo>
                  <a:pt x="6844945" y="4366040"/>
                </a:lnTo>
                <a:cubicBezTo>
                  <a:pt x="6836511" y="4375069"/>
                  <a:pt x="6827780" y="4379583"/>
                  <a:pt x="6818751" y="4379583"/>
                </a:cubicBezTo>
                <a:cubicBezTo>
                  <a:pt x="6808035" y="4379583"/>
                  <a:pt x="6798312" y="4374250"/>
                  <a:pt x="6789581" y="4363584"/>
                </a:cubicBezTo>
                <a:cubicBezTo>
                  <a:pt x="6780849" y="4352918"/>
                  <a:pt x="6776484" y="4337564"/>
                  <a:pt x="6776484" y="4317522"/>
                </a:cubicBezTo>
                <a:cubicBezTo>
                  <a:pt x="6776484" y="4297678"/>
                  <a:pt x="6780998" y="4282597"/>
                  <a:pt x="6790027" y="4272278"/>
                </a:cubicBezTo>
                <a:cubicBezTo>
                  <a:pt x="6796873" y="4264440"/>
                  <a:pt x="6804662" y="4260521"/>
                  <a:pt x="6813393" y="4260521"/>
                </a:cubicBezTo>
                <a:close/>
                <a:moveTo>
                  <a:pt x="4832194" y="4260521"/>
                </a:moveTo>
                <a:cubicBezTo>
                  <a:pt x="4836857" y="4260521"/>
                  <a:pt x="4841645" y="4261935"/>
                  <a:pt x="4846556" y="4264762"/>
                </a:cubicBezTo>
                <a:cubicBezTo>
                  <a:pt x="4851467" y="4267590"/>
                  <a:pt x="4855412" y="4271782"/>
                  <a:pt x="4858387" y="4277338"/>
                </a:cubicBezTo>
                <a:cubicBezTo>
                  <a:pt x="4861364" y="4282895"/>
                  <a:pt x="4863150" y="4289046"/>
                  <a:pt x="4863745" y="4295793"/>
                </a:cubicBezTo>
                <a:lnTo>
                  <a:pt x="4863745" y="4366040"/>
                </a:lnTo>
                <a:cubicBezTo>
                  <a:pt x="4855312" y="4375069"/>
                  <a:pt x="4846580" y="4379583"/>
                  <a:pt x="4837552" y="4379583"/>
                </a:cubicBezTo>
                <a:cubicBezTo>
                  <a:pt x="4826836" y="4379583"/>
                  <a:pt x="4817112" y="4374250"/>
                  <a:pt x="4808381" y="4363584"/>
                </a:cubicBezTo>
                <a:cubicBezTo>
                  <a:pt x="4799650" y="4352918"/>
                  <a:pt x="4795286" y="4337564"/>
                  <a:pt x="4795286" y="4317522"/>
                </a:cubicBezTo>
                <a:cubicBezTo>
                  <a:pt x="4795286" y="4297678"/>
                  <a:pt x="4799799" y="4282597"/>
                  <a:pt x="4808828" y="4272278"/>
                </a:cubicBezTo>
                <a:cubicBezTo>
                  <a:pt x="4815674" y="4264440"/>
                  <a:pt x="4823462" y="4260521"/>
                  <a:pt x="4832194" y="4260521"/>
                </a:cubicBezTo>
                <a:close/>
                <a:moveTo>
                  <a:pt x="6513058" y="4255461"/>
                </a:moveTo>
                <a:lnTo>
                  <a:pt x="6513058" y="4260967"/>
                </a:lnTo>
                <a:cubicBezTo>
                  <a:pt x="6518019" y="4261761"/>
                  <a:pt x="6521343" y="4262604"/>
                  <a:pt x="6523030" y="4263497"/>
                </a:cubicBezTo>
                <a:cubicBezTo>
                  <a:pt x="6526106" y="4265085"/>
                  <a:pt x="6528636" y="4267044"/>
                  <a:pt x="6530620" y="4269376"/>
                </a:cubicBezTo>
                <a:cubicBezTo>
                  <a:pt x="6532604" y="4271708"/>
                  <a:pt x="6534688" y="4275552"/>
                  <a:pt x="6536871" y="4280910"/>
                </a:cubicBezTo>
                <a:lnTo>
                  <a:pt x="6585537" y="4395954"/>
                </a:lnTo>
                <a:lnTo>
                  <a:pt x="6591639" y="4395954"/>
                </a:lnTo>
                <a:lnTo>
                  <a:pt x="6640008" y="4278975"/>
                </a:lnTo>
                <a:cubicBezTo>
                  <a:pt x="6642787" y="4272030"/>
                  <a:pt x="6645912" y="4267069"/>
                  <a:pt x="6649385" y="4264093"/>
                </a:cubicBezTo>
                <a:cubicBezTo>
                  <a:pt x="6651369" y="4262406"/>
                  <a:pt x="6654941" y="4261364"/>
                  <a:pt x="6660100" y="4260967"/>
                </a:cubicBezTo>
                <a:lnTo>
                  <a:pt x="6660100" y="4255461"/>
                </a:lnTo>
                <a:lnTo>
                  <a:pt x="6615601" y="4255461"/>
                </a:lnTo>
                <a:lnTo>
                  <a:pt x="6615601" y="4260967"/>
                </a:lnTo>
                <a:cubicBezTo>
                  <a:pt x="6620760" y="4260967"/>
                  <a:pt x="6624183" y="4261240"/>
                  <a:pt x="6625870" y="4261786"/>
                </a:cubicBezTo>
                <a:cubicBezTo>
                  <a:pt x="6627556" y="4262331"/>
                  <a:pt x="6628946" y="4263349"/>
                  <a:pt x="6630037" y="4264837"/>
                </a:cubicBezTo>
                <a:cubicBezTo>
                  <a:pt x="6630831" y="4265730"/>
                  <a:pt x="6631228" y="4266871"/>
                  <a:pt x="6631228" y="4268260"/>
                </a:cubicBezTo>
                <a:cubicBezTo>
                  <a:pt x="6631228" y="4271137"/>
                  <a:pt x="6630086" y="4275354"/>
                  <a:pt x="6627805" y="4280910"/>
                </a:cubicBezTo>
                <a:lnTo>
                  <a:pt x="6595955" y="4359045"/>
                </a:lnTo>
                <a:lnTo>
                  <a:pt x="6564255" y="4283738"/>
                </a:lnTo>
                <a:cubicBezTo>
                  <a:pt x="6562171" y="4278975"/>
                  <a:pt x="6561130" y="4274858"/>
                  <a:pt x="6561130" y="4271385"/>
                </a:cubicBezTo>
                <a:cubicBezTo>
                  <a:pt x="6561130" y="4268210"/>
                  <a:pt x="6562146" y="4265680"/>
                  <a:pt x="6564181" y="4263795"/>
                </a:cubicBezTo>
                <a:cubicBezTo>
                  <a:pt x="6566215" y="4261910"/>
                  <a:pt x="6569166" y="4260967"/>
                  <a:pt x="6573036" y="4260967"/>
                </a:cubicBezTo>
                <a:lnTo>
                  <a:pt x="6577203" y="4260967"/>
                </a:lnTo>
                <a:lnTo>
                  <a:pt x="6577203" y="4255461"/>
                </a:lnTo>
                <a:close/>
                <a:moveTo>
                  <a:pt x="5367827" y="4255461"/>
                </a:moveTo>
                <a:lnTo>
                  <a:pt x="5367827" y="4260967"/>
                </a:lnTo>
                <a:cubicBezTo>
                  <a:pt x="5374971" y="4260868"/>
                  <a:pt x="5379906" y="4261488"/>
                  <a:pt x="5382635" y="4262828"/>
                </a:cubicBezTo>
                <a:cubicBezTo>
                  <a:pt x="5385363" y="4264167"/>
                  <a:pt x="5387422" y="4266077"/>
                  <a:pt x="5388810" y="4268558"/>
                </a:cubicBezTo>
                <a:cubicBezTo>
                  <a:pt x="5390200" y="4271038"/>
                  <a:pt x="5390895" y="4275503"/>
                  <a:pt x="5390895" y="4281952"/>
                </a:cubicBezTo>
                <a:lnTo>
                  <a:pt x="5390895" y="4342823"/>
                </a:lnTo>
                <a:cubicBezTo>
                  <a:pt x="5390895" y="4355523"/>
                  <a:pt x="5391986" y="4365345"/>
                  <a:pt x="5394168" y="4372291"/>
                </a:cubicBezTo>
                <a:cubicBezTo>
                  <a:pt x="5396351" y="4379236"/>
                  <a:pt x="5400246" y="4384916"/>
                  <a:pt x="5405852" y="4389331"/>
                </a:cubicBezTo>
                <a:cubicBezTo>
                  <a:pt x="5411457" y="4393747"/>
                  <a:pt x="5418080" y="4395954"/>
                  <a:pt x="5425720" y="4395954"/>
                </a:cubicBezTo>
                <a:cubicBezTo>
                  <a:pt x="5432566" y="4395954"/>
                  <a:pt x="5439065" y="4394317"/>
                  <a:pt x="5445216" y="4391043"/>
                </a:cubicBezTo>
                <a:cubicBezTo>
                  <a:pt x="5451368" y="4387769"/>
                  <a:pt x="5460298" y="4379782"/>
                  <a:pt x="5472005" y="4367082"/>
                </a:cubicBezTo>
                <a:lnTo>
                  <a:pt x="5472005" y="4395954"/>
                </a:lnTo>
                <a:lnTo>
                  <a:pt x="5478704" y="4395954"/>
                </a:lnTo>
                <a:lnTo>
                  <a:pt x="5519482" y="4379137"/>
                </a:lnTo>
                <a:lnTo>
                  <a:pt x="5517398" y="4373928"/>
                </a:lnTo>
                <a:cubicBezTo>
                  <a:pt x="5513529" y="4375614"/>
                  <a:pt x="5510056" y="4376458"/>
                  <a:pt x="5506982" y="4376458"/>
                </a:cubicBezTo>
                <a:cubicBezTo>
                  <a:pt x="5504799" y="4376458"/>
                  <a:pt x="5502887" y="4375763"/>
                  <a:pt x="5501251" y="4374374"/>
                </a:cubicBezTo>
                <a:cubicBezTo>
                  <a:pt x="5499613" y="4372985"/>
                  <a:pt x="5498423" y="4370529"/>
                  <a:pt x="5497679" y="4367007"/>
                </a:cubicBezTo>
                <a:cubicBezTo>
                  <a:pt x="5496934" y="4363485"/>
                  <a:pt x="5496562" y="4353836"/>
                  <a:pt x="5496562" y="4338060"/>
                </a:cubicBezTo>
                <a:lnTo>
                  <a:pt x="5496562" y="4255461"/>
                </a:lnTo>
                <a:lnTo>
                  <a:pt x="5450128" y="4255461"/>
                </a:lnTo>
                <a:lnTo>
                  <a:pt x="5450128" y="4260967"/>
                </a:lnTo>
                <a:cubicBezTo>
                  <a:pt x="5459057" y="4261166"/>
                  <a:pt x="5464937" y="4262629"/>
                  <a:pt x="5467765" y="4265358"/>
                </a:cubicBezTo>
                <a:cubicBezTo>
                  <a:pt x="5470592" y="4268086"/>
                  <a:pt x="5472005" y="4273320"/>
                  <a:pt x="5472005" y="4281059"/>
                </a:cubicBezTo>
                <a:lnTo>
                  <a:pt x="5472005" y="4358301"/>
                </a:lnTo>
                <a:cubicBezTo>
                  <a:pt x="5464565" y="4365841"/>
                  <a:pt x="5458140" y="4370951"/>
                  <a:pt x="5452732" y="4373630"/>
                </a:cubicBezTo>
                <a:cubicBezTo>
                  <a:pt x="5447325" y="4376309"/>
                  <a:pt x="5442488" y="4377648"/>
                  <a:pt x="5438222" y="4377648"/>
                </a:cubicBezTo>
                <a:cubicBezTo>
                  <a:pt x="5431971" y="4377648"/>
                  <a:pt x="5426638" y="4375664"/>
                  <a:pt x="5422223" y="4371695"/>
                </a:cubicBezTo>
                <a:cubicBezTo>
                  <a:pt x="5417808" y="4367727"/>
                  <a:pt x="5415601" y="4359392"/>
                  <a:pt x="5415601" y="4346692"/>
                </a:cubicBezTo>
                <a:lnTo>
                  <a:pt x="5415601" y="4255461"/>
                </a:lnTo>
                <a:close/>
                <a:moveTo>
                  <a:pt x="4235839" y="4255461"/>
                </a:moveTo>
                <a:lnTo>
                  <a:pt x="4235839" y="4260967"/>
                </a:lnTo>
                <a:cubicBezTo>
                  <a:pt x="4240900" y="4262158"/>
                  <a:pt x="4244570" y="4263547"/>
                  <a:pt x="4246854" y="4265134"/>
                </a:cubicBezTo>
                <a:cubicBezTo>
                  <a:pt x="4248440" y="4266325"/>
                  <a:pt x="4250474" y="4268657"/>
                  <a:pt x="4252954" y="4272129"/>
                </a:cubicBezTo>
                <a:cubicBezTo>
                  <a:pt x="4256229" y="4276694"/>
                  <a:pt x="4258611" y="4280513"/>
                  <a:pt x="4260098" y="4283589"/>
                </a:cubicBezTo>
                <a:lnTo>
                  <a:pt x="4309063" y="4386429"/>
                </a:lnTo>
                <a:lnTo>
                  <a:pt x="4299389" y="4410093"/>
                </a:lnTo>
                <a:cubicBezTo>
                  <a:pt x="4295817" y="4418923"/>
                  <a:pt x="4292270" y="4424877"/>
                  <a:pt x="4288748" y="4427952"/>
                </a:cubicBezTo>
                <a:cubicBezTo>
                  <a:pt x="4285225" y="4431028"/>
                  <a:pt x="4281976" y="4432566"/>
                  <a:pt x="4278999" y="4432566"/>
                </a:cubicBezTo>
                <a:cubicBezTo>
                  <a:pt x="4278007" y="4432566"/>
                  <a:pt x="4275528" y="4431822"/>
                  <a:pt x="4271558" y="4430334"/>
                </a:cubicBezTo>
                <a:cubicBezTo>
                  <a:pt x="4265902" y="4428151"/>
                  <a:pt x="4261438" y="4427059"/>
                  <a:pt x="4258164" y="4427059"/>
                </a:cubicBezTo>
                <a:cubicBezTo>
                  <a:pt x="4253401" y="4427059"/>
                  <a:pt x="4249656" y="4428324"/>
                  <a:pt x="4246927" y="4430855"/>
                </a:cubicBezTo>
                <a:cubicBezTo>
                  <a:pt x="4244198" y="4433385"/>
                  <a:pt x="4242834" y="4436733"/>
                  <a:pt x="4242834" y="4440900"/>
                </a:cubicBezTo>
                <a:cubicBezTo>
                  <a:pt x="4242834" y="4445266"/>
                  <a:pt x="4244719" y="4449136"/>
                  <a:pt x="4248490" y="4452509"/>
                </a:cubicBezTo>
                <a:cubicBezTo>
                  <a:pt x="4252260" y="4455882"/>
                  <a:pt x="4257072" y="4457569"/>
                  <a:pt x="4262926" y="4457569"/>
                </a:cubicBezTo>
                <a:cubicBezTo>
                  <a:pt x="4270963" y="4457569"/>
                  <a:pt x="4279323" y="4454196"/>
                  <a:pt x="4288003" y="4447449"/>
                </a:cubicBezTo>
                <a:cubicBezTo>
                  <a:pt x="4296685" y="4440702"/>
                  <a:pt x="4303705" y="4430730"/>
                  <a:pt x="4309063" y="4417534"/>
                </a:cubicBezTo>
                <a:lnTo>
                  <a:pt x="4364576" y="4281506"/>
                </a:lnTo>
                <a:cubicBezTo>
                  <a:pt x="4367056" y="4275255"/>
                  <a:pt x="4368744" y="4271435"/>
                  <a:pt x="4369636" y="4270046"/>
                </a:cubicBezTo>
                <a:cubicBezTo>
                  <a:pt x="4372017" y="4266772"/>
                  <a:pt x="4374200" y="4264539"/>
                  <a:pt x="4376184" y="4263349"/>
                </a:cubicBezTo>
                <a:cubicBezTo>
                  <a:pt x="4378169" y="4262158"/>
                  <a:pt x="4380997" y="4261364"/>
                  <a:pt x="4384668" y="4260967"/>
                </a:cubicBezTo>
                <a:lnTo>
                  <a:pt x="4384668" y="4255461"/>
                </a:lnTo>
                <a:lnTo>
                  <a:pt x="4340316" y="4255461"/>
                </a:lnTo>
                <a:lnTo>
                  <a:pt x="4340316" y="4260967"/>
                </a:lnTo>
                <a:cubicBezTo>
                  <a:pt x="4344583" y="4260967"/>
                  <a:pt x="4347560" y="4261290"/>
                  <a:pt x="4349247" y="4261935"/>
                </a:cubicBezTo>
                <a:cubicBezTo>
                  <a:pt x="4350933" y="4262580"/>
                  <a:pt x="4352173" y="4263448"/>
                  <a:pt x="4352967" y="4264539"/>
                </a:cubicBezTo>
                <a:cubicBezTo>
                  <a:pt x="4353661" y="4265432"/>
                  <a:pt x="4354010" y="4266772"/>
                  <a:pt x="4354010" y="4268558"/>
                </a:cubicBezTo>
                <a:cubicBezTo>
                  <a:pt x="4354010" y="4272526"/>
                  <a:pt x="4353165" y="4276545"/>
                  <a:pt x="4351479" y="4280613"/>
                </a:cubicBezTo>
                <a:lnTo>
                  <a:pt x="4320969" y="4355920"/>
                </a:lnTo>
                <a:lnTo>
                  <a:pt x="4287780" y="4287161"/>
                </a:lnTo>
                <a:cubicBezTo>
                  <a:pt x="4284507" y="4280315"/>
                  <a:pt x="4282869" y="4274957"/>
                  <a:pt x="4282869" y="4271088"/>
                </a:cubicBezTo>
                <a:cubicBezTo>
                  <a:pt x="4282869" y="4268210"/>
                  <a:pt x="4283985" y="4265804"/>
                  <a:pt x="4286217" y="4263869"/>
                </a:cubicBezTo>
                <a:cubicBezTo>
                  <a:pt x="4288451" y="4261935"/>
                  <a:pt x="4291799" y="4260967"/>
                  <a:pt x="4296264" y="4260967"/>
                </a:cubicBezTo>
                <a:lnTo>
                  <a:pt x="4299389" y="4260967"/>
                </a:lnTo>
                <a:lnTo>
                  <a:pt x="4299389" y="4255461"/>
                </a:lnTo>
                <a:close/>
                <a:moveTo>
                  <a:pt x="3758103" y="4255461"/>
                </a:moveTo>
                <a:lnTo>
                  <a:pt x="3758103" y="4260967"/>
                </a:lnTo>
                <a:cubicBezTo>
                  <a:pt x="3765246" y="4260868"/>
                  <a:pt x="3770182" y="4261488"/>
                  <a:pt x="3772911" y="4262828"/>
                </a:cubicBezTo>
                <a:cubicBezTo>
                  <a:pt x="3775639" y="4264167"/>
                  <a:pt x="3777698" y="4266077"/>
                  <a:pt x="3779087" y="4268558"/>
                </a:cubicBezTo>
                <a:cubicBezTo>
                  <a:pt x="3780476" y="4271038"/>
                  <a:pt x="3781171" y="4275503"/>
                  <a:pt x="3781171" y="4281952"/>
                </a:cubicBezTo>
                <a:lnTo>
                  <a:pt x="3781171" y="4342823"/>
                </a:lnTo>
                <a:cubicBezTo>
                  <a:pt x="3781171" y="4355523"/>
                  <a:pt x="3782262" y="4365345"/>
                  <a:pt x="3784445" y="4372291"/>
                </a:cubicBezTo>
                <a:cubicBezTo>
                  <a:pt x="3786628" y="4379236"/>
                  <a:pt x="3790522" y="4384916"/>
                  <a:pt x="3796128" y="4389331"/>
                </a:cubicBezTo>
                <a:cubicBezTo>
                  <a:pt x="3801734" y="4393747"/>
                  <a:pt x="3808357" y="4395954"/>
                  <a:pt x="3815997" y="4395954"/>
                </a:cubicBezTo>
                <a:cubicBezTo>
                  <a:pt x="3822842" y="4395954"/>
                  <a:pt x="3829342" y="4394317"/>
                  <a:pt x="3835493" y="4391043"/>
                </a:cubicBezTo>
                <a:cubicBezTo>
                  <a:pt x="3841644" y="4387769"/>
                  <a:pt x="3850575" y="4379782"/>
                  <a:pt x="3862282" y="4367082"/>
                </a:cubicBezTo>
                <a:lnTo>
                  <a:pt x="3862282" y="4395954"/>
                </a:lnTo>
                <a:lnTo>
                  <a:pt x="3868980" y="4395954"/>
                </a:lnTo>
                <a:lnTo>
                  <a:pt x="3909758" y="4379137"/>
                </a:lnTo>
                <a:lnTo>
                  <a:pt x="3907675" y="4373928"/>
                </a:lnTo>
                <a:cubicBezTo>
                  <a:pt x="3903806" y="4375614"/>
                  <a:pt x="3900333" y="4376458"/>
                  <a:pt x="3897257" y="4376458"/>
                </a:cubicBezTo>
                <a:cubicBezTo>
                  <a:pt x="3895074" y="4376458"/>
                  <a:pt x="3893164" y="4375763"/>
                  <a:pt x="3891527" y="4374374"/>
                </a:cubicBezTo>
                <a:cubicBezTo>
                  <a:pt x="3889890" y="4372985"/>
                  <a:pt x="3888699" y="4370529"/>
                  <a:pt x="3887955" y="4367007"/>
                </a:cubicBezTo>
                <a:cubicBezTo>
                  <a:pt x="3887211" y="4363485"/>
                  <a:pt x="3886839" y="4353836"/>
                  <a:pt x="3886839" y="4338060"/>
                </a:cubicBezTo>
                <a:lnTo>
                  <a:pt x="3886839" y="4255461"/>
                </a:lnTo>
                <a:lnTo>
                  <a:pt x="3840405" y="4255461"/>
                </a:lnTo>
                <a:lnTo>
                  <a:pt x="3840405" y="4260967"/>
                </a:lnTo>
                <a:cubicBezTo>
                  <a:pt x="3849334" y="4261166"/>
                  <a:pt x="3855213" y="4262629"/>
                  <a:pt x="3858041" y="4265358"/>
                </a:cubicBezTo>
                <a:cubicBezTo>
                  <a:pt x="3860869" y="4268086"/>
                  <a:pt x="3862282" y="4273320"/>
                  <a:pt x="3862282" y="4281059"/>
                </a:cubicBezTo>
                <a:lnTo>
                  <a:pt x="3862282" y="4358301"/>
                </a:lnTo>
                <a:cubicBezTo>
                  <a:pt x="3854841" y="4365841"/>
                  <a:pt x="3848417" y="4370951"/>
                  <a:pt x="3843009" y="4373630"/>
                </a:cubicBezTo>
                <a:cubicBezTo>
                  <a:pt x="3837602" y="4376309"/>
                  <a:pt x="3832764" y="4377648"/>
                  <a:pt x="3828498" y="4377648"/>
                </a:cubicBezTo>
                <a:cubicBezTo>
                  <a:pt x="3822248" y="4377648"/>
                  <a:pt x="3816914" y="4375664"/>
                  <a:pt x="3812500" y="4371695"/>
                </a:cubicBezTo>
                <a:cubicBezTo>
                  <a:pt x="3808084" y="4367727"/>
                  <a:pt x="3805877" y="4359392"/>
                  <a:pt x="3805877" y="4346692"/>
                </a:cubicBezTo>
                <a:lnTo>
                  <a:pt x="3805877" y="4255461"/>
                </a:lnTo>
                <a:close/>
                <a:moveTo>
                  <a:pt x="1664239" y="4255461"/>
                </a:moveTo>
                <a:lnTo>
                  <a:pt x="1664239" y="4260967"/>
                </a:lnTo>
                <a:cubicBezTo>
                  <a:pt x="1670192" y="4262257"/>
                  <a:pt x="1674558" y="4264167"/>
                  <a:pt x="1677336" y="4266697"/>
                </a:cubicBezTo>
                <a:cubicBezTo>
                  <a:pt x="1680114" y="4269227"/>
                  <a:pt x="1682942" y="4274114"/>
                  <a:pt x="1685819" y="4281357"/>
                </a:cubicBezTo>
                <a:lnTo>
                  <a:pt x="1729575" y="4395954"/>
                </a:lnTo>
                <a:lnTo>
                  <a:pt x="1735081" y="4395954"/>
                </a:lnTo>
                <a:lnTo>
                  <a:pt x="1774818" y="4308890"/>
                </a:lnTo>
                <a:lnTo>
                  <a:pt x="1808900" y="4395954"/>
                </a:lnTo>
                <a:lnTo>
                  <a:pt x="1815002" y="4395954"/>
                </a:lnTo>
                <a:lnTo>
                  <a:pt x="1860543" y="4278529"/>
                </a:lnTo>
                <a:cubicBezTo>
                  <a:pt x="1864612" y="4268111"/>
                  <a:pt x="1870961" y="4262257"/>
                  <a:pt x="1879594" y="4260967"/>
                </a:cubicBezTo>
                <a:lnTo>
                  <a:pt x="1879594" y="4255461"/>
                </a:lnTo>
                <a:lnTo>
                  <a:pt x="1836582" y="4255461"/>
                </a:lnTo>
                <a:lnTo>
                  <a:pt x="1836582" y="4260967"/>
                </a:lnTo>
                <a:cubicBezTo>
                  <a:pt x="1842238" y="4261166"/>
                  <a:pt x="1846033" y="4262009"/>
                  <a:pt x="1847967" y="4263497"/>
                </a:cubicBezTo>
                <a:cubicBezTo>
                  <a:pt x="1849902" y="4264986"/>
                  <a:pt x="1850869" y="4266672"/>
                  <a:pt x="1850869" y="4268558"/>
                </a:cubicBezTo>
                <a:cubicBezTo>
                  <a:pt x="1850869" y="4271732"/>
                  <a:pt x="1849877" y="4275999"/>
                  <a:pt x="1847893" y="4281357"/>
                </a:cubicBezTo>
                <a:lnTo>
                  <a:pt x="1819169" y="4356813"/>
                </a:lnTo>
                <a:lnTo>
                  <a:pt x="1788213" y="4278529"/>
                </a:lnTo>
                <a:cubicBezTo>
                  <a:pt x="1787419" y="4276445"/>
                  <a:pt x="1787022" y="4274411"/>
                  <a:pt x="1787022" y="4272427"/>
                </a:cubicBezTo>
                <a:cubicBezTo>
                  <a:pt x="1787022" y="4268954"/>
                  <a:pt x="1788014" y="4266424"/>
                  <a:pt x="1789999" y="4264837"/>
                </a:cubicBezTo>
                <a:cubicBezTo>
                  <a:pt x="1792975" y="4262555"/>
                  <a:pt x="1798035" y="4261265"/>
                  <a:pt x="1805179" y="4260967"/>
                </a:cubicBezTo>
                <a:lnTo>
                  <a:pt x="1805179" y="4255461"/>
                </a:lnTo>
                <a:lnTo>
                  <a:pt x="1740290" y="4255461"/>
                </a:lnTo>
                <a:lnTo>
                  <a:pt x="1740290" y="4260967"/>
                </a:lnTo>
                <a:cubicBezTo>
                  <a:pt x="1746244" y="4261265"/>
                  <a:pt x="1750311" y="4262108"/>
                  <a:pt x="1752494" y="4263497"/>
                </a:cubicBezTo>
                <a:cubicBezTo>
                  <a:pt x="1756364" y="4265779"/>
                  <a:pt x="1759489" y="4269897"/>
                  <a:pt x="1761871" y="4275850"/>
                </a:cubicBezTo>
                <a:lnTo>
                  <a:pt x="1769609" y="4295942"/>
                </a:lnTo>
                <a:lnTo>
                  <a:pt x="1740290" y="4359789"/>
                </a:lnTo>
                <a:lnTo>
                  <a:pt x="1711120" y="4281357"/>
                </a:lnTo>
                <a:cubicBezTo>
                  <a:pt x="1709433" y="4276991"/>
                  <a:pt x="1708590" y="4273270"/>
                  <a:pt x="1708590" y="4270195"/>
                </a:cubicBezTo>
                <a:cubicBezTo>
                  <a:pt x="1708590" y="4267416"/>
                  <a:pt x="1709408" y="4265283"/>
                  <a:pt x="1711045" y="4263795"/>
                </a:cubicBezTo>
                <a:cubicBezTo>
                  <a:pt x="1712683" y="4262307"/>
                  <a:pt x="1716130" y="4261364"/>
                  <a:pt x="1721389" y="4260967"/>
                </a:cubicBezTo>
                <a:lnTo>
                  <a:pt x="1721389" y="4255461"/>
                </a:lnTo>
                <a:close/>
                <a:moveTo>
                  <a:pt x="10434084" y="4251442"/>
                </a:moveTo>
                <a:cubicBezTo>
                  <a:pt x="10418308" y="4251442"/>
                  <a:pt x="10406055" y="4255014"/>
                  <a:pt x="10397323" y="4262158"/>
                </a:cubicBezTo>
                <a:cubicBezTo>
                  <a:pt x="10388592" y="4269302"/>
                  <a:pt x="10384226" y="4277140"/>
                  <a:pt x="10384226" y="4285673"/>
                </a:cubicBezTo>
                <a:cubicBezTo>
                  <a:pt x="10384226" y="4290138"/>
                  <a:pt x="10385392" y="4293660"/>
                  <a:pt x="10387724" y="4296240"/>
                </a:cubicBezTo>
                <a:cubicBezTo>
                  <a:pt x="10390056" y="4298819"/>
                  <a:pt x="10393057" y="4300109"/>
                  <a:pt x="10396728" y="4300109"/>
                </a:cubicBezTo>
                <a:cubicBezTo>
                  <a:pt x="10400498" y="4300109"/>
                  <a:pt x="10403549" y="4298869"/>
                  <a:pt x="10405881" y="4296388"/>
                </a:cubicBezTo>
                <a:cubicBezTo>
                  <a:pt x="10408213" y="4293908"/>
                  <a:pt x="10409378" y="4290386"/>
                  <a:pt x="10409378" y="4285822"/>
                </a:cubicBezTo>
                <a:lnTo>
                  <a:pt x="10409081" y="4277190"/>
                </a:lnTo>
                <a:cubicBezTo>
                  <a:pt x="10409081" y="4272824"/>
                  <a:pt x="10410966" y="4268954"/>
                  <a:pt x="10414736" y="4265581"/>
                </a:cubicBezTo>
                <a:cubicBezTo>
                  <a:pt x="10418408" y="4262207"/>
                  <a:pt x="10423368" y="4260521"/>
                  <a:pt x="10429619" y="4260521"/>
                </a:cubicBezTo>
                <a:cubicBezTo>
                  <a:pt x="10437854" y="4260521"/>
                  <a:pt x="10444130" y="4263051"/>
                  <a:pt x="10448446" y="4268111"/>
                </a:cubicBezTo>
                <a:cubicBezTo>
                  <a:pt x="10452762" y="4273171"/>
                  <a:pt x="10454920" y="4282498"/>
                  <a:pt x="10454920" y="4296091"/>
                </a:cubicBezTo>
                <a:lnTo>
                  <a:pt x="10454920" y="4301449"/>
                </a:lnTo>
                <a:cubicBezTo>
                  <a:pt x="10431505" y="4309981"/>
                  <a:pt x="10414762" y="4317224"/>
                  <a:pt x="10404690" y="4323177"/>
                </a:cubicBezTo>
                <a:cubicBezTo>
                  <a:pt x="10394620" y="4329131"/>
                  <a:pt x="10387550" y="4335480"/>
                  <a:pt x="10383482" y="4342227"/>
                </a:cubicBezTo>
                <a:cubicBezTo>
                  <a:pt x="10380506" y="4347089"/>
                  <a:pt x="10379017" y="4352844"/>
                  <a:pt x="10379017" y="4359491"/>
                </a:cubicBezTo>
                <a:cubicBezTo>
                  <a:pt x="10379017" y="4370009"/>
                  <a:pt x="10382068" y="4378492"/>
                  <a:pt x="10388170" y="4384941"/>
                </a:cubicBezTo>
                <a:cubicBezTo>
                  <a:pt x="10394272" y="4391390"/>
                  <a:pt x="10402037" y="4394615"/>
                  <a:pt x="10411462" y="4394615"/>
                </a:cubicBezTo>
                <a:cubicBezTo>
                  <a:pt x="10417515" y="4394615"/>
                  <a:pt x="10423219" y="4393375"/>
                  <a:pt x="10428577" y="4390894"/>
                </a:cubicBezTo>
                <a:cubicBezTo>
                  <a:pt x="10432149" y="4389207"/>
                  <a:pt x="10440930" y="4382957"/>
                  <a:pt x="10454920" y="4372142"/>
                </a:cubicBezTo>
                <a:cubicBezTo>
                  <a:pt x="10455020" y="4380278"/>
                  <a:pt x="10456508" y="4386032"/>
                  <a:pt x="10459384" y="4389406"/>
                </a:cubicBezTo>
                <a:cubicBezTo>
                  <a:pt x="10462262" y="4392779"/>
                  <a:pt x="10466132" y="4394466"/>
                  <a:pt x="10470993" y="4394466"/>
                </a:cubicBezTo>
                <a:cubicBezTo>
                  <a:pt x="10481113" y="4394466"/>
                  <a:pt x="10491730" y="4387025"/>
                  <a:pt x="10502842" y="4372142"/>
                </a:cubicBezTo>
                <a:lnTo>
                  <a:pt x="10502842" y="4363807"/>
                </a:lnTo>
                <a:cubicBezTo>
                  <a:pt x="10496889" y="4369761"/>
                  <a:pt x="10492871" y="4373382"/>
                  <a:pt x="10490787" y="4374672"/>
                </a:cubicBezTo>
                <a:cubicBezTo>
                  <a:pt x="10489597" y="4375366"/>
                  <a:pt x="10488208" y="4375714"/>
                  <a:pt x="10486620" y="4375714"/>
                </a:cubicBezTo>
                <a:cubicBezTo>
                  <a:pt x="10485132" y="4375714"/>
                  <a:pt x="10483818" y="4375218"/>
                  <a:pt x="10482676" y="4374225"/>
                </a:cubicBezTo>
                <a:cubicBezTo>
                  <a:pt x="10481535" y="4373233"/>
                  <a:pt x="10480717" y="4371274"/>
                  <a:pt x="10480220" y="4368347"/>
                </a:cubicBezTo>
                <a:cubicBezTo>
                  <a:pt x="10479725" y="4365420"/>
                  <a:pt x="10479476" y="4357457"/>
                  <a:pt x="10479476" y="4344460"/>
                </a:cubicBezTo>
                <a:lnTo>
                  <a:pt x="10479476" y="4298174"/>
                </a:lnTo>
                <a:cubicBezTo>
                  <a:pt x="10479476" y="4284978"/>
                  <a:pt x="10478583" y="4276247"/>
                  <a:pt x="10476797" y="4271981"/>
                </a:cubicBezTo>
                <a:cubicBezTo>
                  <a:pt x="10474020" y="4265432"/>
                  <a:pt x="10469704" y="4260620"/>
                  <a:pt x="10463849" y="4257544"/>
                </a:cubicBezTo>
                <a:cubicBezTo>
                  <a:pt x="10456110" y="4253476"/>
                  <a:pt x="10446189" y="4251442"/>
                  <a:pt x="10434084" y="4251442"/>
                </a:cubicBezTo>
                <a:close/>
                <a:moveTo>
                  <a:pt x="10233910" y="4251442"/>
                </a:moveTo>
                <a:cubicBezTo>
                  <a:pt x="10221706" y="4251442"/>
                  <a:pt x="10211759" y="4255213"/>
                  <a:pt x="10204070" y="4262753"/>
                </a:cubicBezTo>
                <a:cubicBezTo>
                  <a:pt x="10196380" y="4270294"/>
                  <a:pt x="10192536" y="4279670"/>
                  <a:pt x="10192536" y="4290882"/>
                </a:cubicBezTo>
                <a:cubicBezTo>
                  <a:pt x="10192536" y="4299514"/>
                  <a:pt x="10194768" y="4306658"/>
                  <a:pt x="10199233" y="4312313"/>
                </a:cubicBezTo>
                <a:cubicBezTo>
                  <a:pt x="10203698" y="4318068"/>
                  <a:pt x="10213123" y="4324517"/>
                  <a:pt x="10227510" y="4331661"/>
                </a:cubicBezTo>
                <a:cubicBezTo>
                  <a:pt x="10241898" y="4338804"/>
                  <a:pt x="10251497" y="4344708"/>
                  <a:pt x="10256308" y="4349371"/>
                </a:cubicBezTo>
                <a:cubicBezTo>
                  <a:pt x="10261121" y="4354034"/>
                  <a:pt x="10263527" y="4359789"/>
                  <a:pt x="10263527" y="4366635"/>
                </a:cubicBezTo>
                <a:cubicBezTo>
                  <a:pt x="10263527" y="4372291"/>
                  <a:pt x="10261369" y="4377128"/>
                  <a:pt x="10257053" y="4381146"/>
                </a:cubicBezTo>
                <a:cubicBezTo>
                  <a:pt x="10252737" y="4385164"/>
                  <a:pt x="10247156" y="4387173"/>
                  <a:pt x="10240309" y="4387173"/>
                </a:cubicBezTo>
                <a:cubicBezTo>
                  <a:pt x="10230587" y="4387173"/>
                  <a:pt x="10221805" y="4383651"/>
                  <a:pt x="10213967" y="4376607"/>
                </a:cubicBezTo>
                <a:cubicBezTo>
                  <a:pt x="10206128" y="4369562"/>
                  <a:pt x="10200821" y="4359095"/>
                  <a:pt x="10198042" y="4345204"/>
                </a:cubicBezTo>
                <a:lnTo>
                  <a:pt x="10193131" y="4345204"/>
                </a:lnTo>
                <a:lnTo>
                  <a:pt x="10193131" y="4393871"/>
                </a:lnTo>
                <a:lnTo>
                  <a:pt x="10198042" y="4393871"/>
                </a:lnTo>
                <a:cubicBezTo>
                  <a:pt x="10199332" y="4391291"/>
                  <a:pt x="10201118" y="4390001"/>
                  <a:pt x="10203400" y="4390001"/>
                </a:cubicBezTo>
                <a:cubicBezTo>
                  <a:pt x="10205484" y="4390001"/>
                  <a:pt x="10208163" y="4390497"/>
                  <a:pt x="10211437" y="4391489"/>
                </a:cubicBezTo>
                <a:cubicBezTo>
                  <a:pt x="10222152" y="4394466"/>
                  <a:pt x="10231677" y="4395954"/>
                  <a:pt x="10240012" y="4395954"/>
                </a:cubicBezTo>
                <a:cubicBezTo>
                  <a:pt x="10251620" y="4395954"/>
                  <a:pt x="10262113" y="4392159"/>
                  <a:pt x="10271489" y="4384569"/>
                </a:cubicBezTo>
                <a:cubicBezTo>
                  <a:pt x="10280865" y="4376979"/>
                  <a:pt x="10285553" y="4366982"/>
                  <a:pt x="10285553" y="4354580"/>
                </a:cubicBezTo>
                <a:cubicBezTo>
                  <a:pt x="10285553" y="4338507"/>
                  <a:pt x="10275483" y="4325559"/>
                  <a:pt x="10255341" y="4315736"/>
                </a:cubicBezTo>
                <a:lnTo>
                  <a:pt x="10233612" y="4305169"/>
                </a:lnTo>
                <a:cubicBezTo>
                  <a:pt x="10224187" y="4300605"/>
                  <a:pt x="10217936" y="4296289"/>
                  <a:pt x="10214860" y="4292221"/>
                </a:cubicBezTo>
                <a:cubicBezTo>
                  <a:pt x="10211685" y="4288252"/>
                  <a:pt x="10210097" y="4283490"/>
                  <a:pt x="10210097" y="4277934"/>
                </a:cubicBezTo>
                <a:cubicBezTo>
                  <a:pt x="10210097" y="4273469"/>
                  <a:pt x="10212230" y="4269401"/>
                  <a:pt x="10216497" y="4265730"/>
                </a:cubicBezTo>
                <a:cubicBezTo>
                  <a:pt x="10220764" y="4262059"/>
                  <a:pt x="10226369" y="4260223"/>
                  <a:pt x="10233314" y="4260223"/>
                </a:cubicBezTo>
                <a:cubicBezTo>
                  <a:pt x="10242443" y="4260223"/>
                  <a:pt x="10249959" y="4262852"/>
                  <a:pt x="10255862" y="4268111"/>
                </a:cubicBezTo>
                <a:cubicBezTo>
                  <a:pt x="10261766" y="4273370"/>
                  <a:pt x="10266603" y="4283292"/>
                  <a:pt x="10270373" y="4297877"/>
                </a:cubicBezTo>
                <a:lnTo>
                  <a:pt x="10275284" y="4297877"/>
                </a:lnTo>
                <a:lnTo>
                  <a:pt x="10275284" y="4251442"/>
                </a:lnTo>
                <a:lnTo>
                  <a:pt x="10270373" y="4251442"/>
                </a:lnTo>
                <a:cubicBezTo>
                  <a:pt x="10269182" y="4253824"/>
                  <a:pt x="10268140" y="4255361"/>
                  <a:pt x="10267247" y="4256056"/>
                </a:cubicBezTo>
                <a:cubicBezTo>
                  <a:pt x="10266354" y="4256750"/>
                  <a:pt x="10265115" y="4257098"/>
                  <a:pt x="10263527" y="4257098"/>
                </a:cubicBezTo>
                <a:cubicBezTo>
                  <a:pt x="10261841" y="4257098"/>
                  <a:pt x="10258466" y="4256354"/>
                  <a:pt x="10253406" y="4254865"/>
                </a:cubicBezTo>
                <a:cubicBezTo>
                  <a:pt x="10245767" y="4252583"/>
                  <a:pt x="10239268" y="4251442"/>
                  <a:pt x="10233910" y="4251442"/>
                </a:cubicBezTo>
                <a:close/>
                <a:moveTo>
                  <a:pt x="9577578" y="4251442"/>
                </a:moveTo>
                <a:cubicBezTo>
                  <a:pt x="9566267" y="4251442"/>
                  <a:pt x="9555551" y="4254394"/>
                  <a:pt x="9545431" y="4260298"/>
                </a:cubicBezTo>
                <a:cubicBezTo>
                  <a:pt x="9535311" y="4266201"/>
                  <a:pt x="9527150" y="4275329"/>
                  <a:pt x="9520949" y="4287682"/>
                </a:cubicBezTo>
                <a:cubicBezTo>
                  <a:pt x="9514747" y="4300035"/>
                  <a:pt x="9511647" y="4312462"/>
                  <a:pt x="9511647" y="4324963"/>
                </a:cubicBezTo>
                <a:cubicBezTo>
                  <a:pt x="9511647" y="4342128"/>
                  <a:pt x="9516756" y="4357606"/>
                  <a:pt x="9526976" y="4371398"/>
                </a:cubicBezTo>
                <a:cubicBezTo>
                  <a:pt x="9539081" y="4387769"/>
                  <a:pt x="9555402" y="4395954"/>
                  <a:pt x="9575941" y="4395954"/>
                </a:cubicBezTo>
                <a:cubicBezTo>
                  <a:pt x="9588542" y="4395954"/>
                  <a:pt x="9599976" y="4392779"/>
                  <a:pt x="9610246" y="4386429"/>
                </a:cubicBezTo>
                <a:cubicBezTo>
                  <a:pt x="9620515" y="4380079"/>
                  <a:pt x="9628576" y="4370654"/>
                  <a:pt x="9634430" y="4358152"/>
                </a:cubicBezTo>
                <a:cubicBezTo>
                  <a:pt x="9640284" y="4345650"/>
                  <a:pt x="9643211" y="4333298"/>
                  <a:pt x="9643211" y="4321094"/>
                </a:cubicBezTo>
                <a:cubicBezTo>
                  <a:pt x="9643211" y="4303731"/>
                  <a:pt x="9637903" y="4288352"/>
                  <a:pt x="9627286" y="4274957"/>
                </a:cubicBezTo>
                <a:cubicBezTo>
                  <a:pt x="9614785" y="4259280"/>
                  <a:pt x="9598215" y="4251442"/>
                  <a:pt x="9577578" y="4251442"/>
                </a:cubicBezTo>
                <a:close/>
                <a:moveTo>
                  <a:pt x="8900559" y="4251442"/>
                </a:moveTo>
                <a:cubicBezTo>
                  <a:pt x="8884783" y="4251442"/>
                  <a:pt x="8872530" y="4255014"/>
                  <a:pt x="8863798" y="4262158"/>
                </a:cubicBezTo>
                <a:cubicBezTo>
                  <a:pt x="8855066" y="4269302"/>
                  <a:pt x="8850701" y="4277140"/>
                  <a:pt x="8850701" y="4285673"/>
                </a:cubicBezTo>
                <a:cubicBezTo>
                  <a:pt x="8850701" y="4290138"/>
                  <a:pt x="8851867" y="4293660"/>
                  <a:pt x="8854198" y="4296240"/>
                </a:cubicBezTo>
                <a:cubicBezTo>
                  <a:pt x="8856530" y="4298819"/>
                  <a:pt x="8859532" y="4300109"/>
                  <a:pt x="8863203" y="4300109"/>
                </a:cubicBezTo>
                <a:cubicBezTo>
                  <a:pt x="8866973" y="4300109"/>
                  <a:pt x="8870024" y="4298869"/>
                  <a:pt x="8872356" y="4296388"/>
                </a:cubicBezTo>
                <a:cubicBezTo>
                  <a:pt x="8874688" y="4293908"/>
                  <a:pt x="8875853" y="4290386"/>
                  <a:pt x="8875853" y="4285822"/>
                </a:cubicBezTo>
                <a:lnTo>
                  <a:pt x="8875556" y="4277190"/>
                </a:lnTo>
                <a:cubicBezTo>
                  <a:pt x="8875556" y="4272824"/>
                  <a:pt x="8877441" y="4268954"/>
                  <a:pt x="8881211" y="4265581"/>
                </a:cubicBezTo>
                <a:cubicBezTo>
                  <a:pt x="8884882" y="4262207"/>
                  <a:pt x="8889843" y="4260521"/>
                  <a:pt x="8896094" y="4260521"/>
                </a:cubicBezTo>
                <a:cubicBezTo>
                  <a:pt x="8904329" y="4260521"/>
                  <a:pt x="8910605" y="4263051"/>
                  <a:pt x="8914921" y="4268111"/>
                </a:cubicBezTo>
                <a:cubicBezTo>
                  <a:pt x="8919237" y="4273171"/>
                  <a:pt x="8921395" y="4282498"/>
                  <a:pt x="8921395" y="4296091"/>
                </a:cubicBezTo>
                <a:lnTo>
                  <a:pt x="8921395" y="4301449"/>
                </a:lnTo>
                <a:cubicBezTo>
                  <a:pt x="8897979" y="4309981"/>
                  <a:pt x="8881236" y="4317224"/>
                  <a:pt x="8871165" y="4323177"/>
                </a:cubicBezTo>
                <a:cubicBezTo>
                  <a:pt x="8861094" y="4329131"/>
                  <a:pt x="8854025" y="4335480"/>
                  <a:pt x="8849957" y="4342227"/>
                </a:cubicBezTo>
                <a:cubicBezTo>
                  <a:pt x="8846980" y="4347089"/>
                  <a:pt x="8845492" y="4352844"/>
                  <a:pt x="8845492" y="4359491"/>
                </a:cubicBezTo>
                <a:cubicBezTo>
                  <a:pt x="8845492" y="4370009"/>
                  <a:pt x="8848543" y="4378492"/>
                  <a:pt x="8854645" y="4384941"/>
                </a:cubicBezTo>
                <a:cubicBezTo>
                  <a:pt x="8860747" y="4391390"/>
                  <a:pt x="8868511" y="4394615"/>
                  <a:pt x="8877937" y="4394615"/>
                </a:cubicBezTo>
                <a:cubicBezTo>
                  <a:pt x="8883989" y="4394615"/>
                  <a:pt x="8889694" y="4393375"/>
                  <a:pt x="8895052" y="4390894"/>
                </a:cubicBezTo>
                <a:cubicBezTo>
                  <a:pt x="8898624" y="4389207"/>
                  <a:pt x="8907405" y="4382957"/>
                  <a:pt x="8921395" y="4372142"/>
                </a:cubicBezTo>
                <a:cubicBezTo>
                  <a:pt x="8921494" y="4380278"/>
                  <a:pt x="8922982" y="4386032"/>
                  <a:pt x="8925859" y="4389406"/>
                </a:cubicBezTo>
                <a:cubicBezTo>
                  <a:pt x="8928737" y="4392779"/>
                  <a:pt x="8932606" y="4394466"/>
                  <a:pt x="8937468" y="4394466"/>
                </a:cubicBezTo>
                <a:cubicBezTo>
                  <a:pt x="8947588" y="4394466"/>
                  <a:pt x="8958205" y="4387025"/>
                  <a:pt x="8969317" y="4372142"/>
                </a:cubicBezTo>
                <a:lnTo>
                  <a:pt x="8969317" y="4363807"/>
                </a:lnTo>
                <a:cubicBezTo>
                  <a:pt x="8963364" y="4369761"/>
                  <a:pt x="8959346" y="4373382"/>
                  <a:pt x="8957262" y="4374672"/>
                </a:cubicBezTo>
                <a:cubicBezTo>
                  <a:pt x="8956072" y="4375366"/>
                  <a:pt x="8954683" y="4375714"/>
                  <a:pt x="8953095" y="4375714"/>
                </a:cubicBezTo>
                <a:cubicBezTo>
                  <a:pt x="8951607" y="4375714"/>
                  <a:pt x="8950292" y="4375218"/>
                  <a:pt x="8949151" y="4374225"/>
                </a:cubicBezTo>
                <a:cubicBezTo>
                  <a:pt x="8948010" y="4373233"/>
                  <a:pt x="8947191" y="4371274"/>
                  <a:pt x="8946695" y="4368347"/>
                </a:cubicBezTo>
                <a:cubicBezTo>
                  <a:pt x="8946199" y="4365420"/>
                  <a:pt x="8945951" y="4357457"/>
                  <a:pt x="8945951" y="4344460"/>
                </a:cubicBezTo>
                <a:lnTo>
                  <a:pt x="8945951" y="4298174"/>
                </a:lnTo>
                <a:cubicBezTo>
                  <a:pt x="8945951" y="4284978"/>
                  <a:pt x="8945058" y="4276247"/>
                  <a:pt x="8943272" y="4271981"/>
                </a:cubicBezTo>
                <a:cubicBezTo>
                  <a:pt x="8940494" y="4265432"/>
                  <a:pt x="8936178" y="4260620"/>
                  <a:pt x="8930324" y="4257544"/>
                </a:cubicBezTo>
                <a:cubicBezTo>
                  <a:pt x="8922585" y="4253476"/>
                  <a:pt x="8912663" y="4251442"/>
                  <a:pt x="8900559" y="4251442"/>
                </a:cubicBezTo>
                <a:close/>
                <a:moveTo>
                  <a:pt x="8553938" y="4251442"/>
                </a:moveTo>
                <a:lnTo>
                  <a:pt x="8512712" y="4268111"/>
                </a:lnTo>
                <a:lnTo>
                  <a:pt x="8514201" y="4273469"/>
                </a:lnTo>
                <a:cubicBezTo>
                  <a:pt x="8518070" y="4271981"/>
                  <a:pt x="8521543" y="4271236"/>
                  <a:pt x="8524619" y="4271236"/>
                </a:cubicBezTo>
                <a:cubicBezTo>
                  <a:pt x="8527198" y="4271236"/>
                  <a:pt x="8529356" y="4271931"/>
                  <a:pt x="8531093" y="4273320"/>
                </a:cubicBezTo>
                <a:cubicBezTo>
                  <a:pt x="8532830" y="4274709"/>
                  <a:pt x="8534020" y="4276917"/>
                  <a:pt x="8534664" y="4279943"/>
                </a:cubicBezTo>
                <a:cubicBezTo>
                  <a:pt x="8535310" y="4282969"/>
                  <a:pt x="8535632" y="4292420"/>
                  <a:pt x="8535632" y="4308295"/>
                </a:cubicBezTo>
                <a:lnTo>
                  <a:pt x="8535632" y="4361129"/>
                </a:lnTo>
                <a:cubicBezTo>
                  <a:pt x="8535632" y="4369066"/>
                  <a:pt x="8535384" y="4373878"/>
                  <a:pt x="8534888" y="4375565"/>
                </a:cubicBezTo>
                <a:cubicBezTo>
                  <a:pt x="8533896" y="4379037"/>
                  <a:pt x="8532160" y="4381568"/>
                  <a:pt x="8529679" y="4383155"/>
                </a:cubicBezTo>
                <a:cubicBezTo>
                  <a:pt x="8526306" y="4385338"/>
                  <a:pt x="8521146" y="4386429"/>
                  <a:pt x="8514201" y="4386429"/>
                </a:cubicBezTo>
                <a:lnTo>
                  <a:pt x="8514201" y="4391787"/>
                </a:lnTo>
                <a:lnTo>
                  <a:pt x="8584001" y="4391787"/>
                </a:lnTo>
                <a:lnTo>
                  <a:pt x="8584001" y="4386429"/>
                </a:lnTo>
                <a:cubicBezTo>
                  <a:pt x="8577850" y="4386429"/>
                  <a:pt x="8573137" y="4385536"/>
                  <a:pt x="8569862" y="4383750"/>
                </a:cubicBezTo>
                <a:cubicBezTo>
                  <a:pt x="8566588" y="4381964"/>
                  <a:pt x="8564306" y="4379732"/>
                  <a:pt x="8563016" y="4377053"/>
                </a:cubicBezTo>
                <a:cubicBezTo>
                  <a:pt x="8561131" y="4373184"/>
                  <a:pt x="8560188" y="4367478"/>
                  <a:pt x="8560188" y="4359938"/>
                </a:cubicBezTo>
                <a:lnTo>
                  <a:pt x="8560188" y="4294602"/>
                </a:lnTo>
                <a:cubicBezTo>
                  <a:pt x="8564951" y="4285276"/>
                  <a:pt x="8569565" y="4278579"/>
                  <a:pt x="8574030" y="4274511"/>
                </a:cubicBezTo>
                <a:cubicBezTo>
                  <a:pt x="8576114" y="4272526"/>
                  <a:pt x="8578048" y="4271534"/>
                  <a:pt x="8579834" y="4271534"/>
                </a:cubicBezTo>
                <a:cubicBezTo>
                  <a:pt x="8581918" y="4271534"/>
                  <a:pt x="8585118" y="4273246"/>
                  <a:pt x="8589434" y="4276669"/>
                </a:cubicBezTo>
                <a:cubicBezTo>
                  <a:pt x="8593750" y="4280092"/>
                  <a:pt x="8597644" y="4281803"/>
                  <a:pt x="8601116" y="4281803"/>
                </a:cubicBezTo>
                <a:cubicBezTo>
                  <a:pt x="8604688" y="4281803"/>
                  <a:pt x="8607764" y="4280464"/>
                  <a:pt x="8610344" y="4277785"/>
                </a:cubicBezTo>
                <a:cubicBezTo>
                  <a:pt x="8612924" y="4275106"/>
                  <a:pt x="8614214" y="4271832"/>
                  <a:pt x="8614214" y="4267962"/>
                </a:cubicBezTo>
                <a:cubicBezTo>
                  <a:pt x="8614214" y="4263596"/>
                  <a:pt x="8612428" y="4259752"/>
                  <a:pt x="8608856" y="4256428"/>
                </a:cubicBezTo>
                <a:cubicBezTo>
                  <a:pt x="8605284" y="4253104"/>
                  <a:pt x="8600770" y="4251442"/>
                  <a:pt x="8595312" y="4251442"/>
                </a:cubicBezTo>
                <a:cubicBezTo>
                  <a:pt x="8583306" y="4251442"/>
                  <a:pt x="8571599" y="4261662"/>
                  <a:pt x="8560188" y="4282101"/>
                </a:cubicBezTo>
                <a:lnTo>
                  <a:pt x="8560188" y="4251442"/>
                </a:lnTo>
                <a:close/>
                <a:moveTo>
                  <a:pt x="8367010" y="4251442"/>
                </a:moveTo>
                <a:cubicBezTo>
                  <a:pt x="8354806" y="4251442"/>
                  <a:pt x="8344860" y="4255213"/>
                  <a:pt x="8337170" y="4262753"/>
                </a:cubicBezTo>
                <a:cubicBezTo>
                  <a:pt x="8329480" y="4270294"/>
                  <a:pt x="8325636" y="4279670"/>
                  <a:pt x="8325636" y="4290882"/>
                </a:cubicBezTo>
                <a:cubicBezTo>
                  <a:pt x="8325636" y="4299514"/>
                  <a:pt x="8327868" y="4306658"/>
                  <a:pt x="8332333" y="4312313"/>
                </a:cubicBezTo>
                <a:cubicBezTo>
                  <a:pt x="8336798" y="4318068"/>
                  <a:pt x="8346224" y="4324517"/>
                  <a:pt x="8360610" y="4331661"/>
                </a:cubicBezTo>
                <a:cubicBezTo>
                  <a:pt x="8374997" y="4338804"/>
                  <a:pt x="8384597" y="4344708"/>
                  <a:pt x="8389408" y="4349371"/>
                </a:cubicBezTo>
                <a:cubicBezTo>
                  <a:pt x="8394220" y="4354034"/>
                  <a:pt x="8396626" y="4359789"/>
                  <a:pt x="8396626" y="4366635"/>
                </a:cubicBezTo>
                <a:cubicBezTo>
                  <a:pt x="8396626" y="4372291"/>
                  <a:pt x="8394468" y="4377128"/>
                  <a:pt x="8390152" y="4381146"/>
                </a:cubicBezTo>
                <a:cubicBezTo>
                  <a:pt x="8385837" y="4385164"/>
                  <a:pt x="8380256" y="4387173"/>
                  <a:pt x="8373410" y="4387173"/>
                </a:cubicBezTo>
                <a:cubicBezTo>
                  <a:pt x="8363686" y="4387173"/>
                  <a:pt x="8354906" y="4383651"/>
                  <a:pt x="8347067" y="4376607"/>
                </a:cubicBezTo>
                <a:cubicBezTo>
                  <a:pt x="8339229" y="4369562"/>
                  <a:pt x="8333921" y="4359095"/>
                  <a:pt x="8331142" y="4345204"/>
                </a:cubicBezTo>
                <a:lnTo>
                  <a:pt x="8326231" y="4345204"/>
                </a:lnTo>
                <a:lnTo>
                  <a:pt x="8326231" y="4393871"/>
                </a:lnTo>
                <a:lnTo>
                  <a:pt x="8331142" y="4393871"/>
                </a:lnTo>
                <a:cubicBezTo>
                  <a:pt x="8332433" y="4391291"/>
                  <a:pt x="8334218" y="4390001"/>
                  <a:pt x="8336500" y="4390001"/>
                </a:cubicBezTo>
                <a:cubicBezTo>
                  <a:pt x="8338584" y="4390001"/>
                  <a:pt x="8341263" y="4390497"/>
                  <a:pt x="8344537" y="4391489"/>
                </a:cubicBezTo>
                <a:cubicBezTo>
                  <a:pt x="8355253" y="4394466"/>
                  <a:pt x="8364778" y="4395954"/>
                  <a:pt x="8373112" y="4395954"/>
                </a:cubicBezTo>
                <a:cubicBezTo>
                  <a:pt x="8384721" y="4395954"/>
                  <a:pt x="8395212" y="4392159"/>
                  <a:pt x="8404589" y="4384569"/>
                </a:cubicBezTo>
                <a:cubicBezTo>
                  <a:pt x="8413965" y="4376979"/>
                  <a:pt x="8418653" y="4366982"/>
                  <a:pt x="8418653" y="4354580"/>
                </a:cubicBezTo>
                <a:cubicBezTo>
                  <a:pt x="8418653" y="4338507"/>
                  <a:pt x="8408582" y="4325559"/>
                  <a:pt x="8388441" y="4315736"/>
                </a:cubicBezTo>
                <a:lnTo>
                  <a:pt x="8366712" y="4305169"/>
                </a:lnTo>
                <a:cubicBezTo>
                  <a:pt x="8357287" y="4300605"/>
                  <a:pt x="8351036" y="4296289"/>
                  <a:pt x="8347960" y="4292221"/>
                </a:cubicBezTo>
                <a:cubicBezTo>
                  <a:pt x="8344785" y="4288252"/>
                  <a:pt x="8343198" y="4283490"/>
                  <a:pt x="8343198" y="4277934"/>
                </a:cubicBezTo>
                <a:cubicBezTo>
                  <a:pt x="8343198" y="4273469"/>
                  <a:pt x="8345331" y="4269401"/>
                  <a:pt x="8349597" y="4265730"/>
                </a:cubicBezTo>
                <a:cubicBezTo>
                  <a:pt x="8353864" y="4262059"/>
                  <a:pt x="8359469" y="4260223"/>
                  <a:pt x="8366415" y="4260223"/>
                </a:cubicBezTo>
                <a:cubicBezTo>
                  <a:pt x="8375543" y="4260223"/>
                  <a:pt x="8383058" y="4262852"/>
                  <a:pt x="8388962" y="4268111"/>
                </a:cubicBezTo>
                <a:cubicBezTo>
                  <a:pt x="8394866" y="4273370"/>
                  <a:pt x="8399702" y="4283292"/>
                  <a:pt x="8403472" y="4297877"/>
                </a:cubicBezTo>
                <a:lnTo>
                  <a:pt x="8408384" y="4297877"/>
                </a:lnTo>
                <a:lnTo>
                  <a:pt x="8408384" y="4251442"/>
                </a:lnTo>
                <a:lnTo>
                  <a:pt x="8403472" y="4251442"/>
                </a:lnTo>
                <a:cubicBezTo>
                  <a:pt x="8402282" y="4253824"/>
                  <a:pt x="8401240" y="4255361"/>
                  <a:pt x="8400348" y="4256056"/>
                </a:cubicBezTo>
                <a:cubicBezTo>
                  <a:pt x="8399454" y="4256750"/>
                  <a:pt x="8398214" y="4257098"/>
                  <a:pt x="8396626" y="4257098"/>
                </a:cubicBezTo>
                <a:cubicBezTo>
                  <a:pt x="8394940" y="4257098"/>
                  <a:pt x="8391566" y="4256354"/>
                  <a:pt x="8386507" y="4254865"/>
                </a:cubicBezTo>
                <a:cubicBezTo>
                  <a:pt x="8378867" y="4252583"/>
                  <a:pt x="8372368" y="4251442"/>
                  <a:pt x="8367010" y="4251442"/>
                </a:cubicBezTo>
                <a:close/>
                <a:moveTo>
                  <a:pt x="8125016" y="4251442"/>
                </a:moveTo>
                <a:lnTo>
                  <a:pt x="8083939" y="4268111"/>
                </a:lnTo>
                <a:lnTo>
                  <a:pt x="8086171" y="4273469"/>
                </a:lnTo>
                <a:cubicBezTo>
                  <a:pt x="8090041" y="4271981"/>
                  <a:pt x="8093365" y="4271236"/>
                  <a:pt x="8096143" y="4271236"/>
                </a:cubicBezTo>
                <a:cubicBezTo>
                  <a:pt x="8098722" y="4271236"/>
                  <a:pt x="8100782" y="4271881"/>
                  <a:pt x="8102319" y="4273171"/>
                </a:cubicBezTo>
                <a:cubicBezTo>
                  <a:pt x="8103857" y="4274461"/>
                  <a:pt x="8104998" y="4276892"/>
                  <a:pt x="8105742" y="4280464"/>
                </a:cubicBezTo>
                <a:cubicBezTo>
                  <a:pt x="8106486" y="4284036"/>
                  <a:pt x="8106858" y="4294007"/>
                  <a:pt x="8106858" y="4310378"/>
                </a:cubicBezTo>
                <a:lnTo>
                  <a:pt x="8106858" y="4360980"/>
                </a:lnTo>
                <a:cubicBezTo>
                  <a:pt x="8106858" y="4370902"/>
                  <a:pt x="8105643" y="4377624"/>
                  <a:pt x="8103212" y="4381146"/>
                </a:cubicBezTo>
                <a:cubicBezTo>
                  <a:pt x="8100782" y="4384668"/>
                  <a:pt x="8096093" y="4386429"/>
                  <a:pt x="8089148" y="4386429"/>
                </a:cubicBezTo>
                <a:lnTo>
                  <a:pt x="8086171" y="4386429"/>
                </a:lnTo>
                <a:lnTo>
                  <a:pt x="8086171" y="4391787"/>
                </a:lnTo>
                <a:lnTo>
                  <a:pt x="8153591" y="4391787"/>
                </a:lnTo>
                <a:lnTo>
                  <a:pt x="8153591" y="4386429"/>
                </a:lnTo>
                <a:cubicBezTo>
                  <a:pt x="8146149" y="4386429"/>
                  <a:pt x="8141213" y="4385760"/>
                  <a:pt x="8138782" y="4384420"/>
                </a:cubicBezTo>
                <a:cubicBezTo>
                  <a:pt x="8136351" y="4383081"/>
                  <a:pt x="8134441" y="4380972"/>
                  <a:pt x="8133052" y="4378095"/>
                </a:cubicBezTo>
                <a:cubicBezTo>
                  <a:pt x="8131961" y="4375912"/>
                  <a:pt x="8131415" y="4370207"/>
                  <a:pt x="8131415" y="4360980"/>
                </a:cubicBezTo>
                <a:lnTo>
                  <a:pt x="8131415" y="4289096"/>
                </a:lnTo>
                <a:cubicBezTo>
                  <a:pt x="8143123" y="4276197"/>
                  <a:pt x="8154881" y="4269748"/>
                  <a:pt x="8166687" y="4269748"/>
                </a:cubicBezTo>
                <a:cubicBezTo>
                  <a:pt x="8174327" y="4269748"/>
                  <a:pt x="8179759" y="4272551"/>
                  <a:pt x="8182984" y="4278157"/>
                </a:cubicBezTo>
                <a:cubicBezTo>
                  <a:pt x="8186209" y="4283763"/>
                  <a:pt x="8187821" y="4292767"/>
                  <a:pt x="8187821" y="4305169"/>
                </a:cubicBezTo>
                <a:lnTo>
                  <a:pt x="8187821" y="4360980"/>
                </a:lnTo>
                <a:cubicBezTo>
                  <a:pt x="8187821" y="4368818"/>
                  <a:pt x="8187623" y="4373481"/>
                  <a:pt x="8187226" y="4374970"/>
                </a:cubicBezTo>
                <a:cubicBezTo>
                  <a:pt x="8186233" y="4378740"/>
                  <a:pt x="8184472" y="4381592"/>
                  <a:pt x="8181942" y="4383527"/>
                </a:cubicBezTo>
                <a:cubicBezTo>
                  <a:pt x="8179412" y="4385462"/>
                  <a:pt x="8174972" y="4386429"/>
                  <a:pt x="8168622" y="4386429"/>
                </a:cubicBezTo>
                <a:lnTo>
                  <a:pt x="8165794" y="4386429"/>
                </a:lnTo>
                <a:lnTo>
                  <a:pt x="8165794" y="4391787"/>
                </a:lnTo>
                <a:lnTo>
                  <a:pt x="8233214" y="4391787"/>
                </a:lnTo>
                <a:lnTo>
                  <a:pt x="8233214" y="4386429"/>
                </a:lnTo>
                <a:cubicBezTo>
                  <a:pt x="8226665" y="4386429"/>
                  <a:pt x="8222175" y="4385735"/>
                  <a:pt x="8219745" y="4384346"/>
                </a:cubicBezTo>
                <a:cubicBezTo>
                  <a:pt x="8217314" y="4382957"/>
                  <a:pt x="8215552" y="4381022"/>
                  <a:pt x="8214461" y="4378541"/>
                </a:cubicBezTo>
                <a:cubicBezTo>
                  <a:pt x="8213072" y="4375466"/>
                  <a:pt x="8212378" y="4369612"/>
                  <a:pt x="8212378" y="4360980"/>
                </a:cubicBezTo>
                <a:lnTo>
                  <a:pt x="8212378" y="4302788"/>
                </a:lnTo>
                <a:cubicBezTo>
                  <a:pt x="8212378" y="4290485"/>
                  <a:pt x="8211286" y="4281357"/>
                  <a:pt x="8209103" y="4275404"/>
                </a:cubicBezTo>
                <a:cubicBezTo>
                  <a:pt x="8205929" y="4266871"/>
                  <a:pt x="8201662" y="4260744"/>
                  <a:pt x="8196304" y="4257023"/>
                </a:cubicBezTo>
                <a:cubicBezTo>
                  <a:pt x="8190946" y="4253303"/>
                  <a:pt x="8184547" y="4251442"/>
                  <a:pt x="8177105" y="4251442"/>
                </a:cubicBezTo>
                <a:cubicBezTo>
                  <a:pt x="8162620" y="4251442"/>
                  <a:pt x="8147389" y="4261067"/>
                  <a:pt x="8131415" y="4280315"/>
                </a:cubicBezTo>
                <a:lnTo>
                  <a:pt x="8131415" y="4251442"/>
                </a:lnTo>
                <a:close/>
                <a:moveTo>
                  <a:pt x="8046434" y="4251442"/>
                </a:moveTo>
                <a:lnTo>
                  <a:pt x="8005358" y="4268111"/>
                </a:lnTo>
                <a:lnTo>
                  <a:pt x="8007441" y="4273469"/>
                </a:lnTo>
                <a:cubicBezTo>
                  <a:pt x="8011410" y="4271981"/>
                  <a:pt x="8014783" y="4271236"/>
                  <a:pt x="8017562" y="4271236"/>
                </a:cubicBezTo>
                <a:cubicBezTo>
                  <a:pt x="8020141" y="4271236"/>
                  <a:pt x="8022175" y="4271856"/>
                  <a:pt x="8023664" y="4273097"/>
                </a:cubicBezTo>
                <a:cubicBezTo>
                  <a:pt x="8025152" y="4274337"/>
                  <a:pt x="8026243" y="4276545"/>
                  <a:pt x="8026938" y="4279720"/>
                </a:cubicBezTo>
                <a:cubicBezTo>
                  <a:pt x="8027831" y="4284085"/>
                  <a:pt x="8028277" y="4293660"/>
                  <a:pt x="8028277" y="4308443"/>
                </a:cubicBezTo>
                <a:lnTo>
                  <a:pt x="8028277" y="4360980"/>
                </a:lnTo>
                <a:cubicBezTo>
                  <a:pt x="8028277" y="4369413"/>
                  <a:pt x="8027608" y="4375118"/>
                  <a:pt x="8026268" y="4378095"/>
                </a:cubicBezTo>
                <a:cubicBezTo>
                  <a:pt x="8024929" y="4381072"/>
                  <a:pt x="8023118" y="4383205"/>
                  <a:pt x="8020836" y="4384495"/>
                </a:cubicBezTo>
                <a:cubicBezTo>
                  <a:pt x="8018554" y="4385784"/>
                  <a:pt x="8014089" y="4386429"/>
                  <a:pt x="8007441" y="4386429"/>
                </a:cubicBezTo>
                <a:lnTo>
                  <a:pt x="8007441" y="4391787"/>
                </a:lnTo>
                <a:lnTo>
                  <a:pt x="8073670" y="4391787"/>
                </a:lnTo>
                <a:lnTo>
                  <a:pt x="8073670" y="4386429"/>
                </a:lnTo>
                <a:cubicBezTo>
                  <a:pt x="8067221" y="4386429"/>
                  <a:pt x="8062780" y="4385735"/>
                  <a:pt x="8060350" y="4384346"/>
                </a:cubicBezTo>
                <a:cubicBezTo>
                  <a:pt x="8057919" y="4382957"/>
                  <a:pt x="8056083" y="4380848"/>
                  <a:pt x="8054843" y="4378021"/>
                </a:cubicBezTo>
                <a:cubicBezTo>
                  <a:pt x="8053603" y="4375193"/>
                  <a:pt x="8052983" y="4369512"/>
                  <a:pt x="8052983" y="4360980"/>
                </a:cubicBezTo>
                <a:lnTo>
                  <a:pt x="8052983" y="4251442"/>
                </a:lnTo>
                <a:close/>
                <a:moveTo>
                  <a:pt x="7920228" y="4251442"/>
                </a:moveTo>
                <a:cubicBezTo>
                  <a:pt x="7908917" y="4251442"/>
                  <a:pt x="7898201" y="4254394"/>
                  <a:pt x="7888081" y="4260298"/>
                </a:cubicBezTo>
                <a:cubicBezTo>
                  <a:pt x="7877961" y="4266201"/>
                  <a:pt x="7869800" y="4275329"/>
                  <a:pt x="7863599" y="4287682"/>
                </a:cubicBezTo>
                <a:cubicBezTo>
                  <a:pt x="7857398" y="4300035"/>
                  <a:pt x="7854297" y="4312462"/>
                  <a:pt x="7854297" y="4324963"/>
                </a:cubicBezTo>
                <a:cubicBezTo>
                  <a:pt x="7854297" y="4342128"/>
                  <a:pt x="7859407" y="4357606"/>
                  <a:pt x="7869626" y="4371398"/>
                </a:cubicBezTo>
                <a:cubicBezTo>
                  <a:pt x="7881731" y="4387769"/>
                  <a:pt x="7898053" y="4395954"/>
                  <a:pt x="7918591" y="4395954"/>
                </a:cubicBezTo>
                <a:cubicBezTo>
                  <a:pt x="7931192" y="4395954"/>
                  <a:pt x="7942627" y="4392779"/>
                  <a:pt x="7952896" y="4386429"/>
                </a:cubicBezTo>
                <a:cubicBezTo>
                  <a:pt x="7963165" y="4380079"/>
                  <a:pt x="7971227" y="4370654"/>
                  <a:pt x="7977080" y="4358152"/>
                </a:cubicBezTo>
                <a:cubicBezTo>
                  <a:pt x="7982934" y="4345650"/>
                  <a:pt x="7985861" y="4333298"/>
                  <a:pt x="7985861" y="4321094"/>
                </a:cubicBezTo>
                <a:cubicBezTo>
                  <a:pt x="7985861" y="4303731"/>
                  <a:pt x="7980553" y="4288352"/>
                  <a:pt x="7969937" y="4274957"/>
                </a:cubicBezTo>
                <a:cubicBezTo>
                  <a:pt x="7957435" y="4259280"/>
                  <a:pt x="7940866" y="4251442"/>
                  <a:pt x="7920228" y="4251442"/>
                </a:cubicBezTo>
                <a:close/>
                <a:moveTo>
                  <a:pt x="7782562" y="4251442"/>
                </a:moveTo>
                <a:cubicBezTo>
                  <a:pt x="7774724" y="4251442"/>
                  <a:pt x="7767258" y="4253848"/>
                  <a:pt x="7760163" y="4258660"/>
                </a:cubicBezTo>
                <a:cubicBezTo>
                  <a:pt x="7753069" y="4263473"/>
                  <a:pt x="7746000" y="4271881"/>
                  <a:pt x="7738955" y="4283887"/>
                </a:cubicBezTo>
                <a:lnTo>
                  <a:pt x="7738955" y="4252038"/>
                </a:lnTo>
                <a:lnTo>
                  <a:pt x="7733300" y="4252038"/>
                </a:lnTo>
                <a:lnTo>
                  <a:pt x="7691330" y="4269004"/>
                </a:lnTo>
                <a:lnTo>
                  <a:pt x="7693116" y="4273767"/>
                </a:lnTo>
                <a:cubicBezTo>
                  <a:pt x="7696788" y="4272377"/>
                  <a:pt x="7699814" y="4271683"/>
                  <a:pt x="7702195" y="4271683"/>
                </a:cubicBezTo>
                <a:cubicBezTo>
                  <a:pt x="7705171" y="4271683"/>
                  <a:pt x="7707528" y="4272278"/>
                  <a:pt x="7709264" y="4273469"/>
                </a:cubicBezTo>
                <a:cubicBezTo>
                  <a:pt x="7711001" y="4274659"/>
                  <a:pt x="7712266" y="4276445"/>
                  <a:pt x="7713059" y="4278827"/>
                </a:cubicBezTo>
                <a:cubicBezTo>
                  <a:pt x="7713853" y="4281208"/>
                  <a:pt x="7714250" y="4286814"/>
                  <a:pt x="7714250" y="4295644"/>
                </a:cubicBezTo>
                <a:lnTo>
                  <a:pt x="7714250" y="4424529"/>
                </a:lnTo>
                <a:cubicBezTo>
                  <a:pt x="7714250" y="4434451"/>
                  <a:pt x="7713729" y="4440627"/>
                  <a:pt x="7712687" y="4443058"/>
                </a:cubicBezTo>
                <a:cubicBezTo>
                  <a:pt x="7711645" y="4445489"/>
                  <a:pt x="7710182" y="4447250"/>
                  <a:pt x="7708297" y="4448342"/>
                </a:cubicBezTo>
                <a:cubicBezTo>
                  <a:pt x="7704427" y="4450525"/>
                  <a:pt x="7699764" y="4451566"/>
                  <a:pt x="7694307" y="4451467"/>
                </a:cubicBezTo>
                <a:lnTo>
                  <a:pt x="7690586" y="4451467"/>
                </a:lnTo>
                <a:lnTo>
                  <a:pt x="7690586" y="4456974"/>
                </a:lnTo>
                <a:lnTo>
                  <a:pt x="7762024" y="4456974"/>
                </a:lnTo>
                <a:lnTo>
                  <a:pt x="7762024" y="4451467"/>
                </a:lnTo>
                <a:cubicBezTo>
                  <a:pt x="7754582" y="4451467"/>
                  <a:pt x="7749448" y="4450723"/>
                  <a:pt x="7746620" y="4449235"/>
                </a:cubicBezTo>
                <a:cubicBezTo>
                  <a:pt x="7743792" y="4447747"/>
                  <a:pt x="7741808" y="4445737"/>
                  <a:pt x="7740667" y="4443207"/>
                </a:cubicBezTo>
                <a:cubicBezTo>
                  <a:pt x="7739526" y="4440677"/>
                  <a:pt x="7738955" y="4434749"/>
                  <a:pt x="7738955" y="4425422"/>
                </a:cubicBezTo>
                <a:lnTo>
                  <a:pt x="7738955" y="4383899"/>
                </a:lnTo>
                <a:cubicBezTo>
                  <a:pt x="7743916" y="4388364"/>
                  <a:pt x="7748381" y="4391341"/>
                  <a:pt x="7752350" y="4392829"/>
                </a:cubicBezTo>
                <a:cubicBezTo>
                  <a:pt x="7757708" y="4394913"/>
                  <a:pt x="7764058" y="4395954"/>
                  <a:pt x="7771400" y="4395954"/>
                </a:cubicBezTo>
                <a:cubicBezTo>
                  <a:pt x="7788267" y="4395954"/>
                  <a:pt x="7802257" y="4389654"/>
                  <a:pt x="7813369" y="4377053"/>
                </a:cubicBezTo>
                <a:cubicBezTo>
                  <a:pt x="7826863" y="4361674"/>
                  <a:pt x="7833610" y="4342227"/>
                  <a:pt x="7833610" y="4318713"/>
                </a:cubicBezTo>
                <a:cubicBezTo>
                  <a:pt x="7833610" y="4297678"/>
                  <a:pt x="7828004" y="4280613"/>
                  <a:pt x="7816792" y="4267516"/>
                </a:cubicBezTo>
                <a:cubicBezTo>
                  <a:pt x="7807665" y="4256800"/>
                  <a:pt x="7796254" y="4251442"/>
                  <a:pt x="7782562" y="4251442"/>
                </a:cubicBezTo>
                <a:close/>
                <a:moveTo>
                  <a:pt x="7548009" y="4251442"/>
                </a:moveTo>
                <a:cubicBezTo>
                  <a:pt x="7532233" y="4251442"/>
                  <a:pt x="7519980" y="4255014"/>
                  <a:pt x="7511248" y="4262158"/>
                </a:cubicBezTo>
                <a:cubicBezTo>
                  <a:pt x="7502517" y="4269302"/>
                  <a:pt x="7498151" y="4277140"/>
                  <a:pt x="7498151" y="4285673"/>
                </a:cubicBezTo>
                <a:cubicBezTo>
                  <a:pt x="7498151" y="4290138"/>
                  <a:pt x="7499317" y="4293660"/>
                  <a:pt x="7501649" y="4296240"/>
                </a:cubicBezTo>
                <a:cubicBezTo>
                  <a:pt x="7503981" y="4298819"/>
                  <a:pt x="7506982" y="4300109"/>
                  <a:pt x="7510653" y="4300109"/>
                </a:cubicBezTo>
                <a:cubicBezTo>
                  <a:pt x="7514423" y="4300109"/>
                  <a:pt x="7517474" y="4298869"/>
                  <a:pt x="7519806" y="4296388"/>
                </a:cubicBezTo>
                <a:cubicBezTo>
                  <a:pt x="7522138" y="4293908"/>
                  <a:pt x="7523303" y="4290386"/>
                  <a:pt x="7523303" y="4285822"/>
                </a:cubicBezTo>
                <a:lnTo>
                  <a:pt x="7523006" y="4277190"/>
                </a:lnTo>
                <a:cubicBezTo>
                  <a:pt x="7523006" y="4272824"/>
                  <a:pt x="7524891" y="4268954"/>
                  <a:pt x="7528661" y="4265581"/>
                </a:cubicBezTo>
                <a:cubicBezTo>
                  <a:pt x="7532333" y="4262207"/>
                  <a:pt x="7537293" y="4260521"/>
                  <a:pt x="7543544" y="4260521"/>
                </a:cubicBezTo>
                <a:cubicBezTo>
                  <a:pt x="7551779" y="4260521"/>
                  <a:pt x="7558055" y="4263051"/>
                  <a:pt x="7562371" y="4268111"/>
                </a:cubicBezTo>
                <a:cubicBezTo>
                  <a:pt x="7566687" y="4273171"/>
                  <a:pt x="7568845" y="4282498"/>
                  <a:pt x="7568845" y="4296091"/>
                </a:cubicBezTo>
                <a:lnTo>
                  <a:pt x="7568845" y="4301449"/>
                </a:lnTo>
                <a:cubicBezTo>
                  <a:pt x="7545429" y="4309981"/>
                  <a:pt x="7528686" y="4317224"/>
                  <a:pt x="7518615" y="4323177"/>
                </a:cubicBezTo>
                <a:cubicBezTo>
                  <a:pt x="7508544" y="4329131"/>
                  <a:pt x="7501475" y="4335480"/>
                  <a:pt x="7497407" y="4342227"/>
                </a:cubicBezTo>
                <a:cubicBezTo>
                  <a:pt x="7494431" y="4347089"/>
                  <a:pt x="7492942" y="4352844"/>
                  <a:pt x="7492942" y="4359491"/>
                </a:cubicBezTo>
                <a:cubicBezTo>
                  <a:pt x="7492942" y="4370009"/>
                  <a:pt x="7495993" y="4378492"/>
                  <a:pt x="7502095" y="4384941"/>
                </a:cubicBezTo>
                <a:cubicBezTo>
                  <a:pt x="7508197" y="4391390"/>
                  <a:pt x="7515961" y="4394615"/>
                  <a:pt x="7525387" y="4394615"/>
                </a:cubicBezTo>
                <a:cubicBezTo>
                  <a:pt x="7531440" y="4394615"/>
                  <a:pt x="7537144" y="4393375"/>
                  <a:pt x="7542502" y="4390894"/>
                </a:cubicBezTo>
                <a:cubicBezTo>
                  <a:pt x="7546074" y="4389207"/>
                  <a:pt x="7554855" y="4382957"/>
                  <a:pt x="7568845" y="4372142"/>
                </a:cubicBezTo>
                <a:cubicBezTo>
                  <a:pt x="7568944" y="4380278"/>
                  <a:pt x="7570433" y="4386032"/>
                  <a:pt x="7573310" y="4389406"/>
                </a:cubicBezTo>
                <a:cubicBezTo>
                  <a:pt x="7576187" y="4392779"/>
                  <a:pt x="7580056" y="4394466"/>
                  <a:pt x="7584918" y="4394466"/>
                </a:cubicBezTo>
                <a:cubicBezTo>
                  <a:pt x="7595039" y="4394466"/>
                  <a:pt x="7605655" y="4387025"/>
                  <a:pt x="7616767" y="4372142"/>
                </a:cubicBezTo>
                <a:lnTo>
                  <a:pt x="7616767" y="4363807"/>
                </a:lnTo>
                <a:cubicBezTo>
                  <a:pt x="7610814" y="4369761"/>
                  <a:pt x="7606796" y="4373382"/>
                  <a:pt x="7604712" y="4374672"/>
                </a:cubicBezTo>
                <a:cubicBezTo>
                  <a:pt x="7603522" y="4375366"/>
                  <a:pt x="7602133" y="4375714"/>
                  <a:pt x="7600545" y="4375714"/>
                </a:cubicBezTo>
                <a:cubicBezTo>
                  <a:pt x="7599057" y="4375714"/>
                  <a:pt x="7597742" y="4375218"/>
                  <a:pt x="7596601" y="4374225"/>
                </a:cubicBezTo>
                <a:cubicBezTo>
                  <a:pt x="7595460" y="4373233"/>
                  <a:pt x="7594641" y="4371274"/>
                  <a:pt x="7594146" y="4368347"/>
                </a:cubicBezTo>
                <a:cubicBezTo>
                  <a:pt x="7593650" y="4365420"/>
                  <a:pt x="7593401" y="4357457"/>
                  <a:pt x="7593401" y="4344460"/>
                </a:cubicBezTo>
                <a:lnTo>
                  <a:pt x="7593401" y="4298174"/>
                </a:lnTo>
                <a:cubicBezTo>
                  <a:pt x="7593401" y="4284978"/>
                  <a:pt x="7592508" y="4276247"/>
                  <a:pt x="7590723" y="4271981"/>
                </a:cubicBezTo>
                <a:cubicBezTo>
                  <a:pt x="7587944" y="4265432"/>
                  <a:pt x="7583628" y="4260620"/>
                  <a:pt x="7577775" y="4257544"/>
                </a:cubicBezTo>
                <a:cubicBezTo>
                  <a:pt x="7570035" y="4253476"/>
                  <a:pt x="7560113" y="4251442"/>
                  <a:pt x="7548009" y="4251442"/>
                </a:cubicBezTo>
                <a:close/>
                <a:moveTo>
                  <a:pt x="7328934" y="4251442"/>
                </a:moveTo>
                <a:cubicBezTo>
                  <a:pt x="7313158" y="4251442"/>
                  <a:pt x="7300905" y="4255014"/>
                  <a:pt x="7292173" y="4262158"/>
                </a:cubicBezTo>
                <a:cubicBezTo>
                  <a:pt x="7283442" y="4269302"/>
                  <a:pt x="7279076" y="4277140"/>
                  <a:pt x="7279076" y="4285673"/>
                </a:cubicBezTo>
                <a:cubicBezTo>
                  <a:pt x="7279076" y="4290138"/>
                  <a:pt x="7280242" y="4293660"/>
                  <a:pt x="7282574" y="4296240"/>
                </a:cubicBezTo>
                <a:cubicBezTo>
                  <a:pt x="7284906" y="4298819"/>
                  <a:pt x="7287907" y="4300109"/>
                  <a:pt x="7291578" y="4300109"/>
                </a:cubicBezTo>
                <a:cubicBezTo>
                  <a:pt x="7295348" y="4300109"/>
                  <a:pt x="7298399" y="4298869"/>
                  <a:pt x="7300731" y="4296388"/>
                </a:cubicBezTo>
                <a:cubicBezTo>
                  <a:pt x="7303063" y="4293908"/>
                  <a:pt x="7304228" y="4290386"/>
                  <a:pt x="7304228" y="4285822"/>
                </a:cubicBezTo>
                <a:lnTo>
                  <a:pt x="7303931" y="4277190"/>
                </a:lnTo>
                <a:cubicBezTo>
                  <a:pt x="7303931" y="4272824"/>
                  <a:pt x="7305816" y="4268954"/>
                  <a:pt x="7309586" y="4265581"/>
                </a:cubicBezTo>
                <a:cubicBezTo>
                  <a:pt x="7313258" y="4262207"/>
                  <a:pt x="7318218" y="4260521"/>
                  <a:pt x="7324469" y="4260521"/>
                </a:cubicBezTo>
                <a:cubicBezTo>
                  <a:pt x="7332704" y="4260521"/>
                  <a:pt x="7338980" y="4263051"/>
                  <a:pt x="7343296" y="4268111"/>
                </a:cubicBezTo>
                <a:cubicBezTo>
                  <a:pt x="7347612" y="4273171"/>
                  <a:pt x="7349770" y="4282498"/>
                  <a:pt x="7349770" y="4296091"/>
                </a:cubicBezTo>
                <a:lnTo>
                  <a:pt x="7349770" y="4301449"/>
                </a:lnTo>
                <a:cubicBezTo>
                  <a:pt x="7326354" y="4309981"/>
                  <a:pt x="7309611" y="4317224"/>
                  <a:pt x="7299540" y="4323177"/>
                </a:cubicBezTo>
                <a:cubicBezTo>
                  <a:pt x="7289469" y="4329131"/>
                  <a:pt x="7282400" y="4335480"/>
                  <a:pt x="7278332" y="4342227"/>
                </a:cubicBezTo>
                <a:cubicBezTo>
                  <a:pt x="7275356" y="4347089"/>
                  <a:pt x="7273867" y="4352844"/>
                  <a:pt x="7273867" y="4359491"/>
                </a:cubicBezTo>
                <a:cubicBezTo>
                  <a:pt x="7273867" y="4370009"/>
                  <a:pt x="7276918" y="4378492"/>
                  <a:pt x="7283020" y="4384941"/>
                </a:cubicBezTo>
                <a:cubicBezTo>
                  <a:pt x="7289122" y="4391390"/>
                  <a:pt x="7296886" y="4394615"/>
                  <a:pt x="7306312" y="4394615"/>
                </a:cubicBezTo>
                <a:cubicBezTo>
                  <a:pt x="7312365" y="4394615"/>
                  <a:pt x="7318069" y="4393375"/>
                  <a:pt x="7323427" y="4390894"/>
                </a:cubicBezTo>
                <a:cubicBezTo>
                  <a:pt x="7326999" y="4389207"/>
                  <a:pt x="7335780" y="4382957"/>
                  <a:pt x="7349770" y="4372142"/>
                </a:cubicBezTo>
                <a:cubicBezTo>
                  <a:pt x="7349869" y="4380278"/>
                  <a:pt x="7351358" y="4386032"/>
                  <a:pt x="7354235" y="4389406"/>
                </a:cubicBezTo>
                <a:cubicBezTo>
                  <a:pt x="7357112" y="4392779"/>
                  <a:pt x="7360981" y="4394466"/>
                  <a:pt x="7365843" y="4394466"/>
                </a:cubicBezTo>
                <a:cubicBezTo>
                  <a:pt x="7375964" y="4394466"/>
                  <a:pt x="7386580" y="4387025"/>
                  <a:pt x="7397692" y="4372142"/>
                </a:cubicBezTo>
                <a:lnTo>
                  <a:pt x="7397692" y="4363807"/>
                </a:lnTo>
                <a:cubicBezTo>
                  <a:pt x="7391739" y="4369761"/>
                  <a:pt x="7387721" y="4373382"/>
                  <a:pt x="7385637" y="4374672"/>
                </a:cubicBezTo>
                <a:cubicBezTo>
                  <a:pt x="7384447" y="4375366"/>
                  <a:pt x="7383058" y="4375714"/>
                  <a:pt x="7381470" y="4375714"/>
                </a:cubicBezTo>
                <a:cubicBezTo>
                  <a:pt x="7379982" y="4375714"/>
                  <a:pt x="7378667" y="4375218"/>
                  <a:pt x="7377526" y="4374225"/>
                </a:cubicBezTo>
                <a:cubicBezTo>
                  <a:pt x="7376385" y="4373233"/>
                  <a:pt x="7375566" y="4371274"/>
                  <a:pt x="7375071" y="4368347"/>
                </a:cubicBezTo>
                <a:cubicBezTo>
                  <a:pt x="7374575" y="4365420"/>
                  <a:pt x="7374326" y="4357457"/>
                  <a:pt x="7374326" y="4344460"/>
                </a:cubicBezTo>
                <a:lnTo>
                  <a:pt x="7374326" y="4298174"/>
                </a:lnTo>
                <a:cubicBezTo>
                  <a:pt x="7374326" y="4284978"/>
                  <a:pt x="7373433" y="4276247"/>
                  <a:pt x="7371648" y="4271981"/>
                </a:cubicBezTo>
                <a:cubicBezTo>
                  <a:pt x="7368869" y="4265432"/>
                  <a:pt x="7364553" y="4260620"/>
                  <a:pt x="7358700" y="4257544"/>
                </a:cubicBezTo>
                <a:cubicBezTo>
                  <a:pt x="7350960" y="4253476"/>
                  <a:pt x="7341038" y="4251442"/>
                  <a:pt x="7328934" y="4251442"/>
                </a:cubicBezTo>
                <a:close/>
                <a:moveTo>
                  <a:pt x="6703409" y="4251442"/>
                </a:moveTo>
                <a:lnTo>
                  <a:pt x="6662333" y="4268111"/>
                </a:lnTo>
                <a:lnTo>
                  <a:pt x="6664416" y="4273469"/>
                </a:lnTo>
                <a:cubicBezTo>
                  <a:pt x="6668385" y="4271981"/>
                  <a:pt x="6671758" y="4271236"/>
                  <a:pt x="6674537" y="4271236"/>
                </a:cubicBezTo>
                <a:cubicBezTo>
                  <a:pt x="6677116" y="4271236"/>
                  <a:pt x="6679150" y="4271856"/>
                  <a:pt x="6680639" y="4273097"/>
                </a:cubicBezTo>
                <a:cubicBezTo>
                  <a:pt x="6682127" y="4274337"/>
                  <a:pt x="6683218" y="4276545"/>
                  <a:pt x="6683913" y="4279720"/>
                </a:cubicBezTo>
                <a:cubicBezTo>
                  <a:pt x="6684806" y="4284085"/>
                  <a:pt x="6685252" y="4293660"/>
                  <a:pt x="6685252" y="4308443"/>
                </a:cubicBezTo>
                <a:lnTo>
                  <a:pt x="6685252" y="4360980"/>
                </a:lnTo>
                <a:cubicBezTo>
                  <a:pt x="6685252" y="4369413"/>
                  <a:pt x="6684583" y="4375118"/>
                  <a:pt x="6683243" y="4378095"/>
                </a:cubicBezTo>
                <a:cubicBezTo>
                  <a:pt x="6681904" y="4381072"/>
                  <a:pt x="6680093" y="4383205"/>
                  <a:pt x="6677811" y="4384495"/>
                </a:cubicBezTo>
                <a:cubicBezTo>
                  <a:pt x="6675529" y="4385784"/>
                  <a:pt x="6671064" y="4386429"/>
                  <a:pt x="6664416" y="4386429"/>
                </a:cubicBezTo>
                <a:lnTo>
                  <a:pt x="6664416" y="4391787"/>
                </a:lnTo>
                <a:lnTo>
                  <a:pt x="6730645" y="4391787"/>
                </a:lnTo>
                <a:lnTo>
                  <a:pt x="6730645" y="4386429"/>
                </a:lnTo>
                <a:cubicBezTo>
                  <a:pt x="6724196" y="4386429"/>
                  <a:pt x="6719755" y="4385735"/>
                  <a:pt x="6717325" y="4384346"/>
                </a:cubicBezTo>
                <a:cubicBezTo>
                  <a:pt x="6714894" y="4382957"/>
                  <a:pt x="6713058" y="4380848"/>
                  <a:pt x="6711818" y="4378021"/>
                </a:cubicBezTo>
                <a:cubicBezTo>
                  <a:pt x="6710578" y="4375193"/>
                  <a:pt x="6709958" y="4369512"/>
                  <a:pt x="6709958" y="4360980"/>
                </a:cubicBezTo>
                <a:lnTo>
                  <a:pt x="6709958" y="4251442"/>
                </a:lnTo>
                <a:close/>
                <a:moveTo>
                  <a:pt x="6434328" y="4251442"/>
                </a:moveTo>
                <a:cubicBezTo>
                  <a:pt x="6423017" y="4251442"/>
                  <a:pt x="6412301" y="4254394"/>
                  <a:pt x="6402181" y="4260298"/>
                </a:cubicBezTo>
                <a:cubicBezTo>
                  <a:pt x="6392061" y="4266201"/>
                  <a:pt x="6383900" y="4275329"/>
                  <a:pt x="6377699" y="4287682"/>
                </a:cubicBezTo>
                <a:cubicBezTo>
                  <a:pt x="6371498" y="4300035"/>
                  <a:pt x="6368397" y="4312462"/>
                  <a:pt x="6368397" y="4324963"/>
                </a:cubicBezTo>
                <a:cubicBezTo>
                  <a:pt x="6368397" y="4342128"/>
                  <a:pt x="6373507" y="4357606"/>
                  <a:pt x="6383726" y="4371398"/>
                </a:cubicBezTo>
                <a:cubicBezTo>
                  <a:pt x="6395831" y="4387769"/>
                  <a:pt x="6412153" y="4395954"/>
                  <a:pt x="6432691" y="4395954"/>
                </a:cubicBezTo>
                <a:cubicBezTo>
                  <a:pt x="6445292" y="4395954"/>
                  <a:pt x="6456727" y="4392779"/>
                  <a:pt x="6466996" y="4386429"/>
                </a:cubicBezTo>
                <a:cubicBezTo>
                  <a:pt x="6477265" y="4380079"/>
                  <a:pt x="6485327" y="4370654"/>
                  <a:pt x="6491180" y="4358152"/>
                </a:cubicBezTo>
                <a:cubicBezTo>
                  <a:pt x="6497034" y="4345650"/>
                  <a:pt x="6499961" y="4333298"/>
                  <a:pt x="6499961" y="4321094"/>
                </a:cubicBezTo>
                <a:cubicBezTo>
                  <a:pt x="6499961" y="4303731"/>
                  <a:pt x="6494653" y="4288352"/>
                  <a:pt x="6484037" y="4274957"/>
                </a:cubicBezTo>
                <a:cubicBezTo>
                  <a:pt x="6471535" y="4259280"/>
                  <a:pt x="6454966" y="4251442"/>
                  <a:pt x="6434328" y="4251442"/>
                </a:cubicBezTo>
                <a:close/>
                <a:moveTo>
                  <a:pt x="6296513" y="4251442"/>
                </a:moveTo>
                <a:lnTo>
                  <a:pt x="6255288" y="4268111"/>
                </a:lnTo>
                <a:lnTo>
                  <a:pt x="6256776" y="4273469"/>
                </a:lnTo>
                <a:cubicBezTo>
                  <a:pt x="6260646" y="4271981"/>
                  <a:pt x="6264118" y="4271236"/>
                  <a:pt x="6267194" y="4271236"/>
                </a:cubicBezTo>
                <a:cubicBezTo>
                  <a:pt x="6269774" y="4271236"/>
                  <a:pt x="6271932" y="4271931"/>
                  <a:pt x="6273668" y="4273320"/>
                </a:cubicBezTo>
                <a:cubicBezTo>
                  <a:pt x="6275405" y="4274709"/>
                  <a:pt x="6276595" y="4276917"/>
                  <a:pt x="6277240" y="4279943"/>
                </a:cubicBezTo>
                <a:cubicBezTo>
                  <a:pt x="6277885" y="4282969"/>
                  <a:pt x="6278207" y="4292420"/>
                  <a:pt x="6278207" y="4308295"/>
                </a:cubicBezTo>
                <a:lnTo>
                  <a:pt x="6278207" y="4361129"/>
                </a:lnTo>
                <a:cubicBezTo>
                  <a:pt x="6278207" y="4369066"/>
                  <a:pt x="6277959" y="4373878"/>
                  <a:pt x="6277463" y="4375565"/>
                </a:cubicBezTo>
                <a:cubicBezTo>
                  <a:pt x="6276471" y="4379037"/>
                  <a:pt x="6274735" y="4381568"/>
                  <a:pt x="6272254" y="4383155"/>
                </a:cubicBezTo>
                <a:cubicBezTo>
                  <a:pt x="6268881" y="4385338"/>
                  <a:pt x="6263722" y="4386429"/>
                  <a:pt x="6256776" y="4386429"/>
                </a:cubicBezTo>
                <a:lnTo>
                  <a:pt x="6256776" y="4391787"/>
                </a:lnTo>
                <a:lnTo>
                  <a:pt x="6326576" y="4391787"/>
                </a:lnTo>
                <a:lnTo>
                  <a:pt x="6326576" y="4386429"/>
                </a:lnTo>
                <a:cubicBezTo>
                  <a:pt x="6320425" y="4386429"/>
                  <a:pt x="6315712" y="4385536"/>
                  <a:pt x="6312438" y="4383750"/>
                </a:cubicBezTo>
                <a:cubicBezTo>
                  <a:pt x="6309164" y="4381964"/>
                  <a:pt x="6306882" y="4379732"/>
                  <a:pt x="6305592" y="4377053"/>
                </a:cubicBezTo>
                <a:cubicBezTo>
                  <a:pt x="6303706" y="4373184"/>
                  <a:pt x="6302764" y="4367478"/>
                  <a:pt x="6302764" y="4359938"/>
                </a:cubicBezTo>
                <a:lnTo>
                  <a:pt x="6302764" y="4294602"/>
                </a:lnTo>
                <a:cubicBezTo>
                  <a:pt x="6307526" y="4285276"/>
                  <a:pt x="6312140" y="4278579"/>
                  <a:pt x="6316605" y="4274511"/>
                </a:cubicBezTo>
                <a:cubicBezTo>
                  <a:pt x="6318689" y="4272526"/>
                  <a:pt x="6320623" y="4271534"/>
                  <a:pt x="6322409" y="4271534"/>
                </a:cubicBezTo>
                <a:cubicBezTo>
                  <a:pt x="6324493" y="4271534"/>
                  <a:pt x="6327693" y="4273246"/>
                  <a:pt x="6332009" y="4276669"/>
                </a:cubicBezTo>
                <a:cubicBezTo>
                  <a:pt x="6336325" y="4280092"/>
                  <a:pt x="6340219" y="4281803"/>
                  <a:pt x="6343692" y="4281803"/>
                </a:cubicBezTo>
                <a:cubicBezTo>
                  <a:pt x="6347264" y="4281803"/>
                  <a:pt x="6350340" y="4280464"/>
                  <a:pt x="6352919" y="4277785"/>
                </a:cubicBezTo>
                <a:cubicBezTo>
                  <a:pt x="6355499" y="4275106"/>
                  <a:pt x="6356789" y="4271832"/>
                  <a:pt x="6356789" y="4267962"/>
                </a:cubicBezTo>
                <a:cubicBezTo>
                  <a:pt x="6356789" y="4263596"/>
                  <a:pt x="6355003" y="4259752"/>
                  <a:pt x="6351431" y="4256428"/>
                </a:cubicBezTo>
                <a:cubicBezTo>
                  <a:pt x="6347859" y="4253104"/>
                  <a:pt x="6343345" y="4251442"/>
                  <a:pt x="6337887" y="4251442"/>
                </a:cubicBezTo>
                <a:cubicBezTo>
                  <a:pt x="6325882" y="4251442"/>
                  <a:pt x="6314174" y="4261662"/>
                  <a:pt x="6302764" y="4282101"/>
                </a:cubicBezTo>
                <a:lnTo>
                  <a:pt x="6302764" y="4251442"/>
                </a:lnTo>
                <a:close/>
                <a:moveTo>
                  <a:pt x="6191887" y="4251442"/>
                </a:moveTo>
                <a:cubicBezTo>
                  <a:pt x="6184049" y="4251442"/>
                  <a:pt x="6176583" y="4253848"/>
                  <a:pt x="6169488" y="4258660"/>
                </a:cubicBezTo>
                <a:cubicBezTo>
                  <a:pt x="6162394" y="4263473"/>
                  <a:pt x="6155325" y="4271881"/>
                  <a:pt x="6148280" y="4283887"/>
                </a:cubicBezTo>
                <a:lnTo>
                  <a:pt x="6148280" y="4252038"/>
                </a:lnTo>
                <a:lnTo>
                  <a:pt x="6142625" y="4252038"/>
                </a:lnTo>
                <a:lnTo>
                  <a:pt x="6100655" y="4269004"/>
                </a:lnTo>
                <a:lnTo>
                  <a:pt x="6102441" y="4273767"/>
                </a:lnTo>
                <a:cubicBezTo>
                  <a:pt x="6106113" y="4272377"/>
                  <a:pt x="6109139" y="4271683"/>
                  <a:pt x="6111520" y="4271683"/>
                </a:cubicBezTo>
                <a:cubicBezTo>
                  <a:pt x="6114496" y="4271683"/>
                  <a:pt x="6116853" y="4272278"/>
                  <a:pt x="6118589" y="4273469"/>
                </a:cubicBezTo>
                <a:cubicBezTo>
                  <a:pt x="6120326" y="4274659"/>
                  <a:pt x="6121591" y="4276445"/>
                  <a:pt x="6122384" y="4278827"/>
                </a:cubicBezTo>
                <a:cubicBezTo>
                  <a:pt x="6123178" y="4281208"/>
                  <a:pt x="6123575" y="4286814"/>
                  <a:pt x="6123575" y="4295644"/>
                </a:cubicBezTo>
                <a:lnTo>
                  <a:pt x="6123575" y="4424529"/>
                </a:lnTo>
                <a:cubicBezTo>
                  <a:pt x="6123575" y="4434451"/>
                  <a:pt x="6123054" y="4440627"/>
                  <a:pt x="6122012" y="4443058"/>
                </a:cubicBezTo>
                <a:cubicBezTo>
                  <a:pt x="6120970" y="4445489"/>
                  <a:pt x="6119507" y="4447250"/>
                  <a:pt x="6117622" y="4448342"/>
                </a:cubicBezTo>
                <a:cubicBezTo>
                  <a:pt x="6113752" y="4450525"/>
                  <a:pt x="6109089" y="4451566"/>
                  <a:pt x="6103632" y="4451467"/>
                </a:cubicBezTo>
                <a:lnTo>
                  <a:pt x="6099911" y="4451467"/>
                </a:lnTo>
                <a:lnTo>
                  <a:pt x="6099911" y="4456974"/>
                </a:lnTo>
                <a:lnTo>
                  <a:pt x="6171349" y="4456974"/>
                </a:lnTo>
                <a:lnTo>
                  <a:pt x="6171349" y="4451467"/>
                </a:lnTo>
                <a:cubicBezTo>
                  <a:pt x="6163907" y="4451467"/>
                  <a:pt x="6158773" y="4450723"/>
                  <a:pt x="6155945" y="4449235"/>
                </a:cubicBezTo>
                <a:cubicBezTo>
                  <a:pt x="6153117" y="4447747"/>
                  <a:pt x="6151133" y="4445737"/>
                  <a:pt x="6149992" y="4443207"/>
                </a:cubicBezTo>
                <a:cubicBezTo>
                  <a:pt x="6148851" y="4440677"/>
                  <a:pt x="6148280" y="4434749"/>
                  <a:pt x="6148280" y="4425422"/>
                </a:cubicBezTo>
                <a:lnTo>
                  <a:pt x="6148280" y="4383899"/>
                </a:lnTo>
                <a:cubicBezTo>
                  <a:pt x="6153241" y="4388364"/>
                  <a:pt x="6157706" y="4391341"/>
                  <a:pt x="6161675" y="4392829"/>
                </a:cubicBezTo>
                <a:cubicBezTo>
                  <a:pt x="6167033" y="4394913"/>
                  <a:pt x="6173383" y="4395954"/>
                  <a:pt x="6180725" y="4395954"/>
                </a:cubicBezTo>
                <a:cubicBezTo>
                  <a:pt x="6197592" y="4395954"/>
                  <a:pt x="6211582" y="4389654"/>
                  <a:pt x="6222694" y="4377053"/>
                </a:cubicBezTo>
                <a:cubicBezTo>
                  <a:pt x="6236188" y="4361674"/>
                  <a:pt x="6242935" y="4342227"/>
                  <a:pt x="6242935" y="4318713"/>
                </a:cubicBezTo>
                <a:cubicBezTo>
                  <a:pt x="6242935" y="4297678"/>
                  <a:pt x="6237329" y="4280613"/>
                  <a:pt x="6226117" y="4267516"/>
                </a:cubicBezTo>
                <a:cubicBezTo>
                  <a:pt x="6216990" y="4256800"/>
                  <a:pt x="6205579" y="4251442"/>
                  <a:pt x="6191887" y="4251442"/>
                </a:cubicBezTo>
                <a:close/>
                <a:moveTo>
                  <a:pt x="5928610" y="4251442"/>
                </a:moveTo>
                <a:cubicBezTo>
                  <a:pt x="5916406" y="4251442"/>
                  <a:pt x="5906460" y="4255213"/>
                  <a:pt x="5898770" y="4262753"/>
                </a:cubicBezTo>
                <a:cubicBezTo>
                  <a:pt x="5891080" y="4270294"/>
                  <a:pt x="5887236" y="4279670"/>
                  <a:pt x="5887236" y="4290882"/>
                </a:cubicBezTo>
                <a:cubicBezTo>
                  <a:pt x="5887236" y="4299514"/>
                  <a:pt x="5889468" y="4306658"/>
                  <a:pt x="5893933" y="4312313"/>
                </a:cubicBezTo>
                <a:cubicBezTo>
                  <a:pt x="5898398" y="4318068"/>
                  <a:pt x="5907824" y="4324517"/>
                  <a:pt x="5922211" y="4331661"/>
                </a:cubicBezTo>
                <a:cubicBezTo>
                  <a:pt x="5936597" y="4338804"/>
                  <a:pt x="5946197" y="4344708"/>
                  <a:pt x="5951009" y="4349371"/>
                </a:cubicBezTo>
                <a:cubicBezTo>
                  <a:pt x="5955821" y="4354034"/>
                  <a:pt x="5958228" y="4359789"/>
                  <a:pt x="5958228" y="4366635"/>
                </a:cubicBezTo>
                <a:cubicBezTo>
                  <a:pt x="5958228" y="4372291"/>
                  <a:pt x="5956069" y="4377128"/>
                  <a:pt x="5951753" y="4381146"/>
                </a:cubicBezTo>
                <a:cubicBezTo>
                  <a:pt x="5947437" y="4385164"/>
                  <a:pt x="5941856" y="4387173"/>
                  <a:pt x="5935010" y="4387173"/>
                </a:cubicBezTo>
                <a:cubicBezTo>
                  <a:pt x="5925286" y="4387173"/>
                  <a:pt x="5916506" y="4383651"/>
                  <a:pt x="5908667" y="4376607"/>
                </a:cubicBezTo>
                <a:cubicBezTo>
                  <a:pt x="5900829" y="4369562"/>
                  <a:pt x="5895521" y="4359095"/>
                  <a:pt x="5892743" y="4345204"/>
                </a:cubicBezTo>
                <a:lnTo>
                  <a:pt x="5887831" y="4345204"/>
                </a:lnTo>
                <a:lnTo>
                  <a:pt x="5887831" y="4393871"/>
                </a:lnTo>
                <a:lnTo>
                  <a:pt x="5892743" y="4393871"/>
                </a:lnTo>
                <a:cubicBezTo>
                  <a:pt x="5894033" y="4391291"/>
                  <a:pt x="5895819" y="4390001"/>
                  <a:pt x="5898100" y="4390001"/>
                </a:cubicBezTo>
                <a:cubicBezTo>
                  <a:pt x="5900184" y="4390001"/>
                  <a:pt x="5902863" y="4390497"/>
                  <a:pt x="5906137" y="4391489"/>
                </a:cubicBezTo>
                <a:cubicBezTo>
                  <a:pt x="5916854" y="4394466"/>
                  <a:pt x="5926378" y="4395954"/>
                  <a:pt x="5934712" y="4395954"/>
                </a:cubicBezTo>
                <a:cubicBezTo>
                  <a:pt x="5946322" y="4395954"/>
                  <a:pt x="5956813" y="4392159"/>
                  <a:pt x="5966189" y="4384569"/>
                </a:cubicBezTo>
                <a:cubicBezTo>
                  <a:pt x="5975565" y="4376979"/>
                  <a:pt x="5980253" y="4366982"/>
                  <a:pt x="5980253" y="4354580"/>
                </a:cubicBezTo>
                <a:cubicBezTo>
                  <a:pt x="5980253" y="4338507"/>
                  <a:pt x="5970184" y="4325559"/>
                  <a:pt x="5950041" y="4315736"/>
                </a:cubicBezTo>
                <a:lnTo>
                  <a:pt x="5928312" y="4305169"/>
                </a:lnTo>
                <a:cubicBezTo>
                  <a:pt x="5918887" y="4300605"/>
                  <a:pt x="5912637" y="4296289"/>
                  <a:pt x="5909560" y="4292221"/>
                </a:cubicBezTo>
                <a:cubicBezTo>
                  <a:pt x="5906385" y="4288252"/>
                  <a:pt x="5904798" y="4283490"/>
                  <a:pt x="5904798" y="4277934"/>
                </a:cubicBezTo>
                <a:cubicBezTo>
                  <a:pt x="5904798" y="4273469"/>
                  <a:pt x="5906931" y="4269401"/>
                  <a:pt x="5911197" y="4265730"/>
                </a:cubicBezTo>
                <a:cubicBezTo>
                  <a:pt x="5915464" y="4262059"/>
                  <a:pt x="5921069" y="4260223"/>
                  <a:pt x="5928015" y="4260223"/>
                </a:cubicBezTo>
                <a:cubicBezTo>
                  <a:pt x="5937144" y="4260223"/>
                  <a:pt x="5944658" y="4262852"/>
                  <a:pt x="5950562" y="4268111"/>
                </a:cubicBezTo>
                <a:cubicBezTo>
                  <a:pt x="5956467" y="4273370"/>
                  <a:pt x="5961303" y="4283292"/>
                  <a:pt x="5965073" y="4297877"/>
                </a:cubicBezTo>
                <a:lnTo>
                  <a:pt x="5969985" y="4297877"/>
                </a:lnTo>
                <a:lnTo>
                  <a:pt x="5969985" y="4251442"/>
                </a:lnTo>
                <a:lnTo>
                  <a:pt x="5965073" y="4251442"/>
                </a:lnTo>
                <a:cubicBezTo>
                  <a:pt x="5963882" y="4253824"/>
                  <a:pt x="5962841" y="4255361"/>
                  <a:pt x="5961948" y="4256056"/>
                </a:cubicBezTo>
                <a:cubicBezTo>
                  <a:pt x="5961056" y="4256750"/>
                  <a:pt x="5959815" y="4257098"/>
                  <a:pt x="5958228" y="4257098"/>
                </a:cubicBezTo>
                <a:cubicBezTo>
                  <a:pt x="5956540" y="4257098"/>
                  <a:pt x="5953167" y="4256354"/>
                  <a:pt x="5948107" y="4254865"/>
                </a:cubicBezTo>
                <a:cubicBezTo>
                  <a:pt x="5940467" y="4252583"/>
                  <a:pt x="5933968" y="4251442"/>
                  <a:pt x="5928610" y="4251442"/>
                </a:cubicBezTo>
                <a:close/>
                <a:moveTo>
                  <a:pt x="5554010" y="4251442"/>
                </a:moveTo>
                <a:lnTo>
                  <a:pt x="5512934" y="4268111"/>
                </a:lnTo>
                <a:lnTo>
                  <a:pt x="5515167" y="4273469"/>
                </a:lnTo>
                <a:cubicBezTo>
                  <a:pt x="5519036" y="4271981"/>
                  <a:pt x="5522359" y="4271236"/>
                  <a:pt x="5525137" y="4271236"/>
                </a:cubicBezTo>
                <a:cubicBezTo>
                  <a:pt x="5527718" y="4271236"/>
                  <a:pt x="5529751" y="4271856"/>
                  <a:pt x="5531240" y="4273097"/>
                </a:cubicBezTo>
                <a:cubicBezTo>
                  <a:pt x="5532728" y="4274337"/>
                  <a:pt x="5533819" y="4276594"/>
                  <a:pt x="5534513" y="4279868"/>
                </a:cubicBezTo>
                <a:cubicBezTo>
                  <a:pt x="5535406" y="4284234"/>
                  <a:pt x="5535853" y="4293908"/>
                  <a:pt x="5535853" y="4308890"/>
                </a:cubicBezTo>
                <a:lnTo>
                  <a:pt x="5535853" y="4360980"/>
                </a:lnTo>
                <a:cubicBezTo>
                  <a:pt x="5535853" y="4369413"/>
                  <a:pt x="5535208" y="4375094"/>
                  <a:pt x="5533918" y="4378021"/>
                </a:cubicBezTo>
                <a:cubicBezTo>
                  <a:pt x="5532628" y="4380947"/>
                  <a:pt x="5530743" y="4383081"/>
                  <a:pt x="5528263" y="4384420"/>
                </a:cubicBezTo>
                <a:cubicBezTo>
                  <a:pt x="5525782" y="4385760"/>
                  <a:pt x="5521417" y="4386429"/>
                  <a:pt x="5515167" y="4386429"/>
                </a:cubicBezTo>
                <a:lnTo>
                  <a:pt x="5515167" y="4391787"/>
                </a:lnTo>
                <a:lnTo>
                  <a:pt x="5582585" y="4391787"/>
                </a:lnTo>
                <a:lnTo>
                  <a:pt x="5582585" y="4386429"/>
                </a:lnTo>
                <a:cubicBezTo>
                  <a:pt x="5575144" y="4386429"/>
                  <a:pt x="5570208" y="4385760"/>
                  <a:pt x="5567776" y="4384420"/>
                </a:cubicBezTo>
                <a:cubicBezTo>
                  <a:pt x="5565347" y="4383081"/>
                  <a:pt x="5563511" y="4381072"/>
                  <a:pt x="5562270" y="4378393"/>
                </a:cubicBezTo>
                <a:cubicBezTo>
                  <a:pt x="5561030" y="4375714"/>
                  <a:pt x="5560410" y="4369909"/>
                  <a:pt x="5560410" y="4360980"/>
                </a:cubicBezTo>
                <a:lnTo>
                  <a:pt x="5560410" y="4287905"/>
                </a:lnTo>
                <a:cubicBezTo>
                  <a:pt x="5564875" y="4282448"/>
                  <a:pt x="5571224" y="4277537"/>
                  <a:pt x="5579459" y="4273171"/>
                </a:cubicBezTo>
                <a:cubicBezTo>
                  <a:pt x="5584719" y="4270294"/>
                  <a:pt x="5590027" y="4268855"/>
                  <a:pt x="5595384" y="4268855"/>
                </a:cubicBezTo>
                <a:cubicBezTo>
                  <a:pt x="5603222" y="4268855"/>
                  <a:pt x="5609324" y="4272030"/>
                  <a:pt x="5613690" y="4278380"/>
                </a:cubicBezTo>
                <a:cubicBezTo>
                  <a:pt x="5616964" y="4283242"/>
                  <a:pt x="5618601" y="4291229"/>
                  <a:pt x="5618601" y="4302342"/>
                </a:cubicBezTo>
                <a:lnTo>
                  <a:pt x="5618601" y="4360980"/>
                </a:lnTo>
                <a:cubicBezTo>
                  <a:pt x="5618601" y="4369116"/>
                  <a:pt x="5618353" y="4374027"/>
                  <a:pt x="5617858" y="4375714"/>
                </a:cubicBezTo>
                <a:cubicBezTo>
                  <a:pt x="5616766" y="4379286"/>
                  <a:pt x="5614807" y="4381964"/>
                  <a:pt x="5611978" y="4383750"/>
                </a:cubicBezTo>
                <a:cubicBezTo>
                  <a:pt x="5609151" y="4385536"/>
                  <a:pt x="5603967" y="4386429"/>
                  <a:pt x="5596427" y="4386429"/>
                </a:cubicBezTo>
                <a:lnTo>
                  <a:pt x="5596427" y="4391787"/>
                </a:lnTo>
                <a:lnTo>
                  <a:pt x="5665335" y="4391787"/>
                </a:lnTo>
                <a:lnTo>
                  <a:pt x="5665335" y="4386429"/>
                </a:lnTo>
                <a:cubicBezTo>
                  <a:pt x="5658388" y="4386429"/>
                  <a:pt x="5653477" y="4385660"/>
                  <a:pt x="5650601" y="4384123"/>
                </a:cubicBezTo>
                <a:cubicBezTo>
                  <a:pt x="5647722" y="4382585"/>
                  <a:pt x="5645763" y="4380675"/>
                  <a:pt x="5644720" y="4378393"/>
                </a:cubicBezTo>
                <a:cubicBezTo>
                  <a:pt x="5643679" y="4376110"/>
                  <a:pt x="5643158" y="4370306"/>
                  <a:pt x="5643158" y="4360980"/>
                </a:cubicBezTo>
                <a:lnTo>
                  <a:pt x="5643158" y="4295942"/>
                </a:lnTo>
                <a:lnTo>
                  <a:pt x="5642860" y="4289542"/>
                </a:lnTo>
                <a:lnTo>
                  <a:pt x="5643158" y="4287905"/>
                </a:lnTo>
                <a:cubicBezTo>
                  <a:pt x="5650699" y="4280761"/>
                  <a:pt x="5657123" y="4275875"/>
                  <a:pt x="5662431" y="4273246"/>
                </a:cubicBezTo>
                <a:cubicBezTo>
                  <a:pt x="5667739" y="4270616"/>
                  <a:pt x="5673023" y="4269302"/>
                  <a:pt x="5678282" y="4269302"/>
                </a:cubicBezTo>
                <a:cubicBezTo>
                  <a:pt x="5686815" y="4269302"/>
                  <a:pt x="5693016" y="4272477"/>
                  <a:pt x="5696885" y="4278827"/>
                </a:cubicBezTo>
                <a:cubicBezTo>
                  <a:pt x="5699565" y="4283391"/>
                  <a:pt x="5700904" y="4291229"/>
                  <a:pt x="5700904" y="4302342"/>
                </a:cubicBezTo>
                <a:lnTo>
                  <a:pt x="5700904" y="4360980"/>
                </a:lnTo>
                <a:cubicBezTo>
                  <a:pt x="5700904" y="4368917"/>
                  <a:pt x="5700705" y="4373729"/>
                  <a:pt x="5700308" y="4375416"/>
                </a:cubicBezTo>
                <a:cubicBezTo>
                  <a:pt x="5699316" y="4378889"/>
                  <a:pt x="5697679" y="4381419"/>
                  <a:pt x="5695396" y="4383006"/>
                </a:cubicBezTo>
                <a:cubicBezTo>
                  <a:pt x="5692122" y="4385288"/>
                  <a:pt x="5687558" y="4386429"/>
                  <a:pt x="5681705" y="4386429"/>
                </a:cubicBezTo>
                <a:lnTo>
                  <a:pt x="5678877" y="4386429"/>
                </a:lnTo>
                <a:lnTo>
                  <a:pt x="5678877" y="4391787"/>
                </a:lnTo>
                <a:lnTo>
                  <a:pt x="5733496" y="4391787"/>
                </a:lnTo>
                <a:lnTo>
                  <a:pt x="5746147" y="4391787"/>
                </a:lnTo>
                <a:lnTo>
                  <a:pt x="5800916" y="4391787"/>
                </a:lnTo>
                <a:lnTo>
                  <a:pt x="5800916" y="4386429"/>
                </a:lnTo>
                <a:cubicBezTo>
                  <a:pt x="5793474" y="4386429"/>
                  <a:pt x="5788538" y="4385760"/>
                  <a:pt x="5786107" y="4384420"/>
                </a:cubicBezTo>
                <a:cubicBezTo>
                  <a:pt x="5783676" y="4383081"/>
                  <a:pt x="5781766" y="4380972"/>
                  <a:pt x="5780377" y="4378095"/>
                </a:cubicBezTo>
                <a:cubicBezTo>
                  <a:pt x="5779286" y="4375912"/>
                  <a:pt x="5778740" y="4370207"/>
                  <a:pt x="5778740" y="4360980"/>
                </a:cubicBezTo>
                <a:lnTo>
                  <a:pt x="5778740" y="4289096"/>
                </a:lnTo>
                <a:cubicBezTo>
                  <a:pt x="5790449" y="4276197"/>
                  <a:pt x="5802206" y="4269748"/>
                  <a:pt x="5814012" y="4269748"/>
                </a:cubicBezTo>
                <a:cubicBezTo>
                  <a:pt x="5821652" y="4269748"/>
                  <a:pt x="5827084" y="4272551"/>
                  <a:pt x="5830309" y="4278157"/>
                </a:cubicBezTo>
                <a:cubicBezTo>
                  <a:pt x="5833534" y="4283763"/>
                  <a:pt x="5835146" y="4292767"/>
                  <a:pt x="5835146" y="4305169"/>
                </a:cubicBezTo>
                <a:lnTo>
                  <a:pt x="5835146" y="4360980"/>
                </a:lnTo>
                <a:cubicBezTo>
                  <a:pt x="5835146" y="4368818"/>
                  <a:pt x="5834948" y="4373481"/>
                  <a:pt x="5834551" y="4374970"/>
                </a:cubicBezTo>
                <a:cubicBezTo>
                  <a:pt x="5833559" y="4378740"/>
                  <a:pt x="5831797" y="4381592"/>
                  <a:pt x="5829267" y="4383527"/>
                </a:cubicBezTo>
                <a:cubicBezTo>
                  <a:pt x="5826737" y="4385462"/>
                  <a:pt x="5822297" y="4386429"/>
                  <a:pt x="5815947" y="4386429"/>
                </a:cubicBezTo>
                <a:lnTo>
                  <a:pt x="5813119" y="4386429"/>
                </a:lnTo>
                <a:lnTo>
                  <a:pt x="5813119" y="4391787"/>
                </a:lnTo>
                <a:lnTo>
                  <a:pt x="5880539" y="4391787"/>
                </a:lnTo>
                <a:lnTo>
                  <a:pt x="5880539" y="4386429"/>
                </a:lnTo>
                <a:cubicBezTo>
                  <a:pt x="5873990" y="4386429"/>
                  <a:pt x="5869500" y="4385735"/>
                  <a:pt x="5867070" y="4384346"/>
                </a:cubicBezTo>
                <a:cubicBezTo>
                  <a:pt x="5864640" y="4382957"/>
                  <a:pt x="5862877" y="4381022"/>
                  <a:pt x="5861786" y="4378541"/>
                </a:cubicBezTo>
                <a:cubicBezTo>
                  <a:pt x="5860397" y="4375466"/>
                  <a:pt x="5859703" y="4369612"/>
                  <a:pt x="5859703" y="4360980"/>
                </a:cubicBezTo>
                <a:lnTo>
                  <a:pt x="5859703" y="4302788"/>
                </a:lnTo>
                <a:cubicBezTo>
                  <a:pt x="5859703" y="4290485"/>
                  <a:pt x="5858611" y="4281357"/>
                  <a:pt x="5856428" y="4275404"/>
                </a:cubicBezTo>
                <a:cubicBezTo>
                  <a:pt x="5853254" y="4266871"/>
                  <a:pt x="5848987" y="4260744"/>
                  <a:pt x="5843629" y="4257023"/>
                </a:cubicBezTo>
                <a:cubicBezTo>
                  <a:pt x="5838271" y="4253303"/>
                  <a:pt x="5831872" y="4251442"/>
                  <a:pt x="5824430" y="4251442"/>
                </a:cubicBezTo>
                <a:cubicBezTo>
                  <a:pt x="5809945" y="4251442"/>
                  <a:pt x="5794714" y="4261067"/>
                  <a:pt x="5778740" y="4280315"/>
                </a:cubicBezTo>
                <a:lnTo>
                  <a:pt x="5778740" y="4251442"/>
                </a:lnTo>
                <a:lnTo>
                  <a:pt x="5772341" y="4251442"/>
                </a:lnTo>
                <a:lnTo>
                  <a:pt x="5731264" y="4268111"/>
                </a:lnTo>
                <a:lnTo>
                  <a:pt x="5733496" y="4273469"/>
                </a:lnTo>
                <a:cubicBezTo>
                  <a:pt x="5737366" y="4271981"/>
                  <a:pt x="5740690" y="4271236"/>
                  <a:pt x="5743468" y="4271236"/>
                </a:cubicBezTo>
                <a:cubicBezTo>
                  <a:pt x="5746048" y="4271236"/>
                  <a:pt x="5748107" y="4271881"/>
                  <a:pt x="5749644" y="4273171"/>
                </a:cubicBezTo>
                <a:cubicBezTo>
                  <a:pt x="5751182" y="4274461"/>
                  <a:pt x="5752324" y="4276892"/>
                  <a:pt x="5753067" y="4280464"/>
                </a:cubicBezTo>
                <a:cubicBezTo>
                  <a:pt x="5753811" y="4284036"/>
                  <a:pt x="5754183" y="4294007"/>
                  <a:pt x="5754183" y="4310378"/>
                </a:cubicBezTo>
                <a:lnTo>
                  <a:pt x="5754183" y="4360980"/>
                </a:lnTo>
                <a:cubicBezTo>
                  <a:pt x="5754183" y="4370902"/>
                  <a:pt x="5752968" y="4377624"/>
                  <a:pt x="5750537" y="4381146"/>
                </a:cubicBezTo>
                <a:cubicBezTo>
                  <a:pt x="5749322" y="4382907"/>
                  <a:pt x="5747544" y="4384228"/>
                  <a:pt x="5745199" y="4385108"/>
                </a:cubicBezTo>
                <a:lnTo>
                  <a:pt x="5741676" y="4385642"/>
                </a:lnTo>
                <a:lnTo>
                  <a:pt x="5733051" y="4384123"/>
                </a:lnTo>
                <a:cubicBezTo>
                  <a:pt x="5730371" y="4382585"/>
                  <a:pt x="5728536" y="4380724"/>
                  <a:pt x="5727543" y="4378541"/>
                </a:cubicBezTo>
                <a:cubicBezTo>
                  <a:pt x="5726255" y="4375366"/>
                  <a:pt x="5725609" y="4369512"/>
                  <a:pt x="5725609" y="4360980"/>
                </a:cubicBezTo>
                <a:lnTo>
                  <a:pt x="5725609" y="4302342"/>
                </a:lnTo>
                <a:cubicBezTo>
                  <a:pt x="5725609" y="4290038"/>
                  <a:pt x="5724517" y="4281009"/>
                  <a:pt x="5722335" y="4275255"/>
                </a:cubicBezTo>
                <a:cubicBezTo>
                  <a:pt x="5719061" y="4266821"/>
                  <a:pt x="5714620" y="4260744"/>
                  <a:pt x="5709015" y="4257023"/>
                </a:cubicBezTo>
                <a:cubicBezTo>
                  <a:pt x="5703409" y="4253303"/>
                  <a:pt x="5696984" y="4251442"/>
                  <a:pt x="5689741" y="4251442"/>
                </a:cubicBezTo>
                <a:cubicBezTo>
                  <a:pt x="5682300" y="4251442"/>
                  <a:pt x="5675058" y="4253303"/>
                  <a:pt x="5668013" y="4257023"/>
                </a:cubicBezTo>
                <a:cubicBezTo>
                  <a:pt x="5660968" y="4260744"/>
                  <a:pt x="5652336" y="4268558"/>
                  <a:pt x="5642116" y="4280464"/>
                </a:cubicBezTo>
                <a:cubicBezTo>
                  <a:pt x="5640034" y="4271038"/>
                  <a:pt x="5635915" y="4263845"/>
                  <a:pt x="5629764" y="4258884"/>
                </a:cubicBezTo>
                <a:cubicBezTo>
                  <a:pt x="5623612" y="4253923"/>
                  <a:pt x="5616270" y="4251442"/>
                  <a:pt x="5607737" y="4251442"/>
                </a:cubicBezTo>
                <a:cubicBezTo>
                  <a:pt x="5602676" y="4251442"/>
                  <a:pt x="5597567" y="4252484"/>
                  <a:pt x="5592407" y="4254568"/>
                </a:cubicBezTo>
                <a:cubicBezTo>
                  <a:pt x="5587249" y="4256651"/>
                  <a:pt x="5582436" y="4259578"/>
                  <a:pt x="5577971" y="4263349"/>
                </a:cubicBezTo>
                <a:cubicBezTo>
                  <a:pt x="5576185" y="4264837"/>
                  <a:pt x="5570332" y="4270542"/>
                  <a:pt x="5560410" y="4280464"/>
                </a:cubicBezTo>
                <a:lnTo>
                  <a:pt x="5560410" y="4251442"/>
                </a:lnTo>
                <a:close/>
                <a:moveTo>
                  <a:pt x="5205603" y="4251442"/>
                </a:moveTo>
                <a:cubicBezTo>
                  <a:pt x="5194293" y="4251442"/>
                  <a:pt x="5183577" y="4254394"/>
                  <a:pt x="5173457" y="4260298"/>
                </a:cubicBezTo>
                <a:cubicBezTo>
                  <a:pt x="5163336" y="4266201"/>
                  <a:pt x="5155176" y="4275329"/>
                  <a:pt x="5148974" y="4287682"/>
                </a:cubicBezTo>
                <a:cubicBezTo>
                  <a:pt x="5142773" y="4300035"/>
                  <a:pt x="5139673" y="4312462"/>
                  <a:pt x="5139673" y="4324963"/>
                </a:cubicBezTo>
                <a:cubicBezTo>
                  <a:pt x="5139673" y="4342128"/>
                  <a:pt x="5144783" y="4357606"/>
                  <a:pt x="5155002" y="4371398"/>
                </a:cubicBezTo>
                <a:cubicBezTo>
                  <a:pt x="5167107" y="4387769"/>
                  <a:pt x="5183428" y="4395954"/>
                  <a:pt x="5203967" y="4395954"/>
                </a:cubicBezTo>
                <a:cubicBezTo>
                  <a:pt x="5216567" y="4395954"/>
                  <a:pt x="5228003" y="4392779"/>
                  <a:pt x="5238271" y="4386429"/>
                </a:cubicBezTo>
                <a:cubicBezTo>
                  <a:pt x="5248540" y="4380079"/>
                  <a:pt x="5256602" y="4370654"/>
                  <a:pt x="5262456" y="4358152"/>
                </a:cubicBezTo>
                <a:cubicBezTo>
                  <a:pt x="5268310" y="4345650"/>
                  <a:pt x="5271238" y="4333298"/>
                  <a:pt x="5271238" y="4321094"/>
                </a:cubicBezTo>
                <a:cubicBezTo>
                  <a:pt x="5271238" y="4303731"/>
                  <a:pt x="5265929" y="4288352"/>
                  <a:pt x="5255312" y="4274957"/>
                </a:cubicBezTo>
                <a:cubicBezTo>
                  <a:pt x="5242810" y="4259280"/>
                  <a:pt x="5226242" y="4251442"/>
                  <a:pt x="5205603" y="4251442"/>
                </a:cubicBezTo>
                <a:close/>
                <a:moveTo>
                  <a:pt x="5071509" y="4251442"/>
                </a:moveTo>
                <a:cubicBezTo>
                  <a:pt x="5053650" y="4251442"/>
                  <a:pt x="5038345" y="4258140"/>
                  <a:pt x="5025596" y="4271534"/>
                </a:cubicBezTo>
                <a:cubicBezTo>
                  <a:pt x="5012846" y="4284929"/>
                  <a:pt x="5006471" y="4302342"/>
                  <a:pt x="5006471" y="4323773"/>
                </a:cubicBezTo>
                <a:cubicBezTo>
                  <a:pt x="5006471" y="4345898"/>
                  <a:pt x="5012226" y="4363460"/>
                  <a:pt x="5023736" y="4376458"/>
                </a:cubicBezTo>
                <a:cubicBezTo>
                  <a:pt x="5035245" y="4389455"/>
                  <a:pt x="5048739" y="4395954"/>
                  <a:pt x="5064217" y="4395954"/>
                </a:cubicBezTo>
                <a:cubicBezTo>
                  <a:pt x="5077214" y="4395954"/>
                  <a:pt x="5089071" y="4391117"/>
                  <a:pt x="5099787" y="4381444"/>
                </a:cubicBezTo>
                <a:cubicBezTo>
                  <a:pt x="5110503" y="4371770"/>
                  <a:pt x="5117697" y="4357953"/>
                  <a:pt x="5121367" y="4339995"/>
                </a:cubicBezTo>
                <a:lnTo>
                  <a:pt x="5117051" y="4337911"/>
                </a:lnTo>
                <a:cubicBezTo>
                  <a:pt x="5111892" y="4349917"/>
                  <a:pt x="5106583" y="4358202"/>
                  <a:pt x="5101126" y="4362766"/>
                </a:cubicBezTo>
                <a:cubicBezTo>
                  <a:pt x="5093387" y="4369413"/>
                  <a:pt x="5084656" y="4372737"/>
                  <a:pt x="5074932" y="4372737"/>
                </a:cubicBezTo>
                <a:cubicBezTo>
                  <a:pt x="5061340" y="4372737"/>
                  <a:pt x="5050549" y="4366511"/>
                  <a:pt x="5042562" y="4354059"/>
                </a:cubicBezTo>
                <a:cubicBezTo>
                  <a:pt x="5034576" y="4341607"/>
                  <a:pt x="5030582" y="4327245"/>
                  <a:pt x="5030582" y="4310974"/>
                </a:cubicBezTo>
                <a:cubicBezTo>
                  <a:pt x="5030582" y="4294999"/>
                  <a:pt x="5034600" y="4282150"/>
                  <a:pt x="5042637" y="4272427"/>
                </a:cubicBezTo>
                <a:cubicBezTo>
                  <a:pt x="5048689" y="4265085"/>
                  <a:pt x="5056676" y="4261414"/>
                  <a:pt x="5066598" y="4261414"/>
                </a:cubicBezTo>
                <a:cubicBezTo>
                  <a:pt x="5072749" y="4261414"/>
                  <a:pt x="5077562" y="4262902"/>
                  <a:pt x="5081035" y="4265879"/>
                </a:cubicBezTo>
                <a:cubicBezTo>
                  <a:pt x="5084507" y="4268954"/>
                  <a:pt x="5086516" y="4273419"/>
                  <a:pt x="5087062" y="4279273"/>
                </a:cubicBezTo>
                <a:cubicBezTo>
                  <a:pt x="5087608" y="4285127"/>
                  <a:pt x="5088724" y="4289096"/>
                  <a:pt x="5090412" y="4291179"/>
                </a:cubicBezTo>
                <a:cubicBezTo>
                  <a:pt x="5093387" y="4294950"/>
                  <a:pt x="5097802" y="4296835"/>
                  <a:pt x="5103656" y="4296835"/>
                </a:cubicBezTo>
                <a:cubicBezTo>
                  <a:pt x="5108023" y="4296835"/>
                  <a:pt x="5111420" y="4295669"/>
                  <a:pt x="5113851" y="4293337"/>
                </a:cubicBezTo>
                <a:cubicBezTo>
                  <a:pt x="5116282" y="4291006"/>
                  <a:pt x="5117498" y="4287955"/>
                  <a:pt x="5117498" y="4284184"/>
                </a:cubicBezTo>
                <a:cubicBezTo>
                  <a:pt x="5117498" y="4276545"/>
                  <a:pt x="5113181" y="4269178"/>
                  <a:pt x="5104549" y="4262084"/>
                </a:cubicBezTo>
                <a:cubicBezTo>
                  <a:pt x="5095917" y="4254989"/>
                  <a:pt x="5084904" y="4251442"/>
                  <a:pt x="5071509" y="4251442"/>
                </a:cubicBezTo>
                <a:close/>
                <a:moveTo>
                  <a:pt x="4657916" y="4251442"/>
                </a:moveTo>
                <a:lnTo>
                  <a:pt x="4616840" y="4268111"/>
                </a:lnTo>
                <a:lnTo>
                  <a:pt x="4619072" y="4273469"/>
                </a:lnTo>
                <a:cubicBezTo>
                  <a:pt x="4622941" y="4271981"/>
                  <a:pt x="4626265" y="4271236"/>
                  <a:pt x="4629043" y="4271236"/>
                </a:cubicBezTo>
                <a:cubicBezTo>
                  <a:pt x="4631623" y="4271236"/>
                  <a:pt x="4633682" y="4271881"/>
                  <a:pt x="4635219" y="4273171"/>
                </a:cubicBezTo>
                <a:cubicBezTo>
                  <a:pt x="4636758" y="4274461"/>
                  <a:pt x="4637898" y="4276892"/>
                  <a:pt x="4638643" y="4280464"/>
                </a:cubicBezTo>
                <a:cubicBezTo>
                  <a:pt x="4639387" y="4284036"/>
                  <a:pt x="4639759" y="4294007"/>
                  <a:pt x="4639759" y="4310378"/>
                </a:cubicBezTo>
                <a:lnTo>
                  <a:pt x="4639759" y="4360980"/>
                </a:lnTo>
                <a:cubicBezTo>
                  <a:pt x="4639759" y="4370902"/>
                  <a:pt x="4638545" y="4377624"/>
                  <a:pt x="4636112" y="4381146"/>
                </a:cubicBezTo>
                <a:cubicBezTo>
                  <a:pt x="4633682" y="4384668"/>
                  <a:pt x="4628993" y="4386429"/>
                  <a:pt x="4622048" y="4386429"/>
                </a:cubicBezTo>
                <a:lnTo>
                  <a:pt x="4619072" y="4386429"/>
                </a:lnTo>
                <a:lnTo>
                  <a:pt x="4619072" y="4391787"/>
                </a:lnTo>
                <a:lnTo>
                  <a:pt x="4686491" y="4391787"/>
                </a:lnTo>
                <a:lnTo>
                  <a:pt x="4686491" y="4386429"/>
                </a:lnTo>
                <a:cubicBezTo>
                  <a:pt x="4679049" y="4386429"/>
                  <a:pt x="4674114" y="4385760"/>
                  <a:pt x="4671683" y="4384420"/>
                </a:cubicBezTo>
                <a:cubicBezTo>
                  <a:pt x="4669253" y="4383081"/>
                  <a:pt x="4667342" y="4380972"/>
                  <a:pt x="4665952" y="4378095"/>
                </a:cubicBezTo>
                <a:cubicBezTo>
                  <a:pt x="4664863" y="4375912"/>
                  <a:pt x="4664316" y="4370207"/>
                  <a:pt x="4664316" y="4360980"/>
                </a:cubicBezTo>
                <a:lnTo>
                  <a:pt x="4664316" y="4289096"/>
                </a:lnTo>
                <a:cubicBezTo>
                  <a:pt x="4676023" y="4276197"/>
                  <a:pt x="4687781" y="4269748"/>
                  <a:pt x="4699588" y="4269748"/>
                </a:cubicBezTo>
                <a:cubicBezTo>
                  <a:pt x="4707228" y="4269748"/>
                  <a:pt x="4712661" y="4272551"/>
                  <a:pt x="4715885" y="4278157"/>
                </a:cubicBezTo>
                <a:cubicBezTo>
                  <a:pt x="4719109" y="4283763"/>
                  <a:pt x="4720722" y="4292767"/>
                  <a:pt x="4720722" y="4305169"/>
                </a:cubicBezTo>
                <a:lnTo>
                  <a:pt x="4720722" y="4360980"/>
                </a:lnTo>
                <a:cubicBezTo>
                  <a:pt x="4720722" y="4368818"/>
                  <a:pt x="4720523" y="4373481"/>
                  <a:pt x="4720126" y="4374970"/>
                </a:cubicBezTo>
                <a:cubicBezTo>
                  <a:pt x="4719134" y="4378740"/>
                  <a:pt x="4717373" y="4381592"/>
                  <a:pt x="4714844" y="4383527"/>
                </a:cubicBezTo>
                <a:cubicBezTo>
                  <a:pt x="4712313" y="4385462"/>
                  <a:pt x="4707873" y="4386429"/>
                  <a:pt x="4701523" y="4386429"/>
                </a:cubicBezTo>
                <a:lnTo>
                  <a:pt x="4698695" y="4386429"/>
                </a:lnTo>
                <a:lnTo>
                  <a:pt x="4698695" y="4391787"/>
                </a:lnTo>
                <a:lnTo>
                  <a:pt x="4766114" y="4391787"/>
                </a:lnTo>
                <a:lnTo>
                  <a:pt x="4766114" y="4386429"/>
                </a:lnTo>
                <a:cubicBezTo>
                  <a:pt x="4759565" y="4386429"/>
                  <a:pt x="4755076" y="4385735"/>
                  <a:pt x="4752646" y="4384346"/>
                </a:cubicBezTo>
                <a:cubicBezTo>
                  <a:pt x="4750214" y="4382957"/>
                  <a:pt x="4748453" y="4381022"/>
                  <a:pt x="4747362" y="4378541"/>
                </a:cubicBezTo>
                <a:cubicBezTo>
                  <a:pt x="4745973" y="4375466"/>
                  <a:pt x="4745279" y="4369612"/>
                  <a:pt x="4745279" y="4360980"/>
                </a:cubicBezTo>
                <a:lnTo>
                  <a:pt x="4745279" y="4302788"/>
                </a:lnTo>
                <a:cubicBezTo>
                  <a:pt x="4745279" y="4290485"/>
                  <a:pt x="4744187" y="4281357"/>
                  <a:pt x="4742004" y="4275404"/>
                </a:cubicBezTo>
                <a:cubicBezTo>
                  <a:pt x="4738829" y="4266871"/>
                  <a:pt x="4734563" y="4260744"/>
                  <a:pt x="4729204" y="4257023"/>
                </a:cubicBezTo>
                <a:cubicBezTo>
                  <a:pt x="4723847" y="4253303"/>
                  <a:pt x="4717448" y="4251442"/>
                  <a:pt x="4710006" y="4251442"/>
                </a:cubicBezTo>
                <a:cubicBezTo>
                  <a:pt x="4695521" y="4251442"/>
                  <a:pt x="4680290" y="4261067"/>
                  <a:pt x="4664316" y="4280315"/>
                </a:cubicBezTo>
                <a:lnTo>
                  <a:pt x="4664316" y="4251442"/>
                </a:lnTo>
                <a:close/>
                <a:moveTo>
                  <a:pt x="4547634" y="4251442"/>
                </a:moveTo>
                <a:cubicBezTo>
                  <a:pt x="4531859" y="4251442"/>
                  <a:pt x="4519605" y="4255014"/>
                  <a:pt x="4510873" y="4262158"/>
                </a:cubicBezTo>
                <a:cubicBezTo>
                  <a:pt x="4502142" y="4269302"/>
                  <a:pt x="4497778" y="4277140"/>
                  <a:pt x="4497778" y="4285673"/>
                </a:cubicBezTo>
                <a:cubicBezTo>
                  <a:pt x="4497778" y="4290138"/>
                  <a:pt x="4498944" y="4293660"/>
                  <a:pt x="4501274" y="4296240"/>
                </a:cubicBezTo>
                <a:cubicBezTo>
                  <a:pt x="4503606" y="4298819"/>
                  <a:pt x="4506607" y="4300109"/>
                  <a:pt x="4510278" y="4300109"/>
                </a:cubicBezTo>
                <a:cubicBezTo>
                  <a:pt x="4514049" y="4300109"/>
                  <a:pt x="4517101" y="4298869"/>
                  <a:pt x="4519431" y="4296388"/>
                </a:cubicBezTo>
                <a:cubicBezTo>
                  <a:pt x="4521763" y="4293908"/>
                  <a:pt x="4522929" y="4290386"/>
                  <a:pt x="4522929" y="4285822"/>
                </a:cubicBezTo>
                <a:lnTo>
                  <a:pt x="4522631" y="4277190"/>
                </a:lnTo>
                <a:cubicBezTo>
                  <a:pt x="4522631" y="4272824"/>
                  <a:pt x="4524516" y="4268954"/>
                  <a:pt x="4528286" y="4265581"/>
                </a:cubicBezTo>
                <a:cubicBezTo>
                  <a:pt x="4531958" y="4262207"/>
                  <a:pt x="4536919" y="4260521"/>
                  <a:pt x="4543170" y="4260521"/>
                </a:cubicBezTo>
                <a:cubicBezTo>
                  <a:pt x="4551404" y="4260521"/>
                  <a:pt x="4557680" y="4263051"/>
                  <a:pt x="4561996" y="4268111"/>
                </a:cubicBezTo>
                <a:cubicBezTo>
                  <a:pt x="4566312" y="4273171"/>
                  <a:pt x="4568471" y="4282498"/>
                  <a:pt x="4568471" y="4296091"/>
                </a:cubicBezTo>
                <a:lnTo>
                  <a:pt x="4568471" y="4301449"/>
                </a:lnTo>
                <a:cubicBezTo>
                  <a:pt x="4545055" y="4309981"/>
                  <a:pt x="4528311" y="4317224"/>
                  <a:pt x="4518241" y="4323177"/>
                </a:cubicBezTo>
                <a:cubicBezTo>
                  <a:pt x="4508171" y="4329131"/>
                  <a:pt x="4501101" y="4335480"/>
                  <a:pt x="4497033" y="4342227"/>
                </a:cubicBezTo>
                <a:cubicBezTo>
                  <a:pt x="4494056" y="4347089"/>
                  <a:pt x="4492568" y="4352844"/>
                  <a:pt x="4492568" y="4359491"/>
                </a:cubicBezTo>
                <a:cubicBezTo>
                  <a:pt x="4492568" y="4370009"/>
                  <a:pt x="4495619" y="4378492"/>
                  <a:pt x="4501721" y="4384941"/>
                </a:cubicBezTo>
                <a:cubicBezTo>
                  <a:pt x="4507824" y="4391390"/>
                  <a:pt x="4515586" y="4394615"/>
                  <a:pt x="4525012" y="4394615"/>
                </a:cubicBezTo>
                <a:cubicBezTo>
                  <a:pt x="4531065" y="4394615"/>
                  <a:pt x="4536770" y="4393375"/>
                  <a:pt x="4542127" y="4390894"/>
                </a:cubicBezTo>
                <a:cubicBezTo>
                  <a:pt x="4545699" y="4389207"/>
                  <a:pt x="4554480" y="4382957"/>
                  <a:pt x="4568471" y="4372142"/>
                </a:cubicBezTo>
                <a:cubicBezTo>
                  <a:pt x="4568569" y="4380278"/>
                  <a:pt x="4570059" y="4386032"/>
                  <a:pt x="4572935" y="4389406"/>
                </a:cubicBezTo>
                <a:cubicBezTo>
                  <a:pt x="4575814" y="4392779"/>
                  <a:pt x="4579682" y="4394466"/>
                  <a:pt x="4584543" y="4394466"/>
                </a:cubicBezTo>
                <a:cubicBezTo>
                  <a:pt x="4594664" y="4394466"/>
                  <a:pt x="4605282" y="4387025"/>
                  <a:pt x="4616393" y="4372142"/>
                </a:cubicBezTo>
                <a:lnTo>
                  <a:pt x="4616393" y="4363807"/>
                </a:lnTo>
                <a:cubicBezTo>
                  <a:pt x="4610440" y="4369761"/>
                  <a:pt x="4606421" y="4373382"/>
                  <a:pt x="4604338" y="4374672"/>
                </a:cubicBezTo>
                <a:cubicBezTo>
                  <a:pt x="4603147" y="4375366"/>
                  <a:pt x="4601758" y="4375714"/>
                  <a:pt x="4600171" y="4375714"/>
                </a:cubicBezTo>
                <a:cubicBezTo>
                  <a:pt x="4598682" y="4375714"/>
                  <a:pt x="4597368" y="4375218"/>
                  <a:pt x="4596226" y="4374225"/>
                </a:cubicBezTo>
                <a:cubicBezTo>
                  <a:pt x="4595086" y="4373233"/>
                  <a:pt x="4594267" y="4371274"/>
                  <a:pt x="4593772" y="4368347"/>
                </a:cubicBezTo>
                <a:cubicBezTo>
                  <a:pt x="4593275" y="4365420"/>
                  <a:pt x="4593027" y="4357457"/>
                  <a:pt x="4593027" y="4344460"/>
                </a:cubicBezTo>
                <a:lnTo>
                  <a:pt x="4593027" y="4298174"/>
                </a:lnTo>
                <a:cubicBezTo>
                  <a:pt x="4593027" y="4284978"/>
                  <a:pt x="4592134" y="4276247"/>
                  <a:pt x="4590349" y="4271981"/>
                </a:cubicBezTo>
                <a:cubicBezTo>
                  <a:pt x="4587571" y="4265432"/>
                  <a:pt x="4583254" y="4260620"/>
                  <a:pt x="4577400" y="4257544"/>
                </a:cubicBezTo>
                <a:cubicBezTo>
                  <a:pt x="4569661" y="4253476"/>
                  <a:pt x="4559739" y="4251442"/>
                  <a:pt x="4547634" y="4251442"/>
                </a:cubicBezTo>
                <a:close/>
                <a:moveTo>
                  <a:pt x="4172440" y="4251442"/>
                </a:moveTo>
                <a:lnTo>
                  <a:pt x="4131215" y="4268111"/>
                </a:lnTo>
                <a:lnTo>
                  <a:pt x="4132703" y="4273469"/>
                </a:lnTo>
                <a:cubicBezTo>
                  <a:pt x="4136573" y="4271981"/>
                  <a:pt x="4140045" y="4271236"/>
                  <a:pt x="4143121" y="4271236"/>
                </a:cubicBezTo>
                <a:cubicBezTo>
                  <a:pt x="4145701" y="4271236"/>
                  <a:pt x="4147859" y="4271931"/>
                  <a:pt x="4149595" y="4273320"/>
                </a:cubicBezTo>
                <a:cubicBezTo>
                  <a:pt x="4151331" y="4274709"/>
                  <a:pt x="4152522" y="4276917"/>
                  <a:pt x="4153167" y="4279943"/>
                </a:cubicBezTo>
                <a:cubicBezTo>
                  <a:pt x="4153812" y="4282969"/>
                  <a:pt x="4154134" y="4292420"/>
                  <a:pt x="4154134" y="4308295"/>
                </a:cubicBezTo>
                <a:lnTo>
                  <a:pt x="4154134" y="4361129"/>
                </a:lnTo>
                <a:cubicBezTo>
                  <a:pt x="4154134" y="4369066"/>
                  <a:pt x="4153887" y="4373878"/>
                  <a:pt x="4153390" y="4375565"/>
                </a:cubicBezTo>
                <a:cubicBezTo>
                  <a:pt x="4152398" y="4379037"/>
                  <a:pt x="4150661" y="4381568"/>
                  <a:pt x="4148181" y="4383155"/>
                </a:cubicBezTo>
                <a:cubicBezTo>
                  <a:pt x="4144808" y="4385338"/>
                  <a:pt x="4139648" y="4386429"/>
                  <a:pt x="4132703" y="4386429"/>
                </a:cubicBezTo>
                <a:lnTo>
                  <a:pt x="4132703" y="4391787"/>
                </a:lnTo>
                <a:lnTo>
                  <a:pt x="4202502" y="4391787"/>
                </a:lnTo>
                <a:lnTo>
                  <a:pt x="4202502" y="4386429"/>
                </a:lnTo>
                <a:cubicBezTo>
                  <a:pt x="4196351" y="4386429"/>
                  <a:pt x="4191638" y="4385536"/>
                  <a:pt x="4188364" y="4383750"/>
                </a:cubicBezTo>
                <a:cubicBezTo>
                  <a:pt x="4185090" y="4381964"/>
                  <a:pt x="4182808" y="4379732"/>
                  <a:pt x="4181518" y="4377053"/>
                </a:cubicBezTo>
                <a:cubicBezTo>
                  <a:pt x="4179634" y="4373184"/>
                  <a:pt x="4178690" y="4367478"/>
                  <a:pt x="4178690" y="4359938"/>
                </a:cubicBezTo>
                <a:lnTo>
                  <a:pt x="4178690" y="4294602"/>
                </a:lnTo>
                <a:cubicBezTo>
                  <a:pt x="4183453" y="4285276"/>
                  <a:pt x="4188067" y="4278579"/>
                  <a:pt x="4192532" y="4274511"/>
                </a:cubicBezTo>
                <a:cubicBezTo>
                  <a:pt x="4194614" y="4272526"/>
                  <a:pt x="4196549" y="4271534"/>
                  <a:pt x="4198334" y="4271534"/>
                </a:cubicBezTo>
                <a:cubicBezTo>
                  <a:pt x="4200418" y="4271534"/>
                  <a:pt x="4203619" y="4273246"/>
                  <a:pt x="4207934" y="4276669"/>
                </a:cubicBezTo>
                <a:cubicBezTo>
                  <a:pt x="4212250" y="4280092"/>
                  <a:pt x="4216144" y="4281803"/>
                  <a:pt x="4219617" y="4281803"/>
                </a:cubicBezTo>
                <a:cubicBezTo>
                  <a:pt x="4223189" y="4281803"/>
                  <a:pt x="4226264" y="4280464"/>
                  <a:pt x="4228844" y="4277785"/>
                </a:cubicBezTo>
                <a:cubicBezTo>
                  <a:pt x="4231425" y="4275106"/>
                  <a:pt x="4232715" y="4271832"/>
                  <a:pt x="4232715" y="4267962"/>
                </a:cubicBezTo>
                <a:cubicBezTo>
                  <a:pt x="4232715" y="4263596"/>
                  <a:pt x="4230928" y="4259752"/>
                  <a:pt x="4227356" y="4256428"/>
                </a:cubicBezTo>
                <a:cubicBezTo>
                  <a:pt x="4223784" y="4253104"/>
                  <a:pt x="4219270" y="4251442"/>
                  <a:pt x="4213814" y="4251442"/>
                </a:cubicBezTo>
                <a:cubicBezTo>
                  <a:pt x="4201807" y="4251442"/>
                  <a:pt x="4190101" y="4261662"/>
                  <a:pt x="4178690" y="4282101"/>
                </a:cubicBezTo>
                <a:lnTo>
                  <a:pt x="4178690" y="4251442"/>
                </a:lnTo>
                <a:close/>
                <a:moveTo>
                  <a:pt x="3943542" y="4251442"/>
                </a:moveTo>
                <a:lnTo>
                  <a:pt x="3902466" y="4268111"/>
                </a:lnTo>
                <a:lnTo>
                  <a:pt x="3904698" y="4273469"/>
                </a:lnTo>
                <a:cubicBezTo>
                  <a:pt x="3908568" y="4271981"/>
                  <a:pt x="3911891" y="4271236"/>
                  <a:pt x="3914670" y="4271236"/>
                </a:cubicBezTo>
                <a:cubicBezTo>
                  <a:pt x="3917250" y="4271236"/>
                  <a:pt x="3919308" y="4271881"/>
                  <a:pt x="3920846" y="4273171"/>
                </a:cubicBezTo>
                <a:cubicBezTo>
                  <a:pt x="3922384" y="4274461"/>
                  <a:pt x="3923525" y="4276892"/>
                  <a:pt x="3924269" y="4280464"/>
                </a:cubicBezTo>
                <a:cubicBezTo>
                  <a:pt x="3925013" y="4284036"/>
                  <a:pt x="3925385" y="4294007"/>
                  <a:pt x="3925385" y="4310378"/>
                </a:cubicBezTo>
                <a:lnTo>
                  <a:pt x="3925385" y="4360980"/>
                </a:lnTo>
                <a:cubicBezTo>
                  <a:pt x="3925385" y="4370902"/>
                  <a:pt x="3924170" y="4377624"/>
                  <a:pt x="3921739" y="4381146"/>
                </a:cubicBezTo>
                <a:cubicBezTo>
                  <a:pt x="3919308" y="4384668"/>
                  <a:pt x="3914620" y="4386429"/>
                  <a:pt x="3907675" y="4386429"/>
                </a:cubicBezTo>
                <a:lnTo>
                  <a:pt x="3904698" y="4386429"/>
                </a:lnTo>
                <a:lnTo>
                  <a:pt x="3904698" y="4391787"/>
                </a:lnTo>
                <a:lnTo>
                  <a:pt x="3972117" y="4391787"/>
                </a:lnTo>
                <a:lnTo>
                  <a:pt x="3972117" y="4386429"/>
                </a:lnTo>
                <a:cubicBezTo>
                  <a:pt x="3964676" y="4386429"/>
                  <a:pt x="3959739" y="4385760"/>
                  <a:pt x="3957309" y="4384420"/>
                </a:cubicBezTo>
                <a:cubicBezTo>
                  <a:pt x="3954878" y="4383081"/>
                  <a:pt x="3952968" y="4380972"/>
                  <a:pt x="3951579" y="4378095"/>
                </a:cubicBezTo>
                <a:cubicBezTo>
                  <a:pt x="3950487" y="4375912"/>
                  <a:pt x="3949942" y="4370207"/>
                  <a:pt x="3949942" y="4360980"/>
                </a:cubicBezTo>
                <a:lnTo>
                  <a:pt x="3949942" y="4289096"/>
                </a:lnTo>
                <a:cubicBezTo>
                  <a:pt x="3961650" y="4276197"/>
                  <a:pt x="3973407" y="4269748"/>
                  <a:pt x="3985214" y="4269748"/>
                </a:cubicBezTo>
                <a:cubicBezTo>
                  <a:pt x="3992854" y="4269748"/>
                  <a:pt x="3998287" y="4272551"/>
                  <a:pt x="4001511" y="4278157"/>
                </a:cubicBezTo>
                <a:cubicBezTo>
                  <a:pt x="4004736" y="4283763"/>
                  <a:pt x="4006348" y="4292767"/>
                  <a:pt x="4006348" y="4305169"/>
                </a:cubicBezTo>
                <a:lnTo>
                  <a:pt x="4006348" y="4360980"/>
                </a:lnTo>
                <a:cubicBezTo>
                  <a:pt x="4006348" y="4368818"/>
                  <a:pt x="4006149" y="4373481"/>
                  <a:pt x="4005752" y="4374970"/>
                </a:cubicBezTo>
                <a:cubicBezTo>
                  <a:pt x="4004760" y="4378740"/>
                  <a:pt x="4002999" y="4381592"/>
                  <a:pt x="4000469" y="4383527"/>
                </a:cubicBezTo>
                <a:cubicBezTo>
                  <a:pt x="3997939" y="4385462"/>
                  <a:pt x="3993498" y="4386429"/>
                  <a:pt x="3987149" y="4386429"/>
                </a:cubicBezTo>
                <a:lnTo>
                  <a:pt x="3984321" y="4386429"/>
                </a:lnTo>
                <a:lnTo>
                  <a:pt x="3984321" y="4391787"/>
                </a:lnTo>
                <a:lnTo>
                  <a:pt x="4051740" y="4391787"/>
                </a:lnTo>
                <a:lnTo>
                  <a:pt x="4051740" y="4386429"/>
                </a:lnTo>
                <a:cubicBezTo>
                  <a:pt x="4045192" y="4386429"/>
                  <a:pt x="4040703" y="4385735"/>
                  <a:pt x="4038271" y="4384346"/>
                </a:cubicBezTo>
                <a:cubicBezTo>
                  <a:pt x="4035840" y="4382957"/>
                  <a:pt x="4034080" y="4381022"/>
                  <a:pt x="4032988" y="4378541"/>
                </a:cubicBezTo>
                <a:cubicBezTo>
                  <a:pt x="4031599" y="4375466"/>
                  <a:pt x="4030905" y="4369612"/>
                  <a:pt x="4030905" y="4360980"/>
                </a:cubicBezTo>
                <a:lnTo>
                  <a:pt x="4030905" y="4302788"/>
                </a:lnTo>
                <a:cubicBezTo>
                  <a:pt x="4030905" y="4290485"/>
                  <a:pt x="4029813" y="4281357"/>
                  <a:pt x="4027630" y="4275404"/>
                </a:cubicBezTo>
                <a:cubicBezTo>
                  <a:pt x="4024455" y="4266871"/>
                  <a:pt x="4020189" y="4260744"/>
                  <a:pt x="4014831" y="4257023"/>
                </a:cubicBezTo>
                <a:cubicBezTo>
                  <a:pt x="4009473" y="4253303"/>
                  <a:pt x="4003073" y="4251442"/>
                  <a:pt x="3995633" y="4251442"/>
                </a:cubicBezTo>
                <a:cubicBezTo>
                  <a:pt x="3981147" y="4251442"/>
                  <a:pt x="3965916" y="4261067"/>
                  <a:pt x="3949942" y="4280315"/>
                </a:cubicBezTo>
                <a:lnTo>
                  <a:pt x="3949942" y="4251442"/>
                </a:lnTo>
                <a:close/>
                <a:moveTo>
                  <a:pt x="3681605" y="4251442"/>
                </a:moveTo>
                <a:cubicBezTo>
                  <a:pt x="3670294" y="4251442"/>
                  <a:pt x="3659578" y="4254394"/>
                  <a:pt x="3649458" y="4260298"/>
                </a:cubicBezTo>
                <a:cubicBezTo>
                  <a:pt x="3639337" y="4266201"/>
                  <a:pt x="3631177" y="4275329"/>
                  <a:pt x="3624976" y="4287682"/>
                </a:cubicBezTo>
                <a:cubicBezTo>
                  <a:pt x="3618775" y="4300035"/>
                  <a:pt x="3615674" y="4312462"/>
                  <a:pt x="3615674" y="4324963"/>
                </a:cubicBezTo>
                <a:cubicBezTo>
                  <a:pt x="3615674" y="4342128"/>
                  <a:pt x="3620784" y="4357606"/>
                  <a:pt x="3631003" y="4371398"/>
                </a:cubicBezTo>
                <a:cubicBezTo>
                  <a:pt x="3643108" y="4387769"/>
                  <a:pt x="3659429" y="4395954"/>
                  <a:pt x="3679967" y="4395954"/>
                </a:cubicBezTo>
                <a:cubicBezTo>
                  <a:pt x="3692568" y="4395954"/>
                  <a:pt x="3704004" y="4392779"/>
                  <a:pt x="3714272" y="4386429"/>
                </a:cubicBezTo>
                <a:cubicBezTo>
                  <a:pt x="3724542" y="4380079"/>
                  <a:pt x="3732603" y="4370654"/>
                  <a:pt x="3738457" y="4358152"/>
                </a:cubicBezTo>
                <a:cubicBezTo>
                  <a:pt x="3744311" y="4345650"/>
                  <a:pt x="3747238" y="4333298"/>
                  <a:pt x="3747238" y="4321094"/>
                </a:cubicBezTo>
                <a:cubicBezTo>
                  <a:pt x="3747238" y="4303731"/>
                  <a:pt x="3741930" y="4288352"/>
                  <a:pt x="3731314" y="4274957"/>
                </a:cubicBezTo>
                <a:cubicBezTo>
                  <a:pt x="3718812" y="4259280"/>
                  <a:pt x="3702242" y="4251442"/>
                  <a:pt x="3681605" y="4251442"/>
                </a:cubicBezTo>
                <a:close/>
                <a:moveTo>
                  <a:pt x="3547511" y="4251442"/>
                </a:moveTo>
                <a:cubicBezTo>
                  <a:pt x="3529652" y="4251442"/>
                  <a:pt x="3514347" y="4258140"/>
                  <a:pt x="3501598" y="4271534"/>
                </a:cubicBezTo>
                <a:cubicBezTo>
                  <a:pt x="3488848" y="4284929"/>
                  <a:pt x="3482473" y="4302342"/>
                  <a:pt x="3482473" y="4323773"/>
                </a:cubicBezTo>
                <a:cubicBezTo>
                  <a:pt x="3482473" y="4345898"/>
                  <a:pt x="3488228" y="4363460"/>
                  <a:pt x="3499736" y="4376458"/>
                </a:cubicBezTo>
                <a:cubicBezTo>
                  <a:pt x="3511246" y="4389455"/>
                  <a:pt x="3524740" y="4395954"/>
                  <a:pt x="3540218" y="4395954"/>
                </a:cubicBezTo>
                <a:cubicBezTo>
                  <a:pt x="3553216" y="4395954"/>
                  <a:pt x="3565073" y="4391117"/>
                  <a:pt x="3575788" y="4381444"/>
                </a:cubicBezTo>
                <a:cubicBezTo>
                  <a:pt x="3586504" y="4371770"/>
                  <a:pt x="3593698" y="4357953"/>
                  <a:pt x="3597368" y="4339995"/>
                </a:cubicBezTo>
                <a:lnTo>
                  <a:pt x="3593052" y="4337911"/>
                </a:lnTo>
                <a:cubicBezTo>
                  <a:pt x="3587892" y="4349917"/>
                  <a:pt x="3582585" y="4358202"/>
                  <a:pt x="3577127" y="4362766"/>
                </a:cubicBezTo>
                <a:cubicBezTo>
                  <a:pt x="3569388" y="4369413"/>
                  <a:pt x="3560658" y="4372737"/>
                  <a:pt x="3550934" y="4372737"/>
                </a:cubicBezTo>
                <a:cubicBezTo>
                  <a:pt x="3537341" y="4372737"/>
                  <a:pt x="3526550" y="4366511"/>
                  <a:pt x="3518564" y="4354059"/>
                </a:cubicBezTo>
                <a:cubicBezTo>
                  <a:pt x="3510577" y="4341607"/>
                  <a:pt x="3506583" y="4327245"/>
                  <a:pt x="3506583" y="4310974"/>
                </a:cubicBezTo>
                <a:cubicBezTo>
                  <a:pt x="3506583" y="4294999"/>
                  <a:pt x="3510602" y="4282150"/>
                  <a:pt x="3518638" y="4272427"/>
                </a:cubicBezTo>
                <a:cubicBezTo>
                  <a:pt x="3524690" y="4265085"/>
                  <a:pt x="3532678" y="4261414"/>
                  <a:pt x="3542599" y="4261414"/>
                </a:cubicBezTo>
                <a:cubicBezTo>
                  <a:pt x="3548751" y="4261414"/>
                  <a:pt x="3553563" y="4262902"/>
                  <a:pt x="3557036" y="4265879"/>
                </a:cubicBezTo>
                <a:cubicBezTo>
                  <a:pt x="3560508" y="4268954"/>
                  <a:pt x="3562518" y="4273419"/>
                  <a:pt x="3563063" y="4279273"/>
                </a:cubicBezTo>
                <a:cubicBezTo>
                  <a:pt x="3563609" y="4285127"/>
                  <a:pt x="3564725" y="4289096"/>
                  <a:pt x="3566412" y="4291179"/>
                </a:cubicBezTo>
                <a:cubicBezTo>
                  <a:pt x="3569388" y="4294950"/>
                  <a:pt x="3573804" y="4296835"/>
                  <a:pt x="3579657" y="4296835"/>
                </a:cubicBezTo>
                <a:cubicBezTo>
                  <a:pt x="3584023" y="4296835"/>
                  <a:pt x="3587421" y="4295669"/>
                  <a:pt x="3589852" y="4293337"/>
                </a:cubicBezTo>
                <a:cubicBezTo>
                  <a:pt x="3592283" y="4291006"/>
                  <a:pt x="3593499" y="4287955"/>
                  <a:pt x="3593499" y="4284184"/>
                </a:cubicBezTo>
                <a:cubicBezTo>
                  <a:pt x="3593499" y="4276545"/>
                  <a:pt x="3589183" y="4269178"/>
                  <a:pt x="3580550" y="4262084"/>
                </a:cubicBezTo>
                <a:cubicBezTo>
                  <a:pt x="3571918" y="4254989"/>
                  <a:pt x="3560905" y="4251442"/>
                  <a:pt x="3547511" y="4251442"/>
                </a:cubicBezTo>
                <a:close/>
                <a:moveTo>
                  <a:pt x="3328436" y="4251442"/>
                </a:moveTo>
                <a:cubicBezTo>
                  <a:pt x="3312660" y="4251442"/>
                  <a:pt x="3300406" y="4255014"/>
                  <a:pt x="3291676" y="4262158"/>
                </a:cubicBezTo>
                <a:cubicBezTo>
                  <a:pt x="3282944" y="4269302"/>
                  <a:pt x="3278578" y="4277140"/>
                  <a:pt x="3278578" y="4285673"/>
                </a:cubicBezTo>
                <a:cubicBezTo>
                  <a:pt x="3278578" y="4290138"/>
                  <a:pt x="3279744" y="4293660"/>
                  <a:pt x="3282076" y="4296240"/>
                </a:cubicBezTo>
                <a:cubicBezTo>
                  <a:pt x="3284407" y="4298819"/>
                  <a:pt x="3287409" y="4300109"/>
                  <a:pt x="3291080" y="4300109"/>
                </a:cubicBezTo>
                <a:cubicBezTo>
                  <a:pt x="3294850" y="4300109"/>
                  <a:pt x="3297902" y="4298869"/>
                  <a:pt x="3300232" y="4296388"/>
                </a:cubicBezTo>
                <a:cubicBezTo>
                  <a:pt x="3302564" y="4293908"/>
                  <a:pt x="3303730" y="4290386"/>
                  <a:pt x="3303730" y="4285822"/>
                </a:cubicBezTo>
                <a:lnTo>
                  <a:pt x="3303433" y="4277190"/>
                </a:lnTo>
                <a:cubicBezTo>
                  <a:pt x="3303433" y="4272824"/>
                  <a:pt x="3305318" y="4268954"/>
                  <a:pt x="3309088" y="4265581"/>
                </a:cubicBezTo>
                <a:cubicBezTo>
                  <a:pt x="3312759" y="4262207"/>
                  <a:pt x="3317720" y="4260521"/>
                  <a:pt x="3323970" y="4260521"/>
                </a:cubicBezTo>
                <a:cubicBezTo>
                  <a:pt x="3332206" y="4260521"/>
                  <a:pt x="3338481" y="4263051"/>
                  <a:pt x="3342797" y="4268111"/>
                </a:cubicBezTo>
                <a:cubicBezTo>
                  <a:pt x="3347114" y="4273171"/>
                  <a:pt x="3349271" y="4282498"/>
                  <a:pt x="3349271" y="4296091"/>
                </a:cubicBezTo>
                <a:lnTo>
                  <a:pt x="3349271" y="4301449"/>
                </a:lnTo>
                <a:cubicBezTo>
                  <a:pt x="3325856" y="4309981"/>
                  <a:pt x="3309113" y="4317224"/>
                  <a:pt x="3299042" y="4323177"/>
                </a:cubicBezTo>
                <a:cubicBezTo>
                  <a:pt x="3288972" y="4329131"/>
                  <a:pt x="3281902" y="4335480"/>
                  <a:pt x="3277834" y="4342227"/>
                </a:cubicBezTo>
                <a:cubicBezTo>
                  <a:pt x="3274858" y="4347089"/>
                  <a:pt x="3273369" y="4352844"/>
                  <a:pt x="3273369" y="4359491"/>
                </a:cubicBezTo>
                <a:cubicBezTo>
                  <a:pt x="3273369" y="4370009"/>
                  <a:pt x="3276420" y="4378492"/>
                  <a:pt x="3282522" y="4384941"/>
                </a:cubicBezTo>
                <a:cubicBezTo>
                  <a:pt x="3288624" y="4391390"/>
                  <a:pt x="3296388" y="4394615"/>
                  <a:pt x="3305814" y="4394615"/>
                </a:cubicBezTo>
                <a:cubicBezTo>
                  <a:pt x="3311866" y="4394615"/>
                  <a:pt x="3317571" y="4393375"/>
                  <a:pt x="3322929" y="4390894"/>
                </a:cubicBezTo>
                <a:cubicBezTo>
                  <a:pt x="3326501" y="4389207"/>
                  <a:pt x="3335282" y="4382957"/>
                  <a:pt x="3349271" y="4372142"/>
                </a:cubicBezTo>
                <a:cubicBezTo>
                  <a:pt x="3349370" y="4380278"/>
                  <a:pt x="3350859" y="4386032"/>
                  <a:pt x="3353736" y="4389406"/>
                </a:cubicBezTo>
                <a:cubicBezTo>
                  <a:pt x="3356614" y="4392779"/>
                  <a:pt x="3360483" y="4394466"/>
                  <a:pt x="3365345" y="4394466"/>
                </a:cubicBezTo>
                <a:cubicBezTo>
                  <a:pt x="3375466" y="4394466"/>
                  <a:pt x="3386082" y="4387025"/>
                  <a:pt x="3397194" y="4372142"/>
                </a:cubicBezTo>
                <a:lnTo>
                  <a:pt x="3397194" y="4363807"/>
                </a:lnTo>
                <a:cubicBezTo>
                  <a:pt x="3391241" y="4369761"/>
                  <a:pt x="3387223" y="4373382"/>
                  <a:pt x="3385140" y="4374672"/>
                </a:cubicBezTo>
                <a:cubicBezTo>
                  <a:pt x="3383949" y="4375366"/>
                  <a:pt x="3382560" y="4375714"/>
                  <a:pt x="3380972" y="4375714"/>
                </a:cubicBezTo>
                <a:cubicBezTo>
                  <a:pt x="3379484" y="4375714"/>
                  <a:pt x="3378169" y="4375218"/>
                  <a:pt x="3377028" y="4374225"/>
                </a:cubicBezTo>
                <a:cubicBezTo>
                  <a:pt x="3375887" y="4373233"/>
                  <a:pt x="3375069" y="4371274"/>
                  <a:pt x="3374573" y="4368347"/>
                </a:cubicBezTo>
                <a:cubicBezTo>
                  <a:pt x="3374076" y="4365420"/>
                  <a:pt x="3373828" y="4357457"/>
                  <a:pt x="3373828" y="4344460"/>
                </a:cubicBezTo>
                <a:lnTo>
                  <a:pt x="3373828" y="4298174"/>
                </a:lnTo>
                <a:cubicBezTo>
                  <a:pt x="3373828" y="4284978"/>
                  <a:pt x="3372935" y="4276247"/>
                  <a:pt x="3371149" y="4271981"/>
                </a:cubicBezTo>
                <a:cubicBezTo>
                  <a:pt x="3368371" y="4265432"/>
                  <a:pt x="3364056" y="4260620"/>
                  <a:pt x="3358201" y="4257544"/>
                </a:cubicBezTo>
                <a:cubicBezTo>
                  <a:pt x="3350462" y="4253476"/>
                  <a:pt x="3340541" y="4251442"/>
                  <a:pt x="3328436" y="4251442"/>
                </a:cubicBezTo>
                <a:close/>
                <a:moveTo>
                  <a:pt x="2981517" y="4251442"/>
                </a:moveTo>
                <a:lnTo>
                  <a:pt x="2940441" y="4268111"/>
                </a:lnTo>
                <a:lnTo>
                  <a:pt x="2942673" y="4273469"/>
                </a:lnTo>
                <a:cubicBezTo>
                  <a:pt x="2946543" y="4271981"/>
                  <a:pt x="2949866" y="4271236"/>
                  <a:pt x="2952645" y="4271236"/>
                </a:cubicBezTo>
                <a:cubicBezTo>
                  <a:pt x="2955224" y="4271236"/>
                  <a:pt x="2957283" y="4271881"/>
                  <a:pt x="2958821" y="4273171"/>
                </a:cubicBezTo>
                <a:cubicBezTo>
                  <a:pt x="2960359" y="4274461"/>
                  <a:pt x="2961500" y="4276892"/>
                  <a:pt x="2962244" y="4280464"/>
                </a:cubicBezTo>
                <a:cubicBezTo>
                  <a:pt x="2962988" y="4284036"/>
                  <a:pt x="2963360" y="4294007"/>
                  <a:pt x="2963360" y="4310378"/>
                </a:cubicBezTo>
                <a:lnTo>
                  <a:pt x="2963360" y="4360980"/>
                </a:lnTo>
                <a:cubicBezTo>
                  <a:pt x="2963360" y="4370902"/>
                  <a:pt x="2962145" y="4377624"/>
                  <a:pt x="2959714" y="4381146"/>
                </a:cubicBezTo>
                <a:cubicBezTo>
                  <a:pt x="2957283" y="4384668"/>
                  <a:pt x="2952595" y="4386429"/>
                  <a:pt x="2945649" y="4386429"/>
                </a:cubicBezTo>
                <a:lnTo>
                  <a:pt x="2942673" y="4386429"/>
                </a:lnTo>
                <a:lnTo>
                  <a:pt x="2942673" y="4391787"/>
                </a:lnTo>
                <a:lnTo>
                  <a:pt x="3010092" y="4391787"/>
                </a:lnTo>
                <a:lnTo>
                  <a:pt x="3010092" y="4386429"/>
                </a:lnTo>
                <a:cubicBezTo>
                  <a:pt x="3002651" y="4386429"/>
                  <a:pt x="2997715" y="4385760"/>
                  <a:pt x="2995284" y="4384420"/>
                </a:cubicBezTo>
                <a:cubicBezTo>
                  <a:pt x="2992853" y="4383081"/>
                  <a:pt x="2990943" y="4380972"/>
                  <a:pt x="2989554" y="4378095"/>
                </a:cubicBezTo>
                <a:cubicBezTo>
                  <a:pt x="2988462" y="4375912"/>
                  <a:pt x="2987917" y="4370207"/>
                  <a:pt x="2987917" y="4360980"/>
                </a:cubicBezTo>
                <a:lnTo>
                  <a:pt x="2987917" y="4289096"/>
                </a:lnTo>
                <a:cubicBezTo>
                  <a:pt x="2999625" y="4276197"/>
                  <a:pt x="3011382" y="4269748"/>
                  <a:pt x="3023189" y="4269748"/>
                </a:cubicBezTo>
                <a:cubicBezTo>
                  <a:pt x="3030829" y="4269748"/>
                  <a:pt x="3036261" y="4272551"/>
                  <a:pt x="3039486" y="4278157"/>
                </a:cubicBezTo>
                <a:cubicBezTo>
                  <a:pt x="3042711" y="4283763"/>
                  <a:pt x="3044322" y="4292767"/>
                  <a:pt x="3044322" y="4305169"/>
                </a:cubicBezTo>
                <a:lnTo>
                  <a:pt x="3044322" y="4360980"/>
                </a:lnTo>
                <a:cubicBezTo>
                  <a:pt x="3044322" y="4368818"/>
                  <a:pt x="3044124" y="4373481"/>
                  <a:pt x="3043727" y="4374970"/>
                </a:cubicBezTo>
                <a:cubicBezTo>
                  <a:pt x="3042735" y="4378740"/>
                  <a:pt x="3040974" y="4381592"/>
                  <a:pt x="3038444" y="4383527"/>
                </a:cubicBezTo>
                <a:cubicBezTo>
                  <a:pt x="3035914" y="4385462"/>
                  <a:pt x="3031474" y="4386429"/>
                  <a:pt x="3025124" y="4386429"/>
                </a:cubicBezTo>
                <a:lnTo>
                  <a:pt x="3022296" y="4386429"/>
                </a:lnTo>
                <a:lnTo>
                  <a:pt x="3022296" y="4391787"/>
                </a:lnTo>
                <a:lnTo>
                  <a:pt x="3089715" y="4391787"/>
                </a:lnTo>
                <a:lnTo>
                  <a:pt x="3089715" y="4386429"/>
                </a:lnTo>
                <a:cubicBezTo>
                  <a:pt x="3083167" y="4386429"/>
                  <a:pt x="3078677" y="4385735"/>
                  <a:pt x="3076246" y="4384346"/>
                </a:cubicBezTo>
                <a:cubicBezTo>
                  <a:pt x="3073815" y="4382957"/>
                  <a:pt x="3072054" y="4381022"/>
                  <a:pt x="3070963" y="4378541"/>
                </a:cubicBezTo>
                <a:cubicBezTo>
                  <a:pt x="3069574" y="4375466"/>
                  <a:pt x="3068879" y="4369612"/>
                  <a:pt x="3068879" y="4360980"/>
                </a:cubicBezTo>
                <a:lnTo>
                  <a:pt x="3068879" y="4302788"/>
                </a:lnTo>
                <a:cubicBezTo>
                  <a:pt x="3068879" y="4290485"/>
                  <a:pt x="3067788" y="4281357"/>
                  <a:pt x="3065605" y="4275404"/>
                </a:cubicBezTo>
                <a:cubicBezTo>
                  <a:pt x="3062430" y="4266871"/>
                  <a:pt x="3058164" y="4260744"/>
                  <a:pt x="3052806" y="4257023"/>
                </a:cubicBezTo>
                <a:cubicBezTo>
                  <a:pt x="3047448" y="4253303"/>
                  <a:pt x="3041048" y="4251442"/>
                  <a:pt x="3033607" y="4251442"/>
                </a:cubicBezTo>
                <a:cubicBezTo>
                  <a:pt x="3019122" y="4251442"/>
                  <a:pt x="3003891" y="4261067"/>
                  <a:pt x="2987917" y="4280315"/>
                </a:cubicBezTo>
                <a:lnTo>
                  <a:pt x="2987917" y="4251442"/>
                </a:lnTo>
                <a:close/>
                <a:moveTo>
                  <a:pt x="2756787" y="4251442"/>
                </a:moveTo>
                <a:cubicBezTo>
                  <a:pt x="2744583" y="4251442"/>
                  <a:pt x="2734637" y="4255213"/>
                  <a:pt x="2726947" y="4262753"/>
                </a:cubicBezTo>
                <a:cubicBezTo>
                  <a:pt x="2719258" y="4270294"/>
                  <a:pt x="2715412" y="4279670"/>
                  <a:pt x="2715412" y="4290882"/>
                </a:cubicBezTo>
                <a:cubicBezTo>
                  <a:pt x="2715412" y="4299514"/>
                  <a:pt x="2717645" y="4306658"/>
                  <a:pt x="2722110" y="4312313"/>
                </a:cubicBezTo>
                <a:cubicBezTo>
                  <a:pt x="2726575" y="4318068"/>
                  <a:pt x="2736000" y="4324517"/>
                  <a:pt x="2750387" y="4331661"/>
                </a:cubicBezTo>
                <a:cubicBezTo>
                  <a:pt x="2764774" y="4338804"/>
                  <a:pt x="2774374" y="4344708"/>
                  <a:pt x="2779186" y="4349371"/>
                </a:cubicBezTo>
                <a:cubicBezTo>
                  <a:pt x="2783997" y="4354034"/>
                  <a:pt x="2786404" y="4359789"/>
                  <a:pt x="2786404" y="4366635"/>
                </a:cubicBezTo>
                <a:cubicBezTo>
                  <a:pt x="2786404" y="4372291"/>
                  <a:pt x="2784245" y="4377128"/>
                  <a:pt x="2779929" y="4381146"/>
                </a:cubicBezTo>
                <a:cubicBezTo>
                  <a:pt x="2775614" y="4385164"/>
                  <a:pt x="2770032" y="4387173"/>
                  <a:pt x="2763186" y="4387173"/>
                </a:cubicBezTo>
                <a:cubicBezTo>
                  <a:pt x="2753463" y="4387173"/>
                  <a:pt x="2744682" y="4383651"/>
                  <a:pt x="2736844" y="4376607"/>
                </a:cubicBezTo>
                <a:cubicBezTo>
                  <a:pt x="2729005" y="4369562"/>
                  <a:pt x="2723697" y="4359095"/>
                  <a:pt x="2720919" y="4345204"/>
                </a:cubicBezTo>
                <a:lnTo>
                  <a:pt x="2716008" y="4345204"/>
                </a:lnTo>
                <a:lnTo>
                  <a:pt x="2716008" y="4393871"/>
                </a:lnTo>
                <a:lnTo>
                  <a:pt x="2720919" y="4393871"/>
                </a:lnTo>
                <a:cubicBezTo>
                  <a:pt x="2722209" y="4391291"/>
                  <a:pt x="2723995" y="4390001"/>
                  <a:pt x="2726277" y="4390001"/>
                </a:cubicBezTo>
                <a:cubicBezTo>
                  <a:pt x="2728360" y="4390001"/>
                  <a:pt x="2731040" y="4390497"/>
                  <a:pt x="2734314" y="4391489"/>
                </a:cubicBezTo>
                <a:cubicBezTo>
                  <a:pt x="2745029" y="4394466"/>
                  <a:pt x="2754554" y="4395954"/>
                  <a:pt x="2762888" y="4395954"/>
                </a:cubicBezTo>
                <a:cubicBezTo>
                  <a:pt x="2774497" y="4395954"/>
                  <a:pt x="2784990" y="4392159"/>
                  <a:pt x="2794365" y="4384569"/>
                </a:cubicBezTo>
                <a:cubicBezTo>
                  <a:pt x="2803742" y="4376979"/>
                  <a:pt x="2808430" y="4366982"/>
                  <a:pt x="2808430" y="4354580"/>
                </a:cubicBezTo>
                <a:cubicBezTo>
                  <a:pt x="2808430" y="4338507"/>
                  <a:pt x="2798360" y="4325559"/>
                  <a:pt x="2778218" y="4315736"/>
                </a:cubicBezTo>
                <a:lnTo>
                  <a:pt x="2756489" y="4305169"/>
                </a:lnTo>
                <a:cubicBezTo>
                  <a:pt x="2747063" y="4300605"/>
                  <a:pt x="2740813" y="4296289"/>
                  <a:pt x="2737737" y="4292221"/>
                </a:cubicBezTo>
                <a:cubicBezTo>
                  <a:pt x="2734562" y="4288252"/>
                  <a:pt x="2732974" y="4283490"/>
                  <a:pt x="2732974" y="4277934"/>
                </a:cubicBezTo>
                <a:cubicBezTo>
                  <a:pt x="2732974" y="4273469"/>
                  <a:pt x="2735107" y="4269401"/>
                  <a:pt x="2739374" y="4265730"/>
                </a:cubicBezTo>
                <a:cubicBezTo>
                  <a:pt x="2743641" y="4262059"/>
                  <a:pt x="2749246" y="4260223"/>
                  <a:pt x="2756192" y="4260223"/>
                </a:cubicBezTo>
                <a:cubicBezTo>
                  <a:pt x="2765319" y="4260223"/>
                  <a:pt x="2772835" y="4262852"/>
                  <a:pt x="2778739" y="4268111"/>
                </a:cubicBezTo>
                <a:cubicBezTo>
                  <a:pt x="2784642" y="4273370"/>
                  <a:pt x="2789479" y="4283292"/>
                  <a:pt x="2793250" y="4297877"/>
                </a:cubicBezTo>
                <a:lnTo>
                  <a:pt x="2798161" y="4297877"/>
                </a:lnTo>
                <a:lnTo>
                  <a:pt x="2798161" y="4251442"/>
                </a:lnTo>
                <a:lnTo>
                  <a:pt x="2793250" y="4251442"/>
                </a:lnTo>
                <a:cubicBezTo>
                  <a:pt x="2792059" y="4253824"/>
                  <a:pt x="2791017" y="4255361"/>
                  <a:pt x="2790124" y="4256056"/>
                </a:cubicBezTo>
                <a:cubicBezTo>
                  <a:pt x="2789232" y="4256750"/>
                  <a:pt x="2787991" y="4257098"/>
                  <a:pt x="2786404" y="4257098"/>
                </a:cubicBezTo>
                <a:cubicBezTo>
                  <a:pt x="2784717" y="4257098"/>
                  <a:pt x="2781344" y="4256354"/>
                  <a:pt x="2776284" y="4254865"/>
                </a:cubicBezTo>
                <a:cubicBezTo>
                  <a:pt x="2768644" y="4252583"/>
                  <a:pt x="2762145" y="4251442"/>
                  <a:pt x="2756787" y="4251442"/>
                </a:cubicBezTo>
                <a:close/>
                <a:moveTo>
                  <a:pt x="2505565" y="4251442"/>
                </a:moveTo>
                <a:lnTo>
                  <a:pt x="2464339" y="4268111"/>
                </a:lnTo>
                <a:lnTo>
                  <a:pt x="2465828" y="4273469"/>
                </a:lnTo>
                <a:cubicBezTo>
                  <a:pt x="2469697" y="4271981"/>
                  <a:pt x="2473170" y="4271236"/>
                  <a:pt x="2476246" y="4271236"/>
                </a:cubicBezTo>
                <a:cubicBezTo>
                  <a:pt x="2478826" y="4271236"/>
                  <a:pt x="2480983" y="4271931"/>
                  <a:pt x="2482720" y="4273320"/>
                </a:cubicBezTo>
                <a:cubicBezTo>
                  <a:pt x="2484456" y="4274709"/>
                  <a:pt x="2485647" y="4276917"/>
                  <a:pt x="2486291" y="4279943"/>
                </a:cubicBezTo>
                <a:cubicBezTo>
                  <a:pt x="2486937" y="4282969"/>
                  <a:pt x="2487259" y="4292420"/>
                  <a:pt x="2487259" y="4308295"/>
                </a:cubicBezTo>
                <a:lnTo>
                  <a:pt x="2487259" y="4361129"/>
                </a:lnTo>
                <a:cubicBezTo>
                  <a:pt x="2487259" y="4369066"/>
                  <a:pt x="2487011" y="4373878"/>
                  <a:pt x="2486515" y="4375565"/>
                </a:cubicBezTo>
                <a:cubicBezTo>
                  <a:pt x="2485522" y="4379037"/>
                  <a:pt x="2483786" y="4381568"/>
                  <a:pt x="2481306" y="4383155"/>
                </a:cubicBezTo>
                <a:cubicBezTo>
                  <a:pt x="2477933" y="4385338"/>
                  <a:pt x="2472773" y="4386429"/>
                  <a:pt x="2465828" y="4386429"/>
                </a:cubicBezTo>
                <a:lnTo>
                  <a:pt x="2465828" y="4391787"/>
                </a:lnTo>
                <a:lnTo>
                  <a:pt x="2535628" y="4391787"/>
                </a:lnTo>
                <a:lnTo>
                  <a:pt x="2535628" y="4386429"/>
                </a:lnTo>
                <a:cubicBezTo>
                  <a:pt x="2529477" y="4386429"/>
                  <a:pt x="2524764" y="4385536"/>
                  <a:pt x="2521490" y="4383750"/>
                </a:cubicBezTo>
                <a:cubicBezTo>
                  <a:pt x="2518215" y="4381964"/>
                  <a:pt x="2515933" y="4379732"/>
                  <a:pt x="2514643" y="4377053"/>
                </a:cubicBezTo>
                <a:cubicBezTo>
                  <a:pt x="2512758" y="4373184"/>
                  <a:pt x="2511816" y="4367478"/>
                  <a:pt x="2511816" y="4359938"/>
                </a:cubicBezTo>
                <a:lnTo>
                  <a:pt x="2511816" y="4294602"/>
                </a:lnTo>
                <a:cubicBezTo>
                  <a:pt x="2516578" y="4285276"/>
                  <a:pt x="2521192" y="4278579"/>
                  <a:pt x="2525656" y="4274511"/>
                </a:cubicBezTo>
                <a:cubicBezTo>
                  <a:pt x="2527740" y="4272526"/>
                  <a:pt x="2529675" y="4271534"/>
                  <a:pt x="2531461" y="4271534"/>
                </a:cubicBezTo>
                <a:cubicBezTo>
                  <a:pt x="2533545" y="4271534"/>
                  <a:pt x="2536744" y="4273246"/>
                  <a:pt x="2541061" y="4276669"/>
                </a:cubicBezTo>
                <a:cubicBezTo>
                  <a:pt x="2545377" y="4280092"/>
                  <a:pt x="2549271" y="4281803"/>
                  <a:pt x="2552744" y="4281803"/>
                </a:cubicBezTo>
                <a:cubicBezTo>
                  <a:pt x="2556315" y="4281803"/>
                  <a:pt x="2559391" y="4280464"/>
                  <a:pt x="2561971" y="4277785"/>
                </a:cubicBezTo>
                <a:cubicBezTo>
                  <a:pt x="2564551" y="4275106"/>
                  <a:pt x="2565840" y="4271832"/>
                  <a:pt x="2565840" y="4267962"/>
                </a:cubicBezTo>
                <a:cubicBezTo>
                  <a:pt x="2565840" y="4263596"/>
                  <a:pt x="2564054" y="4259752"/>
                  <a:pt x="2560483" y="4256428"/>
                </a:cubicBezTo>
                <a:cubicBezTo>
                  <a:pt x="2556910" y="4253104"/>
                  <a:pt x="2552396" y="4251442"/>
                  <a:pt x="2546939" y="4251442"/>
                </a:cubicBezTo>
                <a:cubicBezTo>
                  <a:pt x="2534934" y="4251442"/>
                  <a:pt x="2523226" y="4261662"/>
                  <a:pt x="2511816" y="4282101"/>
                </a:cubicBezTo>
                <a:lnTo>
                  <a:pt x="2511816" y="4251442"/>
                </a:lnTo>
                <a:close/>
                <a:moveTo>
                  <a:pt x="2400939" y="4251442"/>
                </a:moveTo>
                <a:cubicBezTo>
                  <a:pt x="2393101" y="4251442"/>
                  <a:pt x="2385635" y="4253848"/>
                  <a:pt x="2378540" y="4258660"/>
                </a:cubicBezTo>
                <a:cubicBezTo>
                  <a:pt x="2371446" y="4263473"/>
                  <a:pt x="2364376" y="4271881"/>
                  <a:pt x="2357331" y="4283887"/>
                </a:cubicBezTo>
                <a:lnTo>
                  <a:pt x="2357331" y="4252038"/>
                </a:lnTo>
                <a:lnTo>
                  <a:pt x="2351676" y="4252038"/>
                </a:lnTo>
                <a:lnTo>
                  <a:pt x="2309706" y="4269004"/>
                </a:lnTo>
                <a:lnTo>
                  <a:pt x="2311493" y="4273767"/>
                </a:lnTo>
                <a:cubicBezTo>
                  <a:pt x="2315164" y="4272377"/>
                  <a:pt x="2318190" y="4271683"/>
                  <a:pt x="2320571" y="4271683"/>
                </a:cubicBezTo>
                <a:cubicBezTo>
                  <a:pt x="2323548" y="4271683"/>
                  <a:pt x="2325904" y="4272278"/>
                  <a:pt x="2327641" y="4273469"/>
                </a:cubicBezTo>
                <a:cubicBezTo>
                  <a:pt x="2329377" y="4274659"/>
                  <a:pt x="2330642" y="4276445"/>
                  <a:pt x="2331436" y="4278827"/>
                </a:cubicBezTo>
                <a:cubicBezTo>
                  <a:pt x="2332230" y="4281208"/>
                  <a:pt x="2332627" y="4286814"/>
                  <a:pt x="2332627" y="4295644"/>
                </a:cubicBezTo>
                <a:lnTo>
                  <a:pt x="2332627" y="4424529"/>
                </a:lnTo>
                <a:cubicBezTo>
                  <a:pt x="2332627" y="4434451"/>
                  <a:pt x="2332106" y="4440627"/>
                  <a:pt x="2331064" y="4443058"/>
                </a:cubicBezTo>
                <a:cubicBezTo>
                  <a:pt x="2330022" y="4445489"/>
                  <a:pt x="2328559" y="4447250"/>
                  <a:pt x="2326673" y="4448342"/>
                </a:cubicBezTo>
                <a:cubicBezTo>
                  <a:pt x="2322804" y="4450525"/>
                  <a:pt x="2318141" y="4451566"/>
                  <a:pt x="2312683" y="4451467"/>
                </a:cubicBezTo>
                <a:lnTo>
                  <a:pt x="2308963" y="4451467"/>
                </a:lnTo>
                <a:lnTo>
                  <a:pt x="2308963" y="4456974"/>
                </a:lnTo>
                <a:lnTo>
                  <a:pt x="2380400" y="4456974"/>
                </a:lnTo>
                <a:lnTo>
                  <a:pt x="2380400" y="4451467"/>
                </a:lnTo>
                <a:cubicBezTo>
                  <a:pt x="2372959" y="4451467"/>
                  <a:pt x="2367824" y="4450723"/>
                  <a:pt x="2364997" y="4449235"/>
                </a:cubicBezTo>
                <a:cubicBezTo>
                  <a:pt x="2362169" y="4447747"/>
                  <a:pt x="2360184" y="4445737"/>
                  <a:pt x="2359044" y="4443207"/>
                </a:cubicBezTo>
                <a:cubicBezTo>
                  <a:pt x="2357903" y="4440677"/>
                  <a:pt x="2357331" y="4434749"/>
                  <a:pt x="2357331" y="4425422"/>
                </a:cubicBezTo>
                <a:lnTo>
                  <a:pt x="2357331" y="4383899"/>
                </a:lnTo>
                <a:cubicBezTo>
                  <a:pt x="2362293" y="4388364"/>
                  <a:pt x="2366758" y="4391341"/>
                  <a:pt x="2370727" y="4392829"/>
                </a:cubicBezTo>
                <a:cubicBezTo>
                  <a:pt x="2376084" y="4394913"/>
                  <a:pt x="2382434" y="4395954"/>
                  <a:pt x="2389777" y="4395954"/>
                </a:cubicBezTo>
                <a:cubicBezTo>
                  <a:pt x="2406644" y="4395954"/>
                  <a:pt x="2420634" y="4389654"/>
                  <a:pt x="2431746" y="4377053"/>
                </a:cubicBezTo>
                <a:cubicBezTo>
                  <a:pt x="2445240" y="4361674"/>
                  <a:pt x="2451987" y="4342227"/>
                  <a:pt x="2451987" y="4318713"/>
                </a:cubicBezTo>
                <a:cubicBezTo>
                  <a:pt x="2451987" y="4297678"/>
                  <a:pt x="2446381" y="4280613"/>
                  <a:pt x="2435169" y="4267516"/>
                </a:cubicBezTo>
                <a:cubicBezTo>
                  <a:pt x="2426041" y="4256800"/>
                  <a:pt x="2414631" y="4251442"/>
                  <a:pt x="2400939" y="4251442"/>
                </a:cubicBezTo>
                <a:close/>
                <a:moveTo>
                  <a:pt x="2115040" y="4251442"/>
                </a:moveTo>
                <a:lnTo>
                  <a:pt x="2073814" y="4268111"/>
                </a:lnTo>
                <a:lnTo>
                  <a:pt x="2075302" y="4273469"/>
                </a:lnTo>
                <a:cubicBezTo>
                  <a:pt x="2079172" y="4271981"/>
                  <a:pt x="2082644" y="4271236"/>
                  <a:pt x="2085720" y="4271236"/>
                </a:cubicBezTo>
                <a:cubicBezTo>
                  <a:pt x="2088300" y="4271236"/>
                  <a:pt x="2090458" y="4271931"/>
                  <a:pt x="2092194" y="4273320"/>
                </a:cubicBezTo>
                <a:cubicBezTo>
                  <a:pt x="2093931" y="4274709"/>
                  <a:pt x="2095121" y="4276917"/>
                  <a:pt x="2095766" y="4279943"/>
                </a:cubicBezTo>
                <a:cubicBezTo>
                  <a:pt x="2096411" y="4282969"/>
                  <a:pt x="2096734" y="4292420"/>
                  <a:pt x="2096734" y="4308295"/>
                </a:cubicBezTo>
                <a:lnTo>
                  <a:pt x="2096734" y="4361129"/>
                </a:lnTo>
                <a:cubicBezTo>
                  <a:pt x="2096734" y="4369066"/>
                  <a:pt x="2096486" y="4373878"/>
                  <a:pt x="2095989" y="4375565"/>
                </a:cubicBezTo>
                <a:cubicBezTo>
                  <a:pt x="2094997" y="4379037"/>
                  <a:pt x="2093261" y="4381568"/>
                  <a:pt x="2090780" y="4383155"/>
                </a:cubicBezTo>
                <a:cubicBezTo>
                  <a:pt x="2087407" y="4385338"/>
                  <a:pt x="2082248" y="4386429"/>
                  <a:pt x="2075302" y="4386429"/>
                </a:cubicBezTo>
                <a:lnTo>
                  <a:pt x="2075302" y="4391787"/>
                </a:lnTo>
                <a:lnTo>
                  <a:pt x="2145103" y="4391787"/>
                </a:lnTo>
                <a:lnTo>
                  <a:pt x="2145103" y="4386429"/>
                </a:lnTo>
                <a:cubicBezTo>
                  <a:pt x="2138951" y="4386429"/>
                  <a:pt x="2134239" y="4385536"/>
                  <a:pt x="2130964" y="4383750"/>
                </a:cubicBezTo>
                <a:cubicBezTo>
                  <a:pt x="2127690" y="4381964"/>
                  <a:pt x="2125408" y="4379732"/>
                  <a:pt x="2124119" y="4377053"/>
                </a:cubicBezTo>
                <a:cubicBezTo>
                  <a:pt x="2122233" y="4373184"/>
                  <a:pt x="2121290" y="4367478"/>
                  <a:pt x="2121290" y="4359938"/>
                </a:cubicBezTo>
                <a:lnTo>
                  <a:pt x="2121290" y="4294602"/>
                </a:lnTo>
                <a:cubicBezTo>
                  <a:pt x="2126053" y="4285276"/>
                  <a:pt x="2130667" y="4278579"/>
                  <a:pt x="2135131" y="4274511"/>
                </a:cubicBezTo>
                <a:cubicBezTo>
                  <a:pt x="2137215" y="4272526"/>
                  <a:pt x="2139150" y="4271534"/>
                  <a:pt x="2140936" y="4271534"/>
                </a:cubicBezTo>
                <a:cubicBezTo>
                  <a:pt x="2143019" y="4271534"/>
                  <a:pt x="2146219" y="4273246"/>
                  <a:pt x="2150536" y="4276669"/>
                </a:cubicBezTo>
                <a:cubicBezTo>
                  <a:pt x="2154852" y="4280092"/>
                  <a:pt x="2158746" y="4281803"/>
                  <a:pt x="2162219" y="4281803"/>
                </a:cubicBezTo>
                <a:cubicBezTo>
                  <a:pt x="2165790" y="4281803"/>
                  <a:pt x="2168866" y="4280464"/>
                  <a:pt x="2171445" y="4277785"/>
                </a:cubicBezTo>
                <a:cubicBezTo>
                  <a:pt x="2174025" y="4275106"/>
                  <a:pt x="2175315" y="4271832"/>
                  <a:pt x="2175315" y="4267962"/>
                </a:cubicBezTo>
                <a:cubicBezTo>
                  <a:pt x="2175315" y="4263596"/>
                  <a:pt x="2173529" y="4259752"/>
                  <a:pt x="2169957" y="4256428"/>
                </a:cubicBezTo>
                <a:cubicBezTo>
                  <a:pt x="2166385" y="4253104"/>
                  <a:pt x="2161871" y="4251442"/>
                  <a:pt x="2156414" y="4251442"/>
                </a:cubicBezTo>
                <a:cubicBezTo>
                  <a:pt x="2144408" y="4251442"/>
                  <a:pt x="2132701" y="4261662"/>
                  <a:pt x="2121290" y="4282101"/>
                </a:cubicBezTo>
                <a:lnTo>
                  <a:pt x="2121290" y="4251442"/>
                </a:lnTo>
                <a:close/>
                <a:moveTo>
                  <a:pt x="1937636" y="4251442"/>
                </a:moveTo>
                <a:cubicBezTo>
                  <a:pt x="1925433" y="4251442"/>
                  <a:pt x="1915486" y="4255213"/>
                  <a:pt x="1907796" y="4262753"/>
                </a:cubicBezTo>
                <a:cubicBezTo>
                  <a:pt x="1900107" y="4270294"/>
                  <a:pt x="1896262" y="4279670"/>
                  <a:pt x="1896262" y="4290882"/>
                </a:cubicBezTo>
                <a:cubicBezTo>
                  <a:pt x="1896262" y="4299514"/>
                  <a:pt x="1898495" y="4306658"/>
                  <a:pt x="1902959" y="4312313"/>
                </a:cubicBezTo>
                <a:cubicBezTo>
                  <a:pt x="1907424" y="4318068"/>
                  <a:pt x="1916850" y="4324517"/>
                  <a:pt x="1931237" y="4331661"/>
                </a:cubicBezTo>
                <a:cubicBezTo>
                  <a:pt x="1945623" y="4338804"/>
                  <a:pt x="1955223" y="4344708"/>
                  <a:pt x="1960035" y="4349371"/>
                </a:cubicBezTo>
                <a:cubicBezTo>
                  <a:pt x="1964847" y="4354034"/>
                  <a:pt x="1967253" y="4359789"/>
                  <a:pt x="1967253" y="4366635"/>
                </a:cubicBezTo>
                <a:cubicBezTo>
                  <a:pt x="1967253" y="4372291"/>
                  <a:pt x="1965095" y="4377128"/>
                  <a:pt x="1960779" y="4381146"/>
                </a:cubicBezTo>
                <a:cubicBezTo>
                  <a:pt x="1956463" y="4385164"/>
                  <a:pt x="1950882" y="4387173"/>
                  <a:pt x="1944036" y="4387173"/>
                </a:cubicBezTo>
                <a:cubicBezTo>
                  <a:pt x="1934313" y="4387173"/>
                  <a:pt x="1925532" y="4383651"/>
                  <a:pt x="1917693" y="4376607"/>
                </a:cubicBezTo>
                <a:cubicBezTo>
                  <a:pt x="1909855" y="4369562"/>
                  <a:pt x="1904547" y="4359095"/>
                  <a:pt x="1901769" y="4345204"/>
                </a:cubicBezTo>
                <a:lnTo>
                  <a:pt x="1896858" y="4345204"/>
                </a:lnTo>
                <a:lnTo>
                  <a:pt x="1896858" y="4393871"/>
                </a:lnTo>
                <a:lnTo>
                  <a:pt x="1901769" y="4393871"/>
                </a:lnTo>
                <a:cubicBezTo>
                  <a:pt x="1903058" y="4391291"/>
                  <a:pt x="1904845" y="4390001"/>
                  <a:pt x="1907127" y="4390001"/>
                </a:cubicBezTo>
                <a:cubicBezTo>
                  <a:pt x="1909210" y="4390001"/>
                  <a:pt x="1911889" y="4390497"/>
                  <a:pt x="1915163" y="4391489"/>
                </a:cubicBezTo>
                <a:cubicBezTo>
                  <a:pt x="1925879" y="4394466"/>
                  <a:pt x="1935404" y="4395954"/>
                  <a:pt x="1943738" y="4395954"/>
                </a:cubicBezTo>
                <a:cubicBezTo>
                  <a:pt x="1955347" y="4395954"/>
                  <a:pt x="1965839" y="4392159"/>
                  <a:pt x="1975215" y="4384569"/>
                </a:cubicBezTo>
                <a:cubicBezTo>
                  <a:pt x="1984591" y="4376979"/>
                  <a:pt x="1989280" y="4366982"/>
                  <a:pt x="1989280" y="4354580"/>
                </a:cubicBezTo>
                <a:cubicBezTo>
                  <a:pt x="1989280" y="4338507"/>
                  <a:pt x="1979209" y="4325559"/>
                  <a:pt x="1959068" y="4315736"/>
                </a:cubicBezTo>
                <a:lnTo>
                  <a:pt x="1937339" y="4305169"/>
                </a:lnTo>
                <a:cubicBezTo>
                  <a:pt x="1927913" y="4300605"/>
                  <a:pt x="1921662" y="4296289"/>
                  <a:pt x="1918586" y="4292221"/>
                </a:cubicBezTo>
                <a:cubicBezTo>
                  <a:pt x="1915411" y="4288252"/>
                  <a:pt x="1913824" y="4283490"/>
                  <a:pt x="1913824" y="4277934"/>
                </a:cubicBezTo>
                <a:cubicBezTo>
                  <a:pt x="1913824" y="4273469"/>
                  <a:pt x="1915957" y="4269401"/>
                  <a:pt x="1920223" y="4265730"/>
                </a:cubicBezTo>
                <a:cubicBezTo>
                  <a:pt x="1924490" y="4262059"/>
                  <a:pt x="1930096" y="4260223"/>
                  <a:pt x="1937041" y="4260223"/>
                </a:cubicBezTo>
                <a:cubicBezTo>
                  <a:pt x="1946169" y="4260223"/>
                  <a:pt x="1953685" y="4262852"/>
                  <a:pt x="1959588" y="4268111"/>
                </a:cubicBezTo>
                <a:cubicBezTo>
                  <a:pt x="1965492" y="4273370"/>
                  <a:pt x="1970329" y="4283292"/>
                  <a:pt x="1974099" y="4297877"/>
                </a:cubicBezTo>
                <a:lnTo>
                  <a:pt x="1979010" y="4297877"/>
                </a:lnTo>
                <a:lnTo>
                  <a:pt x="1979010" y="4251442"/>
                </a:lnTo>
                <a:lnTo>
                  <a:pt x="1974099" y="4251442"/>
                </a:lnTo>
                <a:cubicBezTo>
                  <a:pt x="1972909" y="4253824"/>
                  <a:pt x="1971867" y="4255361"/>
                  <a:pt x="1970974" y="4256056"/>
                </a:cubicBezTo>
                <a:cubicBezTo>
                  <a:pt x="1970081" y="4256750"/>
                  <a:pt x="1968840" y="4257098"/>
                  <a:pt x="1967253" y="4257098"/>
                </a:cubicBezTo>
                <a:cubicBezTo>
                  <a:pt x="1965566" y="4257098"/>
                  <a:pt x="1962193" y="4256354"/>
                  <a:pt x="1957133" y="4254865"/>
                </a:cubicBezTo>
                <a:cubicBezTo>
                  <a:pt x="1949493" y="4252583"/>
                  <a:pt x="1942994" y="4251442"/>
                  <a:pt x="1937636" y="4251442"/>
                </a:cubicBezTo>
                <a:close/>
                <a:moveTo>
                  <a:pt x="1586104" y="4251442"/>
                </a:moveTo>
                <a:cubicBezTo>
                  <a:pt x="1574793" y="4251442"/>
                  <a:pt x="1564078" y="4254394"/>
                  <a:pt x="1553957" y="4260298"/>
                </a:cubicBezTo>
                <a:cubicBezTo>
                  <a:pt x="1543837" y="4266201"/>
                  <a:pt x="1535676" y="4275329"/>
                  <a:pt x="1529475" y="4287682"/>
                </a:cubicBezTo>
                <a:cubicBezTo>
                  <a:pt x="1523274" y="4300035"/>
                  <a:pt x="1520173" y="4312462"/>
                  <a:pt x="1520173" y="4324963"/>
                </a:cubicBezTo>
                <a:cubicBezTo>
                  <a:pt x="1520173" y="4342128"/>
                  <a:pt x="1525283" y="4357606"/>
                  <a:pt x="1535503" y="4371398"/>
                </a:cubicBezTo>
                <a:cubicBezTo>
                  <a:pt x="1547607" y="4387769"/>
                  <a:pt x="1563929" y="4395954"/>
                  <a:pt x="1584467" y="4395954"/>
                </a:cubicBezTo>
                <a:cubicBezTo>
                  <a:pt x="1597068" y="4395954"/>
                  <a:pt x="1608503" y="4392779"/>
                  <a:pt x="1618772" y="4386429"/>
                </a:cubicBezTo>
                <a:cubicBezTo>
                  <a:pt x="1629041" y="4380079"/>
                  <a:pt x="1637103" y="4370654"/>
                  <a:pt x="1642957" y="4358152"/>
                </a:cubicBezTo>
                <a:cubicBezTo>
                  <a:pt x="1648810" y="4345650"/>
                  <a:pt x="1651737" y="4333298"/>
                  <a:pt x="1651737" y="4321094"/>
                </a:cubicBezTo>
                <a:cubicBezTo>
                  <a:pt x="1651737" y="4303731"/>
                  <a:pt x="1646429" y="4288352"/>
                  <a:pt x="1635813" y="4274957"/>
                </a:cubicBezTo>
                <a:cubicBezTo>
                  <a:pt x="1623311" y="4259280"/>
                  <a:pt x="1606742" y="4251442"/>
                  <a:pt x="1586104" y="4251442"/>
                </a:cubicBezTo>
                <a:close/>
                <a:moveTo>
                  <a:pt x="1448290" y="4251442"/>
                </a:moveTo>
                <a:lnTo>
                  <a:pt x="1407064" y="4268111"/>
                </a:lnTo>
                <a:lnTo>
                  <a:pt x="1408552" y="4273469"/>
                </a:lnTo>
                <a:cubicBezTo>
                  <a:pt x="1412422" y="4271981"/>
                  <a:pt x="1415895" y="4271236"/>
                  <a:pt x="1418970" y="4271236"/>
                </a:cubicBezTo>
                <a:cubicBezTo>
                  <a:pt x="1421550" y="4271236"/>
                  <a:pt x="1423708" y="4271931"/>
                  <a:pt x="1425444" y="4273320"/>
                </a:cubicBezTo>
                <a:cubicBezTo>
                  <a:pt x="1427181" y="4274709"/>
                  <a:pt x="1428371" y="4276917"/>
                  <a:pt x="1429016" y="4279943"/>
                </a:cubicBezTo>
                <a:cubicBezTo>
                  <a:pt x="1429661" y="4282969"/>
                  <a:pt x="1429984" y="4292420"/>
                  <a:pt x="1429984" y="4308295"/>
                </a:cubicBezTo>
                <a:lnTo>
                  <a:pt x="1429984" y="4361129"/>
                </a:lnTo>
                <a:cubicBezTo>
                  <a:pt x="1429984" y="4369066"/>
                  <a:pt x="1429736" y="4373878"/>
                  <a:pt x="1429239" y="4375565"/>
                </a:cubicBezTo>
                <a:cubicBezTo>
                  <a:pt x="1428247" y="4379037"/>
                  <a:pt x="1426511" y="4381568"/>
                  <a:pt x="1424030" y="4383155"/>
                </a:cubicBezTo>
                <a:cubicBezTo>
                  <a:pt x="1420657" y="4385338"/>
                  <a:pt x="1415498" y="4386429"/>
                  <a:pt x="1408552" y="4386429"/>
                </a:cubicBezTo>
                <a:lnTo>
                  <a:pt x="1408552" y="4391787"/>
                </a:lnTo>
                <a:lnTo>
                  <a:pt x="1478353" y="4391787"/>
                </a:lnTo>
                <a:lnTo>
                  <a:pt x="1478353" y="4386429"/>
                </a:lnTo>
                <a:cubicBezTo>
                  <a:pt x="1472201" y="4386429"/>
                  <a:pt x="1467488" y="4385536"/>
                  <a:pt x="1464214" y="4383750"/>
                </a:cubicBezTo>
                <a:cubicBezTo>
                  <a:pt x="1460940" y="4381964"/>
                  <a:pt x="1458658" y="4379732"/>
                  <a:pt x="1457368" y="4377053"/>
                </a:cubicBezTo>
                <a:cubicBezTo>
                  <a:pt x="1455483" y="4373184"/>
                  <a:pt x="1454540" y="4367478"/>
                  <a:pt x="1454540" y="4359938"/>
                </a:cubicBezTo>
                <a:lnTo>
                  <a:pt x="1454540" y="4294602"/>
                </a:lnTo>
                <a:cubicBezTo>
                  <a:pt x="1459303" y="4285276"/>
                  <a:pt x="1463916" y="4278579"/>
                  <a:pt x="1468381" y="4274511"/>
                </a:cubicBezTo>
                <a:cubicBezTo>
                  <a:pt x="1470465" y="4272526"/>
                  <a:pt x="1472399" y="4271534"/>
                  <a:pt x="1474186" y="4271534"/>
                </a:cubicBezTo>
                <a:cubicBezTo>
                  <a:pt x="1476269" y="4271534"/>
                  <a:pt x="1479469" y="4273246"/>
                  <a:pt x="1483785" y="4276669"/>
                </a:cubicBezTo>
                <a:cubicBezTo>
                  <a:pt x="1488101" y="4280092"/>
                  <a:pt x="1491995" y="4281803"/>
                  <a:pt x="1495468" y="4281803"/>
                </a:cubicBezTo>
                <a:cubicBezTo>
                  <a:pt x="1499040" y="4281803"/>
                  <a:pt x="1502115" y="4280464"/>
                  <a:pt x="1504695" y="4277785"/>
                </a:cubicBezTo>
                <a:cubicBezTo>
                  <a:pt x="1507275" y="4275106"/>
                  <a:pt x="1508565" y="4271832"/>
                  <a:pt x="1508565" y="4267962"/>
                </a:cubicBezTo>
                <a:cubicBezTo>
                  <a:pt x="1508565" y="4263596"/>
                  <a:pt x="1506779" y="4259752"/>
                  <a:pt x="1503207" y="4256428"/>
                </a:cubicBezTo>
                <a:cubicBezTo>
                  <a:pt x="1499635" y="4253104"/>
                  <a:pt x="1495121" y="4251442"/>
                  <a:pt x="1489664" y="4251442"/>
                </a:cubicBezTo>
                <a:cubicBezTo>
                  <a:pt x="1477658" y="4251442"/>
                  <a:pt x="1465950" y="4261662"/>
                  <a:pt x="1454540" y="4282101"/>
                </a:cubicBezTo>
                <a:lnTo>
                  <a:pt x="1454540" y="4251442"/>
                </a:lnTo>
                <a:close/>
                <a:moveTo>
                  <a:pt x="10661493" y="4251293"/>
                </a:moveTo>
                <a:cubicBezTo>
                  <a:pt x="10643435" y="4251293"/>
                  <a:pt x="10628429" y="4257817"/>
                  <a:pt x="10616472" y="4270864"/>
                </a:cubicBezTo>
                <a:cubicBezTo>
                  <a:pt x="10604517" y="4283912"/>
                  <a:pt x="10598539" y="4302093"/>
                  <a:pt x="10598539" y="4325410"/>
                </a:cubicBezTo>
                <a:cubicBezTo>
                  <a:pt x="10598539" y="4346940"/>
                  <a:pt x="10604369" y="4364080"/>
                  <a:pt x="10616026" y="4376830"/>
                </a:cubicBezTo>
                <a:cubicBezTo>
                  <a:pt x="10627685" y="4389579"/>
                  <a:pt x="10641699" y="4395954"/>
                  <a:pt x="10658070" y="4395954"/>
                </a:cubicBezTo>
                <a:cubicBezTo>
                  <a:pt x="10673152" y="4395954"/>
                  <a:pt x="10685702" y="4390373"/>
                  <a:pt x="10695723" y="4379211"/>
                </a:cubicBezTo>
                <a:cubicBezTo>
                  <a:pt x="10705745" y="4368049"/>
                  <a:pt x="10711797" y="4355671"/>
                  <a:pt x="10713881" y="4342079"/>
                </a:cubicBezTo>
                <a:lnTo>
                  <a:pt x="10709267" y="4339102"/>
                </a:lnTo>
                <a:cubicBezTo>
                  <a:pt x="10704802" y="4351008"/>
                  <a:pt x="10699271" y="4359417"/>
                  <a:pt x="10692672" y="4364328"/>
                </a:cubicBezTo>
                <a:cubicBezTo>
                  <a:pt x="10686074" y="4369240"/>
                  <a:pt x="10678311" y="4371695"/>
                  <a:pt x="10669381" y="4371695"/>
                </a:cubicBezTo>
                <a:cubicBezTo>
                  <a:pt x="10655986" y="4371695"/>
                  <a:pt x="10644328" y="4365941"/>
                  <a:pt x="10634406" y="4354431"/>
                </a:cubicBezTo>
                <a:cubicBezTo>
                  <a:pt x="10624485" y="4342922"/>
                  <a:pt x="10619573" y="4327047"/>
                  <a:pt x="10619672" y="4306806"/>
                </a:cubicBezTo>
                <a:lnTo>
                  <a:pt x="10713881" y="4306806"/>
                </a:lnTo>
                <a:cubicBezTo>
                  <a:pt x="10713881" y="4289939"/>
                  <a:pt x="10708969" y="4276470"/>
                  <a:pt x="10699147" y="4266400"/>
                </a:cubicBezTo>
                <a:cubicBezTo>
                  <a:pt x="10689324" y="4256329"/>
                  <a:pt x="10676772" y="4251293"/>
                  <a:pt x="10661493" y="4251293"/>
                </a:cubicBezTo>
                <a:close/>
                <a:moveTo>
                  <a:pt x="10032843" y="4251293"/>
                </a:moveTo>
                <a:cubicBezTo>
                  <a:pt x="10014785" y="4251293"/>
                  <a:pt x="9999778" y="4257817"/>
                  <a:pt x="9987822" y="4270864"/>
                </a:cubicBezTo>
                <a:cubicBezTo>
                  <a:pt x="9975867" y="4283912"/>
                  <a:pt x="9969889" y="4302093"/>
                  <a:pt x="9969889" y="4325410"/>
                </a:cubicBezTo>
                <a:cubicBezTo>
                  <a:pt x="9969889" y="4346940"/>
                  <a:pt x="9975718" y="4364080"/>
                  <a:pt x="9987376" y="4376830"/>
                </a:cubicBezTo>
                <a:cubicBezTo>
                  <a:pt x="9999034" y="4389579"/>
                  <a:pt x="10013049" y="4395954"/>
                  <a:pt x="10029420" y="4395954"/>
                </a:cubicBezTo>
                <a:cubicBezTo>
                  <a:pt x="10044501" y="4395954"/>
                  <a:pt x="10057053" y="4390373"/>
                  <a:pt x="10067073" y="4379211"/>
                </a:cubicBezTo>
                <a:cubicBezTo>
                  <a:pt x="10077094" y="4368049"/>
                  <a:pt x="10083147" y="4355671"/>
                  <a:pt x="10085231" y="4342079"/>
                </a:cubicBezTo>
                <a:lnTo>
                  <a:pt x="10080617" y="4339102"/>
                </a:lnTo>
                <a:cubicBezTo>
                  <a:pt x="10076152" y="4351008"/>
                  <a:pt x="10070620" y="4359417"/>
                  <a:pt x="10064022" y="4364328"/>
                </a:cubicBezTo>
                <a:cubicBezTo>
                  <a:pt x="10057425" y="4369240"/>
                  <a:pt x="10049661" y="4371695"/>
                  <a:pt x="10040731" y="4371695"/>
                </a:cubicBezTo>
                <a:cubicBezTo>
                  <a:pt x="10027336" y="4371695"/>
                  <a:pt x="10015678" y="4365941"/>
                  <a:pt x="10005756" y="4354431"/>
                </a:cubicBezTo>
                <a:cubicBezTo>
                  <a:pt x="9995834" y="4342922"/>
                  <a:pt x="9990923" y="4327047"/>
                  <a:pt x="9991022" y="4306806"/>
                </a:cubicBezTo>
                <a:lnTo>
                  <a:pt x="10085231" y="4306806"/>
                </a:lnTo>
                <a:cubicBezTo>
                  <a:pt x="10085231" y="4289939"/>
                  <a:pt x="10080319" y="4276470"/>
                  <a:pt x="10070497" y="4266400"/>
                </a:cubicBezTo>
                <a:cubicBezTo>
                  <a:pt x="10060674" y="4256329"/>
                  <a:pt x="10048123" y="4251293"/>
                  <a:pt x="10032843" y="4251293"/>
                </a:cubicBezTo>
                <a:close/>
                <a:moveTo>
                  <a:pt x="9127968" y="4251293"/>
                </a:moveTo>
                <a:cubicBezTo>
                  <a:pt x="9109910" y="4251293"/>
                  <a:pt x="9094903" y="4257817"/>
                  <a:pt x="9082947" y="4270864"/>
                </a:cubicBezTo>
                <a:cubicBezTo>
                  <a:pt x="9070992" y="4283912"/>
                  <a:pt x="9065014" y="4302093"/>
                  <a:pt x="9065014" y="4325410"/>
                </a:cubicBezTo>
                <a:cubicBezTo>
                  <a:pt x="9065014" y="4346940"/>
                  <a:pt x="9070843" y="4364080"/>
                  <a:pt x="9082501" y="4376830"/>
                </a:cubicBezTo>
                <a:cubicBezTo>
                  <a:pt x="9094159" y="4389579"/>
                  <a:pt x="9108174" y="4395954"/>
                  <a:pt x="9124545" y="4395954"/>
                </a:cubicBezTo>
                <a:cubicBezTo>
                  <a:pt x="9139626" y="4395954"/>
                  <a:pt x="9152178" y="4390373"/>
                  <a:pt x="9162198" y="4379211"/>
                </a:cubicBezTo>
                <a:cubicBezTo>
                  <a:pt x="9172219" y="4368049"/>
                  <a:pt x="9178272" y="4355671"/>
                  <a:pt x="9180356" y="4342079"/>
                </a:cubicBezTo>
                <a:lnTo>
                  <a:pt x="9175742" y="4339102"/>
                </a:lnTo>
                <a:cubicBezTo>
                  <a:pt x="9171277" y="4351008"/>
                  <a:pt x="9165745" y="4359417"/>
                  <a:pt x="9159147" y="4364328"/>
                </a:cubicBezTo>
                <a:cubicBezTo>
                  <a:pt x="9152550" y="4369240"/>
                  <a:pt x="9144786" y="4371695"/>
                  <a:pt x="9135856" y="4371695"/>
                </a:cubicBezTo>
                <a:cubicBezTo>
                  <a:pt x="9122461" y="4371695"/>
                  <a:pt x="9110803" y="4365941"/>
                  <a:pt x="9100881" y="4354431"/>
                </a:cubicBezTo>
                <a:cubicBezTo>
                  <a:pt x="9090959" y="4342922"/>
                  <a:pt x="9086048" y="4327047"/>
                  <a:pt x="9086147" y="4306806"/>
                </a:cubicBezTo>
                <a:lnTo>
                  <a:pt x="9180356" y="4306806"/>
                </a:lnTo>
                <a:cubicBezTo>
                  <a:pt x="9180356" y="4289939"/>
                  <a:pt x="9175444" y="4276470"/>
                  <a:pt x="9165622" y="4266400"/>
                </a:cubicBezTo>
                <a:cubicBezTo>
                  <a:pt x="9155799" y="4256329"/>
                  <a:pt x="9143248" y="4251293"/>
                  <a:pt x="9127968" y="4251293"/>
                </a:cubicBezTo>
                <a:close/>
                <a:moveTo>
                  <a:pt x="8689818" y="4251293"/>
                </a:moveTo>
                <a:cubicBezTo>
                  <a:pt x="8671760" y="4251293"/>
                  <a:pt x="8656753" y="4257817"/>
                  <a:pt x="8644798" y="4270864"/>
                </a:cubicBezTo>
                <a:cubicBezTo>
                  <a:pt x="8632842" y="4283912"/>
                  <a:pt x="8626864" y="4302093"/>
                  <a:pt x="8626864" y="4325410"/>
                </a:cubicBezTo>
                <a:cubicBezTo>
                  <a:pt x="8626864" y="4346940"/>
                  <a:pt x="8632693" y="4364080"/>
                  <a:pt x="8644351" y="4376830"/>
                </a:cubicBezTo>
                <a:cubicBezTo>
                  <a:pt x="8656009" y="4389579"/>
                  <a:pt x="8670024" y="4395954"/>
                  <a:pt x="8686395" y="4395954"/>
                </a:cubicBezTo>
                <a:cubicBezTo>
                  <a:pt x="8701476" y="4395954"/>
                  <a:pt x="8714028" y="4390373"/>
                  <a:pt x="8724048" y="4379211"/>
                </a:cubicBezTo>
                <a:cubicBezTo>
                  <a:pt x="8734070" y="4368049"/>
                  <a:pt x="8740122" y="4355671"/>
                  <a:pt x="8742206" y="4342079"/>
                </a:cubicBezTo>
                <a:lnTo>
                  <a:pt x="8737592" y="4339102"/>
                </a:lnTo>
                <a:cubicBezTo>
                  <a:pt x="8733127" y="4351008"/>
                  <a:pt x="8727596" y="4359417"/>
                  <a:pt x="8720998" y="4364328"/>
                </a:cubicBezTo>
                <a:cubicBezTo>
                  <a:pt x="8714400" y="4369240"/>
                  <a:pt x="8706636" y="4371695"/>
                  <a:pt x="8697706" y="4371695"/>
                </a:cubicBezTo>
                <a:cubicBezTo>
                  <a:pt x="8684312" y="4371695"/>
                  <a:pt x="8672654" y="4365941"/>
                  <a:pt x="8662732" y="4354431"/>
                </a:cubicBezTo>
                <a:cubicBezTo>
                  <a:pt x="8652809" y="4342922"/>
                  <a:pt x="8647898" y="4327047"/>
                  <a:pt x="8647998" y="4306806"/>
                </a:cubicBezTo>
                <a:lnTo>
                  <a:pt x="8742206" y="4306806"/>
                </a:lnTo>
                <a:cubicBezTo>
                  <a:pt x="8742206" y="4289939"/>
                  <a:pt x="8737294" y="4276470"/>
                  <a:pt x="8727472" y="4266400"/>
                </a:cubicBezTo>
                <a:cubicBezTo>
                  <a:pt x="8717649" y="4256329"/>
                  <a:pt x="8705098" y="4251293"/>
                  <a:pt x="8689818" y="4251293"/>
                </a:cubicBezTo>
                <a:close/>
                <a:moveTo>
                  <a:pt x="6965793" y="4251293"/>
                </a:moveTo>
                <a:cubicBezTo>
                  <a:pt x="6947736" y="4251293"/>
                  <a:pt x="6932728" y="4257817"/>
                  <a:pt x="6920773" y="4270864"/>
                </a:cubicBezTo>
                <a:cubicBezTo>
                  <a:pt x="6908817" y="4283912"/>
                  <a:pt x="6902839" y="4302093"/>
                  <a:pt x="6902839" y="4325410"/>
                </a:cubicBezTo>
                <a:cubicBezTo>
                  <a:pt x="6902839" y="4346940"/>
                  <a:pt x="6908668" y="4364080"/>
                  <a:pt x="6920326" y="4376830"/>
                </a:cubicBezTo>
                <a:cubicBezTo>
                  <a:pt x="6931984" y="4389579"/>
                  <a:pt x="6945999" y="4395954"/>
                  <a:pt x="6962370" y="4395954"/>
                </a:cubicBezTo>
                <a:cubicBezTo>
                  <a:pt x="6977451" y="4395954"/>
                  <a:pt x="6990003" y="4390373"/>
                  <a:pt x="7000024" y="4379211"/>
                </a:cubicBezTo>
                <a:cubicBezTo>
                  <a:pt x="7010045" y="4368049"/>
                  <a:pt x="7016097" y="4355671"/>
                  <a:pt x="7018181" y="4342079"/>
                </a:cubicBezTo>
                <a:lnTo>
                  <a:pt x="7013567" y="4339102"/>
                </a:lnTo>
                <a:cubicBezTo>
                  <a:pt x="7009102" y="4351008"/>
                  <a:pt x="7003571" y="4359417"/>
                  <a:pt x="6996973" y="4364328"/>
                </a:cubicBezTo>
                <a:cubicBezTo>
                  <a:pt x="6990375" y="4369240"/>
                  <a:pt x="6982611" y="4371695"/>
                  <a:pt x="6973681" y="4371695"/>
                </a:cubicBezTo>
                <a:cubicBezTo>
                  <a:pt x="6960287" y="4371695"/>
                  <a:pt x="6948629" y="4365941"/>
                  <a:pt x="6938707" y="4354431"/>
                </a:cubicBezTo>
                <a:cubicBezTo>
                  <a:pt x="6928784" y="4342922"/>
                  <a:pt x="6923873" y="4327047"/>
                  <a:pt x="6923973" y="4306806"/>
                </a:cubicBezTo>
                <a:lnTo>
                  <a:pt x="7018181" y="4306806"/>
                </a:lnTo>
                <a:cubicBezTo>
                  <a:pt x="7018181" y="4289939"/>
                  <a:pt x="7013269" y="4276470"/>
                  <a:pt x="7003447" y="4266400"/>
                </a:cubicBezTo>
                <a:cubicBezTo>
                  <a:pt x="6993624" y="4256329"/>
                  <a:pt x="6981073" y="4251293"/>
                  <a:pt x="6965793" y="4251293"/>
                </a:cubicBezTo>
                <a:close/>
                <a:moveTo>
                  <a:pt x="2879570" y="4251293"/>
                </a:moveTo>
                <a:cubicBezTo>
                  <a:pt x="2861512" y="4251293"/>
                  <a:pt x="2846505" y="4257817"/>
                  <a:pt x="2834550" y="4270864"/>
                </a:cubicBezTo>
                <a:cubicBezTo>
                  <a:pt x="2822594" y="4283912"/>
                  <a:pt x="2816616" y="4302093"/>
                  <a:pt x="2816616" y="4325410"/>
                </a:cubicBezTo>
                <a:cubicBezTo>
                  <a:pt x="2816616" y="4346940"/>
                  <a:pt x="2822445" y="4364080"/>
                  <a:pt x="2834103" y="4376830"/>
                </a:cubicBezTo>
                <a:cubicBezTo>
                  <a:pt x="2845761" y="4389579"/>
                  <a:pt x="2859776" y="4395954"/>
                  <a:pt x="2876147" y="4395954"/>
                </a:cubicBezTo>
                <a:cubicBezTo>
                  <a:pt x="2891228" y="4395954"/>
                  <a:pt x="2903780" y="4390373"/>
                  <a:pt x="2913800" y="4379211"/>
                </a:cubicBezTo>
                <a:cubicBezTo>
                  <a:pt x="2923822" y="4368049"/>
                  <a:pt x="2929874" y="4355671"/>
                  <a:pt x="2931957" y="4342079"/>
                </a:cubicBezTo>
                <a:lnTo>
                  <a:pt x="2927343" y="4339102"/>
                </a:lnTo>
                <a:cubicBezTo>
                  <a:pt x="2922879" y="4351008"/>
                  <a:pt x="2917347" y="4359417"/>
                  <a:pt x="2910750" y="4364328"/>
                </a:cubicBezTo>
                <a:cubicBezTo>
                  <a:pt x="2904152" y="4369240"/>
                  <a:pt x="2896387" y="4371695"/>
                  <a:pt x="2887458" y="4371695"/>
                </a:cubicBezTo>
                <a:cubicBezTo>
                  <a:pt x="2874063" y="4371695"/>
                  <a:pt x="2862405" y="4365941"/>
                  <a:pt x="2852483" y="4354431"/>
                </a:cubicBezTo>
                <a:cubicBezTo>
                  <a:pt x="2842561" y="4342922"/>
                  <a:pt x="2837650" y="4327047"/>
                  <a:pt x="2837749" y="4306806"/>
                </a:cubicBezTo>
                <a:lnTo>
                  <a:pt x="2931957" y="4306806"/>
                </a:lnTo>
                <a:cubicBezTo>
                  <a:pt x="2931957" y="4289939"/>
                  <a:pt x="2927046" y="4276470"/>
                  <a:pt x="2917223" y="4266400"/>
                </a:cubicBezTo>
                <a:cubicBezTo>
                  <a:pt x="2907401" y="4256329"/>
                  <a:pt x="2894850" y="4251293"/>
                  <a:pt x="2879570" y="4251293"/>
                </a:cubicBezTo>
                <a:close/>
                <a:moveTo>
                  <a:pt x="2641445" y="4251293"/>
                </a:moveTo>
                <a:cubicBezTo>
                  <a:pt x="2623387" y="4251293"/>
                  <a:pt x="2608380" y="4257817"/>
                  <a:pt x="2596425" y="4270864"/>
                </a:cubicBezTo>
                <a:cubicBezTo>
                  <a:pt x="2584469" y="4283912"/>
                  <a:pt x="2578491" y="4302093"/>
                  <a:pt x="2578491" y="4325410"/>
                </a:cubicBezTo>
                <a:cubicBezTo>
                  <a:pt x="2578491" y="4346940"/>
                  <a:pt x="2584320" y="4364080"/>
                  <a:pt x="2595978" y="4376830"/>
                </a:cubicBezTo>
                <a:cubicBezTo>
                  <a:pt x="2607636" y="4389579"/>
                  <a:pt x="2621651" y="4395954"/>
                  <a:pt x="2638022" y="4395954"/>
                </a:cubicBezTo>
                <a:cubicBezTo>
                  <a:pt x="2653103" y="4395954"/>
                  <a:pt x="2665654" y="4390373"/>
                  <a:pt x="2675675" y="4379211"/>
                </a:cubicBezTo>
                <a:cubicBezTo>
                  <a:pt x="2685697" y="4368049"/>
                  <a:pt x="2691749" y="4355671"/>
                  <a:pt x="2693833" y="4342079"/>
                </a:cubicBezTo>
                <a:lnTo>
                  <a:pt x="2689219" y="4339102"/>
                </a:lnTo>
                <a:cubicBezTo>
                  <a:pt x="2684754" y="4351008"/>
                  <a:pt x="2679222" y="4359417"/>
                  <a:pt x="2672625" y="4364328"/>
                </a:cubicBezTo>
                <a:cubicBezTo>
                  <a:pt x="2666026" y="4369240"/>
                  <a:pt x="2658262" y="4371695"/>
                  <a:pt x="2649333" y="4371695"/>
                </a:cubicBezTo>
                <a:cubicBezTo>
                  <a:pt x="2635938" y="4371695"/>
                  <a:pt x="2624280" y="4365941"/>
                  <a:pt x="2614358" y="4354431"/>
                </a:cubicBezTo>
                <a:cubicBezTo>
                  <a:pt x="2604436" y="4342922"/>
                  <a:pt x="2599525" y="4327047"/>
                  <a:pt x="2599624" y="4306806"/>
                </a:cubicBezTo>
                <a:lnTo>
                  <a:pt x="2693833" y="4306806"/>
                </a:lnTo>
                <a:cubicBezTo>
                  <a:pt x="2693833" y="4289939"/>
                  <a:pt x="2688921" y="4276470"/>
                  <a:pt x="2679098" y="4266400"/>
                </a:cubicBezTo>
                <a:cubicBezTo>
                  <a:pt x="2669276" y="4256329"/>
                  <a:pt x="2656725" y="4251293"/>
                  <a:pt x="2641445" y="4251293"/>
                </a:cubicBezTo>
                <a:close/>
                <a:moveTo>
                  <a:pt x="2250920" y="4251293"/>
                </a:moveTo>
                <a:cubicBezTo>
                  <a:pt x="2232862" y="4251293"/>
                  <a:pt x="2217855" y="4257817"/>
                  <a:pt x="2205900" y="4270864"/>
                </a:cubicBezTo>
                <a:cubicBezTo>
                  <a:pt x="2193944" y="4283912"/>
                  <a:pt x="2187965" y="4302093"/>
                  <a:pt x="2187965" y="4325410"/>
                </a:cubicBezTo>
                <a:cubicBezTo>
                  <a:pt x="2187965" y="4346940"/>
                  <a:pt x="2193795" y="4364080"/>
                  <a:pt x="2205453" y="4376830"/>
                </a:cubicBezTo>
                <a:cubicBezTo>
                  <a:pt x="2217111" y="4389579"/>
                  <a:pt x="2231126" y="4395954"/>
                  <a:pt x="2247497" y="4395954"/>
                </a:cubicBezTo>
                <a:cubicBezTo>
                  <a:pt x="2262578" y="4395954"/>
                  <a:pt x="2275130" y="4390373"/>
                  <a:pt x="2285150" y="4379211"/>
                </a:cubicBezTo>
                <a:cubicBezTo>
                  <a:pt x="2295172" y="4368049"/>
                  <a:pt x="2301224" y="4355671"/>
                  <a:pt x="2303308" y="4342079"/>
                </a:cubicBezTo>
                <a:lnTo>
                  <a:pt x="2298693" y="4339102"/>
                </a:lnTo>
                <a:cubicBezTo>
                  <a:pt x="2294229" y="4351008"/>
                  <a:pt x="2288697" y="4359417"/>
                  <a:pt x="2282100" y="4364328"/>
                </a:cubicBezTo>
                <a:cubicBezTo>
                  <a:pt x="2275501" y="4369240"/>
                  <a:pt x="2267737" y="4371695"/>
                  <a:pt x="2258808" y="4371695"/>
                </a:cubicBezTo>
                <a:cubicBezTo>
                  <a:pt x="2245413" y="4371695"/>
                  <a:pt x="2233755" y="4365941"/>
                  <a:pt x="2223834" y="4354431"/>
                </a:cubicBezTo>
                <a:cubicBezTo>
                  <a:pt x="2213911" y="4342922"/>
                  <a:pt x="2209000" y="4327047"/>
                  <a:pt x="2209099" y="4306806"/>
                </a:cubicBezTo>
                <a:lnTo>
                  <a:pt x="2303308" y="4306806"/>
                </a:lnTo>
                <a:cubicBezTo>
                  <a:pt x="2303308" y="4289939"/>
                  <a:pt x="2298396" y="4276470"/>
                  <a:pt x="2288573" y="4266400"/>
                </a:cubicBezTo>
                <a:cubicBezTo>
                  <a:pt x="2278751" y="4256329"/>
                  <a:pt x="2266199" y="4251293"/>
                  <a:pt x="2250920" y="4251293"/>
                </a:cubicBezTo>
                <a:close/>
                <a:moveTo>
                  <a:pt x="1250794" y="4251293"/>
                </a:moveTo>
                <a:cubicBezTo>
                  <a:pt x="1232737" y="4251293"/>
                  <a:pt x="1217730" y="4257817"/>
                  <a:pt x="1205774" y="4270864"/>
                </a:cubicBezTo>
                <a:cubicBezTo>
                  <a:pt x="1193818" y="4283912"/>
                  <a:pt x="1187840" y="4302093"/>
                  <a:pt x="1187840" y="4325410"/>
                </a:cubicBezTo>
                <a:cubicBezTo>
                  <a:pt x="1187840" y="4346940"/>
                  <a:pt x="1193669" y="4364080"/>
                  <a:pt x="1205328" y="4376830"/>
                </a:cubicBezTo>
                <a:cubicBezTo>
                  <a:pt x="1216986" y="4389579"/>
                  <a:pt x="1231000" y="4395954"/>
                  <a:pt x="1247372" y="4395954"/>
                </a:cubicBezTo>
                <a:cubicBezTo>
                  <a:pt x="1262453" y="4395954"/>
                  <a:pt x="1275004" y="4390373"/>
                  <a:pt x="1285025" y="4379211"/>
                </a:cubicBezTo>
                <a:cubicBezTo>
                  <a:pt x="1295046" y="4368049"/>
                  <a:pt x="1301098" y="4355671"/>
                  <a:pt x="1303182" y="4342079"/>
                </a:cubicBezTo>
                <a:lnTo>
                  <a:pt x="1298568" y="4339102"/>
                </a:lnTo>
                <a:cubicBezTo>
                  <a:pt x="1294103" y="4351008"/>
                  <a:pt x="1288572" y="4359417"/>
                  <a:pt x="1281974" y="4364328"/>
                </a:cubicBezTo>
                <a:cubicBezTo>
                  <a:pt x="1275376" y="4369240"/>
                  <a:pt x="1267612" y="4371695"/>
                  <a:pt x="1258682" y="4371695"/>
                </a:cubicBezTo>
                <a:cubicBezTo>
                  <a:pt x="1245288" y="4371695"/>
                  <a:pt x="1233630" y="4365941"/>
                  <a:pt x="1223708" y="4354431"/>
                </a:cubicBezTo>
                <a:cubicBezTo>
                  <a:pt x="1213786" y="4342922"/>
                  <a:pt x="1208875" y="4327047"/>
                  <a:pt x="1208974" y="4306806"/>
                </a:cubicBezTo>
                <a:lnTo>
                  <a:pt x="1303182" y="4306806"/>
                </a:lnTo>
                <a:cubicBezTo>
                  <a:pt x="1303182" y="4289939"/>
                  <a:pt x="1298271" y="4276470"/>
                  <a:pt x="1288448" y="4266400"/>
                </a:cubicBezTo>
                <a:cubicBezTo>
                  <a:pt x="1278625" y="4256329"/>
                  <a:pt x="1266074" y="4251293"/>
                  <a:pt x="1250794" y="4251293"/>
                </a:cubicBezTo>
                <a:close/>
                <a:moveTo>
                  <a:pt x="768294" y="4237006"/>
                </a:moveTo>
                <a:lnTo>
                  <a:pt x="723645" y="4281654"/>
                </a:lnTo>
                <a:lnTo>
                  <a:pt x="768294" y="4326303"/>
                </a:lnTo>
                <a:lnTo>
                  <a:pt x="812942" y="4281654"/>
                </a:lnTo>
                <a:close/>
                <a:moveTo>
                  <a:pt x="637325" y="4237006"/>
                </a:moveTo>
                <a:lnTo>
                  <a:pt x="592677" y="4281654"/>
                </a:lnTo>
                <a:lnTo>
                  <a:pt x="637325" y="4326303"/>
                </a:lnTo>
                <a:lnTo>
                  <a:pt x="682122" y="4281654"/>
                </a:lnTo>
                <a:close/>
                <a:moveTo>
                  <a:pt x="10546002" y="4210663"/>
                </a:moveTo>
                <a:cubicBezTo>
                  <a:pt x="10541935" y="4220684"/>
                  <a:pt x="10538760" y="4227580"/>
                  <a:pt x="10536477" y="4231350"/>
                </a:cubicBezTo>
                <a:cubicBezTo>
                  <a:pt x="10532013" y="4238494"/>
                  <a:pt x="10526928" y="4244671"/>
                  <a:pt x="10521222" y="4249880"/>
                </a:cubicBezTo>
                <a:cubicBezTo>
                  <a:pt x="10515518" y="4255089"/>
                  <a:pt x="10509937" y="4258784"/>
                  <a:pt x="10504479" y="4260967"/>
                </a:cubicBezTo>
                <a:lnTo>
                  <a:pt x="10504479" y="4265879"/>
                </a:lnTo>
                <a:lnTo>
                  <a:pt x="10526059" y="4265879"/>
                </a:lnTo>
                <a:lnTo>
                  <a:pt x="10526059" y="4357557"/>
                </a:lnTo>
                <a:cubicBezTo>
                  <a:pt x="10526059" y="4367379"/>
                  <a:pt x="10527101" y="4374647"/>
                  <a:pt x="10529185" y="4379360"/>
                </a:cubicBezTo>
                <a:cubicBezTo>
                  <a:pt x="10531268" y="4384073"/>
                  <a:pt x="10534494" y="4387694"/>
                  <a:pt x="10538859" y="4390224"/>
                </a:cubicBezTo>
                <a:cubicBezTo>
                  <a:pt x="10543225" y="4392755"/>
                  <a:pt x="10547689" y="4394020"/>
                  <a:pt x="10552253" y="4394020"/>
                </a:cubicBezTo>
                <a:cubicBezTo>
                  <a:pt x="10559000" y="4394020"/>
                  <a:pt x="10565549" y="4391564"/>
                  <a:pt x="10571898" y="4386653"/>
                </a:cubicBezTo>
                <a:cubicBezTo>
                  <a:pt x="10578249" y="4381741"/>
                  <a:pt x="10583161" y="4374424"/>
                  <a:pt x="10586632" y="4364700"/>
                </a:cubicBezTo>
                <a:lnTo>
                  <a:pt x="10580828" y="4364700"/>
                </a:lnTo>
                <a:cubicBezTo>
                  <a:pt x="10579142" y="4368669"/>
                  <a:pt x="10576761" y="4371671"/>
                  <a:pt x="10573684" y="4373705"/>
                </a:cubicBezTo>
                <a:cubicBezTo>
                  <a:pt x="10570609" y="4375738"/>
                  <a:pt x="10567434" y="4376756"/>
                  <a:pt x="10564159" y="4376756"/>
                </a:cubicBezTo>
                <a:cubicBezTo>
                  <a:pt x="10560191" y="4376756"/>
                  <a:pt x="10556941" y="4375218"/>
                  <a:pt x="10554411" y="4372142"/>
                </a:cubicBezTo>
                <a:cubicBezTo>
                  <a:pt x="10551881" y="4369066"/>
                  <a:pt x="10550616" y="4363113"/>
                  <a:pt x="10550616" y="4354282"/>
                </a:cubicBezTo>
                <a:lnTo>
                  <a:pt x="10550616" y="4265879"/>
                </a:lnTo>
                <a:lnTo>
                  <a:pt x="10582465" y="4265879"/>
                </a:lnTo>
                <a:lnTo>
                  <a:pt x="10582465" y="4255461"/>
                </a:lnTo>
                <a:lnTo>
                  <a:pt x="10550616" y="4255461"/>
                </a:lnTo>
                <a:lnTo>
                  <a:pt x="10550616" y="4210663"/>
                </a:lnTo>
                <a:close/>
                <a:moveTo>
                  <a:pt x="10326927" y="4210663"/>
                </a:moveTo>
                <a:cubicBezTo>
                  <a:pt x="10322860" y="4220684"/>
                  <a:pt x="10319685" y="4227580"/>
                  <a:pt x="10317402" y="4231350"/>
                </a:cubicBezTo>
                <a:cubicBezTo>
                  <a:pt x="10312938" y="4238494"/>
                  <a:pt x="10307853" y="4244671"/>
                  <a:pt x="10302147" y="4249880"/>
                </a:cubicBezTo>
                <a:cubicBezTo>
                  <a:pt x="10296443" y="4255089"/>
                  <a:pt x="10290862" y="4258784"/>
                  <a:pt x="10285404" y="4260967"/>
                </a:cubicBezTo>
                <a:lnTo>
                  <a:pt x="10285404" y="4265879"/>
                </a:lnTo>
                <a:lnTo>
                  <a:pt x="10306984" y="4265879"/>
                </a:lnTo>
                <a:lnTo>
                  <a:pt x="10306984" y="4357557"/>
                </a:lnTo>
                <a:cubicBezTo>
                  <a:pt x="10306984" y="4367379"/>
                  <a:pt x="10308026" y="4374647"/>
                  <a:pt x="10310110" y="4379360"/>
                </a:cubicBezTo>
                <a:cubicBezTo>
                  <a:pt x="10312193" y="4384073"/>
                  <a:pt x="10315419" y="4387694"/>
                  <a:pt x="10319784" y="4390224"/>
                </a:cubicBezTo>
                <a:cubicBezTo>
                  <a:pt x="10324150" y="4392755"/>
                  <a:pt x="10328614" y="4394020"/>
                  <a:pt x="10333178" y="4394020"/>
                </a:cubicBezTo>
                <a:cubicBezTo>
                  <a:pt x="10339925" y="4394020"/>
                  <a:pt x="10346474" y="4391564"/>
                  <a:pt x="10352823" y="4386653"/>
                </a:cubicBezTo>
                <a:cubicBezTo>
                  <a:pt x="10359174" y="4381741"/>
                  <a:pt x="10364086" y="4374424"/>
                  <a:pt x="10367557" y="4364700"/>
                </a:cubicBezTo>
                <a:lnTo>
                  <a:pt x="10361753" y="4364700"/>
                </a:lnTo>
                <a:cubicBezTo>
                  <a:pt x="10360067" y="4368669"/>
                  <a:pt x="10357686" y="4371671"/>
                  <a:pt x="10354609" y="4373705"/>
                </a:cubicBezTo>
                <a:cubicBezTo>
                  <a:pt x="10351534" y="4375738"/>
                  <a:pt x="10348359" y="4376756"/>
                  <a:pt x="10345084" y="4376756"/>
                </a:cubicBezTo>
                <a:cubicBezTo>
                  <a:pt x="10341116" y="4376756"/>
                  <a:pt x="10337866" y="4375218"/>
                  <a:pt x="10335336" y="4372142"/>
                </a:cubicBezTo>
                <a:cubicBezTo>
                  <a:pt x="10332806" y="4369066"/>
                  <a:pt x="10331541" y="4363113"/>
                  <a:pt x="10331541" y="4354282"/>
                </a:cubicBezTo>
                <a:lnTo>
                  <a:pt x="10331541" y="4265879"/>
                </a:lnTo>
                <a:lnTo>
                  <a:pt x="10363390" y="4265879"/>
                </a:lnTo>
                <a:lnTo>
                  <a:pt x="10363390" y="4255461"/>
                </a:lnTo>
                <a:lnTo>
                  <a:pt x="10331541" y="4255461"/>
                </a:lnTo>
                <a:lnTo>
                  <a:pt x="10331541" y="4210663"/>
                </a:lnTo>
                <a:close/>
                <a:moveTo>
                  <a:pt x="9774477" y="4210663"/>
                </a:moveTo>
                <a:cubicBezTo>
                  <a:pt x="9770410" y="4220684"/>
                  <a:pt x="9767234" y="4227580"/>
                  <a:pt x="9764952" y="4231350"/>
                </a:cubicBezTo>
                <a:cubicBezTo>
                  <a:pt x="9760488" y="4238494"/>
                  <a:pt x="9755402" y="4244671"/>
                  <a:pt x="9749697" y="4249880"/>
                </a:cubicBezTo>
                <a:cubicBezTo>
                  <a:pt x="9743993" y="4255089"/>
                  <a:pt x="9738412" y="4258784"/>
                  <a:pt x="9732954" y="4260967"/>
                </a:cubicBezTo>
                <a:lnTo>
                  <a:pt x="9732954" y="4265879"/>
                </a:lnTo>
                <a:lnTo>
                  <a:pt x="9754534" y="4265879"/>
                </a:lnTo>
                <a:lnTo>
                  <a:pt x="9754534" y="4357557"/>
                </a:lnTo>
                <a:cubicBezTo>
                  <a:pt x="9754534" y="4367379"/>
                  <a:pt x="9755576" y="4374647"/>
                  <a:pt x="9757660" y="4379360"/>
                </a:cubicBezTo>
                <a:cubicBezTo>
                  <a:pt x="9759743" y="4384073"/>
                  <a:pt x="9762968" y="4387694"/>
                  <a:pt x="9767334" y="4390224"/>
                </a:cubicBezTo>
                <a:cubicBezTo>
                  <a:pt x="9771699" y="4392755"/>
                  <a:pt x="9776164" y="4394020"/>
                  <a:pt x="9780728" y="4394020"/>
                </a:cubicBezTo>
                <a:cubicBezTo>
                  <a:pt x="9787475" y="4394020"/>
                  <a:pt x="9794023" y="4391564"/>
                  <a:pt x="9800373" y="4386653"/>
                </a:cubicBezTo>
                <a:cubicBezTo>
                  <a:pt x="9806724" y="4381741"/>
                  <a:pt x="9811635" y="4374424"/>
                  <a:pt x="9815107" y="4364700"/>
                </a:cubicBezTo>
                <a:lnTo>
                  <a:pt x="9809303" y="4364700"/>
                </a:lnTo>
                <a:cubicBezTo>
                  <a:pt x="9807617" y="4368669"/>
                  <a:pt x="9805235" y="4371671"/>
                  <a:pt x="9802159" y="4373705"/>
                </a:cubicBezTo>
                <a:cubicBezTo>
                  <a:pt x="9799083" y="4375738"/>
                  <a:pt x="9795909" y="4376756"/>
                  <a:pt x="9792634" y="4376756"/>
                </a:cubicBezTo>
                <a:cubicBezTo>
                  <a:pt x="9788665" y="4376756"/>
                  <a:pt x="9785416" y="4375218"/>
                  <a:pt x="9782886" y="4372142"/>
                </a:cubicBezTo>
                <a:cubicBezTo>
                  <a:pt x="9780356" y="4369066"/>
                  <a:pt x="9779091" y="4363113"/>
                  <a:pt x="9779091" y="4354282"/>
                </a:cubicBezTo>
                <a:lnTo>
                  <a:pt x="9779091" y="4265879"/>
                </a:lnTo>
                <a:lnTo>
                  <a:pt x="9810940" y="4265879"/>
                </a:lnTo>
                <a:lnTo>
                  <a:pt x="9810940" y="4255461"/>
                </a:lnTo>
                <a:lnTo>
                  <a:pt x="9779091" y="4255461"/>
                </a:lnTo>
                <a:lnTo>
                  <a:pt x="9779091" y="4210663"/>
                </a:lnTo>
                <a:close/>
                <a:moveTo>
                  <a:pt x="9460152" y="4210663"/>
                </a:moveTo>
                <a:cubicBezTo>
                  <a:pt x="9456085" y="4220684"/>
                  <a:pt x="9452909" y="4227580"/>
                  <a:pt x="9450627" y="4231350"/>
                </a:cubicBezTo>
                <a:cubicBezTo>
                  <a:pt x="9446163" y="4238494"/>
                  <a:pt x="9441077" y="4244671"/>
                  <a:pt x="9435372" y="4249880"/>
                </a:cubicBezTo>
                <a:cubicBezTo>
                  <a:pt x="9429668" y="4255089"/>
                  <a:pt x="9424087" y="4258784"/>
                  <a:pt x="9418629" y="4260967"/>
                </a:cubicBezTo>
                <a:lnTo>
                  <a:pt x="9418629" y="4265879"/>
                </a:lnTo>
                <a:lnTo>
                  <a:pt x="9440209" y="4265879"/>
                </a:lnTo>
                <a:lnTo>
                  <a:pt x="9440209" y="4357557"/>
                </a:lnTo>
                <a:cubicBezTo>
                  <a:pt x="9440209" y="4367379"/>
                  <a:pt x="9441251" y="4374647"/>
                  <a:pt x="9443335" y="4379360"/>
                </a:cubicBezTo>
                <a:cubicBezTo>
                  <a:pt x="9445418" y="4384073"/>
                  <a:pt x="9448643" y="4387694"/>
                  <a:pt x="9453009" y="4390224"/>
                </a:cubicBezTo>
                <a:cubicBezTo>
                  <a:pt x="9457374" y="4392755"/>
                  <a:pt x="9461839" y="4394020"/>
                  <a:pt x="9466403" y="4394020"/>
                </a:cubicBezTo>
                <a:cubicBezTo>
                  <a:pt x="9473150" y="4394020"/>
                  <a:pt x="9479698" y="4391564"/>
                  <a:pt x="9486048" y="4386653"/>
                </a:cubicBezTo>
                <a:cubicBezTo>
                  <a:pt x="9492399" y="4381741"/>
                  <a:pt x="9497310" y="4374424"/>
                  <a:pt x="9500782" y="4364700"/>
                </a:cubicBezTo>
                <a:lnTo>
                  <a:pt x="9494978" y="4364700"/>
                </a:lnTo>
                <a:cubicBezTo>
                  <a:pt x="9493292" y="4368669"/>
                  <a:pt x="9490910" y="4371671"/>
                  <a:pt x="9487834" y="4373705"/>
                </a:cubicBezTo>
                <a:cubicBezTo>
                  <a:pt x="9484758" y="4375738"/>
                  <a:pt x="9481584" y="4376756"/>
                  <a:pt x="9478309" y="4376756"/>
                </a:cubicBezTo>
                <a:cubicBezTo>
                  <a:pt x="9474340" y="4376756"/>
                  <a:pt x="9471091" y="4375218"/>
                  <a:pt x="9468561" y="4372142"/>
                </a:cubicBezTo>
                <a:cubicBezTo>
                  <a:pt x="9466031" y="4369066"/>
                  <a:pt x="9464766" y="4363113"/>
                  <a:pt x="9464766" y="4354282"/>
                </a:cubicBezTo>
                <a:lnTo>
                  <a:pt x="9464766" y="4265879"/>
                </a:lnTo>
                <a:lnTo>
                  <a:pt x="9496615" y="4265879"/>
                </a:lnTo>
                <a:lnTo>
                  <a:pt x="9496615" y="4255461"/>
                </a:lnTo>
                <a:lnTo>
                  <a:pt x="9464766" y="4255461"/>
                </a:lnTo>
                <a:lnTo>
                  <a:pt x="9464766" y="4210663"/>
                </a:lnTo>
                <a:close/>
                <a:moveTo>
                  <a:pt x="9012477" y="4210663"/>
                </a:moveTo>
                <a:cubicBezTo>
                  <a:pt x="9008410" y="4220684"/>
                  <a:pt x="9005234" y="4227580"/>
                  <a:pt x="9002952" y="4231350"/>
                </a:cubicBezTo>
                <a:cubicBezTo>
                  <a:pt x="8998488" y="4238494"/>
                  <a:pt x="8993402" y="4244671"/>
                  <a:pt x="8987697" y="4249880"/>
                </a:cubicBezTo>
                <a:cubicBezTo>
                  <a:pt x="8981993" y="4255089"/>
                  <a:pt x="8976412" y="4258784"/>
                  <a:pt x="8970954" y="4260967"/>
                </a:cubicBezTo>
                <a:lnTo>
                  <a:pt x="8970954" y="4265879"/>
                </a:lnTo>
                <a:lnTo>
                  <a:pt x="8992534" y="4265879"/>
                </a:lnTo>
                <a:lnTo>
                  <a:pt x="8992534" y="4357557"/>
                </a:lnTo>
                <a:cubicBezTo>
                  <a:pt x="8992534" y="4367379"/>
                  <a:pt x="8993576" y="4374647"/>
                  <a:pt x="8995660" y="4379360"/>
                </a:cubicBezTo>
                <a:cubicBezTo>
                  <a:pt x="8997743" y="4384073"/>
                  <a:pt x="9000968" y="4387694"/>
                  <a:pt x="9005334" y="4390224"/>
                </a:cubicBezTo>
                <a:cubicBezTo>
                  <a:pt x="9009699" y="4392755"/>
                  <a:pt x="9014164" y="4394020"/>
                  <a:pt x="9018728" y="4394020"/>
                </a:cubicBezTo>
                <a:cubicBezTo>
                  <a:pt x="9025475" y="4394020"/>
                  <a:pt x="9032023" y="4391564"/>
                  <a:pt x="9038373" y="4386653"/>
                </a:cubicBezTo>
                <a:cubicBezTo>
                  <a:pt x="9044724" y="4381741"/>
                  <a:pt x="9049635" y="4374424"/>
                  <a:pt x="9053107" y="4364700"/>
                </a:cubicBezTo>
                <a:lnTo>
                  <a:pt x="9047303" y="4364700"/>
                </a:lnTo>
                <a:cubicBezTo>
                  <a:pt x="9045617" y="4368669"/>
                  <a:pt x="9043235" y="4371671"/>
                  <a:pt x="9040159" y="4373705"/>
                </a:cubicBezTo>
                <a:cubicBezTo>
                  <a:pt x="9037083" y="4375738"/>
                  <a:pt x="9033909" y="4376756"/>
                  <a:pt x="9030634" y="4376756"/>
                </a:cubicBezTo>
                <a:cubicBezTo>
                  <a:pt x="9026665" y="4376756"/>
                  <a:pt x="9023416" y="4375218"/>
                  <a:pt x="9020886" y="4372142"/>
                </a:cubicBezTo>
                <a:cubicBezTo>
                  <a:pt x="9018356" y="4369066"/>
                  <a:pt x="9017091" y="4363113"/>
                  <a:pt x="9017091" y="4354282"/>
                </a:cubicBezTo>
                <a:lnTo>
                  <a:pt x="9017091" y="4265879"/>
                </a:lnTo>
                <a:lnTo>
                  <a:pt x="9048940" y="4265879"/>
                </a:lnTo>
                <a:lnTo>
                  <a:pt x="9048940" y="4255461"/>
                </a:lnTo>
                <a:lnTo>
                  <a:pt x="9017091" y="4255461"/>
                </a:lnTo>
                <a:lnTo>
                  <a:pt x="9017091" y="4210663"/>
                </a:lnTo>
                <a:close/>
                <a:moveTo>
                  <a:pt x="8269528" y="4210663"/>
                </a:moveTo>
                <a:cubicBezTo>
                  <a:pt x="8265460" y="4220684"/>
                  <a:pt x="8262284" y="4227580"/>
                  <a:pt x="8260003" y="4231350"/>
                </a:cubicBezTo>
                <a:cubicBezTo>
                  <a:pt x="8255538" y="4238494"/>
                  <a:pt x="8250453" y="4244671"/>
                  <a:pt x="8244748" y="4249880"/>
                </a:cubicBezTo>
                <a:cubicBezTo>
                  <a:pt x="8239043" y="4255089"/>
                  <a:pt x="8233462" y="4258784"/>
                  <a:pt x="8228005" y="4260967"/>
                </a:cubicBezTo>
                <a:lnTo>
                  <a:pt x="8228005" y="4265879"/>
                </a:lnTo>
                <a:lnTo>
                  <a:pt x="8249585" y="4265879"/>
                </a:lnTo>
                <a:lnTo>
                  <a:pt x="8249585" y="4357557"/>
                </a:lnTo>
                <a:cubicBezTo>
                  <a:pt x="8249585" y="4367379"/>
                  <a:pt x="8250626" y="4374647"/>
                  <a:pt x="8252710" y="4379360"/>
                </a:cubicBezTo>
                <a:cubicBezTo>
                  <a:pt x="8254794" y="4384073"/>
                  <a:pt x="8258018" y="4387694"/>
                  <a:pt x="8262384" y="4390224"/>
                </a:cubicBezTo>
                <a:cubicBezTo>
                  <a:pt x="8266749" y="4392755"/>
                  <a:pt x="8271214" y="4394020"/>
                  <a:pt x="8275778" y="4394020"/>
                </a:cubicBezTo>
                <a:cubicBezTo>
                  <a:pt x="8282525" y="4394020"/>
                  <a:pt x="8289074" y="4391564"/>
                  <a:pt x="8295424" y="4386653"/>
                </a:cubicBezTo>
                <a:cubicBezTo>
                  <a:pt x="8301774" y="4381741"/>
                  <a:pt x="8306685" y="4374424"/>
                  <a:pt x="8310158" y="4364700"/>
                </a:cubicBezTo>
                <a:lnTo>
                  <a:pt x="8304353" y="4364700"/>
                </a:lnTo>
                <a:cubicBezTo>
                  <a:pt x="8302667" y="4368669"/>
                  <a:pt x="8300286" y="4371671"/>
                  <a:pt x="8297210" y="4373705"/>
                </a:cubicBezTo>
                <a:cubicBezTo>
                  <a:pt x="8294134" y="4375738"/>
                  <a:pt x="8290959" y="4376756"/>
                  <a:pt x="8287685" y="4376756"/>
                </a:cubicBezTo>
                <a:cubicBezTo>
                  <a:pt x="8283716" y="4376756"/>
                  <a:pt x="8280466" y="4375218"/>
                  <a:pt x="8277936" y="4372142"/>
                </a:cubicBezTo>
                <a:cubicBezTo>
                  <a:pt x="8275406" y="4369066"/>
                  <a:pt x="8274141" y="4363113"/>
                  <a:pt x="8274141" y="4354282"/>
                </a:cubicBezTo>
                <a:lnTo>
                  <a:pt x="8274141" y="4265879"/>
                </a:lnTo>
                <a:lnTo>
                  <a:pt x="8305991" y="4265879"/>
                </a:lnTo>
                <a:lnTo>
                  <a:pt x="8305991" y="4255461"/>
                </a:lnTo>
                <a:lnTo>
                  <a:pt x="8274141" y="4255461"/>
                </a:lnTo>
                <a:lnTo>
                  <a:pt x="8274141" y="4210663"/>
                </a:lnTo>
                <a:close/>
                <a:moveTo>
                  <a:pt x="7440853" y="4210663"/>
                </a:moveTo>
                <a:cubicBezTo>
                  <a:pt x="7436785" y="4220684"/>
                  <a:pt x="7433609" y="4227580"/>
                  <a:pt x="7431328" y="4231350"/>
                </a:cubicBezTo>
                <a:cubicBezTo>
                  <a:pt x="7426863" y="4238494"/>
                  <a:pt x="7421778" y="4244671"/>
                  <a:pt x="7416073" y="4249880"/>
                </a:cubicBezTo>
                <a:cubicBezTo>
                  <a:pt x="7410368" y="4255089"/>
                  <a:pt x="7404787" y="4258784"/>
                  <a:pt x="7399330" y="4260967"/>
                </a:cubicBezTo>
                <a:lnTo>
                  <a:pt x="7399330" y="4265879"/>
                </a:lnTo>
                <a:lnTo>
                  <a:pt x="7420910" y="4265879"/>
                </a:lnTo>
                <a:lnTo>
                  <a:pt x="7420910" y="4357557"/>
                </a:lnTo>
                <a:cubicBezTo>
                  <a:pt x="7420910" y="4367379"/>
                  <a:pt x="7421951" y="4374647"/>
                  <a:pt x="7424035" y="4379360"/>
                </a:cubicBezTo>
                <a:cubicBezTo>
                  <a:pt x="7426119" y="4384073"/>
                  <a:pt x="7429343" y="4387694"/>
                  <a:pt x="7433709" y="4390224"/>
                </a:cubicBezTo>
                <a:cubicBezTo>
                  <a:pt x="7438074" y="4392755"/>
                  <a:pt x="7442539" y="4394020"/>
                  <a:pt x="7447103" y="4394020"/>
                </a:cubicBezTo>
                <a:cubicBezTo>
                  <a:pt x="7453850" y="4394020"/>
                  <a:pt x="7460399" y="4391564"/>
                  <a:pt x="7466749" y="4386653"/>
                </a:cubicBezTo>
                <a:cubicBezTo>
                  <a:pt x="7473099" y="4381741"/>
                  <a:pt x="7478010" y="4374424"/>
                  <a:pt x="7481483" y="4364700"/>
                </a:cubicBezTo>
                <a:lnTo>
                  <a:pt x="7475678" y="4364700"/>
                </a:lnTo>
                <a:cubicBezTo>
                  <a:pt x="7473992" y="4368669"/>
                  <a:pt x="7471611" y="4371671"/>
                  <a:pt x="7468535" y="4373705"/>
                </a:cubicBezTo>
                <a:cubicBezTo>
                  <a:pt x="7465459" y="4375738"/>
                  <a:pt x="7462284" y="4376756"/>
                  <a:pt x="7459010" y="4376756"/>
                </a:cubicBezTo>
                <a:cubicBezTo>
                  <a:pt x="7455041" y="4376756"/>
                  <a:pt x="7451791" y="4375218"/>
                  <a:pt x="7449261" y="4372142"/>
                </a:cubicBezTo>
                <a:cubicBezTo>
                  <a:pt x="7446731" y="4369066"/>
                  <a:pt x="7445466" y="4363113"/>
                  <a:pt x="7445466" y="4354282"/>
                </a:cubicBezTo>
                <a:lnTo>
                  <a:pt x="7445466" y="4265879"/>
                </a:lnTo>
                <a:lnTo>
                  <a:pt x="7477316" y="4265879"/>
                </a:lnTo>
                <a:lnTo>
                  <a:pt x="7477316" y="4255461"/>
                </a:lnTo>
                <a:lnTo>
                  <a:pt x="7445466" y="4255461"/>
                </a:lnTo>
                <a:lnTo>
                  <a:pt x="7445466" y="4210663"/>
                </a:lnTo>
                <a:close/>
                <a:moveTo>
                  <a:pt x="4088054" y="4210663"/>
                </a:moveTo>
                <a:cubicBezTo>
                  <a:pt x="4083986" y="4220684"/>
                  <a:pt x="4080811" y="4227580"/>
                  <a:pt x="4078530" y="4231350"/>
                </a:cubicBezTo>
                <a:cubicBezTo>
                  <a:pt x="4074065" y="4238494"/>
                  <a:pt x="4068980" y="4244671"/>
                  <a:pt x="4063274" y="4249880"/>
                </a:cubicBezTo>
                <a:cubicBezTo>
                  <a:pt x="4057569" y="4255089"/>
                  <a:pt x="4051988" y="4258784"/>
                  <a:pt x="4046532" y="4260967"/>
                </a:cubicBezTo>
                <a:lnTo>
                  <a:pt x="4046532" y="4265879"/>
                </a:lnTo>
                <a:lnTo>
                  <a:pt x="4068111" y="4265879"/>
                </a:lnTo>
                <a:lnTo>
                  <a:pt x="4068111" y="4357557"/>
                </a:lnTo>
                <a:cubicBezTo>
                  <a:pt x="4068111" y="4367379"/>
                  <a:pt x="4069153" y="4374647"/>
                  <a:pt x="4071236" y="4379360"/>
                </a:cubicBezTo>
                <a:cubicBezTo>
                  <a:pt x="4073320" y="4384073"/>
                  <a:pt x="4076545" y="4387694"/>
                  <a:pt x="4080911" y="4390224"/>
                </a:cubicBezTo>
                <a:cubicBezTo>
                  <a:pt x="4085276" y="4392755"/>
                  <a:pt x="4089741" y="4394020"/>
                  <a:pt x="4094305" y="4394020"/>
                </a:cubicBezTo>
                <a:cubicBezTo>
                  <a:pt x="4101052" y="4394020"/>
                  <a:pt x="4107601" y="4391564"/>
                  <a:pt x="4113951" y="4386653"/>
                </a:cubicBezTo>
                <a:cubicBezTo>
                  <a:pt x="4120300" y="4381741"/>
                  <a:pt x="4125212" y="4374424"/>
                  <a:pt x="4128685" y="4364700"/>
                </a:cubicBezTo>
                <a:lnTo>
                  <a:pt x="4122880" y="4364700"/>
                </a:lnTo>
                <a:cubicBezTo>
                  <a:pt x="4121194" y="4368669"/>
                  <a:pt x="4118812" y="4371671"/>
                  <a:pt x="4115736" y="4373705"/>
                </a:cubicBezTo>
                <a:cubicBezTo>
                  <a:pt x="4112661" y="4375738"/>
                  <a:pt x="4109486" y="4376756"/>
                  <a:pt x="4106212" y="4376756"/>
                </a:cubicBezTo>
                <a:cubicBezTo>
                  <a:pt x="4102243" y="4376756"/>
                  <a:pt x="4098993" y="4375218"/>
                  <a:pt x="4096463" y="4372142"/>
                </a:cubicBezTo>
                <a:cubicBezTo>
                  <a:pt x="4093933" y="4369066"/>
                  <a:pt x="4092668" y="4363113"/>
                  <a:pt x="4092668" y="4354282"/>
                </a:cubicBezTo>
                <a:lnTo>
                  <a:pt x="4092668" y="4265879"/>
                </a:lnTo>
                <a:lnTo>
                  <a:pt x="4124518" y="4265879"/>
                </a:lnTo>
                <a:lnTo>
                  <a:pt x="4124518" y="4255461"/>
                </a:lnTo>
                <a:lnTo>
                  <a:pt x="4092668" y="4255461"/>
                </a:lnTo>
                <a:lnTo>
                  <a:pt x="4092668" y="4210663"/>
                </a:lnTo>
                <a:close/>
                <a:moveTo>
                  <a:pt x="3126029" y="4210663"/>
                </a:moveTo>
                <a:cubicBezTo>
                  <a:pt x="3121961" y="4220684"/>
                  <a:pt x="3118787" y="4227580"/>
                  <a:pt x="3116504" y="4231350"/>
                </a:cubicBezTo>
                <a:cubicBezTo>
                  <a:pt x="3112039" y="4238494"/>
                  <a:pt x="3106955" y="4244671"/>
                  <a:pt x="3101250" y="4249880"/>
                </a:cubicBezTo>
                <a:cubicBezTo>
                  <a:pt x="3095544" y="4255089"/>
                  <a:pt x="3089963" y="4258784"/>
                  <a:pt x="3084506" y="4260967"/>
                </a:cubicBezTo>
                <a:lnTo>
                  <a:pt x="3084506" y="4265879"/>
                </a:lnTo>
                <a:lnTo>
                  <a:pt x="3106086" y="4265879"/>
                </a:lnTo>
                <a:lnTo>
                  <a:pt x="3106086" y="4357557"/>
                </a:lnTo>
                <a:cubicBezTo>
                  <a:pt x="3106086" y="4367379"/>
                  <a:pt x="3107128" y="4374647"/>
                  <a:pt x="3109212" y="4379360"/>
                </a:cubicBezTo>
                <a:cubicBezTo>
                  <a:pt x="3111296" y="4384073"/>
                  <a:pt x="3114520" y="4387694"/>
                  <a:pt x="3118885" y="4390224"/>
                </a:cubicBezTo>
                <a:cubicBezTo>
                  <a:pt x="3123251" y="4392755"/>
                  <a:pt x="3127716" y="4394020"/>
                  <a:pt x="3132280" y="4394020"/>
                </a:cubicBezTo>
                <a:cubicBezTo>
                  <a:pt x="3139027" y="4394020"/>
                  <a:pt x="3145575" y="4391564"/>
                  <a:pt x="3151925" y="4386653"/>
                </a:cubicBezTo>
                <a:cubicBezTo>
                  <a:pt x="3158276" y="4381741"/>
                  <a:pt x="3163187" y="4374424"/>
                  <a:pt x="3166659" y="4364700"/>
                </a:cubicBezTo>
                <a:lnTo>
                  <a:pt x="3160855" y="4364700"/>
                </a:lnTo>
                <a:cubicBezTo>
                  <a:pt x="3159169" y="4368669"/>
                  <a:pt x="3156787" y="4371671"/>
                  <a:pt x="3153711" y="4373705"/>
                </a:cubicBezTo>
                <a:cubicBezTo>
                  <a:pt x="3150636" y="4375738"/>
                  <a:pt x="3147460" y="4376756"/>
                  <a:pt x="3144186" y="4376756"/>
                </a:cubicBezTo>
                <a:cubicBezTo>
                  <a:pt x="3140218" y="4376756"/>
                  <a:pt x="3136968" y="4375218"/>
                  <a:pt x="3134438" y="4372142"/>
                </a:cubicBezTo>
                <a:cubicBezTo>
                  <a:pt x="3131908" y="4369066"/>
                  <a:pt x="3130643" y="4363113"/>
                  <a:pt x="3130643" y="4354282"/>
                </a:cubicBezTo>
                <a:lnTo>
                  <a:pt x="3130643" y="4265879"/>
                </a:lnTo>
                <a:lnTo>
                  <a:pt x="3162492" y="4265879"/>
                </a:lnTo>
                <a:lnTo>
                  <a:pt x="3162492" y="4255461"/>
                </a:lnTo>
                <a:lnTo>
                  <a:pt x="3130643" y="4255461"/>
                </a:lnTo>
                <a:lnTo>
                  <a:pt x="3130643" y="4210663"/>
                </a:lnTo>
                <a:close/>
                <a:moveTo>
                  <a:pt x="864288" y="4189976"/>
                </a:moveTo>
                <a:lnTo>
                  <a:pt x="861907" y="4237304"/>
                </a:lnTo>
                <a:lnTo>
                  <a:pt x="867562" y="4237304"/>
                </a:lnTo>
                <a:cubicBezTo>
                  <a:pt x="868257" y="4228175"/>
                  <a:pt x="870439" y="4220933"/>
                  <a:pt x="874111" y="4215575"/>
                </a:cubicBezTo>
                <a:cubicBezTo>
                  <a:pt x="877781" y="4210217"/>
                  <a:pt x="882197" y="4206595"/>
                  <a:pt x="887356" y="4204710"/>
                </a:cubicBezTo>
                <a:cubicBezTo>
                  <a:pt x="891325" y="4203321"/>
                  <a:pt x="898022" y="4202627"/>
                  <a:pt x="907448" y="4202627"/>
                </a:cubicBezTo>
                <a:lnTo>
                  <a:pt x="931707" y="4202627"/>
                </a:lnTo>
                <a:lnTo>
                  <a:pt x="931707" y="4356813"/>
                </a:lnTo>
                <a:cubicBezTo>
                  <a:pt x="931707" y="4368123"/>
                  <a:pt x="930616" y="4375366"/>
                  <a:pt x="928433" y="4378541"/>
                </a:cubicBezTo>
                <a:cubicBezTo>
                  <a:pt x="924861" y="4383701"/>
                  <a:pt x="918809" y="4386281"/>
                  <a:pt x="910276" y="4386281"/>
                </a:cubicBezTo>
                <a:lnTo>
                  <a:pt x="903132" y="4386281"/>
                </a:lnTo>
                <a:lnTo>
                  <a:pt x="903132" y="4391787"/>
                </a:lnTo>
                <a:lnTo>
                  <a:pt x="988708" y="4391787"/>
                </a:lnTo>
                <a:lnTo>
                  <a:pt x="988708" y="4386281"/>
                </a:lnTo>
                <a:lnTo>
                  <a:pt x="981713" y="4386281"/>
                </a:lnTo>
                <a:cubicBezTo>
                  <a:pt x="973875" y="4386281"/>
                  <a:pt x="968071" y="4384197"/>
                  <a:pt x="964300" y="4380030"/>
                </a:cubicBezTo>
                <a:cubicBezTo>
                  <a:pt x="961621" y="4376954"/>
                  <a:pt x="960282" y="4369215"/>
                  <a:pt x="960282" y="4356813"/>
                </a:cubicBezTo>
                <a:lnTo>
                  <a:pt x="960282" y="4202627"/>
                </a:lnTo>
                <a:lnTo>
                  <a:pt x="988708" y="4202627"/>
                </a:lnTo>
                <a:cubicBezTo>
                  <a:pt x="997043" y="4202627"/>
                  <a:pt x="1003765" y="4203991"/>
                  <a:pt x="1008874" y="4206719"/>
                </a:cubicBezTo>
                <a:cubicBezTo>
                  <a:pt x="1013984" y="4209448"/>
                  <a:pt x="1018077" y="4213690"/>
                  <a:pt x="1021153" y="4219444"/>
                </a:cubicBezTo>
                <a:cubicBezTo>
                  <a:pt x="1023038" y="4223016"/>
                  <a:pt x="1024526" y="4228969"/>
                  <a:pt x="1025617" y="4237304"/>
                </a:cubicBezTo>
                <a:lnTo>
                  <a:pt x="1031273" y="4237304"/>
                </a:lnTo>
                <a:lnTo>
                  <a:pt x="1029041" y="4189976"/>
                </a:lnTo>
                <a:close/>
                <a:moveTo>
                  <a:pt x="9858416" y="4180154"/>
                </a:moveTo>
                <a:lnTo>
                  <a:pt x="9817638" y="4196822"/>
                </a:lnTo>
                <a:lnTo>
                  <a:pt x="9819721" y="4202031"/>
                </a:lnTo>
                <a:cubicBezTo>
                  <a:pt x="9824384" y="4200444"/>
                  <a:pt x="9827758" y="4199650"/>
                  <a:pt x="9829841" y="4199650"/>
                </a:cubicBezTo>
                <a:cubicBezTo>
                  <a:pt x="9832421" y="4199650"/>
                  <a:pt x="9834480" y="4200295"/>
                  <a:pt x="9836018" y="4201585"/>
                </a:cubicBezTo>
                <a:cubicBezTo>
                  <a:pt x="9837556" y="4202875"/>
                  <a:pt x="9838697" y="4205306"/>
                  <a:pt x="9839441" y="4208877"/>
                </a:cubicBezTo>
                <a:cubicBezTo>
                  <a:pt x="9840185" y="4212449"/>
                  <a:pt x="9840557" y="4222024"/>
                  <a:pt x="9840557" y="4237601"/>
                </a:cubicBezTo>
                <a:lnTo>
                  <a:pt x="9840557" y="4360980"/>
                </a:lnTo>
                <a:cubicBezTo>
                  <a:pt x="9840557" y="4369512"/>
                  <a:pt x="9839962" y="4375168"/>
                  <a:pt x="9838771" y="4377946"/>
                </a:cubicBezTo>
                <a:cubicBezTo>
                  <a:pt x="9837581" y="4380724"/>
                  <a:pt x="9835993" y="4382609"/>
                  <a:pt x="9834009" y="4383602"/>
                </a:cubicBezTo>
                <a:cubicBezTo>
                  <a:pt x="9830536" y="4385487"/>
                  <a:pt x="9825774" y="4386429"/>
                  <a:pt x="9819721" y="4386429"/>
                </a:cubicBezTo>
                <a:lnTo>
                  <a:pt x="9819721" y="4391787"/>
                </a:lnTo>
                <a:lnTo>
                  <a:pt x="9887289" y="4391787"/>
                </a:lnTo>
                <a:lnTo>
                  <a:pt x="9887289" y="4386429"/>
                </a:lnTo>
                <a:cubicBezTo>
                  <a:pt x="9880344" y="4386429"/>
                  <a:pt x="9875457" y="4385660"/>
                  <a:pt x="9872630" y="4384123"/>
                </a:cubicBezTo>
                <a:cubicBezTo>
                  <a:pt x="9869802" y="4382585"/>
                  <a:pt x="9867867" y="4380675"/>
                  <a:pt x="9866825" y="4378393"/>
                </a:cubicBezTo>
                <a:cubicBezTo>
                  <a:pt x="9865783" y="4376110"/>
                  <a:pt x="9865263" y="4370306"/>
                  <a:pt x="9865263" y="4360980"/>
                </a:cubicBezTo>
                <a:lnTo>
                  <a:pt x="9865263" y="4288947"/>
                </a:lnTo>
                <a:cubicBezTo>
                  <a:pt x="9872605" y="4281109"/>
                  <a:pt x="9878905" y="4275900"/>
                  <a:pt x="9884164" y="4273320"/>
                </a:cubicBezTo>
                <a:cubicBezTo>
                  <a:pt x="9889422" y="4270740"/>
                  <a:pt x="9894482" y="4269450"/>
                  <a:pt x="9899344" y="4269450"/>
                </a:cubicBezTo>
                <a:cubicBezTo>
                  <a:pt x="9904107" y="4269450"/>
                  <a:pt x="9908174" y="4270616"/>
                  <a:pt x="9911548" y="4272948"/>
                </a:cubicBezTo>
                <a:cubicBezTo>
                  <a:pt x="9914922" y="4275280"/>
                  <a:pt x="9917377" y="4278777"/>
                  <a:pt x="9918915" y="4283440"/>
                </a:cubicBezTo>
                <a:cubicBezTo>
                  <a:pt x="9920453" y="4288104"/>
                  <a:pt x="9921222" y="4297877"/>
                  <a:pt x="9921222" y="4312759"/>
                </a:cubicBezTo>
                <a:lnTo>
                  <a:pt x="9921222" y="4360980"/>
                </a:lnTo>
                <a:cubicBezTo>
                  <a:pt x="9921222" y="4368719"/>
                  <a:pt x="9921073" y="4373382"/>
                  <a:pt x="9920775" y="4374970"/>
                </a:cubicBezTo>
                <a:cubicBezTo>
                  <a:pt x="9919783" y="4378740"/>
                  <a:pt x="9918047" y="4381592"/>
                  <a:pt x="9915566" y="4383527"/>
                </a:cubicBezTo>
                <a:cubicBezTo>
                  <a:pt x="9913086" y="4385462"/>
                  <a:pt x="9908671" y="4386429"/>
                  <a:pt x="9902321" y="4386429"/>
                </a:cubicBezTo>
                <a:lnTo>
                  <a:pt x="9899195" y="4386429"/>
                </a:lnTo>
                <a:lnTo>
                  <a:pt x="9899195" y="4391787"/>
                </a:lnTo>
                <a:lnTo>
                  <a:pt x="9966168" y="4391787"/>
                </a:lnTo>
                <a:lnTo>
                  <a:pt x="9966168" y="4386429"/>
                </a:lnTo>
                <a:cubicBezTo>
                  <a:pt x="9959818" y="4386429"/>
                  <a:pt x="9955452" y="4385735"/>
                  <a:pt x="9953071" y="4384346"/>
                </a:cubicBezTo>
                <a:cubicBezTo>
                  <a:pt x="9950690" y="4382957"/>
                  <a:pt x="9949003" y="4381072"/>
                  <a:pt x="9948011" y="4378690"/>
                </a:cubicBezTo>
                <a:cubicBezTo>
                  <a:pt x="9946622" y="4375515"/>
                  <a:pt x="9945927" y="4369612"/>
                  <a:pt x="9945927" y="4360980"/>
                </a:cubicBezTo>
                <a:lnTo>
                  <a:pt x="9945927" y="4312759"/>
                </a:lnTo>
                <a:cubicBezTo>
                  <a:pt x="9945927" y="4295892"/>
                  <a:pt x="9944985" y="4284284"/>
                  <a:pt x="9943100" y="4277934"/>
                </a:cubicBezTo>
                <a:cubicBezTo>
                  <a:pt x="9940421" y="4268805"/>
                  <a:pt x="9936303" y="4262108"/>
                  <a:pt x="9930747" y="4257842"/>
                </a:cubicBezTo>
                <a:cubicBezTo>
                  <a:pt x="9925191" y="4253575"/>
                  <a:pt x="9918543" y="4251442"/>
                  <a:pt x="9910804" y="4251442"/>
                </a:cubicBezTo>
                <a:cubicBezTo>
                  <a:pt x="9904355" y="4251442"/>
                  <a:pt x="9897905" y="4253154"/>
                  <a:pt x="9891456" y="4256577"/>
                </a:cubicBezTo>
                <a:cubicBezTo>
                  <a:pt x="9885007" y="4260000"/>
                  <a:pt x="9876276" y="4267764"/>
                  <a:pt x="9865263" y="4279868"/>
                </a:cubicBezTo>
                <a:lnTo>
                  <a:pt x="9865263" y="4180154"/>
                </a:lnTo>
                <a:close/>
                <a:moveTo>
                  <a:pt x="9310729" y="4180154"/>
                </a:moveTo>
                <a:lnTo>
                  <a:pt x="9270099" y="4196822"/>
                </a:lnTo>
                <a:lnTo>
                  <a:pt x="9272034" y="4202031"/>
                </a:lnTo>
                <a:cubicBezTo>
                  <a:pt x="9276300" y="4200444"/>
                  <a:pt x="9279723" y="4199650"/>
                  <a:pt x="9282303" y="4199650"/>
                </a:cubicBezTo>
                <a:cubicBezTo>
                  <a:pt x="9284684" y="4199650"/>
                  <a:pt x="9286668" y="4200295"/>
                  <a:pt x="9288256" y="4201585"/>
                </a:cubicBezTo>
                <a:cubicBezTo>
                  <a:pt x="9289844" y="4202875"/>
                  <a:pt x="9291009" y="4205306"/>
                  <a:pt x="9291753" y="4208877"/>
                </a:cubicBezTo>
                <a:cubicBezTo>
                  <a:pt x="9292497" y="4212449"/>
                  <a:pt x="9292870" y="4222024"/>
                  <a:pt x="9292870" y="4237601"/>
                </a:cubicBezTo>
                <a:lnTo>
                  <a:pt x="9292870" y="4262753"/>
                </a:lnTo>
                <a:cubicBezTo>
                  <a:pt x="9285031" y="4255113"/>
                  <a:pt x="9275110" y="4251293"/>
                  <a:pt x="9263104" y="4251293"/>
                </a:cubicBezTo>
                <a:cubicBezTo>
                  <a:pt x="9243756" y="4251293"/>
                  <a:pt x="9227931" y="4259405"/>
                  <a:pt x="9215628" y="4275627"/>
                </a:cubicBezTo>
                <a:cubicBezTo>
                  <a:pt x="9203324" y="4291849"/>
                  <a:pt x="9197173" y="4309733"/>
                  <a:pt x="9197173" y="4329279"/>
                </a:cubicBezTo>
                <a:cubicBezTo>
                  <a:pt x="9197173" y="4348825"/>
                  <a:pt x="9202729" y="4364824"/>
                  <a:pt x="9213842" y="4377276"/>
                </a:cubicBezTo>
                <a:cubicBezTo>
                  <a:pt x="9224955" y="4389728"/>
                  <a:pt x="9237952" y="4395954"/>
                  <a:pt x="9252835" y="4395954"/>
                </a:cubicBezTo>
                <a:cubicBezTo>
                  <a:pt x="9260177" y="4395954"/>
                  <a:pt x="9267023" y="4394441"/>
                  <a:pt x="9273373" y="4391415"/>
                </a:cubicBezTo>
                <a:cubicBezTo>
                  <a:pt x="9279723" y="4388389"/>
                  <a:pt x="9286222" y="4383403"/>
                  <a:pt x="9292870" y="4376458"/>
                </a:cubicBezTo>
                <a:lnTo>
                  <a:pt x="9292870" y="4395954"/>
                </a:lnTo>
                <a:lnTo>
                  <a:pt x="9299716" y="4395954"/>
                </a:lnTo>
                <a:lnTo>
                  <a:pt x="9340197" y="4379137"/>
                </a:lnTo>
                <a:lnTo>
                  <a:pt x="9338560" y="4373928"/>
                </a:lnTo>
                <a:cubicBezTo>
                  <a:pt x="9334095" y="4375614"/>
                  <a:pt x="9330523" y="4376458"/>
                  <a:pt x="9327844" y="4376458"/>
                </a:cubicBezTo>
                <a:cubicBezTo>
                  <a:pt x="9325661" y="4376458"/>
                  <a:pt x="9323751" y="4375763"/>
                  <a:pt x="9322114" y="4374374"/>
                </a:cubicBezTo>
                <a:cubicBezTo>
                  <a:pt x="9320477" y="4372985"/>
                  <a:pt x="9319287" y="4370529"/>
                  <a:pt x="9318542" y="4367007"/>
                </a:cubicBezTo>
                <a:cubicBezTo>
                  <a:pt x="9317798" y="4363485"/>
                  <a:pt x="9317426" y="4353737"/>
                  <a:pt x="9317426" y="4337763"/>
                </a:cubicBezTo>
                <a:lnTo>
                  <a:pt x="9317426" y="4180154"/>
                </a:lnTo>
                <a:close/>
                <a:moveTo>
                  <a:pt x="8798612" y="4180154"/>
                </a:moveTo>
                <a:lnTo>
                  <a:pt x="8757982" y="4196822"/>
                </a:lnTo>
                <a:lnTo>
                  <a:pt x="8760512" y="4202031"/>
                </a:lnTo>
                <a:cubicBezTo>
                  <a:pt x="8764480" y="4200444"/>
                  <a:pt x="8767754" y="4199650"/>
                  <a:pt x="8770334" y="4199650"/>
                </a:cubicBezTo>
                <a:cubicBezTo>
                  <a:pt x="8772716" y="4199650"/>
                  <a:pt x="8774675" y="4200295"/>
                  <a:pt x="8776212" y="4201585"/>
                </a:cubicBezTo>
                <a:cubicBezTo>
                  <a:pt x="8777750" y="4202875"/>
                  <a:pt x="8778866" y="4205281"/>
                  <a:pt x="8779562" y="4208803"/>
                </a:cubicBezTo>
                <a:cubicBezTo>
                  <a:pt x="8780256" y="4212325"/>
                  <a:pt x="8780603" y="4221776"/>
                  <a:pt x="8780603" y="4237155"/>
                </a:cubicBezTo>
                <a:lnTo>
                  <a:pt x="8780603" y="4360980"/>
                </a:lnTo>
                <a:cubicBezTo>
                  <a:pt x="8780603" y="4369413"/>
                  <a:pt x="8779958" y="4375118"/>
                  <a:pt x="8778668" y="4378095"/>
                </a:cubicBezTo>
                <a:cubicBezTo>
                  <a:pt x="8777378" y="4381072"/>
                  <a:pt x="8775592" y="4383205"/>
                  <a:pt x="8773310" y="4384495"/>
                </a:cubicBezTo>
                <a:cubicBezTo>
                  <a:pt x="8771028" y="4385784"/>
                  <a:pt x="8766762" y="4386429"/>
                  <a:pt x="8760512" y="4386429"/>
                </a:cubicBezTo>
                <a:lnTo>
                  <a:pt x="8760512" y="4391787"/>
                </a:lnTo>
                <a:lnTo>
                  <a:pt x="8827335" y="4391787"/>
                </a:lnTo>
                <a:lnTo>
                  <a:pt x="8827335" y="4386429"/>
                </a:lnTo>
                <a:cubicBezTo>
                  <a:pt x="8820291" y="4386429"/>
                  <a:pt x="8815478" y="4385710"/>
                  <a:pt x="8812899" y="4384271"/>
                </a:cubicBezTo>
                <a:cubicBezTo>
                  <a:pt x="8810320" y="4382833"/>
                  <a:pt x="8808409" y="4380724"/>
                  <a:pt x="8807169" y="4377946"/>
                </a:cubicBezTo>
                <a:cubicBezTo>
                  <a:pt x="8805929" y="4375168"/>
                  <a:pt x="8805308" y="4369512"/>
                  <a:pt x="8805308" y="4360980"/>
                </a:cubicBezTo>
                <a:lnTo>
                  <a:pt x="8805308" y="4180154"/>
                </a:lnTo>
                <a:close/>
                <a:moveTo>
                  <a:pt x="8040630" y="4180154"/>
                </a:moveTo>
                <a:cubicBezTo>
                  <a:pt x="8036363" y="4180154"/>
                  <a:pt x="8032767" y="4181617"/>
                  <a:pt x="8029840" y="4184544"/>
                </a:cubicBezTo>
                <a:cubicBezTo>
                  <a:pt x="8026913" y="4187471"/>
                  <a:pt x="8025450" y="4191018"/>
                  <a:pt x="8025450" y="4195185"/>
                </a:cubicBezTo>
                <a:cubicBezTo>
                  <a:pt x="8025450" y="4199352"/>
                  <a:pt x="8026938" y="4202924"/>
                  <a:pt x="8029914" y="4205901"/>
                </a:cubicBezTo>
                <a:cubicBezTo>
                  <a:pt x="8032891" y="4208877"/>
                  <a:pt x="8036463" y="4210366"/>
                  <a:pt x="8040630" y="4210366"/>
                </a:cubicBezTo>
                <a:cubicBezTo>
                  <a:pt x="8044797" y="4210366"/>
                  <a:pt x="8048344" y="4208877"/>
                  <a:pt x="8051271" y="4205901"/>
                </a:cubicBezTo>
                <a:cubicBezTo>
                  <a:pt x="8054198" y="4202924"/>
                  <a:pt x="8055662" y="4199352"/>
                  <a:pt x="8055662" y="4195185"/>
                </a:cubicBezTo>
                <a:cubicBezTo>
                  <a:pt x="8055662" y="4191018"/>
                  <a:pt x="8054198" y="4187471"/>
                  <a:pt x="8051271" y="4184544"/>
                </a:cubicBezTo>
                <a:cubicBezTo>
                  <a:pt x="8048344" y="4181617"/>
                  <a:pt x="8044797" y="4180154"/>
                  <a:pt x="8040630" y="4180154"/>
                </a:cubicBezTo>
                <a:close/>
                <a:moveTo>
                  <a:pt x="7234279" y="4180154"/>
                </a:moveTo>
                <a:lnTo>
                  <a:pt x="7193649" y="4196822"/>
                </a:lnTo>
                <a:lnTo>
                  <a:pt x="7195584" y="4202031"/>
                </a:lnTo>
                <a:cubicBezTo>
                  <a:pt x="7199850" y="4200444"/>
                  <a:pt x="7203274" y="4199650"/>
                  <a:pt x="7205853" y="4199650"/>
                </a:cubicBezTo>
                <a:cubicBezTo>
                  <a:pt x="7208234" y="4199650"/>
                  <a:pt x="7210218" y="4200295"/>
                  <a:pt x="7211806" y="4201585"/>
                </a:cubicBezTo>
                <a:cubicBezTo>
                  <a:pt x="7213394" y="4202875"/>
                  <a:pt x="7214559" y="4205306"/>
                  <a:pt x="7215304" y="4208877"/>
                </a:cubicBezTo>
                <a:cubicBezTo>
                  <a:pt x="7216048" y="4212449"/>
                  <a:pt x="7216420" y="4222024"/>
                  <a:pt x="7216420" y="4237601"/>
                </a:cubicBezTo>
                <a:lnTo>
                  <a:pt x="7216420" y="4262753"/>
                </a:lnTo>
                <a:cubicBezTo>
                  <a:pt x="7208581" y="4255113"/>
                  <a:pt x="7198660" y="4251293"/>
                  <a:pt x="7186654" y="4251293"/>
                </a:cubicBezTo>
                <a:cubicBezTo>
                  <a:pt x="7167307" y="4251293"/>
                  <a:pt x="7151481" y="4259405"/>
                  <a:pt x="7139178" y="4275627"/>
                </a:cubicBezTo>
                <a:cubicBezTo>
                  <a:pt x="7126875" y="4291849"/>
                  <a:pt x="7120723" y="4309733"/>
                  <a:pt x="7120723" y="4329279"/>
                </a:cubicBezTo>
                <a:cubicBezTo>
                  <a:pt x="7120723" y="4348825"/>
                  <a:pt x="7126279" y="4364824"/>
                  <a:pt x="7137392" y="4377276"/>
                </a:cubicBezTo>
                <a:cubicBezTo>
                  <a:pt x="7148505" y="4389728"/>
                  <a:pt x="7161502" y="4395954"/>
                  <a:pt x="7176385" y="4395954"/>
                </a:cubicBezTo>
                <a:cubicBezTo>
                  <a:pt x="7183727" y="4395954"/>
                  <a:pt x="7190573" y="4394441"/>
                  <a:pt x="7196923" y="4391415"/>
                </a:cubicBezTo>
                <a:cubicBezTo>
                  <a:pt x="7203274" y="4388389"/>
                  <a:pt x="7209772" y="4383403"/>
                  <a:pt x="7216420" y="4376458"/>
                </a:cubicBezTo>
                <a:lnTo>
                  <a:pt x="7216420" y="4395954"/>
                </a:lnTo>
                <a:lnTo>
                  <a:pt x="7223266" y="4395954"/>
                </a:lnTo>
                <a:lnTo>
                  <a:pt x="7263747" y="4379137"/>
                </a:lnTo>
                <a:lnTo>
                  <a:pt x="7262110" y="4373928"/>
                </a:lnTo>
                <a:cubicBezTo>
                  <a:pt x="7257645" y="4375614"/>
                  <a:pt x="7254073" y="4376458"/>
                  <a:pt x="7251394" y="4376458"/>
                </a:cubicBezTo>
                <a:cubicBezTo>
                  <a:pt x="7249211" y="4376458"/>
                  <a:pt x="7247302" y="4375763"/>
                  <a:pt x="7245665" y="4374374"/>
                </a:cubicBezTo>
                <a:cubicBezTo>
                  <a:pt x="7244027" y="4372985"/>
                  <a:pt x="7242837" y="4370529"/>
                  <a:pt x="7242093" y="4367007"/>
                </a:cubicBezTo>
                <a:cubicBezTo>
                  <a:pt x="7241349" y="4363485"/>
                  <a:pt x="7240976" y="4353737"/>
                  <a:pt x="7240976" y="4337763"/>
                </a:cubicBezTo>
                <a:lnTo>
                  <a:pt x="7240976" y="4180154"/>
                </a:lnTo>
                <a:close/>
                <a:moveTo>
                  <a:pt x="6862804" y="4180154"/>
                </a:moveTo>
                <a:lnTo>
                  <a:pt x="6822174" y="4196822"/>
                </a:lnTo>
                <a:lnTo>
                  <a:pt x="6824109" y="4202031"/>
                </a:lnTo>
                <a:cubicBezTo>
                  <a:pt x="6828375" y="4200444"/>
                  <a:pt x="6831799" y="4199650"/>
                  <a:pt x="6834378" y="4199650"/>
                </a:cubicBezTo>
                <a:cubicBezTo>
                  <a:pt x="6836759" y="4199650"/>
                  <a:pt x="6838743" y="4200295"/>
                  <a:pt x="6840331" y="4201585"/>
                </a:cubicBezTo>
                <a:cubicBezTo>
                  <a:pt x="6841919" y="4202875"/>
                  <a:pt x="6843084" y="4205306"/>
                  <a:pt x="6843829" y="4208877"/>
                </a:cubicBezTo>
                <a:cubicBezTo>
                  <a:pt x="6844573" y="4212449"/>
                  <a:pt x="6844945" y="4222024"/>
                  <a:pt x="6844945" y="4237601"/>
                </a:cubicBezTo>
                <a:lnTo>
                  <a:pt x="6844945" y="4262753"/>
                </a:lnTo>
                <a:cubicBezTo>
                  <a:pt x="6837106" y="4255113"/>
                  <a:pt x="6827185" y="4251293"/>
                  <a:pt x="6815179" y="4251293"/>
                </a:cubicBezTo>
                <a:cubicBezTo>
                  <a:pt x="6795832" y="4251293"/>
                  <a:pt x="6780006" y="4259405"/>
                  <a:pt x="6767703" y="4275627"/>
                </a:cubicBezTo>
                <a:cubicBezTo>
                  <a:pt x="6755400" y="4291849"/>
                  <a:pt x="6749248" y="4309733"/>
                  <a:pt x="6749248" y="4329279"/>
                </a:cubicBezTo>
                <a:cubicBezTo>
                  <a:pt x="6749248" y="4348825"/>
                  <a:pt x="6754804" y="4364824"/>
                  <a:pt x="6765917" y="4377276"/>
                </a:cubicBezTo>
                <a:cubicBezTo>
                  <a:pt x="6777030" y="4389728"/>
                  <a:pt x="6790027" y="4395954"/>
                  <a:pt x="6804910" y="4395954"/>
                </a:cubicBezTo>
                <a:cubicBezTo>
                  <a:pt x="6812252" y="4395954"/>
                  <a:pt x="6819098" y="4394441"/>
                  <a:pt x="6825448" y="4391415"/>
                </a:cubicBezTo>
                <a:cubicBezTo>
                  <a:pt x="6831799" y="4388389"/>
                  <a:pt x="6838297" y="4383403"/>
                  <a:pt x="6844945" y="4376458"/>
                </a:cubicBezTo>
                <a:lnTo>
                  <a:pt x="6844945" y="4395954"/>
                </a:lnTo>
                <a:lnTo>
                  <a:pt x="6851791" y="4395954"/>
                </a:lnTo>
                <a:lnTo>
                  <a:pt x="6892272" y="4379137"/>
                </a:lnTo>
                <a:lnTo>
                  <a:pt x="6890635" y="4373928"/>
                </a:lnTo>
                <a:cubicBezTo>
                  <a:pt x="6886170" y="4375614"/>
                  <a:pt x="6882598" y="4376458"/>
                  <a:pt x="6879919" y="4376458"/>
                </a:cubicBezTo>
                <a:cubicBezTo>
                  <a:pt x="6877736" y="4376458"/>
                  <a:pt x="6875827" y="4375763"/>
                  <a:pt x="6874190" y="4374374"/>
                </a:cubicBezTo>
                <a:cubicBezTo>
                  <a:pt x="6872552" y="4372985"/>
                  <a:pt x="6871362" y="4370529"/>
                  <a:pt x="6870618" y="4367007"/>
                </a:cubicBezTo>
                <a:cubicBezTo>
                  <a:pt x="6869874" y="4363485"/>
                  <a:pt x="6869501" y="4353737"/>
                  <a:pt x="6869501" y="4337763"/>
                </a:cubicBezTo>
                <a:lnTo>
                  <a:pt x="6869501" y="4180154"/>
                </a:lnTo>
                <a:close/>
                <a:moveTo>
                  <a:pt x="6697605" y="4180154"/>
                </a:moveTo>
                <a:cubicBezTo>
                  <a:pt x="6693338" y="4180154"/>
                  <a:pt x="6689742" y="4181617"/>
                  <a:pt x="6686815" y="4184544"/>
                </a:cubicBezTo>
                <a:cubicBezTo>
                  <a:pt x="6683888" y="4187471"/>
                  <a:pt x="6682425" y="4191018"/>
                  <a:pt x="6682425" y="4195185"/>
                </a:cubicBezTo>
                <a:cubicBezTo>
                  <a:pt x="6682425" y="4199352"/>
                  <a:pt x="6683913" y="4202924"/>
                  <a:pt x="6686889" y="4205901"/>
                </a:cubicBezTo>
                <a:cubicBezTo>
                  <a:pt x="6689866" y="4208877"/>
                  <a:pt x="6693438" y="4210366"/>
                  <a:pt x="6697605" y="4210366"/>
                </a:cubicBezTo>
                <a:cubicBezTo>
                  <a:pt x="6701772" y="4210366"/>
                  <a:pt x="6705319" y="4208877"/>
                  <a:pt x="6708246" y="4205901"/>
                </a:cubicBezTo>
                <a:cubicBezTo>
                  <a:pt x="6711173" y="4202924"/>
                  <a:pt x="6712637" y="4199352"/>
                  <a:pt x="6712637" y="4195185"/>
                </a:cubicBezTo>
                <a:cubicBezTo>
                  <a:pt x="6712637" y="4191018"/>
                  <a:pt x="6711173" y="4187471"/>
                  <a:pt x="6708246" y="4184544"/>
                </a:cubicBezTo>
                <a:cubicBezTo>
                  <a:pt x="6705319" y="4181617"/>
                  <a:pt x="6701772" y="4180154"/>
                  <a:pt x="6697605" y="4180154"/>
                </a:cubicBezTo>
                <a:close/>
                <a:moveTo>
                  <a:pt x="5331512" y="4180154"/>
                </a:moveTo>
                <a:lnTo>
                  <a:pt x="5290882" y="4196822"/>
                </a:lnTo>
                <a:lnTo>
                  <a:pt x="5293412" y="4202031"/>
                </a:lnTo>
                <a:cubicBezTo>
                  <a:pt x="5297381" y="4200444"/>
                  <a:pt x="5300655" y="4199650"/>
                  <a:pt x="5303235" y="4199650"/>
                </a:cubicBezTo>
                <a:cubicBezTo>
                  <a:pt x="5305616" y="4199650"/>
                  <a:pt x="5307576" y="4200295"/>
                  <a:pt x="5309114" y="4201585"/>
                </a:cubicBezTo>
                <a:cubicBezTo>
                  <a:pt x="5310652" y="4202875"/>
                  <a:pt x="5311768" y="4205281"/>
                  <a:pt x="5312463" y="4208803"/>
                </a:cubicBezTo>
                <a:cubicBezTo>
                  <a:pt x="5313156" y="4212325"/>
                  <a:pt x="5313504" y="4221776"/>
                  <a:pt x="5313504" y="4237155"/>
                </a:cubicBezTo>
                <a:lnTo>
                  <a:pt x="5313504" y="4360980"/>
                </a:lnTo>
                <a:cubicBezTo>
                  <a:pt x="5313504" y="4369413"/>
                  <a:pt x="5312859" y="4375118"/>
                  <a:pt x="5311569" y="4378095"/>
                </a:cubicBezTo>
                <a:cubicBezTo>
                  <a:pt x="5310280" y="4381072"/>
                  <a:pt x="5308493" y="4383205"/>
                  <a:pt x="5306211" y="4384495"/>
                </a:cubicBezTo>
                <a:cubicBezTo>
                  <a:pt x="5303929" y="4385784"/>
                  <a:pt x="5299663" y="4386429"/>
                  <a:pt x="5293412" y="4386429"/>
                </a:cubicBezTo>
                <a:lnTo>
                  <a:pt x="5293412" y="4391787"/>
                </a:lnTo>
                <a:lnTo>
                  <a:pt x="5360235" y="4391787"/>
                </a:lnTo>
                <a:lnTo>
                  <a:pt x="5360235" y="4386429"/>
                </a:lnTo>
                <a:cubicBezTo>
                  <a:pt x="5353191" y="4386429"/>
                  <a:pt x="5348379" y="4385710"/>
                  <a:pt x="5345799" y="4384271"/>
                </a:cubicBezTo>
                <a:cubicBezTo>
                  <a:pt x="5343220" y="4382833"/>
                  <a:pt x="5341310" y="4380724"/>
                  <a:pt x="5340070" y="4377946"/>
                </a:cubicBezTo>
                <a:cubicBezTo>
                  <a:pt x="5338829" y="4375168"/>
                  <a:pt x="5338209" y="4369512"/>
                  <a:pt x="5338209" y="4360980"/>
                </a:cubicBezTo>
                <a:lnTo>
                  <a:pt x="5338209" y="4180154"/>
                </a:lnTo>
                <a:close/>
                <a:moveTo>
                  <a:pt x="4881605" y="4180154"/>
                </a:moveTo>
                <a:lnTo>
                  <a:pt x="4840974" y="4196822"/>
                </a:lnTo>
                <a:lnTo>
                  <a:pt x="4842910" y="4202031"/>
                </a:lnTo>
                <a:cubicBezTo>
                  <a:pt x="4847176" y="4200444"/>
                  <a:pt x="4850599" y="4199650"/>
                  <a:pt x="4853179" y="4199650"/>
                </a:cubicBezTo>
                <a:cubicBezTo>
                  <a:pt x="4855560" y="4199650"/>
                  <a:pt x="4857545" y="4200295"/>
                  <a:pt x="4859132" y="4201585"/>
                </a:cubicBezTo>
                <a:cubicBezTo>
                  <a:pt x="4860719" y="4202875"/>
                  <a:pt x="4861885" y="4205306"/>
                  <a:pt x="4862629" y="4208877"/>
                </a:cubicBezTo>
                <a:cubicBezTo>
                  <a:pt x="4863374" y="4212449"/>
                  <a:pt x="4863745" y="4222024"/>
                  <a:pt x="4863745" y="4237601"/>
                </a:cubicBezTo>
                <a:lnTo>
                  <a:pt x="4863745" y="4262753"/>
                </a:lnTo>
                <a:cubicBezTo>
                  <a:pt x="4855907" y="4255113"/>
                  <a:pt x="4845985" y="4251293"/>
                  <a:pt x="4833980" y="4251293"/>
                </a:cubicBezTo>
                <a:cubicBezTo>
                  <a:pt x="4814632" y="4251293"/>
                  <a:pt x="4798806" y="4259405"/>
                  <a:pt x="4786504" y="4275627"/>
                </a:cubicBezTo>
                <a:cubicBezTo>
                  <a:pt x="4774200" y="4291849"/>
                  <a:pt x="4768049" y="4309733"/>
                  <a:pt x="4768049" y="4329279"/>
                </a:cubicBezTo>
                <a:cubicBezTo>
                  <a:pt x="4768049" y="4348825"/>
                  <a:pt x="4773605" y="4364824"/>
                  <a:pt x="4784719" y="4377276"/>
                </a:cubicBezTo>
                <a:cubicBezTo>
                  <a:pt x="4795830" y="4389728"/>
                  <a:pt x="4808828" y="4395954"/>
                  <a:pt x="4823711" y="4395954"/>
                </a:cubicBezTo>
                <a:cubicBezTo>
                  <a:pt x="4831053" y="4395954"/>
                  <a:pt x="4837900" y="4394441"/>
                  <a:pt x="4844250" y="4391415"/>
                </a:cubicBezTo>
                <a:cubicBezTo>
                  <a:pt x="4850599" y="4388389"/>
                  <a:pt x="4857098" y="4383403"/>
                  <a:pt x="4863745" y="4376458"/>
                </a:cubicBezTo>
                <a:lnTo>
                  <a:pt x="4863745" y="4395954"/>
                </a:lnTo>
                <a:lnTo>
                  <a:pt x="4870592" y="4395954"/>
                </a:lnTo>
                <a:lnTo>
                  <a:pt x="4911073" y="4379137"/>
                </a:lnTo>
                <a:lnTo>
                  <a:pt x="4909435" y="4373928"/>
                </a:lnTo>
                <a:cubicBezTo>
                  <a:pt x="4904970" y="4375614"/>
                  <a:pt x="4901399" y="4376458"/>
                  <a:pt x="4898720" y="4376458"/>
                </a:cubicBezTo>
                <a:cubicBezTo>
                  <a:pt x="4896537" y="4376458"/>
                  <a:pt x="4894627" y="4375763"/>
                  <a:pt x="4892990" y="4374374"/>
                </a:cubicBezTo>
                <a:cubicBezTo>
                  <a:pt x="4891354" y="4372985"/>
                  <a:pt x="4890162" y="4370529"/>
                  <a:pt x="4889418" y="4367007"/>
                </a:cubicBezTo>
                <a:cubicBezTo>
                  <a:pt x="4888675" y="4363485"/>
                  <a:pt x="4888303" y="4353737"/>
                  <a:pt x="4888303" y="4337763"/>
                </a:cubicBezTo>
                <a:lnTo>
                  <a:pt x="4888303" y="4180154"/>
                </a:lnTo>
                <a:close/>
                <a:moveTo>
                  <a:pt x="1076368" y="4180154"/>
                </a:moveTo>
                <a:lnTo>
                  <a:pt x="1035589" y="4196822"/>
                </a:lnTo>
                <a:lnTo>
                  <a:pt x="1037673" y="4202031"/>
                </a:lnTo>
                <a:cubicBezTo>
                  <a:pt x="1042336" y="4200444"/>
                  <a:pt x="1045709" y="4199650"/>
                  <a:pt x="1047793" y="4199650"/>
                </a:cubicBezTo>
                <a:cubicBezTo>
                  <a:pt x="1050373" y="4199650"/>
                  <a:pt x="1052431" y="4200295"/>
                  <a:pt x="1053969" y="4201585"/>
                </a:cubicBezTo>
                <a:cubicBezTo>
                  <a:pt x="1055507" y="4202875"/>
                  <a:pt x="1056648" y="4205306"/>
                  <a:pt x="1057392" y="4208877"/>
                </a:cubicBezTo>
                <a:cubicBezTo>
                  <a:pt x="1058136" y="4212449"/>
                  <a:pt x="1058509" y="4222024"/>
                  <a:pt x="1058509" y="4237601"/>
                </a:cubicBezTo>
                <a:lnTo>
                  <a:pt x="1058509" y="4360980"/>
                </a:lnTo>
                <a:cubicBezTo>
                  <a:pt x="1058509" y="4369512"/>
                  <a:pt x="1057913" y="4375168"/>
                  <a:pt x="1056723" y="4377946"/>
                </a:cubicBezTo>
                <a:cubicBezTo>
                  <a:pt x="1055532" y="4380724"/>
                  <a:pt x="1053944" y="4382609"/>
                  <a:pt x="1051960" y="4383602"/>
                </a:cubicBezTo>
                <a:cubicBezTo>
                  <a:pt x="1048487" y="4385487"/>
                  <a:pt x="1043725" y="4386429"/>
                  <a:pt x="1037673" y="4386429"/>
                </a:cubicBezTo>
                <a:lnTo>
                  <a:pt x="1037673" y="4391787"/>
                </a:lnTo>
                <a:lnTo>
                  <a:pt x="1105241" y="4391787"/>
                </a:lnTo>
                <a:lnTo>
                  <a:pt x="1105241" y="4386429"/>
                </a:lnTo>
                <a:cubicBezTo>
                  <a:pt x="1098295" y="4386429"/>
                  <a:pt x="1093409" y="4385660"/>
                  <a:pt x="1090581" y="4384123"/>
                </a:cubicBezTo>
                <a:cubicBezTo>
                  <a:pt x="1087753" y="4382585"/>
                  <a:pt x="1085819" y="4380675"/>
                  <a:pt x="1084777" y="4378393"/>
                </a:cubicBezTo>
                <a:cubicBezTo>
                  <a:pt x="1083735" y="4376110"/>
                  <a:pt x="1083214" y="4370306"/>
                  <a:pt x="1083214" y="4360980"/>
                </a:cubicBezTo>
                <a:lnTo>
                  <a:pt x="1083214" y="4288947"/>
                </a:lnTo>
                <a:cubicBezTo>
                  <a:pt x="1090556" y="4281109"/>
                  <a:pt x="1096857" y="4275900"/>
                  <a:pt x="1102115" y="4273320"/>
                </a:cubicBezTo>
                <a:cubicBezTo>
                  <a:pt x="1107374" y="4270740"/>
                  <a:pt x="1112434" y="4269450"/>
                  <a:pt x="1117296" y="4269450"/>
                </a:cubicBezTo>
                <a:cubicBezTo>
                  <a:pt x="1122058" y="4269450"/>
                  <a:pt x="1126126" y="4270616"/>
                  <a:pt x="1129500" y="4272948"/>
                </a:cubicBezTo>
                <a:cubicBezTo>
                  <a:pt x="1132873" y="4275280"/>
                  <a:pt x="1135329" y="4278777"/>
                  <a:pt x="1136867" y="4283440"/>
                </a:cubicBezTo>
                <a:cubicBezTo>
                  <a:pt x="1138405" y="4288104"/>
                  <a:pt x="1139173" y="4297877"/>
                  <a:pt x="1139173" y="4312759"/>
                </a:cubicBezTo>
                <a:lnTo>
                  <a:pt x="1139173" y="4360980"/>
                </a:lnTo>
                <a:cubicBezTo>
                  <a:pt x="1139173" y="4368719"/>
                  <a:pt x="1139025" y="4373382"/>
                  <a:pt x="1138727" y="4374970"/>
                </a:cubicBezTo>
                <a:cubicBezTo>
                  <a:pt x="1137735" y="4378740"/>
                  <a:pt x="1135998" y="4381592"/>
                  <a:pt x="1133518" y="4383527"/>
                </a:cubicBezTo>
                <a:cubicBezTo>
                  <a:pt x="1131038" y="4385462"/>
                  <a:pt x="1126622" y="4386429"/>
                  <a:pt x="1120272" y="4386429"/>
                </a:cubicBezTo>
                <a:lnTo>
                  <a:pt x="1117147" y="4386429"/>
                </a:lnTo>
                <a:lnTo>
                  <a:pt x="1117147" y="4391787"/>
                </a:lnTo>
                <a:lnTo>
                  <a:pt x="1184119" y="4391787"/>
                </a:lnTo>
                <a:lnTo>
                  <a:pt x="1184119" y="4386429"/>
                </a:lnTo>
                <a:cubicBezTo>
                  <a:pt x="1177769" y="4386429"/>
                  <a:pt x="1173404" y="4385735"/>
                  <a:pt x="1171022" y="4384346"/>
                </a:cubicBezTo>
                <a:cubicBezTo>
                  <a:pt x="1168641" y="4382957"/>
                  <a:pt x="1166955" y="4381072"/>
                  <a:pt x="1165963" y="4378690"/>
                </a:cubicBezTo>
                <a:cubicBezTo>
                  <a:pt x="1164574" y="4375515"/>
                  <a:pt x="1163879" y="4369612"/>
                  <a:pt x="1163879" y="4360980"/>
                </a:cubicBezTo>
                <a:lnTo>
                  <a:pt x="1163879" y="4312759"/>
                </a:lnTo>
                <a:cubicBezTo>
                  <a:pt x="1163879" y="4295892"/>
                  <a:pt x="1162937" y="4284284"/>
                  <a:pt x="1161051" y="4277934"/>
                </a:cubicBezTo>
                <a:cubicBezTo>
                  <a:pt x="1158372" y="4268805"/>
                  <a:pt x="1154255" y="4262108"/>
                  <a:pt x="1148698" y="4257842"/>
                </a:cubicBezTo>
                <a:cubicBezTo>
                  <a:pt x="1143142" y="4253575"/>
                  <a:pt x="1136495" y="4251442"/>
                  <a:pt x="1128756" y="4251442"/>
                </a:cubicBezTo>
                <a:cubicBezTo>
                  <a:pt x="1122306" y="4251442"/>
                  <a:pt x="1115857" y="4253154"/>
                  <a:pt x="1109408" y="4256577"/>
                </a:cubicBezTo>
                <a:cubicBezTo>
                  <a:pt x="1102959" y="4260000"/>
                  <a:pt x="1094227" y="4267764"/>
                  <a:pt x="1083214" y="4279868"/>
                </a:cubicBezTo>
                <a:lnTo>
                  <a:pt x="1083214" y="4180154"/>
                </a:lnTo>
                <a:close/>
                <a:moveTo>
                  <a:pt x="702809" y="4171522"/>
                </a:moveTo>
                <a:lnTo>
                  <a:pt x="658161" y="4216170"/>
                </a:lnTo>
                <a:lnTo>
                  <a:pt x="702809" y="4260967"/>
                </a:lnTo>
                <a:lnTo>
                  <a:pt x="747607" y="4216170"/>
                </a:lnTo>
                <a:close/>
                <a:moveTo>
                  <a:pt x="5358003" y="3629490"/>
                </a:moveTo>
                <a:cubicBezTo>
                  <a:pt x="5353439" y="3629490"/>
                  <a:pt x="5349545" y="3631077"/>
                  <a:pt x="5346321" y="3634252"/>
                </a:cubicBezTo>
                <a:cubicBezTo>
                  <a:pt x="5343097" y="3637427"/>
                  <a:pt x="5341483" y="3641346"/>
                  <a:pt x="5341483" y="3646009"/>
                </a:cubicBezTo>
                <a:cubicBezTo>
                  <a:pt x="5341483" y="3650573"/>
                  <a:pt x="5343097" y="3654468"/>
                  <a:pt x="5346321" y="3657692"/>
                </a:cubicBezTo>
                <a:cubicBezTo>
                  <a:pt x="5349545" y="3660917"/>
                  <a:pt x="5353439" y="3662529"/>
                  <a:pt x="5358003" y="3662529"/>
                </a:cubicBezTo>
                <a:cubicBezTo>
                  <a:pt x="5362567" y="3662529"/>
                  <a:pt x="5366462" y="3660917"/>
                  <a:pt x="5369686" y="3657692"/>
                </a:cubicBezTo>
                <a:cubicBezTo>
                  <a:pt x="5372911" y="3654468"/>
                  <a:pt x="5374523" y="3650573"/>
                  <a:pt x="5374523" y="3646009"/>
                </a:cubicBezTo>
                <a:cubicBezTo>
                  <a:pt x="5374523" y="3641445"/>
                  <a:pt x="5372936" y="3637551"/>
                  <a:pt x="5369760" y="3634326"/>
                </a:cubicBezTo>
                <a:cubicBezTo>
                  <a:pt x="5366587" y="3631102"/>
                  <a:pt x="5362667" y="3629490"/>
                  <a:pt x="5358003" y="3629490"/>
                </a:cubicBezTo>
                <a:close/>
                <a:moveTo>
                  <a:pt x="2387247" y="3577102"/>
                </a:moveTo>
                <a:lnTo>
                  <a:pt x="2387247" y="3629043"/>
                </a:lnTo>
                <a:cubicBezTo>
                  <a:pt x="2374944" y="3638965"/>
                  <a:pt x="2365022" y="3643926"/>
                  <a:pt x="2357481" y="3643926"/>
                </a:cubicBezTo>
                <a:cubicBezTo>
                  <a:pt x="2351925" y="3643926"/>
                  <a:pt x="2347014" y="3641569"/>
                  <a:pt x="2342747" y="3636857"/>
                </a:cubicBezTo>
                <a:cubicBezTo>
                  <a:pt x="2338481" y="3632144"/>
                  <a:pt x="2336348" y="3626215"/>
                  <a:pt x="2336348" y="3619072"/>
                </a:cubicBezTo>
                <a:cubicBezTo>
                  <a:pt x="2336348" y="3613416"/>
                  <a:pt x="2338034" y="3608207"/>
                  <a:pt x="2341408" y="3603445"/>
                </a:cubicBezTo>
                <a:cubicBezTo>
                  <a:pt x="2344781" y="3598682"/>
                  <a:pt x="2350386" y="3594118"/>
                  <a:pt x="2358225" y="3589752"/>
                </a:cubicBezTo>
                <a:cubicBezTo>
                  <a:pt x="2362591" y="3587272"/>
                  <a:pt x="2372265" y="3583055"/>
                  <a:pt x="2387247" y="3577102"/>
                </a:cubicBezTo>
                <a:close/>
                <a:moveTo>
                  <a:pt x="1844321" y="3577102"/>
                </a:moveTo>
                <a:lnTo>
                  <a:pt x="1844321" y="3629043"/>
                </a:lnTo>
                <a:cubicBezTo>
                  <a:pt x="1832018" y="3638965"/>
                  <a:pt x="1822096" y="3643926"/>
                  <a:pt x="1814556" y="3643926"/>
                </a:cubicBezTo>
                <a:cubicBezTo>
                  <a:pt x="1809000" y="3643926"/>
                  <a:pt x="1804088" y="3641569"/>
                  <a:pt x="1799822" y="3636857"/>
                </a:cubicBezTo>
                <a:cubicBezTo>
                  <a:pt x="1795555" y="3632144"/>
                  <a:pt x="1793422" y="3626215"/>
                  <a:pt x="1793422" y="3619072"/>
                </a:cubicBezTo>
                <a:cubicBezTo>
                  <a:pt x="1793422" y="3613416"/>
                  <a:pt x="1795109" y="3608207"/>
                  <a:pt x="1798482" y="3603445"/>
                </a:cubicBezTo>
                <a:cubicBezTo>
                  <a:pt x="1801856" y="3598682"/>
                  <a:pt x="1807461" y="3594118"/>
                  <a:pt x="1815300" y="3589752"/>
                </a:cubicBezTo>
                <a:cubicBezTo>
                  <a:pt x="1819666" y="3587272"/>
                  <a:pt x="1829339" y="3583055"/>
                  <a:pt x="1844321" y="3577102"/>
                </a:cubicBezTo>
                <a:close/>
                <a:moveTo>
                  <a:pt x="2890286" y="3528435"/>
                </a:moveTo>
                <a:cubicBezTo>
                  <a:pt x="2895644" y="3528435"/>
                  <a:pt x="2900778" y="3530023"/>
                  <a:pt x="2905690" y="3533198"/>
                </a:cubicBezTo>
                <a:cubicBezTo>
                  <a:pt x="2910601" y="3536373"/>
                  <a:pt x="2914297" y="3540738"/>
                  <a:pt x="2916778" y="3546295"/>
                </a:cubicBezTo>
                <a:cubicBezTo>
                  <a:pt x="2918365" y="3549867"/>
                  <a:pt x="2919406" y="3556018"/>
                  <a:pt x="2919903" y="3564749"/>
                </a:cubicBezTo>
                <a:lnTo>
                  <a:pt x="2856800" y="3564749"/>
                </a:lnTo>
                <a:cubicBezTo>
                  <a:pt x="2857891" y="3553339"/>
                  <a:pt x="2861686" y="3544434"/>
                  <a:pt x="2868185" y="3538035"/>
                </a:cubicBezTo>
                <a:cubicBezTo>
                  <a:pt x="2874684" y="3531635"/>
                  <a:pt x="2882051" y="3528435"/>
                  <a:pt x="2890286" y="3528435"/>
                </a:cubicBezTo>
                <a:close/>
                <a:moveTo>
                  <a:pt x="1690135" y="3528435"/>
                </a:moveTo>
                <a:cubicBezTo>
                  <a:pt x="1695493" y="3528435"/>
                  <a:pt x="1700628" y="3530023"/>
                  <a:pt x="1705539" y="3533198"/>
                </a:cubicBezTo>
                <a:cubicBezTo>
                  <a:pt x="1710450" y="3536373"/>
                  <a:pt x="1714146" y="3540738"/>
                  <a:pt x="1716627" y="3546295"/>
                </a:cubicBezTo>
                <a:cubicBezTo>
                  <a:pt x="1718214" y="3549867"/>
                  <a:pt x="1719256" y="3556018"/>
                  <a:pt x="1719752" y="3564749"/>
                </a:cubicBezTo>
                <a:lnTo>
                  <a:pt x="1656649" y="3564749"/>
                </a:lnTo>
                <a:cubicBezTo>
                  <a:pt x="1657740" y="3553339"/>
                  <a:pt x="1661535" y="3544434"/>
                  <a:pt x="1668035" y="3538035"/>
                </a:cubicBezTo>
                <a:cubicBezTo>
                  <a:pt x="1674533" y="3531635"/>
                  <a:pt x="1681900" y="3528435"/>
                  <a:pt x="1690135" y="3528435"/>
                </a:cubicBezTo>
                <a:close/>
                <a:moveTo>
                  <a:pt x="1147210" y="3528435"/>
                </a:moveTo>
                <a:cubicBezTo>
                  <a:pt x="1152568" y="3528435"/>
                  <a:pt x="1157703" y="3530023"/>
                  <a:pt x="1162614" y="3533198"/>
                </a:cubicBezTo>
                <a:cubicBezTo>
                  <a:pt x="1167525" y="3536373"/>
                  <a:pt x="1171221" y="3540738"/>
                  <a:pt x="1173702" y="3546295"/>
                </a:cubicBezTo>
                <a:cubicBezTo>
                  <a:pt x="1175289" y="3549867"/>
                  <a:pt x="1176331" y="3556018"/>
                  <a:pt x="1176827" y="3564749"/>
                </a:cubicBezTo>
                <a:lnTo>
                  <a:pt x="1113724" y="3564749"/>
                </a:lnTo>
                <a:cubicBezTo>
                  <a:pt x="1114816" y="3553339"/>
                  <a:pt x="1118611" y="3544434"/>
                  <a:pt x="1125109" y="3538035"/>
                </a:cubicBezTo>
                <a:cubicBezTo>
                  <a:pt x="1131608" y="3531635"/>
                  <a:pt x="1138975" y="3528435"/>
                  <a:pt x="1147210" y="3528435"/>
                </a:cubicBezTo>
                <a:close/>
                <a:moveTo>
                  <a:pt x="4991441" y="3527691"/>
                </a:moveTo>
                <a:cubicBezTo>
                  <a:pt x="5002354" y="3527691"/>
                  <a:pt x="5011333" y="3532454"/>
                  <a:pt x="5018378" y="3541979"/>
                </a:cubicBezTo>
                <a:cubicBezTo>
                  <a:pt x="5028796" y="3555869"/>
                  <a:pt x="5034004" y="3574919"/>
                  <a:pt x="5034004" y="3599129"/>
                </a:cubicBezTo>
                <a:cubicBezTo>
                  <a:pt x="5034004" y="3618476"/>
                  <a:pt x="5030881" y="3632119"/>
                  <a:pt x="5024628" y="3640056"/>
                </a:cubicBezTo>
                <a:cubicBezTo>
                  <a:pt x="5018378" y="3647994"/>
                  <a:pt x="5010440" y="3651963"/>
                  <a:pt x="5000816" y="3651963"/>
                </a:cubicBezTo>
                <a:cubicBezTo>
                  <a:pt x="4987917" y="3651963"/>
                  <a:pt x="4977524" y="3644769"/>
                  <a:pt x="4969637" y="3630383"/>
                </a:cubicBezTo>
                <a:cubicBezTo>
                  <a:pt x="4961748" y="3615996"/>
                  <a:pt x="4957804" y="3598881"/>
                  <a:pt x="4957804" y="3579037"/>
                </a:cubicBezTo>
                <a:cubicBezTo>
                  <a:pt x="4957804" y="3566734"/>
                  <a:pt x="4959442" y="3556663"/>
                  <a:pt x="4962716" y="3548825"/>
                </a:cubicBezTo>
                <a:cubicBezTo>
                  <a:pt x="4965990" y="3540986"/>
                  <a:pt x="4970281" y="3535505"/>
                  <a:pt x="4975589" y="3532379"/>
                </a:cubicBezTo>
                <a:cubicBezTo>
                  <a:pt x="4980898" y="3529254"/>
                  <a:pt x="4986181" y="3527691"/>
                  <a:pt x="4991441" y="3527691"/>
                </a:cubicBezTo>
                <a:close/>
                <a:moveTo>
                  <a:pt x="4286590" y="3527691"/>
                </a:moveTo>
                <a:cubicBezTo>
                  <a:pt x="4297504" y="3527691"/>
                  <a:pt x="4306484" y="3532454"/>
                  <a:pt x="4313527" y="3541979"/>
                </a:cubicBezTo>
                <a:cubicBezTo>
                  <a:pt x="4323945" y="3555869"/>
                  <a:pt x="4329154" y="3574919"/>
                  <a:pt x="4329154" y="3599129"/>
                </a:cubicBezTo>
                <a:cubicBezTo>
                  <a:pt x="4329154" y="3618476"/>
                  <a:pt x="4326029" y="3632119"/>
                  <a:pt x="4319778" y="3640056"/>
                </a:cubicBezTo>
                <a:cubicBezTo>
                  <a:pt x="4313527" y="3647994"/>
                  <a:pt x="4305591" y="3651963"/>
                  <a:pt x="4295966" y="3651963"/>
                </a:cubicBezTo>
                <a:cubicBezTo>
                  <a:pt x="4283067" y="3651963"/>
                  <a:pt x="4272674" y="3644769"/>
                  <a:pt x="4264786" y="3630383"/>
                </a:cubicBezTo>
                <a:cubicBezTo>
                  <a:pt x="4256898" y="3615996"/>
                  <a:pt x="4252954" y="3598881"/>
                  <a:pt x="4252954" y="3579037"/>
                </a:cubicBezTo>
                <a:cubicBezTo>
                  <a:pt x="4252954" y="3566734"/>
                  <a:pt x="4254592" y="3556663"/>
                  <a:pt x="4257866" y="3548825"/>
                </a:cubicBezTo>
                <a:cubicBezTo>
                  <a:pt x="4261140" y="3540986"/>
                  <a:pt x="4265432" y="3535505"/>
                  <a:pt x="4270740" y="3532379"/>
                </a:cubicBezTo>
                <a:cubicBezTo>
                  <a:pt x="4276048" y="3529254"/>
                  <a:pt x="4281332" y="3527691"/>
                  <a:pt x="4286590" y="3527691"/>
                </a:cubicBezTo>
                <a:close/>
                <a:moveTo>
                  <a:pt x="3457917" y="3527691"/>
                </a:moveTo>
                <a:cubicBezTo>
                  <a:pt x="3468830" y="3527691"/>
                  <a:pt x="3477810" y="3532454"/>
                  <a:pt x="3484855" y="3541979"/>
                </a:cubicBezTo>
                <a:cubicBezTo>
                  <a:pt x="3495272" y="3555869"/>
                  <a:pt x="3500482" y="3574919"/>
                  <a:pt x="3500482" y="3599129"/>
                </a:cubicBezTo>
                <a:cubicBezTo>
                  <a:pt x="3500482" y="3618476"/>
                  <a:pt x="3497356" y="3632119"/>
                  <a:pt x="3491105" y="3640056"/>
                </a:cubicBezTo>
                <a:cubicBezTo>
                  <a:pt x="3484855" y="3647994"/>
                  <a:pt x="3476916" y="3651963"/>
                  <a:pt x="3467293" y="3651963"/>
                </a:cubicBezTo>
                <a:cubicBezTo>
                  <a:pt x="3454394" y="3651963"/>
                  <a:pt x="3444001" y="3644769"/>
                  <a:pt x="3436113" y="3630383"/>
                </a:cubicBezTo>
                <a:cubicBezTo>
                  <a:pt x="3428226" y="3615996"/>
                  <a:pt x="3424282" y="3598881"/>
                  <a:pt x="3424282" y="3579037"/>
                </a:cubicBezTo>
                <a:cubicBezTo>
                  <a:pt x="3424282" y="3566734"/>
                  <a:pt x="3425919" y="3556663"/>
                  <a:pt x="3429193" y="3548825"/>
                </a:cubicBezTo>
                <a:cubicBezTo>
                  <a:pt x="3432467" y="3540986"/>
                  <a:pt x="3436758" y="3535505"/>
                  <a:pt x="3442066" y="3532379"/>
                </a:cubicBezTo>
                <a:cubicBezTo>
                  <a:pt x="3447374" y="3529254"/>
                  <a:pt x="3452658" y="3527691"/>
                  <a:pt x="3457917" y="3527691"/>
                </a:cubicBezTo>
                <a:close/>
                <a:moveTo>
                  <a:pt x="3162641" y="3527691"/>
                </a:moveTo>
                <a:cubicBezTo>
                  <a:pt x="3173556" y="3527691"/>
                  <a:pt x="3182535" y="3532454"/>
                  <a:pt x="3189580" y="3541979"/>
                </a:cubicBezTo>
                <a:cubicBezTo>
                  <a:pt x="3199997" y="3555869"/>
                  <a:pt x="3205207" y="3574919"/>
                  <a:pt x="3205207" y="3599129"/>
                </a:cubicBezTo>
                <a:cubicBezTo>
                  <a:pt x="3205207" y="3618476"/>
                  <a:pt x="3202081" y="3632119"/>
                  <a:pt x="3195830" y="3640056"/>
                </a:cubicBezTo>
                <a:cubicBezTo>
                  <a:pt x="3189580" y="3647994"/>
                  <a:pt x="3181642" y="3651963"/>
                  <a:pt x="3172018" y="3651963"/>
                </a:cubicBezTo>
                <a:cubicBezTo>
                  <a:pt x="3159119" y="3651963"/>
                  <a:pt x="3148726" y="3644769"/>
                  <a:pt x="3140838" y="3630383"/>
                </a:cubicBezTo>
                <a:cubicBezTo>
                  <a:pt x="3132951" y="3615996"/>
                  <a:pt x="3129007" y="3598881"/>
                  <a:pt x="3129007" y="3579037"/>
                </a:cubicBezTo>
                <a:cubicBezTo>
                  <a:pt x="3129007" y="3566734"/>
                  <a:pt x="3130643" y="3556663"/>
                  <a:pt x="3133917" y="3548825"/>
                </a:cubicBezTo>
                <a:cubicBezTo>
                  <a:pt x="3137192" y="3540986"/>
                  <a:pt x="3141482" y="3535505"/>
                  <a:pt x="3146791" y="3532379"/>
                </a:cubicBezTo>
                <a:cubicBezTo>
                  <a:pt x="3152099" y="3529254"/>
                  <a:pt x="3157383" y="3527691"/>
                  <a:pt x="3162641" y="3527691"/>
                </a:cubicBezTo>
                <a:close/>
                <a:moveTo>
                  <a:pt x="4584543" y="3527096"/>
                </a:moveTo>
                <a:cubicBezTo>
                  <a:pt x="4589207" y="3527096"/>
                  <a:pt x="4593994" y="3528510"/>
                  <a:pt x="4598906" y="3531337"/>
                </a:cubicBezTo>
                <a:cubicBezTo>
                  <a:pt x="4603817" y="3534165"/>
                  <a:pt x="4607761" y="3538357"/>
                  <a:pt x="4610737" y="3543913"/>
                </a:cubicBezTo>
                <a:cubicBezTo>
                  <a:pt x="4613714" y="3549470"/>
                  <a:pt x="4615500" y="3555621"/>
                  <a:pt x="4616095" y="3562368"/>
                </a:cubicBezTo>
                <a:lnTo>
                  <a:pt x="4616095" y="3632615"/>
                </a:lnTo>
                <a:cubicBezTo>
                  <a:pt x="4607662" y="3641644"/>
                  <a:pt x="4598930" y="3646158"/>
                  <a:pt x="4589901" y="3646158"/>
                </a:cubicBezTo>
                <a:cubicBezTo>
                  <a:pt x="4579186" y="3646158"/>
                  <a:pt x="4569462" y="3640825"/>
                  <a:pt x="4560731" y="3630159"/>
                </a:cubicBezTo>
                <a:cubicBezTo>
                  <a:pt x="4552000" y="3619493"/>
                  <a:pt x="4547634" y="3604139"/>
                  <a:pt x="4547634" y="3584097"/>
                </a:cubicBezTo>
                <a:cubicBezTo>
                  <a:pt x="4547634" y="3564253"/>
                  <a:pt x="4552149" y="3549172"/>
                  <a:pt x="4561177" y="3538853"/>
                </a:cubicBezTo>
                <a:cubicBezTo>
                  <a:pt x="4568023" y="3531015"/>
                  <a:pt x="4575812" y="3527096"/>
                  <a:pt x="4584543" y="3527096"/>
                </a:cubicBezTo>
                <a:close/>
                <a:moveTo>
                  <a:pt x="2650970" y="3527096"/>
                </a:moveTo>
                <a:cubicBezTo>
                  <a:pt x="2655634" y="3527096"/>
                  <a:pt x="2660421" y="3528510"/>
                  <a:pt x="2665332" y="3531337"/>
                </a:cubicBezTo>
                <a:cubicBezTo>
                  <a:pt x="2670244" y="3534165"/>
                  <a:pt x="2674187" y="3538357"/>
                  <a:pt x="2677164" y="3543913"/>
                </a:cubicBezTo>
                <a:cubicBezTo>
                  <a:pt x="2680140" y="3549470"/>
                  <a:pt x="2681927" y="3555621"/>
                  <a:pt x="2682521" y="3562368"/>
                </a:cubicBezTo>
                <a:lnTo>
                  <a:pt x="2682521" y="3632615"/>
                </a:lnTo>
                <a:cubicBezTo>
                  <a:pt x="2674088" y="3641644"/>
                  <a:pt x="2665356" y="3646158"/>
                  <a:pt x="2656328" y="3646158"/>
                </a:cubicBezTo>
                <a:cubicBezTo>
                  <a:pt x="2645612" y="3646158"/>
                  <a:pt x="2635889" y="3640825"/>
                  <a:pt x="2627158" y="3630159"/>
                </a:cubicBezTo>
                <a:cubicBezTo>
                  <a:pt x="2618427" y="3619493"/>
                  <a:pt x="2614061" y="3604139"/>
                  <a:pt x="2614061" y="3584097"/>
                </a:cubicBezTo>
                <a:cubicBezTo>
                  <a:pt x="2614061" y="3564253"/>
                  <a:pt x="2618575" y="3549172"/>
                  <a:pt x="2627604" y="3538853"/>
                </a:cubicBezTo>
                <a:cubicBezTo>
                  <a:pt x="2634450" y="3531015"/>
                  <a:pt x="2642239" y="3527096"/>
                  <a:pt x="2650970" y="3527096"/>
                </a:cubicBezTo>
                <a:close/>
                <a:moveTo>
                  <a:pt x="5271385" y="3518017"/>
                </a:moveTo>
                <a:cubicBezTo>
                  <a:pt x="5259182" y="3518017"/>
                  <a:pt x="5249235" y="3521788"/>
                  <a:pt x="5241545" y="3529328"/>
                </a:cubicBezTo>
                <a:cubicBezTo>
                  <a:pt x="5233856" y="3536869"/>
                  <a:pt x="5230011" y="3546245"/>
                  <a:pt x="5230011" y="3557457"/>
                </a:cubicBezTo>
                <a:cubicBezTo>
                  <a:pt x="5230011" y="3566089"/>
                  <a:pt x="5232244" y="3573233"/>
                  <a:pt x="5236709" y="3578888"/>
                </a:cubicBezTo>
                <a:cubicBezTo>
                  <a:pt x="5241173" y="3584643"/>
                  <a:pt x="5250599" y="3591092"/>
                  <a:pt x="5264986" y="3598236"/>
                </a:cubicBezTo>
                <a:cubicBezTo>
                  <a:pt x="5279373" y="3605379"/>
                  <a:pt x="5288972" y="3611283"/>
                  <a:pt x="5293784" y="3615946"/>
                </a:cubicBezTo>
                <a:cubicBezTo>
                  <a:pt x="5298596" y="3620609"/>
                  <a:pt x="5301002" y="3626364"/>
                  <a:pt x="5301002" y="3633210"/>
                </a:cubicBezTo>
                <a:cubicBezTo>
                  <a:pt x="5301002" y="3638866"/>
                  <a:pt x="5298844" y="3643703"/>
                  <a:pt x="5294529" y="3647721"/>
                </a:cubicBezTo>
                <a:cubicBezTo>
                  <a:pt x="5290213" y="3651739"/>
                  <a:pt x="5284631" y="3653749"/>
                  <a:pt x="5277785" y="3653749"/>
                </a:cubicBezTo>
                <a:cubicBezTo>
                  <a:pt x="5268062" y="3653749"/>
                  <a:pt x="5259282" y="3650226"/>
                  <a:pt x="5251442" y="3643182"/>
                </a:cubicBezTo>
                <a:cubicBezTo>
                  <a:pt x="5243604" y="3636137"/>
                  <a:pt x="5238296" y="3625670"/>
                  <a:pt x="5235518" y="3611779"/>
                </a:cubicBezTo>
                <a:lnTo>
                  <a:pt x="5230606" y="3611779"/>
                </a:lnTo>
                <a:lnTo>
                  <a:pt x="5230606" y="3660446"/>
                </a:lnTo>
                <a:lnTo>
                  <a:pt x="5235518" y="3660446"/>
                </a:lnTo>
                <a:cubicBezTo>
                  <a:pt x="5236808" y="3657866"/>
                  <a:pt x="5238593" y="3656576"/>
                  <a:pt x="5240876" y="3656576"/>
                </a:cubicBezTo>
                <a:cubicBezTo>
                  <a:pt x="5242960" y="3656576"/>
                  <a:pt x="5245638" y="3657072"/>
                  <a:pt x="5248912" y="3658065"/>
                </a:cubicBezTo>
                <a:cubicBezTo>
                  <a:pt x="5259628" y="3661041"/>
                  <a:pt x="5269153" y="3662529"/>
                  <a:pt x="5277487" y="3662529"/>
                </a:cubicBezTo>
                <a:cubicBezTo>
                  <a:pt x="5289096" y="3662529"/>
                  <a:pt x="5299588" y="3658734"/>
                  <a:pt x="5308964" y="3651144"/>
                </a:cubicBezTo>
                <a:cubicBezTo>
                  <a:pt x="5318341" y="3643554"/>
                  <a:pt x="5323029" y="3633557"/>
                  <a:pt x="5323029" y="3621155"/>
                </a:cubicBezTo>
                <a:cubicBezTo>
                  <a:pt x="5323029" y="3605082"/>
                  <a:pt x="5312958" y="3592134"/>
                  <a:pt x="5292817" y="3582311"/>
                </a:cubicBezTo>
                <a:lnTo>
                  <a:pt x="5271088" y="3571744"/>
                </a:lnTo>
                <a:cubicBezTo>
                  <a:pt x="5261662" y="3567180"/>
                  <a:pt x="5255411" y="3562864"/>
                  <a:pt x="5252335" y="3558796"/>
                </a:cubicBezTo>
                <a:cubicBezTo>
                  <a:pt x="5249161" y="3554827"/>
                  <a:pt x="5247573" y="3550065"/>
                  <a:pt x="5247573" y="3544509"/>
                </a:cubicBezTo>
                <a:cubicBezTo>
                  <a:pt x="5247573" y="3540044"/>
                  <a:pt x="5249706" y="3535976"/>
                  <a:pt x="5253972" y="3532305"/>
                </a:cubicBezTo>
                <a:cubicBezTo>
                  <a:pt x="5258239" y="3528634"/>
                  <a:pt x="5263845" y="3526798"/>
                  <a:pt x="5270790" y="3526798"/>
                </a:cubicBezTo>
                <a:cubicBezTo>
                  <a:pt x="5279918" y="3526798"/>
                  <a:pt x="5287435" y="3529427"/>
                  <a:pt x="5293339" y="3534686"/>
                </a:cubicBezTo>
                <a:cubicBezTo>
                  <a:pt x="5299241" y="3539945"/>
                  <a:pt x="5304079" y="3549867"/>
                  <a:pt x="5307848" y="3564452"/>
                </a:cubicBezTo>
                <a:lnTo>
                  <a:pt x="5312760" y="3564452"/>
                </a:lnTo>
                <a:lnTo>
                  <a:pt x="5312760" y="3518017"/>
                </a:lnTo>
                <a:lnTo>
                  <a:pt x="5307848" y="3518017"/>
                </a:lnTo>
                <a:cubicBezTo>
                  <a:pt x="5306658" y="3520399"/>
                  <a:pt x="5305616" y="3521936"/>
                  <a:pt x="5304723" y="3522631"/>
                </a:cubicBezTo>
                <a:cubicBezTo>
                  <a:pt x="5303830" y="3523325"/>
                  <a:pt x="5302590" y="3523673"/>
                  <a:pt x="5301002" y="3523673"/>
                </a:cubicBezTo>
                <a:cubicBezTo>
                  <a:pt x="5299317" y="3523673"/>
                  <a:pt x="5295942" y="3522929"/>
                  <a:pt x="5290882" y="3521440"/>
                </a:cubicBezTo>
                <a:cubicBezTo>
                  <a:pt x="5283242" y="3519158"/>
                  <a:pt x="5276743" y="3518017"/>
                  <a:pt x="5271385" y="3518017"/>
                </a:cubicBezTo>
                <a:close/>
                <a:moveTo>
                  <a:pt x="5115116" y="3518017"/>
                </a:moveTo>
                <a:lnTo>
                  <a:pt x="5074039" y="3534686"/>
                </a:lnTo>
                <a:lnTo>
                  <a:pt x="5076273" y="3540044"/>
                </a:lnTo>
                <a:cubicBezTo>
                  <a:pt x="5080141" y="3538556"/>
                  <a:pt x="5083466" y="3537811"/>
                  <a:pt x="5086243" y="3537811"/>
                </a:cubicBezTo>
                <a:cubicBezTo>
                  <a:pt x="5088824" y="3537811"/>
                  <a:pt x="5090882" y="3538456"/>
                  <a:pt x="5092420" y="3539746"/>
                </a:cubicBezTo>
                <a:cubicBezTo>
                  <a:pt x="5093958" y="3541036"/>
                  <a:pt x="5095099" y="3543467"/>
                  <a:pt x="5095843" y="3547039"/>
                </a:cubicBezTo>
                <a:cubicBezTo>
                  <a:pt x="5096587" y="3550611"/>
                  <a:pt x="5096959" y="3560582"/>
                  <a:pt x="5096959" y="3576953"/>
                </a:cubicBezTo>
                <a:lnTo>
                  <a:pt x="5096959" y="3627555"/>
                </a:lnTo>
                <a:cubicBezTo>
                  <a:pt x="5096959" y="3637477"/>
                  <a:pt x="5095743" y="3644199"/>
                  <a:pt x="5093312" y="3647721"/>
                </a:cubicBezTo>
                <a:cubicBezTo>
                  <a:pt x="5090882" y="3651243"/>
                  <a:pt x="5086193" y="3653004"/>
                  <a:pt x="5079248" y="3653004"/>
                </a:cubicBezTo>
                <a:lnTo>
                  <a:pt x="5076273" y="3653004"/>
                </a:lnTo>
                <a:lnTo>
                  <a:pt x="5076273" y="3658362"/>
                </a:lnTo>
                <a:lnTo>
                  <a:pt x="5143691" y="3658362"/>
                </a:lnTo>
                <a:lnTo>
                  <a:pt x="5143691" y="3653004"/>
                </a:lnTo>
                <a:cubicBezTo>
                  <a:pt x="5136249" y="3653004"/>
                  <a:pt x="5131313" y="3652335"/>
                  <a:pt x="5128882" y="3650995"/>
                </a:cubicBezTo>
                <a:cubicBezTo>
                  <a:pt x="5126451" y="3649656"/>
                  <a:pt x="5124542" y="3647547"/>
                  <a:pt x="5123153" y="3644670"/>
                </a:cubicBezTo>
                <a:cubicBezTo>
                  <a:pt x="5122061" y="3642487"/>
                  <a:pt x="5121516" y="3636782"/>
                  <a:pt x="5121516" y="3627555"/>
                </a:cubicBezTo>
                <a:lnTo>
                  <a:pt x="5121516" y="3555671"/>
                </a:lnTo>
                <a:cubicBezTo>
                  <a:pt x="5133223" y="3542772"/>
                  <a:pt x="5144982" y="3536323"/>
                  <a:pt x="5156788" y="3536323"/>
                </a:cubicBezTo>
                <a:cubicBezTo>
                  <a:pt x="5164428" y="3536323"/>
                  <a:pt x="5169861" y="3539126"/>
                  <a:pt x="5173084" y="3544732"/>
                </a:cubicBezTo>
                <a:cubicBezTo>
                  <a:pt x="5176309" y="3550338"/>
                  <a:pt x="5177921" y="3559342"/>
                  <a:pt x="5177921" y="3571744"/>
                </a:cubicBezTo>
                <a:lnTo>
                  <a:pt x="5177921" y="3627555"/>
                </a:lnTo>
                <a:cubicBezTo>
                  <a:pt x="5177921" y="3635393"/>
                  <a:pt x="5177723" y="3640056"/>
                  <a:pt x="5177326" y="3641545"/>
                </a:cubicBezTo>
                <a:cubicBezTo>
                  <a:pt x="5176334" y="3645315"/>
                  <a:pt x="5174573" y="3648167"/>
                  <a:pt x="5172044" y="3650102"/>
                </a:cubicBezTo>
                <a:cubicBezTo>
                  <a:pt x="5169512" y="3652037"/>
                  <a:pt x="5165073" y="3653004"/>
                  <a:pt x="5158723" y="3653004"/>
                </a:cubicBezTo>
                <a:lnTo>
                  <a:pt x="5155895" y="3653004"/>
                </a:lnTo>
                <a:lnTo>
                  <a:pt x="5155895" y="3658362"/>
                </a:lnTo>
                <a:lnTo>
                  <a:pt x="5223314" y="3658362"/>
                </a:lnTo>
                <a:lnTo>
                  <a:pt x="5223314" y="3653004"/>
                </a:lnTo>
                <a:cubicBezTo>
                  <a:pt x="5216766" y="3653004"/>
                  <a:pt x="5212276" y="3652310"/>
                  <a:pt x="5209845" y="3650921"/>
                </a:cubicBezTo>
                <a:cubicBezTo>
                  <a:pt x="5207414" y="3649532"/>
                  <a:pt x="5205653" y="3647597"/>
                  <a:pt x="5204562" y="3645117"/>
                </a:cubicBezTo>
                <a:cubicBezTo>
                  <a:pt x="5203172" y="3642041"/>
                  <a:pt x="5202478" y="3636187"/>
                  <a:pt x="5202478" y="3627555"/>
                </a:cubicBezTo>
                <a:lnTo>
                  <a:pt x="5202478" y="3569363"/>
                </a:lnTo>
                <a:cubicBezTo>
                  <a:pt x="5202478" y="3557060"/>
                  <a:pt x="5201386" y="3547932"/>
                  <a:pt x="5199204" y="3541979"/>
                </a:cubicBezTo>
                <a:cubicBezTo>
                  <a:pt x="5196029" y="3533446"/>
                  <a:pt x="5191763" y="3527319"/>
                  <a:pt x="5186404" y="3523598"/>
                </a:cubicBezTo>
                <a:cubicBezTo>
                  <a:pt x="5181047" y="3519878"/>
                  <a:pt x="5174647" y="3518017"/>
                  <a:pt x="5167206" y="3518017"/>
                </a:cubicBezTo>
                <a:cubicBezTo>
                  <a:pt x="5152721" y="3518017"/>
                  <a:pt x="5137490" y="3527641"/>
                  <a:pt x="5121516" y="3546890"/>
                </a:cubicBezTo>
                <a:lnTo>
                  <a:pt x="5121516" y="3518017"/>
                </a:lnTo>
                <a:close/>
                <a:moveTo>
                  <a:pt x="4996054" y="3518017"/>
                </a:moveTo>
                <a:cubicBezTo>
                  <a:pt x="4984742" y="3518017"/>
                  <a:pt x="4974027" y="3520969"/>
                  <a:pt x="4963906" y="3526873"/>
                </a:cubicBezTo>
                <a:cubicBezTo>
                  <a:pt x="4953786" y="3532776"/>
                  <a:pt x="4945625" y="3541904"/>
                  <a:pt x="4939425" y="3554257"/>
                </a:cubicBezTo>
                <a:cubicBezTo>
                  <a:pt x="4933223" y="3566610"/>
                  <a:pt x="4930123" y="3579037"/>
                  <a:pt x="4930123" y="3591538"/>
                </a:cubicBezTo>
                <a:cubicBezTo>
                  <a:pt x="4930123" y="3608703"/>
                  <a:pt x="4935232" y="3624181"/>
                  <a:pt x="4945452" y="3637973"/>
                </a:cubicBezTo>
                <a:cubicBezTo>
                  <a:pt x="4957557" y="3654344"/>
                  <a:pt x="4973878" y="3662529"/>
                  <a:pt x="4994416" y="3662529"/>
                </a:cubicBezTo>
                <a:cubicBezTo>
                  <a:pt x="5007017" y="3662529"/>
                  <a:pt x="5018452" y="3659354"/>
                  <a:pt x="5028721" y="3653004"/>
                </a:cubicBezTo>
                <a:cubicBezTo>
                  <a:pt x="5038990" y="3646654"/>
                  <a:pt x="5047052" y="3637229"/>
                  <a:pt x="5052906" y="3624727"/>
                </a:cubicBezTo>
                <a:cubicBezTo>
                  <a:pt x="5058761" y="3612225"/>
                  <a:pt x="5061687" y="3599873"/>
                  <a:pt x="5061687" y="3587669"/>
                </a:cubicBezTo>
                <a:cubicBezTo>
                  <a:pt x="5061687" y="3570306"/>
                  <a:pt x="5056378" y="3554927"/>
                  <a:pt x="5045762" y="3541532"/>
                </a:cubicBezTo>
                <a:cubicBezTo>
                  <a:pt x="5033261" y="3525855"/>
                  <a:pt x="5016691" y="3518017"/>
                  <a:pt x="4996054" y="3518017"/>
                </a:cubicBezTo>
                <a:close/>
                <a:moveTo>
                  <a:pt x="4884135" y="3518017"/>
                </a:moveTo>
                <a:lnTo>
                  <a:pt x="4843058" y="3534686"/>
                </a:lnTo>
                <a:lnTo>
                  <a:pt x="4845142" y="3540044"/>
                </a:lnTo>
                <a:cubicBezTo>
                  <a:pt x="4849110" y="3538556"/>
                  <a:pt x="4852484" y="3537811"/>
                  <a:pt x="4855262" y="3537811"/>
                </a:cubicBezTo>
                <a:cubicBezTo>
                  <a:pt x="4857842" y="3537811"/>
                  <a:pt x="4859876" y="3538431"/>
                  <a:pt x="4861364" y="3539672"/>
                </a:cubicBezTo>
                <a:cubicBezTo>
                  <a:pt x="4862853" y="3540912"/>
                  <a:pt x="4863944" y="3543120"/>
                  <a:pt x="4864638" y="3546295"/>
                </a:cubicBezTo>
                <a:cubicBezTo>
                  <a:pt x="4865531" y="3550660"/>
                  <a:pt x="4865979" y="3560235"/>
                  <a:pt x="4865979" y="3575018"/>
                </a:cubicBezTo>
                <a:lnTo>
                  <a:pt x="4865979" y="3627555"/>
                </a:lnTo>
                <a:cubicBezTo>
                  <a:pt x="4865979" y="3635988"/>
                  <a:pt x="4865308" y="3641693"/>
                  <a:pt x="4863969" y="3644670"/>
                </a:cubicBezTo>
                <a:cubicBezTo>
                  <a:pt x="4862629" y="3647647"/>
                  <a:pt x="4860819" y="3649780"/>
                  <a:pt x="4858536" y="3651070"/>
                </a:cubicBezTo>
                <a:cubicBezTo>
                  <a:pt x="4856254" y="3652359"/>
                  <a:pt x="4851789" y="3653004"/>
                  <a:pt x="4845142" y="3653004"/>
                </a:cubicBezTo>
                <a:lnTo>
                  <a:pt x="4845142" y="3658362"/>
                </a:lnTo>
                <a:lnTo>
                  <a:pt x="4911371" y="3658362"/>
                </a:lnTo>
                <a:lnTo>
                  <a:pt x="4911371" y="3653004"/>
                </a:lnTo>
                <a:cubicBezTo>
                  <a:pt x="4904921" y="3653004"/>
                  <a:pt x="4900481" y="3652310"/>
                  <a:pt x="4898050" y="3650921"/>
                </a:cubicBezTo>
                <a:cubicBezTo>
                  <a:pt x="4895619" y="3649532"/>
                  <a:pt x="4893784" y="3647423"/>
                  <a:pt x="4892543" y="3644596"/>
                </a:cubicBezTo>
                <a:cubicBezTo>
                  <a:pt x="4891303" y="3641768"/>
                  <a:pt x="4890683" y="3636088"/>
                  <a:pt x="4890683" y="3627555"/>
                </a:cubicBezTo>
                <a:lnTo>
                  <a:pt x="4890683" y="3518017"/>
                </a:lnTo>
                <a:close/>
                <a:moveTo>
                  <a:pt x="4712685" y="3518017"/>
                </a:moveTo>
                <a:lnTo>
                  <a:pt x="4671609" y="3534686"/>
                </a:lnTo>
                <a:lnTo>
                  <a:pt x="4673692" y="3540044"/>
                </a:lnTo>
                <a:cubicBezTo>
                  <a:pt x="4677661" y="3538556"/>
                  <a:pt x="4681034" y="3537811"/>
                  <a:pt x="4683812" y="3537811"/>
                </a:cubicBezTo>
                <a:cubicBezTo>
                  <a:pt x="4686392" y="3537811"/>
                  <a:pt x="4688426" y="3538431"/>
                  <a:pt x="4689915" y="3539672"/>
                </a:cubicBezTo>
                <a:cubicBezTo>
                  <a:pt x="4691402" y="3540912"/>
                  <a:pt x="4692494" y="3543120"/>
                  <a:pt x="4693188" y="3546295"/>
                </a:cubicBezTo>
                <a:cubicBezTo>
                  <a:pt x="4694081" y="3550660"/>
                  <a:pt x="4694528" y="3560235"/>
                  <a:pt x="4694528" y="3575018"/>
                </a:cubicBezTo>
                <a:lnTo>
                  <a:pt x="4694528" y="3627555"/>
                </a:lnTo>
                <a:cubicBezTo>
                  <a:pt x="4694528" y="3635988"/>
                  <a:pt x="4693858" y="3641693"/>
                  <a:pt x="4692518" y="3644670"/>
                </a:cubicBezTo>
                <a:cubicBezTo>
                  <a:pt x="4691179" y="3647647"/>
                  <a:pt x="4689368" y="3649780"/>
                  <a:pt x="4687086" y="3651070"/>
                </a:cubicBezTo>
                <a:cubicBezTo>
                  <a:pt x="4684804" y="3652359"/>
                  <a:pt x="4680339" y="3653004"/>
                  <a:pt x="4673692" y="3653004"/>
                </a:cubicBezTo>
                <a:lnTo>
                  <a:pt x="4673692" y="3658362"/>
                </a:lnTo>
                <a:lnTo>
                  <a:pt x="4739920" y="3658362"/>
                </a:lnTo>
                <a:lnTo>
                  <a:pt x="4739920" y="3653004"/>
                </a:lnTo>
                <a:cubicBezTo>
                  <a:pt x="4733471" y="3653004"/>
                  <a:pt x="4729031" y="3652310"/>
                  <a:pt x="4726601" y="3650921"/>
                </a:cubicBezTo>
                <a:cubicBezTo>
                  <a:pt x="4724169" y="3649532"/>
                  <a:pt x="4722334" y="3647423"/>
                  <a:pt x="4721093" y="3644596"/>
                </a:cubicBezTo>
                <a:cubicBezTo>
                  <a:pt x="4719853" y="3641768"/>
                  <a:pt x="4719234" y="3636088"/>
                  <a:pt x="4719234" y="3627555"/>
                </a:cubicBezTo>
                <a:lnTo>
                  <a:pt x="4719234" y="3518017"/>
                </a:lnTo>
                <a:close/>
                <a:moveTo>
                  <a:pt x="4410266" y="3518017"/>
                </a:moveTo>
                <a:lnTo>
                  <a:pt x="4369189" y="3534686"/>
                </a:lnTo>
                <a:lnTo>
                  <a:pt x="4371422" y="3540044"/>
                </a:lnTo>
                <a:cubicBezTo>
                  <a:pt x="4375291" y="3538556"/>
                  <a:pt x="4378615" y="3537811"/>
                  <a:pt x="4381393" y="3537811"/>
                </a:cubicBezTo>
                <a:cubicBezTo>
                  <a:pt x="4383974" y="3537811"/>
                  <a:pt x="4386033" y="3538456"/>
                  <a:pt x="4387569" y="3539746"/>
                </a:cubicBezTo>
                <a:cubicBezTo>
                  <a:pt x="4389107" y="3541036"/>
                  <a:pt x="4390248" y="3543467"/>
                  <a:pt x="4390993" y="3547039"/>
                </a:cubicBezTo>
                <a:cubicBezTo>
                  <a:pt x="4391737" y="3550611"/>
                  <a:pt x="4392109" y="3560582"/>
                  <a:pt x="4392109" y="3576953"/>
                </a:cubicBezTo>
                <a:lnTo>
                  <a:pt x="4392109" y="3627555"/>
                </a:lnTo>
                <a:cubicBezTo>
                  <a:pt x="4392109" y="3637477"/>
                  <a:pt x="4390894" y="3644199"/>
                  <a:pt x="4388463" y="3647721"/>
                </a:cubicBezTo>
                <a:cubicBezTo>
                  <a:pt x="4386033" y="3651243"/>
                  <a:pt x="4381343" y="3653004"/>
                  <a:pt x="4374399" y="3653004"/>
                </a:cubicBezTo>
                <a:lnTo>
                  <a:pt x="4371422" y="3653004"/>
                </a:lnTo>
                <a:lnTo>
                  <a:pt x="4371422" y="3658362"/>
                </a:lnTo>
                <a:lnTo>
                  <a:pt x="4438842" y="3658362"/>
                </a:lnTo>
                <a:lnTo>
                  <a:pt x="4438842" y="3653004"/>
                </a:lnTo>
                <a:cubicBezTo>
                  <a:pt x="4431399" y="3653004"/>
                  <a:pt x="4426464" y="3652335"/>
                  <a:pt x="4424032" y="3650995"/>
                </a:cubicBezTo>
                <a:cubicBezTo>
                  <a:pt x="4421601" y="3649656"/>
                  <a:pt x="4419692" y="3647547"/>
                  <a:pt x="4418303" y="3644670"/>
                </a:cubicBezTo>
                <a:cubicBezTo>
                  <a:pt x="4417211" y="3642487"/>
                  <a:pt x="4416665" y="3636782"/>
                  <a:pt x="4416665" y="3627555"/>
                </a:cubicBezTo>
                <a:lnTo>
                  <a:pt x="4416665" y="3555671"/>
                </a:lnTo>
                <a:cubicBezTo>
                  <a:pt x="4428373" y="3542772"/>
                  <a:pt x="4440131" y="3536323"/>
                  <a:pt x="4451938" y="3536323"/>
                </a:cubicBezTo>
                <a:cubicBezTo>
                  <a:pt x="4459577" y="3536323"/>
                  <a:pt x="4465010" y="3539126"/>
                  <a:pt x="4468234" y="3544732"/>
                </a:cubicBezTo>
                <a:cubicBezTo>
                  <a:pt x="4471460" y="3550338"/>
                  <a:pt x="4473072" y="3559342"/>
                  <a:pt x="4473072" y="3571744"/>
                </a:cubicBezTo>
                <a:lnTo>
                  <a:pt x="4473072" y="3627555"/>
                </a:lnTo>
                <a:cubicBezTo>
                  <a:pt x="4473072" y="3635393"/>
                  <a:pt x="4472873" y="3640056"/>
                  <a:pt x="4472477" y="3641545"/>
                </a:cubicBezTo>
                <a:cubicBezTo>
                  <a:pt x="4471484" y="3645315"/>
                  <a:pt x="4469723" y="3648167"/>
                  <a:pt x="4467192" y="3650102"/>
                </a:cubicBezTo>
                <a:cubicBezTo>
                  <a:pt x="4464662" y="3652037"/>
                  <a:pt x="4460222" y="3653004"/>
                  <a:pt x="4453872" y="3653004"/>
                </a:cubicBezTo>
                <a:lnTo>
                  <a:pt x="4451045" y="3653004"/>
                </a:lnTo>
                <a:lnTo>
                  <a:pt x="4451045" y="3658362"/>
                </a:lnTo>
                <a:lnTo>
                  <a:pt x="4518464" y="3658362"/>
                </a:lnTo>
                <a:lnTo>
                  <a:pt x="4518464" y="3653004"/>
                </a:lnTo>
                <a:cubicBezTo>
                  <a:pt x="4511915" y="3653004"/>
                  <a:pt x="4507426" y="3652310"/>
                  <a:pt x="4504995" y="3650921"/>
                </a:cubicBezTo>
                <a:cubicBezTo>
                  <a:pt x="4502564" y="3649532"/>
                  <a:pt x="4500803" y="3647597"/>
                  <a:pt x="4499711" y="3645117"/>
                </a:cubicBezTo>
                <a:cubicBezTo>
                  <a:pt x="4498322" y="3642041"/>
                  <a:pt x="4497628" y="3636187"/>
                  <a:pt x="4497628" y="3627555"/>
                </a:cubicBezTo>
                <a:lnTo>
                  <a:pt x="4497628" y="3569363"/>
                </a:lnTo>
                <a:cubicBezTo>
                  <a:pt x="4497628" y="3557060"/>
                  <a:pt x="4496536" y="3547932"/>
                  <a:pt x="4494354" y="3541979"/>
                </a:cubicBezTo>
                <a:cubicBezTo>
                  <a:pt x="4491179" y="3533446"/>
                  <a:pt x="4486912" y="3527319"/>
                  <a:pt x="4481554" y="3523598"/>
                </a:cubicBezTo>
                <a:cubicBezTo>
                  <a:pt x="4476197" y="3519878"/>
                  <a:pt x="4469797" y="3518017"/>
                  <a:pt x="4462356" y="3518017"/>
                </a:cubicBezTo>
                <a:cubicBezTo>
                  <a:pt x="4447869" y="3518017"/>
                  <a:pt x="4432641" y="3527641"/>
                  <a:pt x="4416665" y="3546890"/>
                </a:cubicBezTo>
                <a:lnTo>
                  <a:pt x="4416665" y="3518017"/>
                </a:lnTo>
                <a:close/>
                <a:moveTo>
                  <a:pt x="4291203" y="3518017"/>
                </a:moveTo>
                <a:cubicBezTo>
                  <a:pt x="4279892" y="3518017"/>
                  <a:pt x="4269178" y="3520969"/>
                  <a:pt x="4259056" y="3526873"/>
                </a:cubicBezTo>
                <a:cubicBezTo>
                  <a:pt x="4248937" y="3532776"/>
                  <a:pt x="4240775" y="3541904"/>
                  <a:pt x="4234574" y="3554257"/>
                </a:cubicBezTo>
                <a:cubicBezTo>
                  <a:pt x="4228373" y="3566610"/>
                  <a:pt x="4225272" y="3579037"/>
                  <a:pt x="4225272" y="3591538"/>
                </a:cubicBezTo>
                <a:cubicBezTo>
                  <a:pt x="4225272" y="3608703"/>
                  <a:pt x="4230382" y="3624181"/>
                  <a:pt x="4240602" y="3637973"/>
                </a:cubicBezTo>
                <a:cubicBezTo>
                  <a:pt x="4252706" y="3654344"/>
                  <a:pt x="4269028" y="3662529"/>
                  <a:pt x="4289566" y="3662529"/>
                </a:cubicBezTo>
                <a:cubicBezTo>
                  <a:pt x="4302167" y="3662529"/>
                  <a:pt x="4313602" y="3659354"/>
                  <a:pt x="4323871" y="3653004"/>
                </a:cubicBezTo>
                <a:cubicBezTo>
                  <a:pt x="4334140" y="3646654"/>
                  <a:pt x="4342202" y="3637229"/>
                  <a:pt x="4348056" y="3624727"/>
                </a:cubicBezTo>
                <a:cubicBezTo>
                  <a:pt x="4353910" y="3612225"/>
                  <a:pt x="4356836" y="3599873"/>
                  <a:pt x="4356836" y="3587669"/>
                </a:cubicBezTo>
                <a:cubicBezTo>
                  <a:pt x="4356836" y="3570306"/>
                  <a:pt x="4351528" y="3554927"/>
                  <a:pt x="4340912" y="3541532"/>
                </a:cubicBezTo>
                <a:cubicBezTo>
                  <a:pt x="4328410" y="3525855"/>
                  <a:pt x="4311841" y="3518017"/>
                  <a:pt x="4291203" y="3518017"/>
                </a:cubicBezTo>
                <a:close/>
                <a:moveTo>
                  <a:pt x="4157111" y="3518017"/>
                </a:moveTo>
                <a:cubicBezTo>
                  <a:pt x="4139252" y="3518017"/>
                  <a:pt x="4123947" y="3524715"/>
                  <a:pt x="4111198" y="3538109"/>
                </a:cubicBezTo>
                <a:cubicBezTo>
                  <a:pt x="4098448" y="3551504"/>
                  <a:pt x="4092073" y="3568917"/>
                  <a:pt x="4092073" y="3590348"/>
                </a:cubicBezTo>
                <a:cubicBezTo>
                  <a:pt x="4092073" y="3612473"/>
                  <a:pt x="4097828" y="3630035"/>
                  <a:pt x="4109337" y="3643033"/>
                </a:cubicBezTo>
                <a:cubicBezTo>
                  <a:pt x="4120847" y="3656031"/>
                  <a:pt x="4134340" y="3662529"/>
                  <a:pt x="4149818" y="3662529"/>
                </a:cubicBezTo>
                <a:cubicBezTo>
                  <a:pt x="4162816" y="3662529"/>
                  <a:pt x="4174673" y="3657692"/>
                  <a:pt x="4185388" y="3648019"/>
                </a:cubicBezTo>
                <a:cubicBezTo>
                  <a:pt x="4196102" y="3638345"/>
                  <a:pt x="4203295" y="3624529"/>
                  <a:pt x="4206967" y="3606570"/>
                </a:cubicBezTo>
                <a:lnTo>
                  <a:pt x="4202650" y="3604486"/>
                </a:lnTo>
                <a:cubicBezTo>
                  <a:pt x="4197492" y="3616492"/>
                  <a:pt x="4192185" y="3624777"/>
                  <a:pt x="4186728" y="3629341"/>
                </a:cubicBezTo>
                <a:cubicBezTo>
                  <a:pt x="4178989" y="3635988"/>
                  <a:pt x="4170258" y="3639312"/>
                  <a:pt x="4160534" y="3639312"/>
                </a:cubicBezTo>
                <a:cubicBezTo>
                  <a:pt x="4146941" y="3639312"/>
                  <a:pt x="4136151" y="3633086"/>
                  <a:pt x="4128164" y="3620634"/>
                </a:cubicBezTo>
                <a:cubicBezTo>
                  <a:pt x="4120177" y="3608182"/>
                  <a:pt x="4116183" y="3593820"/>
                  <a:pt x="4116183" y="3577549"/>
                </a:cubicBezTo>
                <a:cubicBezTo>
                  <a:pt x="4116183" y="3561574"/>
                  <a:pt x="4120202" y="3548725"/>
                  <a:pt x="4128238" y="3539002"/>
                </a:cubicBezTo>
                <a:cubicBezTo>
                  <a:pt x="4134291" y="3531660"/>
                  <a:pt x="4142278" y="3527989"/>
                  <a:pt x="4152200" y="3527989"/>
                </a:cubicBezTo>
                <a:cubicBezTo>
                  <a:pt x="4158351" y="3527989"/>
                  <a:pt x="4163163" y="3529477"/>
                  <a:pt x="4166636" y="3532454"/>
                </a:cubicBezTo>
                <a:cubicBezTo>
                  <a:pt x="4170109" y="3535529"/>
                  <a:pt x="4172117" y="3539994"/>
                  <a:pt x="4172664" y="3545848"/>
                </a:cubicBezTo>
                <a:cubicBezTo>
                  <a:pt x="4173209" y="3551702"/>
                  <a:pt x="4174325" y="3555671"/>
                  <a:pt x="4176012" y="3557754"/>
                </a:cubicBezTo>
                <a:cubicBezTo>
                  <a:pt x="4178989" y="3561525"/>
                  <a:pt x="4183404" y="3563410"/>
                  <a:pt x="4189258" y="3563410"/>
                </a:cubicBezTo>
                <a:cubicBezTo>
                  <a:pt x="4193624" y="3563410"/>
                  <a:pt x="4197020" y="3562244"/>
                  <a:pt x="4199452" y="3559912"/>
                </a:cubicBezTo>
                <a:cubicBezTo>
                  <a:pt x="4201882" y="3557581"/>
                  <a:pt x="4203097" y="3554530"/>
                  <a:pt x="4203097" y="3550759"/>
                </a:cubicBezTo>
                <a:cubicBezTo>
                  <a:pt x="4203097" y="3543120"/>
                  <a:pt x="4198782" y="3535753"/>
                  <a:pt x="4190151" y="3528659"/>
                </a:cubicBezTo>
                <a:cubicBezTo>
                  <a:pt x="4181519" y="3521564"/>
                  <a:pt x="4170505" y="3518017"/>
                  <a:pt x="4157111" y="3518017"/>
                </a:cubicBezTo>
                <a:close/>
                <a:moveTo>
                  <a:pt x="3918986" y="3518017"/>
                </a:moveTo>
                <a:cubicBezTo>
                  <a:pt x="3901127" y="3518017"/>
                  <a:pt x="3885822" y="3524715"/>
                  <a:pt x="3873073" y="3538109"/>
                </a:cubicBezTo>
                <a:cubicBezTo>
                  <a:pt x="3860323" y="3551504"/>
                  <a:pt x="3853948" y="3568917"/>
                  <a:pt x="3853948" y="3590348"/>
                </a:cubicBezTo>
                <a:cubicBezTo>
                  <a:pt x="3853948" y="3612473"/>
                  <a:pt x="3859702" y="3630035"/>
                  <a:pt x="3871212" y="3643033"/>
                </a:cubicBezTo>
                <a:cubicBezTo>
                  <a:pt x="3882722" y="3656031"/>
                  <a:pt x="3896215" y="3662529"/>
                  <a:pt x="3911694" y="3662529"/>
                </a:cubicBezTo>
                <a:cubicBezTo>
                  <a:pt x="3924691" y="3662529"/>
                  <a:pt x="3936548" y="3657692"/>
                  <a:pt x="3947263" y="3648019"/>
                </a:cubicBezTo>
                <a:cubicBezTo>
                  <a:pt x="3957979" y="3638345"/>
                  <a:pt x="3965172" y="3624529"/>
                  <a:pt x="3968844" y="3606570"/>
                </a:cubicBezTo>
                <a:lnTo>
                  <a:pt x="3964527" y="3604486"/>
                </a:lnTo>
                <a:cubicBezTo>
                  <a:pt x="3959368" y="3616492"/>
                  <a:pt x="3954060" y="3624777"/>
                  <a:pt x="3948603" y="3629341"/>
                </a:cubicBezTo>
                <a:cubicBezTo>
                  <a:pt x="3940864" y="3635988"/>
                  <a:pt x="3932133" y="3639312"/>
                  <a:pt x="3922409" y="3639312"/>
                </a:cubicBezTo>
                <a:cubicBezTo>
                  <a:pt x="3908816" y="3639312"/>
                  <a:pt x="3898026" y="3633086"/>
                  <a:pt x="3890039" y="3620634"/>
                </a:cubicBezTo>
                <a:cubicBezTo>
                  <a:pt x="3882052" y="3608182"/>
                  <a:pt x="3878059" y="3593820"/>
                  <a:pt x="3878059" y="3577549"/>
                </a:cubicBezTo>
                <a:cubicBezTo>
                  <a:pt x="3878059" y="3561574"/>
                  <a:pt x="3882077" y="3548725"/>
                  <a:pt x="3890113" y="3539002"/>
                </a:cubicBezTo>
                <a:cubicBezTo>
                  <a:pt x="3896166" y="3531660"/>
                  <a:pt x="3904153" y="3527989"/>
                  <a:pt x="3914075" y="3527989"/>
                </a:cubicBezTo>
                <a:cubicBezTo>
                  <a:pt x="3920227" y="3527989"/>
                  <a:pt x="3925038" y="3529477"/>
                  <a:pt x="3928511" y="3532454"/>
                </a:cubicBezTo>
                <a:cubicBezTo>
                  <a:pt x="3931984" y="3535529"/>
                  <a:pt x="3933993" y="3539994"/>
                  <a:pt x="3934538" y="3545848"/>
                </a:cubicBezTo>
                <a:cubicBezTo>
                  <a:pt x="3935084" y="3551702"/>
                  <a:pt x="3936201" y="3555671"/>
                  <a:pt x="3937887" y="3557754"/>
                </a:cubicBezTo>
                <a:cubicBezTo>
                  <a:pt x="3940864" y="3561525"/>
                  <a:pt x="3945279" y="3563410"/>
                  <a:pt x="3951133" y="3563410"/>
                </a:cubicBezTo>
                <a:cubicBezTo>
                  <a:pt x="3955499" y="3563410"/>
                  <a:pt x="3958897" y="3562244"/>
                  <a:pt x="3961328" y="3559912"/>
                </a:cubicBezTo>
                <a:cubicBezTo>
                  <a:pt x="3963759" y="3557581"/>
                  <a:pt x="3964974" y="3554530"/>
                  <a:pt x="3964974" y="3550759"/>
                </a:cubicBezTo>
                <a:cubicBezTo>
                  <a:pt x="3964974" y="3543120"/>
                  <a:pt x="3960658" y="3535753"/>
                  <a:pt x="3952026" y="3528659"/>
                </a:cubicBezTo>
                <a:cubicBezTo>
                  <a:pt x="3943393" y="3521564"/>
                  <a:pt x="3932380" y="3518017"/>
                  <a:pt x="3918986" y="3518017"/>
                </a:cubicBezTo>
                <a:close/>
                <a:moveTo>
                  <a:pt x="3582337" y="3518017"/>
                </a:moveTo>
                <a:lnTo>
                  <a:pt x="3541260" y="3534686"/>
                </a:lnTo>
                <a:lnTo>
                  <a:pt x="3543493" y="3540044"/>
                </a:lnTo>
                <a:cubicBezTo>
                  <a:pt x="3547362" y="3538556"/>
                  <a:pt x="3550686" y="3537811"/>
                  <a:pt x="3553464" y="3537811"/>
                </a:cubicBezTo>
                <a:cubicBezTo>
                  <a:pt x="3556044" y="3537811"/>
                  <a:pt x="3558078" y="3538431"/>
                  <a:pt x="3559566" y="3539672"/>
                </a:cubicBezTo>
                <a:cubicBezTo>
                  <a:pt x="3561054" y="3540912"/>
                  <a:pt x="3562146" y="3543169"/>
                  <a:pt x="3562840" y="3546443"/>
                </a:cubicBezTo>
                <a:cubicBezTo>
                  <a:pt x="3563733" y="3550809"/>
                  <a:pt x="3564180" y="3560483"/>
                  <a:pt x="3564180" y="3575465"/>
                </a:cubicBezTo>
                <a:lnTo>
                  <a:pt x="3564180" y="3627555"/>
                </a:lnTo>
                <a:cubicBezTo>
                  <a:pt x="3564180" y="3635988"/>
                  <a:pt x="3563535" y="3641669"/>
                  <a:pt x="3562245" y="3644596"/>
                </a:cubicBezTo>
                <a:cubicBezTo>
                  <a:pt x="3560955" y="3647522"/>
                  <a:pt x="3559070" y="3649656"/>
                  <a:pt x="3556589" y="3650995"/>
                </a:cubicBezTo>
                <a:cubicBezTo>
                  <a:pt x="3554109" y="3652335"/>
                  <a:pt x="3549744" y="3653004"/>
                  <a:pt x="3543493" y="3653004"/>
                </a:cubicBezTo>
                <a:lnTo>
                  <a:pt x="3543493" y="3658362"/>
                </a:lnTo>
                <a:lnTo>
                  <a:pt x="3610912" y="3658362"/>
                </a:lnTo>
                <a:lnTo>
                  <a:pt x="3610912" y="3653004"/>
                </a:lnTo>
                <a:cubicBezTo>
                  <a:pt x="3603471" y="3653004"/>
                  <a:pt x="3598534" y="3652335"/>
                  <a:pt x="3596103" y="3650995"/>
                </a:cubicBezTo>
                <a:cubicBezTo>
                  <a:pt x="3593672" y="3649656"/>
                  <a:pt x="3591837" y="3647647"/>
                  <a:pt x="3590597" y="3644968"/>
                </a:cubicBezTo>
                <a:cubicBezTo>
                  <a:pt x="3589357" y="3642289"/>
                  <a:pt x="3588736" y="3636484"/>
                  <a:pt x="3588736" y="3627555"/>
                </a:cubicBezTo>
                <a:lnTo>
                  <a:pt x="3588736" y="3554480"/>
                </a:lnTo>
                <a:cubicBezTo>
                  <a:pt x="3593201" y="3549023"/>
                  <a:pt x="3599551" y="3544112"/>
                  <a:pt x="3607786" y="3539746"/>
                </a:cubicBezTo>
                <a:cubicBezTo>
                  <a:pt x="3613045" y="3536869"/>
                  <a:pt x="3618353" y="3535430"/>
                  <a:pt x="3623711" y="3535430"/>
                </a:cubicBezTo>
                <a:cubicBezTo>
                  <a:pt x="3631549" y="3535430"/>
                  <a:pt x="3637651" y="3538605"/>
                  <a:pt x="3642016" y="3544955"/>
                </a:cubicBezTo>
                <a:cubicBezTo>
                  <a:pt x="3645291" y="3549817"/>
                  <a:pt x="3646928" y="3557804"/>
                  <a:pt x="3646928" y="3568917"/>
                </a:cubicBezTo>
                <a:lnTo>
                  <a:pt x="3646928" y="3627555"/>
                </a:lnTo>
                <a:cubicBezTo>
                  <a:pt x="3646928" y="3635691"/>
                  <a:pt x="3646680" y="3640602"/>
                  <a:pt x="3646184" y="3642289"/>
                </a:cubicBezTo>
                <a:cubicBezTo>
                  <a:pt x="3645092" y="3645861"/>
                  <a:pt x="3643133" y="3648540"/>
                  <a:pt x="3640305" y="3650325"/>
                </a:cubicBezTo>
                <a:cubicBezTo>
                  <a:pt x="3637477" y="3652111"/>
                  <a:pt x="3632293" y="3653004"/>
                  <a:pt x="3624753" y="3653004"/>
                </a:cubicBezTo>
                <a:lnTo>
                  <a:pt x="3624753" y="3658362"/>
                </a:lnTo>
                <a:lnTo>
                  <a:pt x="3693661" y="3658362"/>
                </a:lnTo>
                <a:lnTo>
                  <a:pt x="3693661" y="3653004"/>
                </a:lnTo>
                <a:cubicBezTo>
                  <a:pt x="3686715" y="3653004"/>
                  <a:pt x="3681803" y="3652235"/>
                  <a:pt x="3678926" y="3650698"/>
                </a:cubicBezTo>
                <a:cubicBezTo>
                  <a:pt x="3676048" y="3649160"/>
                  <a:pt x="3674090" y="3647250"/>
                  <a:pt x="3673047" y="3644968"/>
                </a:cubicBezTo>
                <a:cubicBezTo>
                  <a:pt x="3672006" y="3642686"/>
                  <a:pt x="3671485" y="3636881"/>
                  <a:pt x="3671485" y="3627555"/>
                </a:cubicBezTo>
                <a:lnTo>
                  <a:pt x="3671485" y="3562517"/>
                </a:lnTo>
                <a:lnTo>
                  <a:pt x="3671187" y="3556117"/>
                </a:lnTo>
                <a:lnTo>
                  <a:pt x="3671485" y="3554480"/>
                </a:lnTo>
                <a:cubicBezTo>
                  <a:pt x="3679026" y="3547336"/>
                  <a:pt x="3685450" y="3542450"/>
                  <a:pt x="3690758" y="3539821"/>
                </a:cubicBezTo>
                <a:cubicBezTo>
                  <a:pt x="3696066" y="3537191"/>
                  <a:pt x="3701349" y="3535877"/>
                  <a:pt x="3706608" y="3535877"/>
                </a:cubicBezTo>
                <a:cubicBezTo>
                  <a:pt x="3715141" y="3535877"/>
                  <a:pt x="3721342" y="3539052"/>
                  <a:pt x="3725212" y="3545402"/>
                </a:cubicBezTo>
                <a:cubicBezTo>
                  <a:pt x="3727890" y="3549966"/>
                  <a:pt x="3729230" y="3557804"/>
                  <a:pt x="3729230" y="3568917"/>
                </a:cubicBezTo>
                <a:lnTo>
                  <a:pt x="3729230" y="3627555"/>
                </a:lnTo>
                <a:cubicBezTo>
                  <a:pt x="3729230" y="3635492"/>
                  <a:pt x="3729032" y="3640304"/>
                  <a:pt x="3728635" y="3641991"/>
                </a:cubicBezTo>
                <a:cubicBezTo>
                  <a:pt x="3727643" y="3645464"/>
                  <a:pt x="3726006" y="3647994"/>
                  <a:pt x="3723723" y="3649581"/>
                </a:cubicBezTo>
                <a:cubicBezTo>
                  <a:pt x="3720449" y="3651863"/>
                  <a:pt x="3715885" y="3653004"/>
                  <a:pt x="3710032" y="3653004"/>
                </a:cubicBezTo>
                <a:lnTo>
                  <a:pt x="3707203" y="3653004"/>
                </a:lnTo>
                <a:lnTo>
                  <a:pt x="3707203" y="3658362"/>
                </a:lnTo>
                <a:lnTo>
                  <a:pt x="3768819" y="3658362"/>
                </a:lnTo>
                <a:lnTo>
                  <a:pt x="3774474" y="3658362"/>
                </a:lnTo>
                <a:lnTo>
                  <a:pt x="3835047" y="3658362"/>
                </a:lnTo>
                <a:lnTo>
                  <a:pt x="3835047" y="3653004"/>
                </a:lnTo>
                <a:cubicBezTo>
                  <a:pt x="3828598" y="3653004"/>
                  <a:pt x="3824158" y="3652310"/>
                  <a:pt x="3821727" y="3650921"/>
                </a:cubicBezTo>
                <a:cubicBezTo>
                  <a:pt x="3819296" y="3649532"/>
                  <a:pt x="3817461" y="3647423"/>
                  <a:pt x="3816220" y="3644596"/>
                </a:cubicBezTo>
                <a:cubicBezTo>
                  <a:pt x="3814979" y="3641768"/>
                  <a:pt x="3814360" y="3636088"/>
                  <a:pt x="3814360" y="3627555"/>
                </a:cubicBezTo>
                <a:lnTo>
                  <a:pt x="3814360" y="3518017"/>
                </a:lnTo>
                <a:lnTo>
                  <a:pt x="3807811" y="3518017"/>
                </a:lnTo>
                <a:lnTo>
                  <a:pt x="3766735" y="3534686"/>
                </a:lnTo>
                <a:lnTo>
                  <a:pt x="3768819" y="3540044"/>
                </a:lnTo>
                <a:cubicBezTo>
                  <a:pt x="3772786" y="3538556"/>
                  <a:pt x="3776161" y="3537811"/>
                  <a:pt x="3778939" y="3537811"/>
                </a:cubicBezTo>
                <a:cubicBezTo>
                  <a:pt x="3781518" y="3537811"/>
                  <a:pt x="3783552" y="3538431"/>
                  <a:pt x="3785040" y="3539672"/>
                </a:cubicBezTo>
                <a:cubicBezTo>
                  <a:pt x="3786529" y="3540912"/>
                  <a:pt x="3787621" y="3543120"/>
                  <a:pt x="3788315" y="3546295"/>
                </a:cubicBezTo>
                <a:cubicBezTo>
                  <a:pt x="3789208" y="3550660"/>
                  <a:pt x="3789654" y="3560235"/>
                  <a:pt x="3789654" y="3575018"/>
                </a:cubicBezTo>
                <a:lnTo>
                  <a:pt x="3789654" y="3627555"/>
                </a:lnTo>
                <a:cubicBezTo>
                  <a:pt x="3789654" y="3635988"/>
                  <a:pt x="3788985" y="3641693"/>
                  <a:pt x="3787645" y="3644670"/>
                </a:cubicBezTo>
                <a:cubicBezTo>
                  <a:pt x="3786305" y="3647647"/>
                  <a:pt x="3784495" y="3649780"/>
                  <a:pt x="3782213" y="3651070"/>
                </a:cubicBezTo>
                <a:lnTo>
                  <a:pt x="3771926" y="3652556"/>
                </a:lnTo>
                <a:lnTo>
                  <a:pt x="3761377" y="3650698"/>
                </a:lnTo>
                <a:cubicBezTo>
                  <a:pt x="3758698" y="3649160"/>
                  <a:pt x="3756863" y="3647299"/>
                  <a:pt x="3755871" y="3645117"/>
                </a:cubicBezTo>
                <a:cubicBezTo>
                  <a:pt x="3754580" y="3641941"/>
                  <a:pt x="3753936" y="3636088"/>
                  <a:pt x="3753936" y="3627555"/>
                </a:cubicBezTo>
                <a:lnTo>
                  <a:pt x="3753936" y="3568917"/>
                </a:lnTo>
                <a:cubicBezTo>
                  <a:pt x="3753936" y="3556613"/>
                  <a:pt x="3752844" y="3547584"/>
                  <a:pt x="3750661" y="3541830"/>
                </a:cubicBezTo>
                <a:cubicBezTo>
                  <a:pt x="3747387" y="3533396"/>
                  <a:pt x="3742947" y="3527319"/>
                  <a:pt x="3737342" y="3523598"/>
                </a:cubicBezTo>
                <a:cubicBezTo>
                  <a:pt x="3731736" y="3519878"/>
                  <a:pt x="3725311" y="3518017"/>
                  <a:pt x="3718068" y="3518017"/>
                </a:cubicBezTo>
                <a:cubicBezTo>
                  <a:pt x="3710627" y="3518017"/>
                  <a:pt x="3703384" y="3519878"/>
                  <a:pt x="3696339" y="3523598"/>
                </a:cubicBezTo>
                <a:cubicBezTo>
                  <a:pt x="3689295" y="3527319"/>
                  <a:pt x="3680663" y="3535133"/>
                  <a:pt x="3670443" y="3547039"/>
                </a:cubicBezTo>
                <a:cubicBezTo>
                  <a:pt x="3668359" y="3537613"/>
                  <a:pt x="3664242" y="3530420"/>
                  <a:pt x="3658090" y="3525459"/>
                </a:cubicBezTo>
                <a:cubicBezTo>
                  <a:pt x="3651939" y="3520498"/>
                  <a:pt x="3644596" y="3518017"/>
                  <a:pt x="3636064" y="3518017"/>
                </a:cubicBezTo>
                <a:cubicBezTo>
                  <a:pt x="3631004" y="3518017"/>
                  <a:pt x="3625894" y="3519059"/>
                  <a:pt x="3620734" y="3521143"/>
                </a:cubicBezTo>
                <a:cubicBezTo>
                  <a:pt x="3615575" y="3523226"/>
                  <a:pt x="3610763" y="3526153"/>
                  <a:pt x="3606298" y="3529924"/>
                </a:cubicBezTo>
                <a:cubicBezTo>
                  <a:pt x="3604512" y="3531412"/>
                  <a:pt x="3598658" y="3537117"/>
                  <a:pt x="3588736" y="3547039"/>
                </a:cubicBezTo>
                <a:lnTo>
                  <a:pt x="3588736" y="3518017"/>
                </a:lnTo>
                <a:close/>
                <a:moveTo>
                  <a:pt x="3462530" y="3518017"/>
                </a:moveTo>
                <a:cubicBezTo>
                  <a:pt x="3451219" y="3518017"/>
                  <a:pt x="3440503" y="3520969"/>
                  <a:pt x="3430384" y="3526873"/>
                </a:cubicBezTo>
                <a:cubicBezTo>
                  <a:pt x="3420262" y="3532776"/>
                  <a:pt x="3412102" y="3541904"/>
                  <a:pt x="3405901" y="3554257"/>
                </a:cubicBezTo>
                <a:cubicBezTo>
                  <a:pt x="3399700" y="3566610"/>
                  <a:pt x="3396599" y="3579037"/>
                  <a:pt x="3396599" y="3591538"/>
                </a:cubicBezTo>
                <a:cubicBezTo>
                  <a:pt x="3396599" y="3608703"/>
                  <a:pt x="3401708" y="3624181"/>
                  <a:pt x="3411928" y="3637973"/>
                </a:cubicBezTo>
                <a:cubicBezTo>
                  <a:pt x="3424033" y="3654344"/>
                  <a:pt x="3440354" y="3662529"/>
                  <a:pt x="3460893" y="3662529"/>
                </a:cubicBezTo>
                <a:cubicBezTo>
                  <a:pt x="3473494" y="3662529"/>
                  <a:pt x="3484929" y="3659354"/>
                  <a:pt x="3495198" y="3653004"/>
                </a:cubicBezTo>
                <a:cubicBezTo>
                  <a:pt x="3505467" y="3646654"/>
                  <a:pt x="3513529" y="3637229"/>
                  <a:pt x="3519383" y="3624727"/>
                </a:cubicBezTo>
                <a:cubicBezTo>
                  <a:pt x="3525236" y="3612225"/>
                  <a:pt x="3528163" y="3599873"/>
                  <a:pt x="3528163" y="3587669"/>
                </a:cubicBezTo>
                <a:cubicBezTo>
                  <a:pt x="3528163" y="3570306"/>
                  <a:pt x="3522855" y="3554927"/>
                  <a:pt x="3512239" y="3541532"/>
                </a:cubicBezTo>
                <a:cubicBezTo>
                  <a:pt x="3499737" y="3525855"/>
                  <a:pt x="3483168" y="3518017"/>
                  <a:pt x="3462530" y="3518017"/>
                </a:cubicBezTo>
                <a:close/>
                <a:moveTo>
                  <a:pt x="3286318" y="3518017"/>
                </a:moveTo>
                <a:lnTo>
                  <a:pt x="3245241" y="3534686"/>
                </a:lnTo>
                <a:lnTo>
                  <a:pt x="3247473" y="3540044"/>
                </a:lnTo>
                <a:cubicBezTo>
                  <a:pt x="3251343" y="3538556"/>
                  <a:pt x="3254667" y="3537811"/>
                  <a:pt x="3257445" y="3537811"/>
                </a:cubicBezTo>
                <a:cubicBezTo>
                  <a:pt x="3260025" y="3537811"/>
                  <a:pt x="3262083" y="3538456"/>
                  <a:pt x="3263621" y="3539746"/>
                </a:cubicBezTo>
                <a:cubicBezTo>
                  <a:pt x="3265159" y="3541036"/>
                  <a:pt x="3266301" y="3543467"/>
                  <a:pt x="3267044" y="3547039"/>
                </a:cubicBezTo>
                <a:cubicBezTo>
                  <a:pt x="3267789" y="3550611"/>
                  <a:pt x="3268161" y="3560582"/>
                  <a:pt x="3268161" y="3576953"/>
                </a:cubicBezTo>
                <a:lnTo>
                  <a:pt x="3268161" y="3627555"/>
                </a:lnTo>
                <a:cubicBezTo>
                  <a:pt x="3268161" y="3637477"/>
                  <a:pt x="3266945" y="3644199"/>
                  <a:pt x="3264514" y="3647721"/>
                </a:cubicBezTo>
                <a:cubicBezTo>
                  <a:pt x="3262083" y="3651243"/>
                  <a:pt x="3257395" y="3653004"/>
                  <a:pt x="3250450" y="3653004"/>
                </a:cubicBezTo>
                <a:lnTo>
                  <a:pt x="3247473" y="3653004"/>
                </a:lnTo>
                <a:lnTo>
                  <a:pt x="3247473" y="3658362"/>
                </a:lnTo>
                <a:lnTo>
                  <a:pt x="3314893" y="3658362"/>
                </a:lnTo>
                <a:lnTo>
                  <a:pt x="3314893" y="3653004"/>
                </a:lnTo>
                <a:cubicBezTo>
                  <a:pt x="3307451" y="3653004"/>
                  <a:pt x="3302515" y="3652335"/>
                  <a:pt x="3300084" y="3650995"/>
                </a:cubicBezTo>
                <a:cubicBezTo>
                  <a:pt x="3297653" y="3649656"/>
                  <a:pt x="3295743" y="3647547"/>
                  <a:pt x="3294355" y="3644670"/>
                </a:cubicBezTo>
                <a:cubicBezTo>
                  <a:pt x="3293263" y="3642487"/>
                  <a:pt x="3292717" y="3636782"/>
                  <a:pt x="3292717" y="3627555"/>
                </a:cubicBezTo>
                <a:lnTo>
                  <a:pt x="3292717" y="3555671"/>
                </a:lnTo>
                <a:cubicBezTo>
                  <a:pt x="3304425" y="3542772"/>
                  <a:pt x="3316182" y="3536323"/>
                  <a:pt x="3327990" y="3536323"/>
                </a:cubicBezTo>
                <a:cubicBezTo>
                  <a:pt x="3335629" y="3536323"/>
                  <a:pt x="3341062" y="3539126"/>
                  <a:pt x="3344286" y="3544732"/>
                </a:cubicBezTo>
                <a:cubicBezTo>
                  <a:pt x="3347510" y="3550338"/>
                  <a:pt x="3349123" y="3559342"/>
                  <a:pt x="3349123" y="3571744"/>
                </a:cubicBezTo>
                <a:lnTo>
                  <a:pt x="3349123" y="3627555"/>
                </a:lnTo>
                <a:cubicBezTo>
                  <a:pt x="3349123" y="3635393"/>
                  <a:pt x="3348925" y="3640056"/>
                  <a:pt x="3348528" y="3641545"/>
                </a:cubicBezTo>
                <a:cubicBezTo>
                  <a:pt x="3347536" y="3645315"/>
                  <a:pt x="3345774" y="3648167"/>
                  <a:pt x="3343244" y="3650102"/>
                </a:cubicBezTo>
                <a:cubicBezTo>
                  <a:pt x="3340714" y="3652037"/>
                  <a:pt x="3336274" y="3653004"/>
                  <a:pt x="3329924" y="3653004"/>
                </a:cubicBezTo>
                <a:lnTo>
                  <a:pt x="3327096" y="3653004"/>
                </a:lnTo>
                <a:lnTo>
                  <a:pt x="3327096" y="3658362"/>
                </a:lnTo>
                <a:lnTo>
                  <a:pt x="3394516" y="3658362"/>
                </a:lnTo>
                <a:lnTo>
                  <a:pt x="3394516" y="3653004"/>
                </a:lnTo>
                <a:cubicBezTo>
                  <a:pt x="3387967" y="3653004"/>
                  <a:pt x="3383478" y="3652310"/>
                  <a:pt x="3381047" y="3650921"/>
                </a:cubicBezTo>
                <a:cubicBezTo>
                  <a:pt x="3378616" y="3649532"/>
                  <a:pt x="3376855" y="3647597"/>
                  <a:pt x="3375763" y="3645117"/>
                </a:cubicBezTo>
                <a:cubicBezTo>
                  <a:pt x="3374374" y="3642041"/>
                  <a:pt x="3373679" y="3636187"/>
                  <a:pt x="3373679" y="3627555"/>
                </a:cubicBezTo>
                <a:lnTo>
                  <a:pt x="3373679" y="3569363"/>
                </a:lnTo>
                <a:cubicBezTo>
                  <a:pt x="3373679" y="3557060"/>
                  <a:pt x="3372589" y="3547932"/>
                  <a:pt x="3370406" y="3541979"/>
                </a:cubicBezTo>
                <a:cubicBezTo>
                  <a:pt x="3367230" y="3533446"/>
                  <a:pt x="3362964" y="3527319"/>
                  <a:pt x="3357607" y="3523598"/>
                </a:cubicBezTo>
                <a:cubicBezTo>
                  <a:pt x="3352248" y="3519878"/>
                  <a:pt x="3345849" y="3518017"/>
                  <a:pt x="3338408" y="3518017"/>
                </a:cubicBezTo>
                <a:cubicBezTo>
                  <a:pt x="3323922" y="3518017"/>
                  <a:pt x="3308691" y="3527641"/>
                  <a:pt x="3292717" y="3546890"/>
                </a:cubicBezTo>
                <a:lnTo>
                  <a:pt x="3292717" y="3518017"/>
                </a:lnTo>
                <a:close/>
                <a:moveTo>
                  <a:pt x="3167255" y="3518017"/>
                </a:moveTo>
                <a:cubicBezTo>
                  <a:pt x="3155944" y="3518017"/>
                  <a:pt x="3145229" y="3520969"/>
                  <a:pt x="3135108" y="3526873"/>
                </a:cubicBezTo>
                <a:cubicBezTo>
                  <a:pt x="3124988" y="3532776"/>
                  <a:pt x="3116827" y="3541904"/>
                  <a:pt x="3110626" y="3554257"/>
                </a:cubicBezTo>
                <a:cubicBezTo>
                  <a:pt x="3104425" y="3566610"/>
                  <a:pt x="3101324" y="3579037"/>
                  <a:pt x="3101324" y="3591538"/>
                </a:cubicBezTo>
                <a:cubicBezTo>
                  <a:pt x="3101324" y="3608703"/>
                  <a:pt x="3106434" y="3624181"/>
                  <a:pt x="3116654" y="3637973"/>
                </a:cubicBezTo>
                <a:cubicBezTo>
                  <a:pt x="3128758" y="3654344"/>
                  <a:pt x="3145080" y="3662529"/>
                  <a:pt x="3165618" y="3662529"/>
                </a:cubicBezTo>
                <a:cubicBezTo>
                  <a:pt x="3178219" y="3662529"/>
                  <a:pt x="3189653" y="3659354"/>
                  <a:pt x="3199923" y="3653004"/>
                </a:cubicBezTo>
                <a:cubicBezTo>
                  <a:pt x="3210192" y="3646654"/>
                  <a:pt x="3218253" y="3637229"/>
                  <a:pt x="3224108" y="3624727"/>
                </a:cubicBezTo>
                <a:cubicBezTo>
                  <a:pt x="3229961" y="3612225"/>
                  <a:pt x="3232888" y="3599873"/>
                  <a:pt x="3232888" y="3587669"/>
                </a:cubicBezTo>
                <a:cubicBezTo>
                  <a:pt x="3232888" y="3570306"/>
                  <a:pt x="3227580" y="3554927"/>
                  <a:pt x="3216964" y="3541532"/>
                </a:cubicBezTo>
                <a:cubicBezTo>
                  <a:pt x="3204462" y="3525855"/>
                  <a:pt x="3187893" y="3518017"/>
                  <a:pt x="3167255" y="3518017"/>
                </a:cubicBezTo>
                <a:close/>
                <a:moveTo>
                  <a:pt x="3033161" y="3518017"/>
                </a:moveTo>
                <a:cubicBezTo>
                  <a:pt x="3015302" y="3518017"/>
                  <a:pt x="2999997" y="3524715"/>
                  <a:pt x="2987248" y="3538109"/>
                </a:cubicBezTo>
                <a:cubicBezTo>
                  <a:pt x="2974498" y="3551504"/>
                  <a:pt x="2968123" y="3568917"/>
                  <a:pt x="2968123" y="3590348"/>
                </a:cubicBezTo>
                <a:cubicBezTo>
                  <a:pt x="2968123" y="3612473"/>
                  <a:pt x="2973878" y="3630035"/>
                  <a:pt x="2985387" y="3643033"/>
                </a:cubicBezTo>
                <a:cubicBezTo>
                  <a:pt x="2996897" y="3656031"/>
                  <a:pt x="3010390" y="3662529"/>
                  <a:pt x="3025868" y="3662529"/>
                </a:cubicBezTo>
                <a:cubicBezTo>
                  <a:pt x="3038866" y="3662529"/>
                  <a:pt x="3050722" y="3657692"/>
                  <a:pt x="3061438" y="3648019"/>
                </a:cubicBezTo>
                <a:cubicBezTo>
                  <a:pt x="3072154" y="3638345"/>
                  <a:pt x="3079348" y="3624529"/>
                  <a:pt x="3083018" y="3606570"/>
                </a:cubicBezTo>
                <a:lnTo>
                  <a:pt x="3078703" y="3604486"/>
                </a:lnTo>
                <a:cubicBezTo>
                  <a:pt x="3073543" y="3616492"/>
                  <a:pt x="3068235" y="3624777"/>
                  <a:pt x="3062777" y="3629341"/>
                </a:cubicBezTo>
                <a:cubicBezTo>
                  <a:pt x="3055039" y="3635988"/>
                  <a:pt x="3046307" y="3639312"/>
                  <a:pt x="3036584" y="3639312"/>
                </a:cubicBezTo>
                <a:cubicBezTo>
                  <a:pt x="3022991" y="3639312"/>
                  <a:pt x="3012201" y="3633086"/>
                  <a:pt x="3004214" y="3620634"/>
                </a:cubicBezTo>
                <a:cubicBezTo>
                  <a:pt x="2996227" y="3608182"/>
                  <a:pt x="2992233" y="3593820"/>
                  <a:pt x="2992233" y="3577549"/>
                </a:cubicBezTo>
                <a:cubicBezTo>
                  <a:pt x="2992233" y="3561574"/>
                  <a:pt x="2996252" y="3548725"/>
                  <a:pt x="3004288" y="3539002"/>
                </a:cubicBezTo>
                <a:cubicBezTo>
                  <a:pt x="3010341" y="3531660"/>
                  <a:pt x="3018328" y="3527989"/>
                  <a:pt x="3028249" y="3527989"/>
                </a:cubicBezTo>
                <a:cubicBezTo>
                  <a:pt x="3034401" y="3527989"/>
                  <a:pt x="3039214" y="3529477"/>
                  <a:pt x="3042686" y="3532454"/>
                </a:cubicBezTo>
                <a:cubicBezTo>
                  <a:pt x="3046158" y="3535529"/>
                  <a:pt x="3048168" y="3539994"/>
                  <a:pt x="3048713" y="3545848"/>
                </a:cubicBezTo>
                <a:cubicBezTo>
                  <a:pt x="3049260" y="3551702"/>
                  <a:pt x="3050375" y="3555671"/>
                  <a:pt x="3052062" y="3557754"/>
                </a:cubicBezTo>
                <a:cubicBezTo>
                  <a:pt x="3055039" y="3561525"/>
                  <a:pt x="3059454" y="3563410"/>
                  <a:pt x="3065308" y="3563410"/>
                </a:cubicBezTo>
                <a:cubicBezTo>
                  <a:pt x="3069674" y="3563410"/>
                  <a:pt x="3073072" y="3562244"/>
                  <a:pt x="3075502" y="3559912"/>
                </a:cubicBezTo>
                <a:cubicBezTo>
                  <a:pt x="3077933" y="3557581"/>
                  <a:pt x="3079149" y="3554530"/>
                  <a:pt x="3079149" y="3550759"/>
                </a:cubicBezTo>
                <a:cubicBezTo>
                  <a:pt x="3079149" y="3543120"/>
                  <a:pt x="3074833" y="3535753"/>
                  <a:pt x="3066200" y="3528659"/>
                </a:cubicBezTo>
                <a:cubicBezTo>
                  <a:pt x="3057569" y="3521564"/>
                  <a:pt x="3046556" y="3518017"/>
                  <a:pt x="3033161" y="3518017"/>
                </a:cubicBezTo>
                <a:close/>
                <a:moveTo>
                  <a:pt x="2476692" y="3518017"/>
                </a:moveTo>
                <a:lnTo>
                  <a:pt x="2435616" y="3534686"/>
                </a:lnTo>
                <a:lnTo>
                  <a:pt x="2437849" y="3540044"/>
                </a:lnTo>
                <a:cubicBezTo>
                  <a:pt x="2441718" y="3538556"/>
                  <a:pt x="2445042" y="3537811"/>
                  <a:pt x="2447820" y="3537811"/>
                </a:cubicBezTo>
                <a:cubicBezTo>
                  <a:pt x="2450400" y="3537811"/>
                  <a:pt x="2452458" y="3538456"/>
                  <a:pt x="2453996" y="3539746"/>
                </a:cubicBezTo>
                <a:cubicBezTo>
                  <a:pt x="2455534" y="3541036"/>
                  <a:pt x="2456676" y="3543467"/>
                  <a:pt x="2457419" y="3547039"/>
                </a:cubicBezTo>
                <a:cubicBezTo>
                  <a:pt x="2458163" y="3550611"/>
                  <a:pt x="2458535" y="3560582"/>
                  <a:pt x="2458535" y="3576953"/>
                </a:cubicBezTo>
                <a:lnTo>
                  <a:pt x="2458535" y="3627555"/>
                </a:lnTo>
                <a:cubicBezTo>
                  <a:pt x="2458535" y="3637477"/>
                  <a:pt x="2457320" y="3644199"/>
                  <a:pt x="2454889" y="3647721"/>
                </a:cubicBezTo>
                <a:cubicBezTo>
                  <a:pt x="2452458" y="3651243"/>
                  <a:pt x="2447770" y="3653004"/>
                  <a:pt x="2440825" y="3653004"/>
                </a:cubicBezTo>
                <a:lnTo>
                  <a:pt x="2437849" y="3653004"/>
                </a:lnTo>
                <a:lnTo>
                  <a:pt x="2437849" y="3658362"/>
                </a:lnTo>
                <a:lnTo>
                  <a:pt x="2505267" y="3658362"/>
                </a:lnTo>
                <a:lnTo>
                  <a:pt x="2505267" y="3653004"/>
                </a:lnTo>
                <a:cubicBezTo>
                  <a:pt x="2497826" y="3653004"/>
                  <a:pt x="2492890" y="3652335"/>
                  <a:pt x="2490459" y="3650995"/>
                </a:cubicBezTo>
                <a:cubicBezTo>
                  <a:pt x="2488029" y="3649656"/>
                  <a:pt x="2486118" y="3647547"/>
                  <a:pt x="2484729" y="3644670"/>
                </a:cubicBezTo>
                <a:cubicBezTo>
                  <a:pt x="2483638" y="3642487"/>
                  <a:pt x="2483092" y="3636782"/>
                  <a:pt x="2483092" y="3627555"/>
                </a:cubicBezTo>
                <a:lnTo>
                  <a:pt x="2483092" y="3555671"/>
                </a:lnTo>
                <a:cubicBezTo>
                  <a:pt x="2494800" y="3542772"/>
                  <a:pt x="2506557" y="3536323"/>
                  <a:pt x="2518365" y="3536323"/>
                </a:cubicBezTo>
                <a:cubicBezTo>
                  <a:pt x="2526004" y="3536323"/>
                  <a:pt x="2531437" y="3539126"/>
                  <a:pt x="2534661" y="3544732"/>
                </a:cubicBezTo>
                <a:cubicBezTo>
                  <a:pt x="2537886" y="3550338"/>
                  <a:pt x="2539498" y="3559342"/>
                  <a:pt x="2539498" y="3571744"/>
                </a:cubicBezTo>
                <a:lnTo>
                  <a:pt x="2539498" y="3627555"/>
                </a:lnTo>
                <a:cubicBezTo>
                  <a:pt x="2539498" y="3635393"/>
                  <a:pt x="2539299" y="3640056"/>
                  <a:pt x="2538903" y="3641545"/>
                </a:cubicBezTo>
                <a:cubicBezTo>
                  <a:pt x="2537910" y="3645315"/>
                  <a:pt x="2536149" y="3648167"/>
                  <a:pt x="2533620" y="3650102"/>
                </a:cubicBezTo>
                <a:cubicBezTo>
                  <a:pt x="2531089" y="3652037"/>
                  <a:pt x="2526650" y="3653004"/>
                  <a:pt x="2520298" y="3653004"/>
                </a:cubicBezTo>
                <a:lnTo>
                  <a:pt x="2517472" y="3653004"/>
                </a:lnTo>
                <a:lnTo>
                  <a:pt x="2517472" y="3658362"/>
                </a:lnTo>
                <a:lnTo>
                  <a:pt x="2584890" y="3658362"/>
                </a:lnTo>
                <a:lnTo>
                  <a:pt x="2584890" y="3653004"/>
                </a:lnTo>
                <a:cubicBezTo>
                  <a:pt x="2578343" y="3653004"/>
                  <a:pt x="2573852" y="3652310"/>
                  <a:pt x="2571421" y="3650921"/>
                </a:cubicBezTo>
                <a:cubicBezTo>
                  <a:pt x="2568991" y="3649532"/>
                  <a:pt x="2567229" y="3647597"/>
                  <a:pt x="2566139" y="3645117"/>
                </a:cubicBezTo>
                <a:cubicBezTo>
                  <a:pt x="2564750" y="3642041"/>
                  <a:pt x="2564054" y="3636187"/>
                  <a:pt x="2564054" y="3627555"/>
                </a:cubicBezTo>
                <a:lnTo>
                  <a:pt x="2564054" y="3569363"/>
                </a:lnTo>
                <a:cubicBezTo>
                  <a:pt x="2564054" y="3557060"/>
                  <a:pt x="2562964" y="3547932"/>
                  <a:pt x="2560780" y="3541979"/>
                </a:cubicBezTo>
                <a:cubicBezTo>
                  <a:pt x="2557606" y="3533446"/>
                  <a:pt x="2553339" y="3527319"/>
                  <a:pt x="2547982" y="3523598"/>
                </a:cubicBezTo>
                <a:cubicBezTo>
                  <a:pt x="2542624" y="3519878"/>
                  <a:pt x="2536224" y="3518017"/>
                  <a:pt x="2528782" y="3518017"/>
                </a:cubicBezTo>
                <a:cubicBezTo>
                  <a:pt x="2514296" y="3518017"/>
                  <a:pt x="2499066" y="3527641"/>
                  <a:pt x="2483092" y="3546890"/>
                </a:cubicBezTo>
                <a:lnTo>
                  <a:pt x="2483092" y="3518017"/>
                </a:lnTo>
                <a:close/>
                <a:moveTo>
                  <a:pt x="2366411" y="3518017"/>
                </a:moveTo>
                <a:cubicBezTo>
                  <a:pt x="2350635" y="3518017"/>
                  <a:pt x="2338382" y="3521589"/>
                  <a:pt x="2329650" y="3528733"/>
                </a:cubicBezTo>
                <a:cubicBezTo>
                  <a:pt x="2320919" y="3535877"/>
                  <a:pt x="2316553" y="3543715"/>
                  <a:pt x="2316553" y="3552248"/>
                </a:cubicBezTo>
                <a:cubicBezTo>
                  <a:pt x="2316553" y="3556713"/>
                  <a:pt x="2317719" y="3560235"/>
                  <a:pt x="2320051" y="3562815"/>
                </a:cubicBezTo>
                <a:cubicBezTo>
                  <a:pt x="2322382" y="3565394"/>
                  <a:pt x="2325384" y="3566684"/>
                  <a:pt x="2329055" y="3566684"/>
                </a:cubicBezTo>
                <a:cubicBezTo>
                  <a:pt x="2332825" y="3566684"/>
                  <a:pt x="2335876" y="3565444"/>
                  <a:pt x="2338208" y="3562963"/>
                </a:cubicBezTo>
                <a:cubicBezTo>
                  <a:pt x="2340539" y="3560483"/>
                  <a:pt x="2341705" y="3556961"/>
                  <a:pt x="2341705" y="3552397"/>
                </a:cubicBezTo>
                <a:lnTo>
                  <a:pt x="2341408" y="3543765"/>
                </a:lnTo>
                <a:cubicBezTo>
                  <a:pt x="2341408" y="3539399"/>
                  <a:pt x="2343293" y="3535529"/>
                  <a:pt x="2347064" y="3532156"/>
                </a:cubicBezTo>
                <a:cubicBezTo>
                  <a:pt x="2350734" y="3528782"/>
                  <a:pt x="2355695" y="3527096"/>
                  <a:pt x="2361946" y="3527096"/>
                </a:cubicBezTo>
                <a:cubicBezTo>
                  <a:pt x="2370182" y="3527096"/>
                  <a:pt x="2376457" y="3529626"/>
                  <a:pt x="2380773" y="3534686"/>
                </a:cubicBezTo>
                <a:cubicBezTo>
                  <a:pt x="2385089" y="3539746"/>
                  <a:pt x="2387247" y="3549073"/>
                  <a:pt x="2387247" y="3562666"/>
                </a:cubicBezTo>
                <a:lnTo>
                  <a:pt x="2387247" y="3568024"/>
                </a:lnTo>
                <a:cubicBezTo>
                  <a:pt x="2363831" y="3576556"/>
                  <a:pt x="2347088" y="3583799"/>
                  <a:pt x="2337018" y="3589752"/>
                </a:cubicBezTo>
                <a:cubicBezTo>
                  <a:pt x="2326946" y="3595706"/>
                  <a:pt x="2319877" y="3602055"/>
                  <a:pt x="2315809" y="3608802"/>
                </a:cubicBezTo>
                <a:cubicBezTo>
                  <a:pt x="2312833" y="3613664"/>
                  <a:pt x="2311344" y="3619419"/>
                  <a:pt x="2311344" y="3626067"/>
                </a:cubicBezTo>
                <a:cubicBezTo>
                  <a:pt x="2311344" y="3636584"/>
                  <a:pt x="2314395" y="3645067"/>
                  <a:pt x="2320497" y="3651516"/>
                </a:cubicBezTo>
                <a:cubicBezTo>
                  <a:pt x="2326599" y="3657965"/>
                  <a:pt x="2334363" y="3661190"/>
                  <a:pt x="2343789" y="3661190"/>
                </a:cubicBezTo>
                <a:cubicBezTo>
                  <a:pt x="2349841" y="3661190"/>
                  <a:pt x="2355547" y="3659950"/>
                  <a:pt x="2360904" y="3657469"/>
                </a:cubicBezTo>
                <a:cubicBezTo>
                  <a:pt x="2364476" y="3655782"/>
                  <a:pt x="2373257" y="3649532"/>
                  <a:pt x="2387247" y="3638717"/>
                </a:cubicBezTo>
                <a:cubicBezTo>
                  <a:pt x="2387346" y="3646853"/>
                  <a:pt x="2388834" y="3652607"/>
                  <a:pt x="2391711" y="3655981"/>
                </a:cubicBezTo>
                <a:cubicBezTo>
                  <a:pt x="2394588" y="3659354"/>
                  <a:pt x="2398458" y="3661041"/>
                  <a:pt x="2403320" y="3661041"/>
                </a:cubicBezTo>
                <a:cubicBezTo>
                  <a:pt x="2413440" y="3661041"/>
                  <a:pt x="2424057" y="3653600"/>
                  <a:pt x="2435169" y="3638717"/>
                </a:cubicBezTo>
                <a:lnTo>
                  <a:pt x="2435169" y="3630383"/>
                </a:lnTo>
                <a:cubicBezTo>
                  <a:pt x="2429217" y="3636336"/>
                  <a:pt x="2425198" y="3639957"/>
                  <a:pt x="2423115" y="3641247"/>
                </a:cubicBezTo>
                <a:cubicBezTo>
                  <a:pt x="2421924" y="3641941"/>
                  <a:pt x="2420535" y="3642289"/>
                  <a:pt x="2418947" y="3642289"/>
                </a:cubicBezTo>
                <a:cubicBezTo>
                  <a:pt x="2417459" y="3642289"/>
                  <a:pt x="2416145" y="3641793"/>
                  <a:pt x="2415003" y="3640800"/>
                </a:cubicBezTo>
                <a:cubicBezTo>
                  <a:pt x="2413862" y="3639808"/>
                  <a:pt x="2413044" y="3637849"/>
                  <a:pt x="2412548" y="3634922"/>
                </a:cubicBezTo>
                <a:cubicBezTo>
                  <a:pt x="2412051" y="3631995"/>
                  <a:pt x="2411803" y="3624032"/>
                  <a:pt x="2411803" y="3611035"/>
                </a:cubicBezTo>
                <a:lnTo>
                  <a:pt x="2411803" y="3564749"/>
                </a:lnTo>
                <a:cubicBezTo>
                  <a:pt x="2411803" y="3551553"/>
                  <a:pt x="2410910" y="3542822"/>
                  <a:pt x="2409125" y="3538556"/>
                </a:cubicBezTo>
                <a:cubicBezTo>
                  <a:pt x="2406346" y="3532007"/>
                  <a:pt x="2402031" y="3527195"/>
                  <a:pt x="2396176" y="3524119"/>
                </a:cubicBezTo>
                <a:cubicBezTo>
                  <a:pt x="2388438" y="3520051"/>
                  <a:pt x="2378516" y="3518017"/>
                  <a:pt x="2366411" y="3518017"/>
                </a:cubicBezTo>
                <a:close/>
                <a:moveTo>
                  <a:pt x="1823486" y="3518017"/>
                </a:moveTo>
                <a:cubicBezTo>
                  <a:pt x="1807710" y="3518017"/>
                  <a:pt x="1795456" y="3521589"/>
                  <a:pt x="1786725" y="3528733"/>
                </a:cubicBezTo>
                <a:cubicBezTo>
                  <a:pt x="1777993" y="3535877"/>
                  <a:pt x="1773628" y="3543715"/>
                  <a:pt x="1773628" y="3552248"/>
                </a:cubicBezTo>
                <a:cubicBezTo>
                  <a:pt x="1773628" y="3556713"/>
                  <a:pt x="1774794" y="3560235"/>
                  <a:pt x="1777125" y="3562815"/>
                </a:cubicBezTo>
                <a:cubicBezTo>
                  <a:pt x="1779457" y="3565394"/>
                  <a:pt x="1782458" y="3566684"/>
                  <a:pt x="1786129" y="3566684"/>
                </a:cubicBezTo>
                <a:cubicBezTo>
                  <a:pt x="1789900" y="3566684"/>
                  <a:pt x="1792951" y="3565444"/>
                  <a:pt x="1795282" y="3562963"/>
                </a:cubicBezTo>
                <a:cubicBezTo>
                  <a:pt x="1797614" y="3560483"/>
                  <a:pt x="1798780" y="3556961"/>
                  <a:pt x="1798780" y="3552397"/>
                </a:cubicBezTo>
                <a:lnTo>
                  <a:pt x="1798482" y="3543765"/>
                </a:lnTo>
                <a:cubicBezTo>
                  <a:pt x="1798482" y="3539399"/>
                  <a:pt x="1800367" y="3535529"/>
                  <a:pt x="1804138" y="3532156"/>
                </a:cubicBezTo>
                <a:cubicBezTo>
                  <a:pt x="1807809" y="3528782"/>
                  <a:pt x="1812770" y="3527096"/>
                  <a:pt x="1819021" y="3527096"/>
                </a:cubicBezTo>
                <a:cubicBezTo>
                  <a:pt x="1827256" y="3527096"/>
                  <a:pt x="1833531" y="3529626"/>
                  <a:pt x="1837847" y="3534686"/>
                </a:cubicBezTo>
                <a:cubicBezTo>
                  <a:pt x="1842163" y="3539746"/>
                  <a:pt x="1844321" y="3549073"/>
                  <a:pt x="1844321" y="3562666"/>
                </a:cubicBezTo>
                <a:lnTo>
                  <a:pt x="1844321" y="3568024"/>
                </a:lnTo>
                <a:cubicBezTo>
                  <a:pt x="1820906" y="3576556"/>
                  <a:pt x="1804163" y="3583799"/>
                  <a:pt x="1794092" y="3589752"/>
                </a:cubicBezTo>
                <a:cubicBezTo>
                  <a:pt x="1784021" y="3595706"/>
                  <a:pt x="1776952" y="3602055"/>
                  <a:pt x="1772884" y="3608802"/>
                </a:cubicBezTo>
                <a:cubicBezTo>
                  <a:pt x="1769907" y="3613664"/>
                  <a:pt x="1768419" y="3619419"/>
                  <a:pt x="1768419" y="3626067"/>
                </a:cubicBezTo>
                <a:cubicBezTo>
                  <a:pt x="1768419" y="3636584"/>
                  <a:pt x="1771470" y="3645067"/>
                  <a:pt x="1777572" y="3651516"/>
                </a:cubicBezTo>
                <a:cubicBezTo>
                  <a:pt x="1783674" y="3657965"/>
                  <a:pt x="1791438" y="3661190"/>
                  <a:pt x="1800863" y="3661190"/>
                </a:cubicBezTo>
                <a:cubicBezTo>
                  <a:pt x="1806916" y="3661190"/>
                  <a:pt x="1812621" y="3659950"/>
                  <a:pt x="1817979" y="3657469"/>
                </a:cubicBezTo>
                <a:cubicBezTo>
                  <a:pt x="1821551" y="3655782"/>
                  <a:pt x="1830331" y="3649532"/>
                  <a:pt x="1844321" y="3638717"/>
                </a:cubicBezTo>
                <a:cubicBezTo>
                  <a:pt x="1844421" y="3646853"/>
                  <a:pt x="1845909" y="3652607"/>
                  <a:pt x="1848786" y="3655981"/>
                </a:cubicBezTo>
                <a:cubicBezTo>
                  <a:pt x="1851664" y="3659354"/>
                  <a:pt x="1855533" y="3661041"/>
                  <a:pt x="1860395" y="3661041"/>
                </a:cubicBezTo>
                <a:cubicBezTo>
                  <a:pt x="1870515" y="3661041"/>
                  <a:pt x="1881131" y="3653600"/>
                  <a:pt x="1892244" y="3638717"/>
                </a:cubicBezTo>
                <a:lnTo>
                  <a:pt x="1892244" y="3630383"/>
                </a:lnTo>
                <a:cubicBezTo>
                  <a:pt x="1886291" y="3636336"/>
                  <a:pt x="1882273" y="3639957"/>
                  <a:pt x="1880189" y="3641247"/>
                </a:cubicBezTo>
                <a:cubicBezTo>
                  <a:pt x="1878998" y="3641941"/>
                  <a:pt x="1877609" y="3642289"/>
                  <a:pt x="1876022" y="3642289"/>
                </a:cubicBezTo>
                <a:cubicBezTo>
                  <a:pt x="1874533" y="3642289"/>
                  <a:pt x="1873219" y="3641793"/>
                  <a:pt x="1872078" y="3640800"/>
                </a:cubicBezTo>
                <a:cubicBezTo>
                  <a:pt x="1870937" y="3639808"/>
                  <a:pt x="1870118" y="3637849"/>
                  <a:pt x="1869622" y="3634922"/>
                </a:cubicBezTo>
                <a:cubicBezTo>
                  <a:pt x="1869126" y="3631995"/>
                  <a:pt x="1868878" y="3624032"/>
                  <a:pt x="1868878" y="3611035"/>
                </a:cubicBezTo>
                <a:lnTo>
                  <a:pt x="1868878" y="3564749"/>
                </a:lnTo>
                <a:cubicBezTo>
                  <a:pt x="1868878" y="3551553"/>
                  <a:pt x="1867985" y="3542822"/>
                  <a:pt x="1866199" y="3538556"/>
                </a:cubicBezTo>
                <a:cubicBezTo>
                  <a:pt x="1863421" y="3532007"/>
                  <a:pt x="1859105" y="3527195"/>
                  <a:pt x="1853251" y="3524119"/>
                </a:cubicBezTo>
                <a:cubicBezTo>
                  <a:pt x="1845512" y="3520051"/>
                  <a:pt x="1835590" y="3518017"/>
                  <a:pt x="1823486" y="3518017"/>
                </a:cubicBezTo>
                <a:close/>
                <a:moveTo>
                  <a:pt x="1343515" y="3518017"/>
                </a:moveTo>
                <a:lnTo>
                  <a:pt x="1302289" y="3534686"/>
                </a:lnTo>
                <a:lnTo>
                  <a:pt x="1303777" y="3540044"/>
                </a:lnTo>
                <a:cubicBezTo>
                  <a:pt x="1307647" y="3538556"/>
                  <a:pt x="1311120" y="3537811"/>
                  <a:pt x="1314196" y="3537811"/>
                </a:cubicBezTo>
                <a:cubicBezTo>
                  <a:pt x="1316775" y="3537811"/>
                  <a:pt x="1318933" y="3538506"/>
                  <a:pt x="1320670" y="3539895"/>
                </a:cubicBezTo>
                <a:cubicBezTo>
                  <a:pt x="1322406" y="3541284"/>
                  <a:pt x="1323597" y="3543492"/>
                  <a:pt x="1324241" y="3546518"/>
                </a:cubicBezTo>
                <a:cubicBezTo>
                  <a:pt x="1324886" y="3549544"/>
                  <a:pt x="1325209" y="3558995"/>
                  <a:pt x="1325209" y="3574870"/>
                </a:cubicBezTo>
                <a:lnTo>
                  <a:pt x="1325209" y="3627704"/>
                </a:lnTo>
                <a:cubicBezTo>
                  <a:pt x="1325209" y="3635641"/>
                  <a:pt x="1324961" y="3640453"/>
                  <a:pt x="1324465" y="3642140"/>
                </a:cubicBezTo>
                <a:cubicBezTo>
                  <a:pt x="1323472" y="3645613"/>
                  <a:pt x="1321736" y="3648143"/>
                  <a:pt x="1319256" y="3649730"/>
                </a:cubicBezTo>
                <a:cubicBezTo>
                  <a:pt x="1315882" y="3651913"/>
                  <a:pt x="1310723" y="3653004"/>
                  <a:pt x="1303777" y="3653004"/>
                </a:cubicBezTo>
                <a:lnTo>
                  <a:pt x="1303777" y="3658362"/>
                </a:lnTo>
                <a:lnTo>
                  <a:pt x="1373578" y="3658362"/>
                </a:lnTo>
                <a:lnTo>
                  <a:pt x="1373578" y="3653004"/>
                </a:lnTo>
                <a:cubicBezTo>
                  <a:pt x="1367426" y="3653004"/>
                  <a:pt x="1362713" y="3652111"/>
                  <a:pt x="1359439" y="3650325"/>
                </a:cubicBezTo>
                <a:cubicBezTo>
                  <a:pt x="1356165" y="3648540"/>
                  <a:pt x="1353883" y="3646307"/>
                  <a:pt x="1352593" y="3643628"/>
                </a:cubicBezTo>
                <a:cubicBezTo>
                  <a:pt x="1350708" y="3639759"/>
                  <a:pt x="1349765" y="3634054"/>
                  <a:pt x="1349765" y="3626513"/>
                </a:cubicBezTo>
                <a:lnTo>
                  <a:pt x="1349765" y="3561177"/>
                </a:lnTo>
                <a:cubicBezTo>
                  <a:pt x="1354528" y="3551851"/>
                  <a:pt x="1359141" y="3545154"/>
                  <a:pt x="1363606" y="3541086"/>
                </a:cubicBezTo>
                <a:cubicBezTo>
                  <a:pt x="1365690" y="3539101"/>
                  <a:pt x="1367625" y="3538109"/>
                  <a:pt x="1369411" y="3538109"/>
                </a:cubicBezTo>
                <a:cubicBezTo>
                  <a:pt x="1371494" y="3538109"/>
                  <a:pt x="1374694" y="3539821"/>
                  <a:pt x="1379010" y="3543244"/>
                </a:cubicBezTo>
                <a:cubicBezTo>
                  <a:pt x="1383326" y="3546667"/>
                  <a:pt x="1387221" y="3548378"/>
                  <a:pt x="1390693" y="3548378"/>
                </a:cubicBezTo>
                <a:cubicBezTo>
                  <a:pt x="1394265" y="3548378"/>
                  <a:pt x="1397341" y="3547039"/>
                  <a:pt x="1399920" y="3544360"/>
                </a:cubicBezTo>
                <a:cubicBezTo>
                  <a:pt x="1402500" y="3541681"/>
                  <a:pt x="1403790" y="3538407"/>
                  <a:pt x="1403790" y="3534537"/>
                </a:cubicBezTo>
                <a:cubicBezTo>
                  <a:pt x="1403790" y="3530171"/>
                  <a:pt x="1402004" y="3526327"/>
                  <a:pt x="1398432" y="3523003"/>
                </a:cubicBezTo>
                <a:cubicBezTo>
                  <a:pt x="1394861" y="3519679"/>
                  <a:pt x="1390346" y="3518017"/>
                  <a:pt x="1384889" y="3518017"/>
                </a:cubicBezTo>
                <a:cubicBezTo>
                  <a:pt x="1372883" y="3518017"/>
                  <a:pt x="1361175" y="3528237"/>
                  <a:pt x="1349765" y="3548676"/>
                </a:cubicBezTo>
                <a:lnTo>
                  <a:pt x="1349765" y="3518017"/>
                </a:lnTo>
                <a:close/>
                <a:moveTo>
                  <a:pt x="1264636" y="3518017"/>
                </a:moveTo>
                <a:lnTo>
                  <a:pt x="1223559" y="3534686"/>
                </a:lnTo>
                <a:lnTo>
                  <a:pt x="1225643" y="3540044"/>
                </a:lnTo>
                <a:cubicBezTo>
                  <a:pt x="1229612" y="3538556"/>
                  <a:pt x="1232985" y="3537811"/>
                  <a:pt x="1235763" y="3537811"/>
                </a:cubicBezTo>
                <a:cubicBezTo>
                  <a:pt x="1238343" y="3537811"/>
                  <a:pt x="1240377" y="3538431"/>
                  <a:pt x="1241865" y="3539672"/>
                </a:cubicBezTo>
                <a:cubicBezTo>
                  <a:pt x="1243353" y="3540912"/>
                  <a:pt x="1244445" y="3543120"/>
                  <a:pt x="1245139" y="3546295"/>
                </a:cubicBezTo>
                <a:cubicBezTo>
                  <a:pt x="1246032" y="3550660"/>
                  <a:pt x="1246479" y="3560235"/>
                  <a:pt x="1246479" y="3575018"/>
                </a:cubicBezTo>
                <a:lnTo>
                  <a:pt x="1246479" y="3627555"/>
                </a:lnTo>
                <a:cubicBezTo>
                  <a:pt x="1246479" y="3635988"/>
                  <a:pt x="1245809" y="3641693"/>
                  <a:pt x="1244470" y="3644670"/>
                </a:cubicBezTo>
                <a:cubicBezTo>
                  <a:pt x="1243130" y="3647647"/>
                  <a:pt x="1241320" y="3649780"/>
                  <a:pt x="1239037" y="3651070"/>
                </a:cubicBezTo>
                <a:cubicBezTo>
                  <a:pt x="1236755" y="3652359"/>
                  <a:pt x="1232291" y="3653004"/>
                  <a:pt x="1225643" y="3653004"/>
                </a:cubicBezTo>
                <a:lnTo>
                  <a:pt x="1225643" y="3658362"/>
                </a:lnTo>
                <a:lnTo>
                  <a:pt x="1291871" y="3658362"/>
                </a:lnTo>
                <a:lnTo>
                  <a:pt x="1291871" y="3653004"/>
                </a:lnTo>
                <a:cubicBezTo>
                  <a:pt x="1285422" y="3653004"/>
                  <a:pt x="1280982" y="3652310"/>
                  <a:pt x="1278551" y="3650921"/>
                </a:cubicBezTo>
                <a:cubicBezTo>
                  <a:pt x="1276120" y="3649532"/>
                  <a:pt x="1274285" y="3647423"/>
                  <a:pt x="1273045" y="3644596"/>
                </a:cubicBezTo>
                <a:cubicBezTo>
                  <a:pt x="1271804" y="3641768"/>
                  <a:pt x="1271184" y="3636088"/>
                  <a:pt x="1271184" y="3627555"/>
                </a:cubicBezTo>
                <a:lnTo>
                  <a:pt x="1271184" y="3518017"/>
                </a:lnTo>
                <a:close/>
                <a:moveTo>
                  <a:pt x="2898621" y="3517868"/>
                </a:moveTo>
                <a:cubicBezTo>
                  <a:pt x="2880563" y="3517868"/>
                  <a:pt x="2865556" y="3524392"/>
                  <a:pt x="2853600" y="3537439"/>
                </a:cubicBezTo>
                <a:cubicBezTo>
                  <a:pt x="2841644" y="3550487"/>
                  <a:pt x="2835666" y="3568668"/>
                  <a:pt x="2835666" y="3591985"/>
                </a:cubicBezTo>
                <a:cubicBezTo>
                  <a:pt x="2835666" y="3613515"/>
                  <a:pt x="2841496" y="3630655"/>
                  <a:pt x="2853153" y="3643405"/>
                </a:cubicBezTo>
                <a:cubicBezTo>
                  <a:pt x="2864811" y="3656155"/>
                  <a:pt x="2878826" y="3662529"/>
                  <a:pt x="2895198" y="3662529"/>
                </a:cubicBezTo>
                <a:cubicBezTo>
                  <a:pt x="2910278" y="3662529"/>
                  <a:pt x="2922829" y="3656948"/>
                  <a:pt x="2932850" y="3645786"/>
                </a:cubicBezTo>
                <a:cubicBezTo>
                  <a:pt x="2942872" y="3634624"/>
                  <a:pt x="2948924" y="3622247"/>
                  <a:pt x="2951008" y="3608654"/>
                </a:cubicBezTo>
                <a:lnTo>
                  <a:pt x="2946394" y="3605677"/>
                </a:lnTo>
                <a:cubicBezTo>
                  <a:pt x="2941930" y="3617583"/>
                  <a:pt x="2936397" y="3625992"/>
                  <a:pt x="2929800" y="3630903"/>
                </a:cubicBezTo>
                <a:cubicBezTo>
                  <a:pt x="2923202" y="3635815"/>
                  <a:pt x="2915438" y="3638270"/>
                  <a:pt x="2906508" y="3638270"/>
                </a:cubicBezTo>
                <a:cubicBezTo>
                  <a:pt x="2893114" y="3638270"/>
                  <a:pt x="2881455" y="3632516"/>
                  <a:pt x="2871534" y="3621006"/>
                </a:cubicBezTo>
                <a:cubicBezTo>
                  <a:pt x="2861612" y="3609497"/>
                  <a:pt x="2856700" y="3593622"/>
                  <a:pt x="2856800" y="3573381"/>
                </a:cubicBezTo>
                <a:lnTo>
                  <a:pt x="2951008" y="3573381"/>
                </a:lnTo>
                <a:cubicBezTo>
                  <a:pt x="2951008" y="3556514"/>
                  <a:pt x="2946096" y="3543045"/>
                  <a:pt x="2936274" y="3532975"/>
                </a:cubicBezTo>
                <a:cubicBezTo>
                  <a:pt x="2926451" y="3522904"/>
                  <a:pt x="2913900" y="3517868"/>
                  <a:pt x="2898621" y="3517868"/>
                </a:cubicBezTo>
                <a:close/>
                <a:moveTo>
                  <a:pt x="1698470" y="3517868"/>
                </a:moveTo>
                <a:cubicBezTo>
                  <a:pt x="1680412" y="3517868"/>
                  <a:pt x="1665405" y="3524392"/>
                  <a:pt x="1653449" y="3537439"/>
                </a:cubicBezTo>
                <a:cubicBezTo>
                  <a:pt x="1641493" y="3550487"/>
                  <a:pt x="1635516" y="3568668"/>
                  <a:pt x="1635516" y="3591985"/>
                </a:cubicBezTo>
                <a:cubicBezTo>
                  <a:pt x="1635516" y="3613515"/>
                  <a:pt x="1641344" y="3630655"/>
                  <a:pt x="1653003" y="3643405"/>
                </a:cubicBezTo>
                <a:cubicBezTo>
                  <a:pt x="1664661" y="3656155"/>
                  <a:pt x="1678676" y="3662529"/>
                  <a:pt x="1695047" y="3662529"/>
                </a:cubicBezTo>
                <a:cubicBezTo>
                  <a:pt x="1710128" y="3662529"/>
                  <a:pt x="1722679" y="3656948"/>
                  <a:pt x="1732700" y="3645786"/>
                </a:cubicBezTo>
                <a:cubicBezTo>
                  <a:pt x="1742721" y="3634624"/>
                  <a:pt x="1748774" y="3622247"/>
                  <a:pt x="1750857" y="3608654"/>
                </a:cubicBezTo>
                <a:lnTo>
                  <a:pt x="1746244" y="3605677"/>
                </a:lnTo>
                <a:cubicBezTo>
                  <a:pt x="1741779" y="3617583"/>
                  <a:pt x="1736247" y="3625992"/>
                  <a:pt x="1729649" y="3630903"/>
                </a:cubicBezTo>
                <a:cubicBezTo>
                  <a:pt x="1723051" y="3635815"/>
                  <a:pt x="1715287" y="3638270"/>
                  <a:pt x="1706358" y="3638270"/>
                </a:cubicBezTo>
                <a:cubicBezTo>
                  <a:pt x="1692963" y="3638270"/>
                  <a:pt x="1681305" y="3632516"/>
                  <a:pt x="1671383" y="3621006"/>
                </a:cubicBezTo>
                <a:cubicBezTo>
                  <a:pt x="1661461" y="3609497"/>
                  <a:pt x="1656550" y="3593622"/>
                  <a:pt x="1656649" y="3573381"/>
                </a:cubicBezTo>
                <a:lnTo>
                  <a:pt x="1750857" y="3573381"/>
                </a:lnTo>
                <a:cubicBezTo>
                  <a:pt x="1750857" y="3556514"/>
                  <a:pt x="1745946" y="3543045"/>
                  <a:pt x="1736123" y="3532975"/>
                </a:cubicBezTo>
                <a:cubicBezTo>
                  <a:pt x="1726301" y="3522904"/>
                  <a:pt x="1713750" y="3517868"/>
                  <a:pt x="1698470" y="3517868"/>
                </a:cubicBezTo>
                <a:close/>
                <a:moveTo>
                  <a:pt x="1155545" y="3517868"/>
                </a:moveTo>
                <a:cubicBezTo>
                  <a:pt x="1137487" y="3517868"/>
                  <a:pt x="1122480" y="3524392"/>
                  <a:pt x="1110524" y="3537439"/>
                </a:cubicBezTo>
                <a:cubicBezTo>
                  <a:pt x="1098568" y="3550487"/>
                  <a:pt x="1092590" y="3568668"/>
                  <a:pt x="1092590" y="3591985"/>
                </a:cubicBezTo>
                <a:cubicBezTo>
                  <a:pt x="1092590" y="3613515"/>
                  <a:pt x="1098420" y="3630655"/>
                  <a:pt x="1110078" y="3643405"/>
                </a:cubicBezTo>
                <a:cubicBezTo>
                  <a:pt x="1121736" y="3656155"/>
                  <a:pt x="1135750" y="3662529"/>
                  <a:pt x="1152122" y="3662529"/>
                </a:cubicBezTo>
                <a:cubicBezTo>
                  <a:pt x="1167203" y="3662529"/>
                  <a:pt x="1179754" y="3656948"/>
                  <a:pt x="1189776" y="3645786"/>
                </a:cubicBezTo>
                <a:cubicBezTo>
                  <a:pt x="1199796" y="3634624"/>
                  <a:pt x="1205849" y="3622247"/>
                  <a:pt x="1207932" y="3608654"/>
                </a:cubicBezTo>
                <a:lnTo>
                  <a:pt x="1203319" y="3605677"/>
                </a:lnTo>
                <a:cubicBezTo>
                  <a:pt x="1198854" y="3617583"/>
                  <a:pt x="1193322" y="3625992"/>
                  <a:pt x="1186724" y="3630903"/>
                </a:cubicBezTo>
                <a:cubicBezTo>
                  <a:pt x="1180126" y="3635815"/>
                  <a:pt x="1172363" y="3638270"/>
                  <a:pt x="1163433" y="3638270"/>
                </a:cubicBezTo>
                <a:cubicBezTo>
                  <a:pt x="1150038" y="3638270"/>
                  <a:pt x="1138380" y="3632516"/>
                  <a:pt x="1128458" y="3621006"/>
                </a:cubicBezTo>
                <a:cubicBezTo>
                  <a:pt x="1118536" y="3609497"/>
                  <a:pt x="1113625" y="3593622"/>
                  <a:pt x="1113724" y="3573381"/>
                </a:cubicBezTo>
                <a:lnTo>
                  <a:pt x="1207932" y="3573381"/>
                </a:lnTo>
                <a:cubicBezTo>
                  <a:pt x="1207932" y="3556514"/>
                  <a:pt x="1203021" y="3543045"/>
                  <a:pt x="1193198" y="3532975"/>
                </a:cubicBezTo>
                <a:cubicBezTo>
                  <a:pt x="1183375" y="3522904"/>
                  <a:pt x="1170824" y="3517868"/>
                  <a:pt x="1155545" y="3517868"/>
                </a:cubicBezTo>
                <a:close/>
                <a:moveTo>
                  <a:pt x="4792904" y="3477238"/>
                </a:moveTo>
                <a:cubicBezTo>
                  <a:pt x="4788835" y="3487259"/>
                  <a:pt x="4785660" y="3494155"/>
                  <a:pt x="4783378" y="3497925"/>
                </a:cubicBezTo>
                <a:cubicBezTo>
                  <a:pt x="4778913" y="3505069"/>
                  <a:pt x="4773829" y="3511246"/>
                  <a:pt x="4768123" y="3516455"/>
                </a:cubicBezTo>
                <a:cubicBezTo>
                  <a:pt x="4762419" y="3521664"/>
                  <a:pt x="4756837" y="3525359"/>
                  <a:pt x="4751380" y="3527542"/>
                </a:cubicBezTo>
                <a:lnTo>
                  <a:pt x="4751380" y="3532454"/>
                </a:lnTo>
                <a:lnTo>
                  <a:pt x="4772960" y="3532454"/>
                </a:lnTo>
                <a:lnTo>
                  <a:pt x="4772960" y="3624132"/>
                </a:lnTo>
                <a:cubicBezTo>
                  <a:pt x="4772960" y="3633954"/>
                  <a:pt x="4774002" y="3641222"/>
                  <a:pt x="4776085" y="3645935"/>
                </a:cubicBezTo>
                <a:cubicBezTo>
                  <a:pt x="4778170" y="3650648"/>
                  <a:pt x="4781393" y="3654269"/>
                  <a:pt x="4785759" y="3656800"/>
                </a:cubicBezTo>
                <a:cubicBezTo>
                  <a:pt x="4790126" y="3659330"/>
                  <a:pt x="4794590" y="3660595"/>
                  <a:pt x="4799154" y="3660595"/>
                </a:cubicBezTo>
                <a:cubicBezTo>
                  <a:pt x="4805901" y="3660595"/>
                  <a:pt x="4812449" y="3658139"/>
                  <a:pt x="4818800" y="3653228"/>
                </a:cubicBezTo>
                <a:cubicBezTo>
                  <a:pt x="4825150" y="3648316"/>
                  <a:pt x="4830060" y="3640999"/>
                  <a:pt x="4833534" y="3631275"/>
                </a:cubicBezTo>
                <a:lnTo>
                  <a:pt x="4827729" y="3631275"/>
                </a:lnTo>
                <a:cubicBezTo>
                  <a:pt x="4826042" y="3635244"/>
                  <a:pt x="4823661" y="3638246"/>
                  <a:pt x="4820585" y="3640280"/>
                </a:cubicBezTo>
                <a:cubicBezTo>
                  <a:pt x="4817509" y="3642313"/>
                  <a:pt x="4814334" y="3643331"/>
                  <a:pt x="4811060" y="3643331"/>
                </a:cubicBezTo>
                <a:cubicBezTo>
                  <a:pt x="4807091" y="3643331"/>
                  <a:pt x="4803843" y="3641793"/>
                  <a:pt x="4801312" y="3638717"/>
                </a:cubicBezTo>
                <a:cubicBezTo>
                  <a:pt x="4798782" y="3635641"/>
                  <a:pt x="4797517" y="3629688"/>
                  <a:pt x="4797517" y="3620858"/>
                </a:cubicBezTo>
                <a:lnTo>
                  <a:pt x="4797517" y="3532454"/>
                </a:lnTo>
                <a:lnTo>
                  <a:pt x="4829366" y="3532454"/>
                </a:lnTo>
                <a:lnTo>
                  <a:pt x="4829366" y="3522036"/>
                </a:lnTo>
                <a:lnTo>
                  <a:pt x="4797517" y="3522036"/>
                </a:lnTo>
                <a:lnTo>
                  <a:pt x="4797517" y="3477238"/>
                </a:lnTo>
                <a:close/>
                <a:moveTo>
                  <a:pt x="2021129" y="3477238"/>
                </a:moveTo>
                <a:cubicBezTo>
                  <a:pt x="2017061" y="3487259"/>
                  <a:pt x="2013886" y="3494155"/>
                  <a:pt x="2011604" y="3497925"/>
                </a:cubicBezTo>
                <a:cubicBezTo>
                  <a:pt x="2007139" y="3505069"/>
                  <a:pt x="2002054" y="3511246"/>
                  <a:pt x="1996349" y="3516455"/>
                </a:cubicBezTo>
                <a:cubicBezTo>
                  <a:pt x="1990644" y="3521664"/>
                  <a:pt x="1985063" y="3525359"/>
                  <a:pt x="1979606" y="3527542"/>
                </a:cubicBezTo>
                <a:lnTo>
                  <a:pt x="1979606" y="3532454"/>
                </a:lnTo>
                <a:lnTo>
                  <a:pt x="2001186" y="3532454"/>
                </a:lnTo>
                <a:lnTo>
                  <a:pt x="2001186" y="3624132"/>
                </a:lnTo>
                <a:cubicBezTo>
                  <a:pt x="2001186" y="3633954"/>
                  <a:pt x="2002228" y="3641222"/>
                  <a:pt x="2004312" y="3645935"/>
                </a:cubicBezTo>
                <a:cubicBezTo>
                  <a:pt x="2006395" y="3650648"/>
                  <a:pt x="2009620" y="3654269"/>
                  <a:pt x="2013986" y="3656800"/>
                </a:cubicBezTo>
                <a:cubicBezTo>
                  <a:pt x="2018351" y="3659330"/>
                  <a:pt x="2022816" y="3660595"/>
                  <a:pt x="2027380" y="3660595"/>
                </a:cubicBezTo>
                <a:cubicBezTo>
                  <a:pt x="2034127" y="3660595"/>
                  <a:pt x="2040675" y="3658139"/>
                  <a:pt x="2047025" y="3653228"/>
                </a:cubicBezTo>
                <a:cubicBezTo>
                  <a:pt x="2053375" y="3648316"/>
                  <a:pt x="2058286" y="3640999"/>
                  <a:pt x="2061759" y="3631275"/>
                </a:cubicBezTo>
                <a:lnTo>
                  <a:pt x="2055955" y="3631275"/>
                </a:lnTo>
                <a:cubicBezTo>
                  <a:pt x="2054268" y="3635244"/>
                  <a:pt x="2051887" y="3638246"/>
                  <a:pt x="2048811" y="3640280"/>
                </a:cubicBezTo>
                <a:cubicBezTo>
                  <a:pt x="2045735" y="3642313"/>
                  <a:pt x="2042560" y="3643331"/>
                  <a:pt x="2039286" y="3643331"/>
                </a:cubicBezTo>
                <a:cubicBezTo>
                  <a:pt x="2035318" y="3643331"/>
                  <a:pt x="2032068" y="3641793"/>
                  <a:pt x="2029538" y="3638717"/>
                </a:cubicBezTo>
                <a:cubicBezTo>
                  <a:pt x="2027008" y="3635641"/>
                  <a:pt x="2025743" y="3629688"/>
                  <a:pt x="2025743" y="3620858"/>
                </a:cubicBezTo>
                <a:lnTo>
                  <a:pt x="2025743" y="3532454"/>
                </a:lnTo>
                <a:lnTo>
                  <a:pt x="2057592" y="3532454"/>
                </a:lnTo>
                <a:lnTo>
                  <a:pt x="2057592" y="3522036"/>
                </a:lnTo>
                <a:lnTo>
                  <a:pt x="2025743" y="3522036"/>
                </a:lnTo>
                <a:lnTo>
                  <a:pt x="2025743" y="3477238"/>
                </a:lnTo>
                <a:close/>
                <a:moveTo>
                  <a:pt x="897179" y="3477238"/>
                </a:moveTo>
                <a:cubicBezTo>
                  <a:pt x="893111" y="3487259"/>
                  <a:pt x="889936" y="3494155"/>
                  <a:pt x="887654" y="3497925"/>
                </a:cubicBezTo>
                <a:cubicBezTo>
                  <a:pt x="883189" y="3505069"/>
                  <a:pt x="878104" y="3511246"/>
                  <a:pt x="872399" y="3516455"/>
                </a:cubicBezTo>
                <a:cubicBezTo>
                  <a:pt x="866694" y="3521664"/>
                  <a:pt x="861113" y="3525359"/>
                  <a:pt x="855656" y="3527542"/>
                </a:cubicBezTo>
                <a:lnTo>
                  <a:pt x="855656" y="3532454"/>
                </a:lnTo>
                <a:lnTo>
                  <a:pt x="877236" y="3532454"/>
                </a:lnTo>
                <a:lnTo>
                  <a:pt x="877236" y="3624132"/>
                </a:lnTo>
                <a:cubicBezTo>
                  <a:pt x="877236" y="3633954"/>
                  <a:pt x="878278" y="3641222"/>
                  <a:pt x="880362" y="3645935"/>
                </a:cubicBezTo>
                <a:cubicBezTo>
                  <a:pt x="882445" y="3650648"/>
                  <a:pt x="885670" y="3654269"/>
                  <a:pt x="890035" y="3656800"/>
                </a:cubicBezTo>
                <a:cubicBezTo>
                  <a:pt x="894401" y="3659330"/>
                  <a:pt x="898866" y="3660595"/>
                  <a:pt x="903430" y="3660595"/>
                </a:cubicBezTo>
                <a:cubicBezTo>
                  <a:pt x="910177" y="3660595"/>
                  <a:pt x="916725" y="3658139"/>
                  <a:pt x="923075" y="3653228"/>
                </a:cubicBezTo>
                <a:cubicBezTo>
                  <a:pt x="929425" y="3648316"/>
                  <a:pt x="934337" y="3640999"/>
                  <a:pt x="937809" y="3631275"/>
                </a:cubicBezTo>
                <a:lnTo>
                  <a:pt x="932005" y="3631275"/>
                </a:lnTo>
                <a:cubicBezTo>
                  <a:pt x="930318" y="3635244"/>
                  <a:pt x="927937" y="3638246"/>
                  <a:pt x="924861" y="3640280"/>
                </a:cubicBezTo>
                <a:cubicBezTo>
                  <a:pt x="921785" y="3642313"/>
                  <a:pt x="918610" y="3643331"/>
                  <a:pt x="915336" y="3643331"/>
                </a:cubicBezTo>
                <a:cubicBezTo>
                  <a:pt x="911367" y="3643331"/>
                  <a:pt x="908118" y="3641793"/>
                  <a:pt x="905588" y="3638717"/>
                </a:cubicBezTo>
                <a:cubicBezTo>
                  <a:pt x="903058" y="3635641"/>
                  <a:pt x="901793" y="3629688"/>
                  <a:pt x="901793" y="3620858"/>
                </a:cubicBezTo>
                <a:lnTo>
                  <a:pt x="901793" y="3532454"/>
                </a:lnTo>
                <a:lnTo>
                  <a:pt x="933642" y="3532454"/>
                </a:lnTo>
                <a:lnTo>
                  <a:pt x="933642" y="3522036"/>
                </a:lnTo>
                <a:lnTo>
                  <a:pt x="901793" y="3522036"/>
                </a:lnTo>
                <a:lnTo>
                  <a:pt x="901793" y="3477238"/>
                </a:lnTo>
                <a:close/>
                <a:moveTo>
                  <a:pt x="4878331" y="3446729"/>
                </a:moveTo>
                <a:cubicBezTo>
                  <a:pt x="4874064" y="3446729"/>
                  <a:pt x="4870467" y="3448192"/>
                  <a:pt x="4867540" y="3451119"/>
                </a:cubicBezTo>
                <a:cubicBezTo>
                  <a:pt x="4864613" y="3454046"/>
                  <a:pt x="4863150" y="3457593"/>
                  <a:pt x="4863150" y="3461760"/>
                </a:cubicBezTo>
                <a:cubicBezTo>
                  <a:pt x="4863150" y="3465927"/>
                  <a:pt x="4864638" y="3469499"/>
                  <a:pt x="4867615" y="3472476"/>
                </a:cubicBezTo>
                <a:cubicBezTo>
                  <a:pt x="4870592" y="3475452"/>
                  <a:pt x="4874164" y="3476941"/>
                  <a:pt x="4878331" y="3476941"/>
                </a:cubicBezTo>
                <a:cubicBezTo>
                  <a:pt x="4882498" y="3476941"/>
                  <a:pt x="4886045" y="3475452"/>
                  <a:pt x="4888971" y="3472476"/>
                </a:cubicBezTo>
                <a:cubicBezTo>
                  <a:pt x="4891898" y="3469499"/>
                  <a:pt x="4893362" y="3465927"/>
                  <a:pt x="4893362" y="3461760"/>
                </a:cubicBezTo>
                <a:cubicBezTo>
                  <a:pt x="4893362" y="3457593"/>
                  <a:pt x="4891898" y="3454046"/>
                  <a:pt x="4888971" y="3451119"/>
                </a:cubicBezTo>
                <a:cubicBezTo>
                  <a:pt x="4886045" y="3448192"/>
                  <a:pt x="4882498" y="3446729"/>
                  <a:pt x="4878331" y="3446729"/>
                </a:cubicBezTo>
                <a:close/>
                <a:moveTo>
                  <a:pt x="4706880" y="3446729"/>
                </a:moveTo>
                <a:cubicBezTo>
                  <a:pt x="4702614" y="3446729"/>
                  <a:pt x="4699017" y="3448192"/>
                  <a:pt x="4696090" y="3451119"/>
                </a:cubicBezTo>
                <a:cubicBezTo>
                  <a:pt x="4693163" y="3454046"/>
                  <a:pt x="4691700" y="3457593"/>
                  <a:pt x="4691700" y="3461760"/>
                </a:cubicBezTo>
                <a:cubicBezTo>
                  <a:pt x="4691700" y="3465927"/>
                  <a:pt x="4693188" y="3469499"/>
                  <a:pt x="4696165" y="3472476"/>
                </a:cubicBezTo>
                <a:cubicBezTo>
                  <a:pt x="4699141" y="3475452"/>
                  <a:pt x="4702713" y="3476941"/>
                  <a:pt x="4706880" y="3476941"/>
                </a:cubicBezTo>
                <a:cubicBezTo>
                  <a:pt x="4711047" y="3476941"/>
                  <a:pt x="4714595" y="3475452"/>
                  <a:pt x="4717521" y="3472476"/>
                </a:cubicBezTo>
                <a:cubicBezTo>
                  <a:pt x="4720448" y="3469499"/>
                  <a:pt x="4721912" y="3465927"/>
                  <a:pt x="4721912" y="3461760"/>
                </a:cubicBezTo>
                <a:cubicBezTo>
                  <a:pt x="4721912" y="3457593"/>
                  <a:pt x="4720448" y="3454046"/>
                  <a:pt x="4717521" y="3451119"/>
                </a:cubicBezTo>
                <a:cubicBezTo>
                  <a:pt x="4714595" y="3448192"/>
                  <a:pt x="4711047" y="3446729"/>
                  <a:pt x="4706880" y="3446729"/>
                </a:cubicBezTo>
                <a:close/>
                <a:moveTo>
                  <a:pt x="4633954" y="3446729"/>
                </a:moveTo>
                <a:lnTo>
                  <a:pt x="4593324" y="3463397"/>
                </a:lnTo>
                <a:lnTo>
                  <a:pt x="4595259" y="3468606"/>
                </a:lnTo>
                <a:cubicBezTo>
                  <a:pt x="4599525" y="3467019"/>
                  <a:pt x="4602949" y="3466225"/>
                  <a:pt x="4605528" y="3466225"/>
                </a:cubicBezTo>
                <a:cubicBezTo>
                  <a:pt x="4607911" y="3466225"/>
                  <a:pt x="4609895" y="3466870"/>
                  <a:pt x="4611481" y="3468160"/>
                </a:cubicBezTo>
                <a:cubicBezTo>
                  <a:pt x="4613069" y="3469450"/>
                  <a:pt x="4614235" y="3471881"/>
                  <a:pt x="4614979" y="3475452"/>
                </a:cubicBezTo>
                <a:cubicBezTo>
                  <a:pt x="4615723" y="3479024"/>
                  <a:pt x="4616095" y="3488599"/>
                  <a:pt x="4616095" y="3504176"/>
                </a:cubicBezTo>
                <a:lnTo>
                  <a:pt x="4616095" y="3529328"/>
                </a:lnTo>
                <a:cubicBezTo>
                  <a:pt x="4608257" y="3521688"/>
                  <a:pt x="4598335" y="3517868"/>
                  <a:pt x="4586329" y="3517868"/>
                </a:cubicBezTo>
                <a:cubicBezTo>
                  <a:pt x="4566982" y="3517868"/>
                  <a:pt x="4551156" y="3525980"/>
                  <a:pt x="4538853" y="3542202"/>
                </a:cubicBezTo>
                <a:cubicBezTo>
                  <a:pt x="4526550" y="3558424"/>
                  <a:pt x="4520398" y="3576308"/>
                  <a:pt x="4520398" y="3595854"/>
                </a:cubicBezTo>
                <a:cubicBezTo>
                  <a:pt x="4520398" y="3615400"/>
                  <a:pt x="4525955" y="3631399"/>
                  <a:pt x="4537067" y="3643851"/>
                </a:cubicBezTo>
                <a:cubicBezTo>
                  <a:pt x="4548180" y="3656303"/>
                  <a:pt x="4561177" y="3662529"/>
                  <a:pt x="4576060" y="3662529"/>
                </a:cubicBezTo>
                <a:cubicBezTo>
                  <a:pt x="4583402" y="3662529"/>
                  <a:pt x="4590249" y="3661016"/>
                  <a:pt x="4596598" y="3657990"/>
                </a:cubicBezTo>
                <a:cubicBezTo>
                  <a:pt x="4602949" y="3654964"/>
                  <a:pt x="4609447" y="3649978"/>
                  <a:pt x="4616095" y="3643033"/>
                </a:cubicBezTo>
                <a:lnTo>
                  <a:pt x="4616095" y="3662529"/>
                </a:lnTo>
                <a:lnTo>
                  <a:pt x="4622941" y="3662529"/>
                </a:lnTo>
                <a:lnTo>
                  <a:pt x="4663422" y="3645712"/>
                </a:lnTo>
                <a:lnTo>
                  <a:pt x="4661785" y="3640503"/>
                </a:lnTo>
                <a:cubicBezTo>
                  <a:pt x="4657320" y="3642190"/>
                  <a:pt x="4653748" y="3643033"/>
                  <a:pt x="4651070" y="3643033"/>
                </a:cubicBezTo>
                <a:cubicBezTo>
                  <a:pt x="4648887" y="3643033"/>
                  <a:pt x="4646977" y="3642338"/>
                  <a:pt x="4645341" y="3640949"/>
                </a:cubicBezTo>
                <a:cubicBezTo>
                  <a:pt x="4643703" y="3639560"/>
                  <a:pt x="4642512" y="3637105"/>
                  <a:pt x="4641769" y="3633582"/>
                </a:cubicBezTo>
                <a:cubicBezTo>
                  <a:pt x="4641024" y="3630060"/>
                  <a:pt x="4640652" y="3620312"/>
                  <a:pt x="4640652" y="3604338"/>
                </a:cubicBezTo>
                <a:lnTo>
                  <a:pt x="4640652" y="3446729"/>
                </a:lnTo>
                <a:close/>
                <a:moveTo>
                  <a:pt x="3802007" y="3446729"/>
                </a:moveTo>
                <a:cubicBezTo>
                  <a:pt x="3797741" y="3446729"/>
                  <a:pt x="3794144" y="3448192"/>
                  <a:pt x="3791217" y="3451119"/>
                </a:cubicBezTo>
                <a:cubicBezTo>
                  <a:pt x="3788290" y="3454046"/>
                  <a:pt x="3786827" y="3457593"/>
                  <a:pt x="3786827" y="3461760"/>
                </a:cubicBezTo>
                <a:cubicBezTo>
                  <a:pt x="3786827" y="3465927"/>
                  <a:pt x="3788315" y="3469499"/>
                  <a:pt x="3791292" y="3472476"/>
                </a:cubicBezTo>
                <a:cubicBezTo>
                  <a:pt x="3794268" y="3475452"/>
                  <a:pt x="3797840" y="3476941"/>
                  <a:pt x="3802007" y="3476941"/>
                </a:cubicBezTo>
                <a:cubicBezTo>
                  <a:pt x="3806174" y="3476941"/>
                  <a:pt x="3809721" y="3475452"/>
                  <a:pt x="3812648" y="3472476"/>
                </a:cubicBezTo>
                <a:cubicBezTo>
                  <a:pt x="3815575" y="3469499"/>
                  <a:pt x="3817039" y="3465927"/>
                  <a:pt x="3817039" y="3461760"/>
                </a:cubicBezTo>
                <a:cubicBezTo>
                  <a:pt x="3817039" y="3457593"/>
                  <a:pt x="3815575" y="3454046"/>
                  <a:pt x="3812648" y="3451119"/>
                </a:cubicBezTo>
                <a:cubicBezTo>
                  <a:pt x="3809721" y="3448192"/>
                  <a:pt x="3806174" y="3446729"/>
                  <a:pt x="3802007" y="3446729"/>
                </a:cubicBezTo>
                <a:close/>
                <a:moveTo>
                  <a:pt x="2700382" y="3446729"/>
                </a:moveTo>
                <a:lnTo>
                  <a:pt x="2659751" y="3463397"/>
                </a:lnTo>
                <a:lnTo>
                  <a:pt x="2661686" y="3468606"/>
                </a:lnTo>
                <a:cubicBezTo>
                  <a:pt x="2665952" y="3467019"/>
                  <a:pt x="2669376" y="3466225"/>
                  <a:pt x="2671956" y="3466225"/>
                </a:cubicBezTo>
                <a:cubicBezTo>
                  <a:pt x="2674336" y="3466225"/>
                  <a:pt x="2676321" y="3466870"/>
                  <a:pt x="2677908" y="3468160"/>
                </a:cubicBezTo>
                <a:cubicBezTo>
                  <a:pt x="2679496" y="3469450"/>
                  <a:pt x="2680662" y="3471881"/>
                  <a:pt x="2681406" y="3475452"/>
                </a:cubicBezTo>
                <a:cubicBezTo>
                  <a:pt x="2682150" y="3479024"/>
                  <a:pt x="2682521" y="3488599"/>
                  <a:pt x="2682521" y="3504176"/>
                </a:cubicBezTo>
                <a:lnTo>
                  <a:pt x="2682521" y="3529328"/>
                </a:lnTo>
                <a:cubicBezTo>
                  <a:pt x="2674684" y="3521688"/>
                  <a:pt x="2664762" y="3517868"/>
                  <a:pt x="2652757" y="3517868"/>
                </a:cubicBezTo>
                <a:cubicBezTo>
                  <a:pt x="2633409" y="3517868"/>
                  <a:pt x="2617583" y="3525980"/>
                  <a:pt x="2605280" y="3542202"/>
                </a:cubicBezTo>
                <a:cubicBezTo>
                  <a:pt x="2592977" y="3558424"/>
                  <a:pt x="2586825" y="3576308"/>
                  <a:pt x="2586825" y="3595854"/>
                </a:cubicBezTo>
                <a:cubicBezTo>
                  <a:pt x="2586825" y="3615400"/>
                  <a:pt x="2592381" y="3631399"/>
                  <a:pt x="2603494" y="3643851"/>
                </a:cubicBezTo>
                <a:cubicBezTo>
                  <a:pt x="2614606" y="3656303"/>
                  <a:pt x="2627604" y="3662529"/>
                  <a:pt x="2642487" y="3662529"/>
                </a:cubicBezTo>
                <a:cubicBezTo>
                  <a:pt x="2649829" y="3662529"/>
                  <a:pt x="2656675" y="3661016"/>
                  <a:pt x="2663026" y="3657990"/>
                </a:cubicBezTo>
                <a:cubicBezTo>
                  <a:pt x="2669376" y="3654964"/>
                  <a:pt x="2675874" y="3649978"/>
                  <a:pt x="2682521" y="3643033"/>
                </a:cubicBezTo>
                <a:lnTo>
                  <a:pt x="2682521" y="3662529"/>
                </a:lnTo>
                <a:lnTo>
                  <a:pt x="2689368" y="3662529"/>
                </a:lnTo>
                <a:lnTo>
                  <a:pt x="2729849" y="3645712"/>
                </a:lnTo>
                <a:lnTo>
                  <a:pt x="2728212" y="3640503"/>
                </a:lnTo>
                <a:cubicBezTo>
                  <a:pt x="2723747" y="3642190"/>
                  <a:pt x="2720176" y="3643033"/>
                  <a:pt x="2717496" y="3643033"/>
                </a:cubicBezTo>
                <a:cubicBezTo>
                  <a:pt x="2715313" y="3643033"/>
                  <a:pt x="2713404" y="3642338"/>
                  <a:pt x="2711766" y="3640949"/>
                </a:cubicBezTo>
                <a:cubicBezTo>
                  <a:pt x="2710130" y="3639560"/>
                  <a:pt x="2708939" y="3637105"/>
                  <a:pt x="2708194" y="3633582"/>
                </a:cubicBezTo>
                <a:cubicBezTo>
                  <a:pt x="2707450" y="3630060"/>
                  <a:pt x="2707079" y="3620312"/>
                  <a:pt x="2707079" y="3604338"/>
                </a:cubicBezTo>
                <a:lnTo>
                  <a:pt x="2707079" y="3446729"/>
                </a:lnTo>
                <a:close/>
                <a:moveTo>
                  <a:pt x="2105069" y="3446729"/>
                </a:moveTo>
                <a:lnTo>
                  <a:pt x="2064289" y="3463397"/>
                </a:lnTo>
                <a:lnTo>
                  <a:pt x="2066373" y="3468606"/>
                </a:lnTo>
                <a:cubicBezTo>
                  <a:pt x="2071036" y="3467019"/>
                  <a:pt x="2074410" y="3466225"/>
                  <a:pt x="2076493" y="3466225"/>
                </a:cubicBezTo>
                <a:cubicBezTo>
                  <a:pt x="2079073" y="3466225"/>
                  <a:pt x="2081132" y="3466870"/>
                  <a:pt x="2082670" y="3468160"/>
                </a:cubicBezTo>
                <a:cubicBezTo>
                  <a:pt x="2084208" y="3469450"/>
                  <a:pt x="2085349" y="3471881"/>
                  <a:pt x="2086093" y="3475452"/>
                </a:cubicBezTo>
                <a:cubicBezTo>
                  <a:pt x="2086837" y="3479024"/>
                  <a:pt x="2087209" y="3488599"/>
                  <a:pt x="2087209" y="3504176"/>
                </a:cubicBezTo>
                <a:lnTo>
                  <a:pt x="2087209" y="3627555"/>
                </a:lnTo>
                <a:cubicBezTo>
                  <a:pt x="2087209" y="3636088"/>
                  <a:pt x="2086613" y="3641743"/>
                  <a:pt x="2085423" y="3644521"/>
                </a:cubicBezTo>
                <a:cubicBezTo>
                  <a:pt x="2084232" y="3647299"/>
                  <a:pt x="2082645" y="3649184"/>
                  <a:pt x="2080661" y="3650177"/>
                </a:cubicBezTo>
                <a:cubicBezTo>
                  <a:pt x="2077188" y="3652062"/>
                  <a:pt x="2072426" y="3653004"/>
                  <a:pt x="2066373" y="3653004"/>
                </a:cubicBezTo>
                <a:lnTo>
                  <a:pt x="2066373" y="3658362"/>
                </a:lnTo>
                <a:lnTo>
                  <a:pt x="2133941" y="3658362"/>
                </a:lnTo>
                <a:lnTo>
                  <a:pt x="2133941" y="3653004"/>
                </a:lnTo>
                <a:cubicBezTo>
                  <a:pt x="2126996" y="3653004"/>
                  <a:pt x="2122110" y="3652235"/>
                  <a:pt x="2119281" y="3650698"/>
                </a:cubicBezTo>
                <a:cubicBezTo>
                  <a:pt x="2116454" y="3649160"/>
                  <a:pt x="2114519" y="3647250"/>
                  <a:pt x="2113477" y="3644968"/>
                </a:cubicBezTo>
                <a:cubicBezTo>
                  <a:pt x="2112435" y="3642686"/>
                  <a:pt x="2111915" y="3636881"/>
                  <a:pt x="2111915" y="3627555"/>
                </a:cubicBezTo>
                <a:lnTo>
                  <a:pt x="2111915" y="3555522"/>
                </a:lnTo>
                <a:cubicBezTo>
                  <a:pt x="2119257" y="3547684"/>
                  <a:pt x="2125557" y="3542475"/>
                  <a:pt x="2130816" y="3539895"/>
                </a:cubicBezTo>
                <a:cubicBezTo>
                  <a:pt x="2136074" y="3537315"/>
                  <a:pt x="2141134" y="3536025"/>
                  <a:pt x="2145996" y="3536025"/>
                </a:cubicBezTo>
                <a:cubicBezTo>
                  <a:pt x="2150758" y="3536025"/>
                  <a:pt x="2154826" y="3537191"/>
                  <a:pt x="2158200" y="3539523"/>
                </a:cubicBezTo>
                <a:cubicBezTo>
                  <a:pt x="2161574" y="3541855"/>
                  <a:pt x="2164029" y="3545352"/>
                  <a:pt x="2165567" y="3550015"/>
                </a:cubicBezTo>
                <a:cubicBezTo>
                  <a:pt x="2167105" y="3554679"/>
                  <a:pt x="2167874" y="3564452"/>
                  <a:pt x="2167874" y="3579334"/>
                </a:cubicBezTo>
                <a:lnTo>
                  <a:pt x="2167874" y="3627555"/>
                </a:lnTo>
                <a:cubicBezTo>
                  <a:pt x="2167874" y="3635294"/>
                  <a:pt x="2167726" y="3639957"/>
                  <a:pt x="2167427" y="3641545"/>
                </a:cubicBezTo>
                <a:cubicBezTo>
                  <a:pt x="2166435" y="3645315"/>
                  <a:pt x="2164699" y="3648167"/>
                  <a:pt x="2162219" y="3650102"/>
                </a:cubicBezTo>
                <a:cubicBezTo>
                  <a:pt x="2159738" y="3652037"/>
                  <a:pt x="2155323" y="3653004"/>
                  <a:pt x="2148973" y="3653004"/>
                </a:cubicBezTo>
                <a:lnTo>
                  <a:pt x="2145847" y="3653004"/>
                </a:lnTo>
                <a:lnTo>
                  <a:pt x="2145847" y="3658362"/>
                </a:lnTo>
                <a:lnTo>
                  <a:pt x="2212820" y="3658362"/>
                </a:lnTo>
                <a:lnTo>
                  <a:pt x="2212820" y="3653004"/>
                </a:lnTo>
                <a:cubicBezTo>
                  <a:pt x="2206470" y="3653004"/>
                  <a:pt x="2202105" y="3652310"/>
                  <a:pt x="2199723" y="3650921"/>
                </a:cubicBezTo>
                <a:cubicBezTo>
                  <a:pt x="2197342" y="3649532"/>
                  <a:pt x="2195655" y="3647647"/>
                  <a:pt x="2194663" y="3645265"/>
                </a:cubicBezTo>
                <a:cubicBezTo>
                  <a:pt x="2193274" y="3642090"/>
                  <a:pt x="2192580" y="3636187"/>
                  <a:pt x="2192580" y="3627555"/>
                </a:cubicBezTo>
                <a:lnTo>
                  <a:pt x="2192580" y="3579334"/>
                </a:lnTo>
                <a:cubicBezTo>
                  <a:pt x="2192580" y="3562467"/>
                  <a:pt x="2191637" y="3550859"/>
                  <a:pt x="2189752" y="3544509"/>
                </a:cubicBezTo>
                <a:cubicBezTo>
                  <a:pt x="2187073" y="3535380"/>
                  <a:pt x="2182956" y="3528683"/>
                  <a:pt x="2177399" y="3524417"/>
                </a:cubicBezTo>
                <a:cubicBezTo>
                  <a:pt x="2171842" y="3520150"/>
                  <a:pt x="2165195" y="3518017"/>
                  <a:pt x="2157456" y="3518017"/>
                </a:cubicBezTo>
                <a:cubicBezTo>
                  <a:pt x="2151007" y="3518017"/>
                  <a:pt x="2144558" y="3519729"/>
                  <a:pt x="2138108" y="3523152"/>
                </a:cubicBezTo>
                <a:cubicBezTo>
                  <a:pt x="2131660" y="3526575"/>
                  <a:pt x="2122928" y="3534339"/>
                  <a:pt x="2111915" y="3546443"/>
                </a:cubicBezTo>
                <a:lnTo>
                  <a:pt x="2111915" y="3446729"/>
                </a:lnTo>
                <a:close/>
                <a:moveTo>
                  <a:pt x="1940613" y="3446729"/>
                </a:moveTo>
                <a:lnTo>
                  <a:pt x="1899983" y="3463397"/>
                </a:lnTo>
                <a:lnTo>
                  <a:pt x="1902513" y="3468606"/>
                </a:lnTo>
                <a:cubicBezTo>
                  <a:pt x="1906482" y="3467019"/>
                  <a:pt x="1909756" y="3466225"/>
                  <a:pt x="1912336" y="3466225"/>
                </a:cubicBezTo>
                <a:cubicBezTo>
                  <a:pt x="1914717" y="3466225"/>
                  <a:pt x="1916676" y="3466870"/>
                  <a:pt x="1918215" y="3468160"/>
                </a:cubicBezTo>
                <a:cubicBezTo>
                  <a:pt x="1919752" y="3469450"/>
                  <a:pt x="1920869" y="3471856"/>
                  <a:pt x="1921563" y="3475378"/>
                </a:cubicBezTo>
                <a:cubicBezTo>
                  <a:pt x="1922258" y="3478900"/>
                  <a:pt x="1922605" y="3488351"/>
                  <a:pt x="1922605" y="3503730"/>
                </a:cubicBezTo>
                <a:lnTo>
                  <a:pt x="1922605" y="3627555"/>
                </a:lnTo>
                <a:cubicBezTo>
                  <a:pt x="1922605" y="3635988"/>
                  <a:pt x="1921960" y="3641693"/>
                  <a:pt x="1920670" y="3644670"/>
                </a:cubicBezTo>
                <a:cubicBezTo>
                  <a:pt x="1919380" y="3647647"/>
                  <a:pt x="1917594" y="3649780"/>
                  <a:pt x="1915312" y="3651070"/>
                </a:cubicBezTo>
                <a:cubicBezTo>
                  <a:pt x="1913030" y="3652359"/>
                  <a:pt x="1908764" y="3653004"/>
                  <a:pt x="1902513" y="3653004"/>
                </a:cubicBezTo>
                <a:lnTo>
                  <a:pt x="1902513" y="3658362"/>
                </a:lnTo>
                <a:lnTo>
                  <a:pt x="1969337" y="3658362"/>
                </a:lnTo>
                <a:lnTo>
                  <a:pt x="1969337" y="3653004"/>
                </a:lnTo>
                <a:cubicBezTo>
                  <a:pt x="1962292" y="3653004"/>
                  <a:pt x="1957480" y="3652285"/>
                  <a:pt x="1954901" y="3650846"/>
                </a:cubicBezTo>
                <a:cubicBezTo>
                  <a:pt x="1952321" y="3649408"/>
                  <a:pt x="1950411" y="3647299"/>
                  <a:pt x="1949171" y="3644521"/>
                </a:cubicBezTo>
                <a:cubicBezTo>
                  <a:pt x="1947931" y="3641743"/>
                  <a:pt x="1947310" y="3636088"/>
                  <a:pt x="1947310" y="3627555"/>
                </a:cubicBezTo>
                <a:lnTo>
                  <a:pt x="1947310" y="3446729"/>
                </a:lnTo>
                <a:close/>
                <a:moveTo>
                  <a:pt x="1524043" y="3446729"/>
                </a:moveTo>
                <a:lnTo>
                  <a:pt x="1483264" y="3463397"/>
                </a:lnTo>
                <a:lnTo>
                  <a:pt x="1485348" y="3468606"/>
                </a:lnTo>
                <a:cubicBezTo>
                  <a:pt x="1490011" y="3467019"/>
                  <a:pt x="1493385" y="3466225"/>
                  <a:pt x="1495468" y="3466225"/>
                </a:cubicBezTo>
                <a:cubicBezTo>
                  <a:pt x="1498048" y="3466225"/>
                  <a:pt x="1500107" y="3466870"/>
                  <a:pt x="1501645" y="3468160"/>
                </a:cubicBezTo>
                <a:cubicBezTo>
                  <a:pt x="1503183" y="3469450"/>
                  <a:pt x="1504323" y="3471881"/>
                  <a:pt x="1505068" y="3475452"/>
                </a:cubicBezTo>
                <a:cubicBezTo>
                  <a:pt x="1505812" y="3479024"/>
                  <a:pt x="1506184" y="3488599"/>
                  <a:pt x="1506184" y="3504176"/>
                </a:cubicBezTo>
                <a:lnTo>
                  <a:pt x="1506184" y="3627555"/>
                </a:lnTo>
                <a:cubicBezTo>
                  <a:pt x="1506184" y="3636088"/>
                  <a:pt x="1505589" y="3641743"/>
                  <a:pt x="1504398" y="3644521"/>
                </a:cubicBezTo>
                <a:cubicBezTo>
                  <a:pt x="1503207" y="3647299"/>
                  <a:pt x="1501620" y="3649184"/>
                  <a:pt x="1499636" y="3650177"/>
                </a:cubicBezTo>
                <a:cubicBezTo>
                  <a:pt x="1496163" y="3652062"/>
                  <a:pt x="1491400" y="3653004"/>
                  <a:pt x="1485348" y="3653004"/>
                </a:cubicBezTo>
                <a:lnTo>
                  <a:pt x="1485348" y="3658362"/>
                </a:lnTo>
                <a:lnTo>
                  <a:pt x="1552916" y="3658362"/>
                </a:lnTo>
                <a:lnTo>
                  <a:pt x="1552916" y="3653004"/>
                </a:lnTo>
                <a:cubicBezTo>
                  <a:pt x="1545971" y="3653004"/>
                  <a:pt x="1541084" y="3652235"/>
                  <a:pt x="1538256" y="3650698"/>
                </a:cubicBezTo>
                <a:cubicBezTo>
                  <a:pt x="1535429" y="3649160"/>
                  <a:pt x="1533494" y="3647250"/>
                  <a:pt x="1532452" y="3644968"/>
                </a:cubicBezTo>
                <a:cubicBezTo>
                  <a:pt x="1531410" y="3642686"/>
                  <a:pt x="1530889" y="3636881"/>
                  <a:pt x="1530889" y="3627555"/>
                </a:cubicBezTo>
                <a:lnTo>
                  <a:pt x="1530889" y="3555522"/>
                </a:lnTo>
                <a:cubicBezTo>
                  <a:pt x="1538232" y="3547684"/>
                  <a:pt x="1544532" y="3542475"/>
                  <a:pt x="1549790" y="3539895"/>
                </a:cubicBezTo>
                <a:cubicBezTo>
                  <a:pt x="1555049" y="3537315"/>
                  <a:pt x="1560109" y="3536025"/>
                  <a:pt x="1564971" y="3536025"/>
                </a:cubicBezTo>
                <a:cubicBezTo>
                  <a:pt x="1569733" y="3536025"/>
                  <a:pt x="1573802" y="3537191"/>
                  <a:pt x="1577175" y="3539523"/>
                </a:cubicBezTo>
                <a:cubicBezTo>
                  <a:pt x="1580548" y="3541855"/>
                  <a:pt x="1583004" y="3545352"/>
                  <a:pt x="1584542" y="3550015"/>
                </a:cubicBezTo>
                <a:cubicBezTo>
                  <a:pt x="1586080" y="3554679"/>
                  <a:pt x="1586849" y="3564452"/>
                  <a:pt x="1586849" y="3579334"/>
                </a:cubicBezTo>
                <a:lnTo>
                  <a:pt x="1586849" y="3627555"/>
                </a:lnTo>
                <a:cubicBezTo>
                  <a:pt x="1586849" y="3635294"/>
                  <a:pt x="1586700" y="3639957"/>
                  <a:pt x="1586402" y="3641545"/>
                </a:cubicBezTo>
                <a:cubicBezTo>
                  <a:pt x="1585410" y="3645315"/>
                  <a:pt x="1583674" y="3648167"/>
                  <a:pt x="1581193" y="3650102"/>
                </a:cubicBezTo>
                <a:cubicBezTo>
                  <a:pt x="1578713" y="3652037"/>
                  <a:pt x="1574298" y="3653004"/>
                  <a:pt x="1567947" y="3653004"/>
                </a:cubicBezTo>
                <a:lnTo>
                  <a:pt x="1564822" y="3653004"/>
                </a:lnTo>
                <a:lnTo>
                  <a:pt x="1564822" y="3658362"/>
                </a:lnTo>
                <a:lnTo>
                  <a:pt x="1631795" y="3658362"/>
                </a:lnTo>
                <a:lnTo>
                  <a:pt x="1631795" y="3653004"/>
                </a:lnTo>
                <a:cubicBezTo>
                  <a:pt x="1625444" y="3653004"/>
                  <a:pt x="1621079" y="3652310"/>
                  <a:pt x="1618698" y="3650921"/>
                </a:cubicBezTo>
                <a:cubicBezTo>
                  <a:pt x="1616317" y="3649532"/>
                  <a:pt x="1614630" y="3647647"/>
                  <a:pt x="1613638" y="3645265"/>
                </a:cubicBezTo>
                <a:cubicBezTo>
                  <a:pt x="1612248" y="3642090"/>
                  <a:pt x="1611554" y="3636187"/>
                  <a:pt x="1611554" y="3627555"/>
                </a:cubicBezTo>
                <a:lnTo>
                  <a:pt x="1611554" y="3579334"/>
                </a:lnTo>
                <a:cubicBezTo>
                  <a:pt x="1611554" y="3562467"/>
                  <a:pt x="1610612" y="3550859"/>
                  <a:pt x="1608726" y="3544509"/>
                </a:cubicBezTo>
                <a:cubicBezTo>
                  <a:pt x="1606047" y="3535380"/>
                  <a:pt x="1601930" y="3528683"/>
                  <a:pt x="1596374" y="3524417"/>
                </a:cubicBezTo>
                <a:cubicBezTo>
                  <a:pt x="1590817" y="3520150"/>
                  <a:pt x="1584170" y="3518017"/>
                  <a:pt x="1576431" y="3518017"/>
                </a:cubicBezTo>
                <a:cubicBezTo>
                  <a:pt x="1569981" y="3518017"/>
                  <a:pt x="1563533" y="3519729"/>
                  <a:pt x="1557083" y="3523152"/>
                </a:cubicBezTo>
                <a:cubicBezTo>
                  <a:pt x="1550634" y="3526575"/>
                  <a:pt x="1541903" y="3534339"/>
                  <a:pt x="1530889" y="3546443"/>
                </a:cubicBezTo>
                <a:lnTo>
                  <a:pt x="1530889" y="3446729"/>
                </a:lnTo>
                <a:close/>
                <a:moveTo>
                  <a:pt x="1258831" y="3446729"/>
                </a:moveTo>
                <a:cubicBezTo>
                  <a:pt x="1254565" y="3446729"/>
                  <a:pt x="1250968" y="3448192"/>
                  <a:pt x="1248041" y="3451119"/>
                </a:cubicBezTo>
                <a:cubicBezTo>
                  <a:pt x="1245114" y="3454046"/>
                  <a:pt x="1243651" y="3457593"/>
                  <a:pt x="1243651" y="3461760"/>
                </a:cubicBezTo>
                <a:cubicBezTo>
                  <a:pt x="1243651" y="3465927"/>
                  <a:pt x="1245139" y="3469499"/>
                  <a:pt x="1248116" y="3472476"/>
                </a:cubicBezTo>
                <a:cubicBezTo>
                  <a:pt x="1251092" y="3475452"/>
                  <a:pt x="1254664" y="3476941"/>
                  <a:pt x="1258831" y="3476941"/>
                </a:cubicBezTo>
                <a:cubicBezTo>
                  <a:pt x="1262999" y="3476941"/>
                  <a:pt x="1266546" y="3475452"/>
                  <a:pt x="1269473" y="3472476"/>
                </a:cubicBezTo>
                <a:cubicBezTo>
                  <a:pt x="1272400" y="3469499"/>
                  <a:pt x="1273863" y="3465927"/>
                  <a:pt x="1273863" y="3461760"/>
                </a:cubicBezTo>
                <a:cubicBezTo>
                  <a:pt x="1273863" y="3457593"/>
                  <a:pt x="1272400" y="3454046"/>
                  <a:pt x="1269473" y="3451119"/>
                </a:cubicBezTo>
                <a:cubicBezTo>
                  <a:pt x="1266546" y="3448192"/>
                  <a:pt x="1262999" y="3446729"/>
                  <a:pt x="1258831" y="3446729"/>
                </a:cubicBezTo>
                <a:close/>
                <a:moveTo>
                  <a:pt x="981118" y="3446729"/>
                </a:moveTo>
                <a:lnTo>
                  <a:pt x="940339" y="3463397"/>
                </a:lnTo>
                <a:lnTo>
                  <a:pt x="942423" y="3468606"/>
                </a:lnTo>
                <a:cubicBezTo>
                  <a:pt x="947086" y="3467019"/>
                  <a:pt x="950459" y="3466225"/>
                  <a:pt x="952543" y="3466225"/>
                </a:cubicBezTo>
                <a:cubicBezTo>
                  <a:pt x="955123" y="3466225"/>
                  <a:pt x="957182" y="3466870"/>
                  <a:pt x="958719" y="3468160"/>
                </a:cubicBezTo>
                <a:cubicBezTo>
                  <a:pt x="960257" y="3469450"/>
                  <a:pt x="961398" y="3471881"/>
                  <a:pt x="962143" y="3475452"/>
                </a:cubicBezTo>
                <a:cubicBezTo>
                  <a:pt x="962887" y="3479024"/>
                  <a:pt x="963259" y="3488599"/>
                  <a:pt x="963259" y="3504176"/>
                </a:cubicBezTo>
                <a:lnTo>
                  <a:pt x="963259" y="3627555"/>
                </a:lnTo>
                <a:cubicBezTo>
                  <a:pt x="963259" y="3636088"/>
                  <a:pt x="962663" y="3641743"/>
                  <a:pt x="961473" y="3644521"/>
                </a:cubicBezTo>
                <a:cubicBezTo>
                  <a:pt x="960282" y="3647299"/>
                  <a:pt x="958695" y="3649184"/>
                  <a:pt x="956710" y="3650177"/>
                </a:cubicBezTo>
                <a:cubicBezTo>
                  <a:pt x="953238" y="3652062"/>
                  <a:pt x="948475" y="3653004"/>
                  <a:pt x="942423" y="3653004"/>
                </a:cubicBezTo>
                <a:lnTo>
                  <a:pt x="942423" y="3658362"/>
                </a:lnTo>
                <a:lnTo>
                  <a:pt x="1009991" y="3658362"/>
                </a:lnTo>
                <a:lnTo>
                  <a:pt x="1009991" y="3653004"/>
                </a:lnTo>
                <a:cubicBezTo>
                  <a:pt x="1003045" y="3653004"/>
                  <a:pt x="998159" y="3652235"/>
                  <a:pt x="995331" y="3650698"/>
                </a:cubicBezTo>
                <a:cubicBezTo>
                  <a:pt x="992504" y="3649160"/>
                  <a:pt x="990569" y="3647250"/>
                  <a:pt x="989527" y="3644968"/>
                </a:cubicBezTo>
                <a:cubicBezTo>
                  <a:pt x="988485" y="3642686"/>
                  <a:pt x="987964" y="3636881"/>
                  <a:pt x="987964" y="3627555"/>
                </a:cubicBezTo>
                <a:lnTo>
                  <a:pt x="987964" y="3555522"/>
                </a:lnTo>
                <a:cubicBezTo>
                  <a:pt x="995306" y="3547684"/>
                  <a:pt x="1001607" y="3542475"/>
                  <a:pt x="1006865" y="3539895"/>
                </a:cubicBezTo>
                <a:cubicBezTo>
                  <a:pt x="1012124" y="3537315"/>
                  <a:pt x="1017184" y="3536025"/>
                  <a:pt x="1022046" y="3536025"/>
                </a:cubicBezTo>
                <a:cubicBezTo>
                  <a:pt x="1026809" y="3536025"/>
                  <a:pt x="1030876" y="3537191"/>
                  <a:pt x="1034250" y="3539523"/>
                </a:cubicBezTo>
                <a:cubicBezTo>
                  <a:pt x="1037623" y="3541855"/>
                  <a:pt x="1040079" y="3545352"/>
                  <a:pt x="1041617" y="3550015"/>
                </a:cubicBezTo>
                <a:cubicBezTo>
                  <a:pt x="1043155" y="3554679"/>
                  <a:pt x="1043924" y="3564452"/>
                  <a:pt x="1043924" y="3579334"/>
                </a:cubicBezTo>
                <a:lnTo>
                  <a:pt x="1043924" y="3627555"/>
                </a:lnTo>
                <a:cubicBezTo>
                  <a:pt x="1043924" y="3635294"/>
                  <a:pt x="1043775" y="3639957"/>
                  <a:pt x="1043477" y="3641545"/>
                </a:cubicBezTo>
                <a:cubicBezTo>
                  <a:pt x="1042485" y="3645315"/>
                  <a:pt x="1040749" y="3648167"/>
                  <a:pt x="1038268" y="3650102"/>
                </a:cubicBezTo>
                <a:cubicBezTo>
                  <a:pt x="1035788" y="3652037"/>
                  <a:pt x="1031373" y="3653004"/>
                  <a:pt x="1025022" y="3653004"/>
                </a:cubicBezTo>
                <a:lnTo>
                  <a:pt x="1021897" y="3653004"/>
                </a:lnTo>
                <a:lnTo>
                  <a:pt x="1021897" y="3658362"/>
                </a:lnTo>
                <a:lnTo>
                  <a:pt x="1088870" y="3658362"/>
                </a:lnTo>
                <a:lnTo>
                  <a:pt x="1088870" y="3653004"/>
                </a:lnTo>
                <a:cubicBezTo>
                  <a:pt x="1082520" y="3653004"/>
                  <a:pt x="1078154" y="3652310"/>
                  <a:pt x="1075773" y="3650921"/>
                </a:cubicBezTo>
                <a:cubicBezTo>
                  <a:pt x="1073392" y="3649532"/>
                  <a:pt x="1071705" y="3647647"/>
                  <a:pt x="1070712" y="3645265"/>
                </a:cubicBezTo>
                <a:cubicBezTo>
                  <a:pt x="1069324" y="3642090"/>
                  <a:pt x="1068629" y="3636187"/>
                  <a:pt x="1068629" y="3627555"/>
                </a:cubicBezTo>
                <a:lnTo>
                  <a:pt x="1068629" y="3579334"/>
                </a:lnTo>
                <a:cubicBezTo>
                  <a:pt x="1068629" y="3562467"/>
                  <a:pt x="1067687" y="3550859"/>
                  <a:pt x="1065801" y="3544509"/>
                </a:cubicBezTo>
                <a:cubicBezTo>
                  <a:pt x="1063122" y="3535380"/>
                  <a:pt x="1059005" y="3528683"/>
                  <a:pt x="1053449" y="3524417"/>
                </a:cubicBezTo>
                <a:cubicBezTo>
                  <a:pt x="1047892" y="3520150"/>
                  <a:pt x="1041245" y="3518017"/>
                  <a:pt x="1033506" y="3518017"/>
                </a:cubicBezTo>
                <a:cubicBezTo>
                  <a:pt x="1027056" y="3518017"/>
                  <a:pt x="1020607" y="3519729"/>
                  <a:pt x="1014158" y="3523152"/>
                </a:cubicBezTo>
                <a:cubicBezTo>
                  <a:pt x="1007709" y="3526575"/>
                  <a:pt x="998977" y="3534339"/>
                  <a:pt x="987964" y="3546443"/>
                </a:cubicBezTo>
                <a:lnTo>
                  <a:pt x="987964" y="3446729"/>
                </a:lnTo>
                <a:close/>
                <a:moveTo>
                  <a:pt x="8670172" y="3266647"/>
                </a:moveTo>
                <a:cubicBezTo>
                  <a:pt x="8664815" y="3266647"/>
                  <a:pt x="8660276" y="3268383"/>
                  <a:pt x="8656555" y="3271856"/>
                </a:cubicBezTo>
                <a:cubicBezTo>
                  <a:pt x="8652834" y="3275328"/>
                  <a:pt x="8650974" y="3279495"/>
                  <a:pt x="8650974" y="3284357"/>
                </a:cubicBezTo>
                <a:cubicBezTo>
                  <a:pt x="8650974" y="3289417"/>
                  <a:pt x="8652412" y="3293386"/>
                  <a:pt x="8655290" y="3296263"/>
                </a:cubicBezTo>
                <a:cubicBezTo>
                  <a:pt x="8658167" y="3299141"/>
                  <a:pt x="8662036" y="3300579"/>
                  <a:pt x="8666898" y="3300579"/>
                </a:cubicBezTo>
                <a:cubicBezTo>
                  <a:pt x="8668882" y="3300579"/>
                  <a:pt x="8670768" y="3300133"/>
                  <a:pt x="8672554" y="3299240"/>
                </a:cubicBezTo>
                <a:cubicBezTo>
                  <a:pt x="8676225" y="3297256"/>
                  <a:pt x="8678606" y="3296263"/>
                  <a:pt x="8679698" y="3296263"/>
                </a:cubicBezTo>
                <a:cubicBezTo>
                  <a:pt x="8680392" y="3296263"/>
                  <a:pt x="8681086" y="3296710"/>
                  <a:pt x="8681782" y="3297603"/>
                </a:cubicBezTo>
                <a:cubicBezTo>
                  <a:pt x="8682674" y="3298893"/>
                  <a:pt x="8683120" y="3300480"/>
                  <a:pt x="8683120" y="3302365"/>
                </a:cubicBezTo>
                <a:cubicBezTo>
                  <a:pt x="8683120" y="3310303"/>
                  <a:pt x="8680318" y="3317819"/>
                  <a:pt x="8674712" y="3324913"/>
                </a:cubicBezTo>
                <a:cubicBezTo>
                  <a:pt x="8669106" y="3332007"/>
                  <a:pt x="8661194" y="3337241"/>
                  <a:pt x="8650974" y="3340614"/>
                </a:cubicBezTo>
                <a:lnTo>
                  <a:pt x="8650974" y="3347163"/>
                </a:lnTo>
                <a:cubicBezTo>
                  <a:pt x="8666352" y="3342103"/>
                  <a:pt x="8677589" y="3335182"/>
                  <a:pt x="8684684" y="3326401"/>
                </a:cubicBezTo>
                <a:cubicBezTo>
                  <a:pt x="8691778" y="3317620"/>
                  <a:pt x="8695324" y="3308120"/>
                  <a:pt x="8695324" y="3297901"/>
                </a:cubicBezTo>
                <a:cubicBezTo>
                  <a:pt x="8695324" y="3288475"/>
                  <a:pt x="8692770" y="3280909"/>
                  <a:pt x="8687660" y="3275204"/>
                </a:cubicBezTo>
                <a:cubicBezTo>
                  <a:pt x="8682550" y="3269499"/>
                  <a:pt x="8676721" y="3266647"/>
                  <a:pt x="8670172" y="3266647"/>
                </a:cubicBezTo>
                <a:close/>
                <a:moveTo>
                  <a:pt x="4012450" y="3266647"/>
                </a:moveTo>
                <a:cubicBezTo>
                  <a:pt x="4007093" y="3266647"/>
                  <a:pt x="4002553" y="3268383"/>
                  <a:pt x="3998833" y="3271856"/>
                </a:cubicBezTo>
                <a:cubicBezTo>
                  <a:pt x="3995112" y="3275328"/>
                  <a:pt x="3993252" y="3279495"/>
                  <a:pt x="3993252" y="3284357"/>
                </a:cubicBezTo>
                <a:cubicBezTo>
                  <a:pt x="3993252" y="3289417"/>
                  <a:pt x="3994690" y="3293386"/>
                  <a:pt x="3997568" y="3296263"/>
                </a:cubicBezTo>
                <a:cubicBezTo>
                  <a:pt x="4000445" y="3299141"/>
                  <a:pt x="4004315" y="3300579"/>
                  <a:pt x="4009176" y="3300579"/>
                </a:cubicBezTo>
                <a:cubicBezTo>
                  <a:pt x="4011160" y="3300579"/>
                  <a:pt x="4013046" y="3300133"/>
                  <a:pt x="4014832" y="3299240"/>
                </a:cubicBezTo>
                <a:cubicBezTo>
                  <a:pt x="4018503" y="3297256"/>
                  <a:pt x="4020884" y="3296263"/>
                  <a:pt x="4021975" y="3296263"/>
                </a:cubicBezTo>
                <a:cubicBezTo>
                  <a:pt x="4022669" y="3296263"/>
                  <a:pt x="4023365" y="3296710"/>
                  <a:pt x="4024059" y="3297603"/>
                </a:cubicBezTo>
                <a:cubicBezTo>
                  <a:pt x="4024952" y="3298893"/>
                  <a:pt x="4025398" y="3300480"/>
                  <a:pt x="4025398" y="3302365"/>
                </a:cubicBezTo>
                <a:cubicBezTo>
                  <a:pt x="4025398" y="3310303"/>
                  <a:pt x="4022596" y="3317819"/>
                  <a:pt x="4016990" y="3324913"/>
                </a:cubicBezTo>
                <a:cubicBezTo>
                  <a:pt x="4011384" y="3332007"/>
                  <a:pt x="4003471" y="3337241"/>
                  <a:pt x="3993252" y="3340614"/>
                </a:cubicBezTo>
                <a:lnTo>
                  <a:pt x="3993252" y="3347163"/>
                </a:lnTo>
                <a:cubicBezTo>
                  <a:pt x="4008631" y="3342103"/>
                  <a:pt x="4019867" y="3335182"/>
                  <a:pt x="4026961" y="3326401"/>
                </a:cubicBezTo>
                <a:cubicBezTo>
                  <a:pt x="4034055" y="3317620"/>
                  <a:pt x="4037603" y="3308120"/>
                  <a:pt x="4037603" y="3297901"/>
                </a:cubicBezTo>
                <a:cubicBezTo>
                  <a:pt x="4037603" y="3288475"/>
                  <a:pt x="4035048" y="3280909"/>
                  <a:pt x="4029938" y="3275204"/>
                </a:cubicBezTo>
                <a:cubicBezTo>
                  <a:pt x="4024828" y="3269499"/>
                  <a:pt x="4018999" y="3266647"/>
                  <a:pt x="4012450" y="3266647"/>
                </a:cubicBezTo>
                <a:close/>
                <a:moveTo>
                  <a:pt x="10702570" y="3215152"/>
                </a:moveTo>
                <a:lnTo>
                  <a:pt x="10702570" y="3267093"/>
                </a:lnTo>
                <a:cubicBezTo>
                  <a:pt x="10690267" y="3277015"/>
                  <a:pt x="10680344" y="3281976"/>
                  <a:pt x="10672804" y="3281976"/>
                </a:cubicBezTo>
                <a:cubicBezTo>
                  <a:pt x="10667247" y="3281976"/>
                  <a:pt x="10662336" y="3279619"/>
                  <a:pt x="10658070" y="3274907"/>
                </a:cubicBezTo>
                <a:cubicBezTo>
                  <a:pt x="10653804" y="3270194"/>
                  <a:pt x="10651670" y="3264265"/>
                  <a:pt x="10651670" y="3257122"/>
                </a:cubicBezTo>
                <a:cubicBezTo>
                  <a:pt x="10651670" y="3251466"/>
                  <a:pt x="10653357" y="3246257"/>
                  <a:pt x="10656731" y="3241495"/>
                </a:cubicBezTo>
                <a:cubicBezTo>
                  <a:pt x="10660104" y="3236732"/>
                  <a:pt x="10665710" y="3232168"/>
                  <a:pt x="10673548" y="3227803"/>
                </a:cubicBezTo>
                <a:cubicBezTo>
                  <a:pt x="10677914" y="3225322"/>
                  <a:pt x="10687588" y="3221105"/>
                  <a:pt x="10702570" y="3215152"/>
                </a:cubicBezTo>
                <a:close/>
                <a:moveTo>
                  <a:pt x="8483244" y="3215152"/>
                </a:moveTo>
                <a:lnTo>
                  <a:pt x="8483244" y="3267093"/>
                </a:lnTo>
                <a:cubicBezTo>
                  <a:pt x="8470941" y="3277015"/>
                  <a:pt x="8461020" y="3281976"/>
                  <a:pt x="8453479" y="3281976"/>
                </a:cubicBezTo>
                <a:cubicBezTo>
                  <a:pt x="8447923" y="3281976"/>
                  <a:pt x="8443012" y="3279619"/>
                  <a:pt x="8438745" y="3274907"/>
                </a:cubicBezTo>
                <a:cubicBezTo>
                  <a:pt x="8434478" y="3270194"/>
                  <a:pt x="8432346" y="3264265"/>
                  <a:pt x="8432346" y="3257122"/>
                </a:cubicBezTo>
                <a:cubicBezTo>
                  <a:pt x="8432346" y="3251466"/>
                  <a:pt x="8434032" y="3246257"/>
                  <a:pt x="8437406" y="3241495"/>
                </a:cubicBezTo>
                <a:cubicBezTo>
                  <a:pt x="8440779" y="3236732"/>
                  <a:pt x="8446384" y="3232168"/>
                  <a:pt x="8454223" y="3227803"/>
                </a:cubicBezTo>
                <a:cubicBezTo>
                  <a:pt x="8458588" y="3225322"/>
                  <a:pt x="8468262" y="3221105"/>
                  <a:pt x="8483244" y="3215152"/>
                </a:cubicBezTo>
                <a:close/>
                <a:moveTo>
                  <a:pt x="8111770" y="3215152"/>
                </a:moveTo>
                <a:lnTo>
                  <a:pt x="8111770" y="3267093"/>
                </a:lnTo>
                <a:cubicBezTo>
                  <a:pt x="8099466" y="3277015"/>
                  <a:pt x="8089545" y="3281976"/>
                  <a:pt x="8082004" y="3281976"/>
                </a:cubicBezTo>
                <a:cubicBezTo>
                  <a:pt x="8076448" y="3281976"/>
                  <a:pt x="8071537" y="3279619"/>
                  <a:pt x="8067270" y="3274907"/>
                </a:cubicBezTo>
                <a:cubicBezTo>
                  <a:pt x="8063004" y="3270194"/>
                  <a:pt x="8060871" y="3264265"/>
                  <a:pt x="8060871" y="3257122"/>
                </a:cubicBezTo>
                <a:cubicBezTo>
                  <a:pt x="8060871" y="3251466"/>
                  <a:pt x="8062557" y="3246257"/>
                  <a:pt x="8065931" y="3241495"/>
                </a:cubicBezTo>
                <a:cubicBezTo>
                  <a:pt x="8069304" y="3236732"/>
                  <a:pt x="8074910" y="3232168"/>
                  <a:pt x="8082748" y="3227803"/>
                </a:cubicBezTo>
                <a:cubicBezTo>
                  <a:pt x="8087114" y="3225322"/>
                  <a:pt x="8096788" y="3221105"/>
                  <a:pt x="8111770" y="3215152"/>
                </a:cubicBezTo>
                <a:close/>
                <a:moveTo>
                  <a:pt x="1710972" y="3215152"/>
                </a:moveTo>
                <a:lnTo>
                  <a:pt x="1710972" y="3267093"/>
                </a:lnTo>
                <a:cubicBezTo>
                  <a:pt x="1698669" y="3277015"/>
                  <a:pt x="1688747" y="3281976"/>
                  <a:pt x="1681206" y="3281976"/>
                </a:cubicBezTo>
                <a:cubicBezTo>
                  <a:pt x="1675650" y="3281976"/>
                  <a:pt x="1670738" y="3279619"/>
                  <a:pt x="1666472" y="3274907"/>
                </a:cubicBezTo>
                <a:cubicBezTo>
                  <a:pt x="1662206" y="3270194"/>
                  <a:pt x="1660072" y="3264265"/>
                  <a:pt x="1660072" y="3257122"/>
                </a:cubicBezTo>
                <a:cubicBezTo>
                  <a:pt x="1660072" y="3251466"/>
                  <a:pt x="1661759" y="3246257"/>
                  <a:pt x="1665132" y="3241495"/>
                </a:cubicBezTo>
                <a:cubicBezTo>
                  <a:pt x="1668506" y="3236732"/>
                  <a:pt x="1674112" y="3232168"/>
                  <a:pt x="1681950" y="3227803"/>
                </a:cubicBezTo>
                <a:cubicBezTo>
                  <a:pt x="1686316" y="3225322"/>
                  <a:pt x="1695990" y="3221105"/>
                  <a:pt x="1710972" y="3215152"/>
                </a:cubicBezTo>
                <a:close/>
                <a:moveTo>
                  <a:pt x="702810" y="3207115"/>
                </a:moveTo>
                <a:lnTo>
                  <a:pt x="658162" y="3251764"/>
                </a:lnTo>
                <a:lnTo>
                  <a:pt x="702810" y="3296412"/>
                </a:lnTo>
                <a:lnTo>
                  <a:pt x="747458" y="3251764"/>
                </a:lnTo>
                <a:close/>
                <a:moveTo>
                  <a:pt x="9237654" y="3177648"/>
                </a:moveTo>
                <a:cubicBezTo>
                  <a:pt x="9246386" y="3177648"/>
                  <a:pt x="9253926" y="3181517"/>
                  <a:pt x="9260276" y="3189256"/>
                </a:cubicBezTo>
                <a:cubicBezTo>
                  <a:pt x="9269404" y="3200468"/>
                  <a:pt x="9273968" y="3216491"/>
                  <a:pt x="9273968" y="3237327"/>
                </a:cubicBezTo>
                <a:cubicBezTo>
                  <a:pt x="9273968" y="3255683"/>
                  <a:pt x="9269950" y="3269921"/>
                  <a:pt x="9261913" y="3280041"/>
                </a:cubicBezTo>
                <a:cubicBezTo>
                  <a:pt x="9255762" y="3287780"/>
                  <a:pt x="9247725" y="3291650"/>
                  <a:pt x="9237803" y="3291650"/>
                </a:cubicBezTo>
                <a:cubicBezTo>
                  <a:pt x="9229568" y="3291650"/>
                  <a:pt x="9222747" y="3289467"/>
                  <a:pt x="9217339" y="3285101"/>
                </a:cubicBezTo>
                <a:cubicBezTo>
                  <a:pt x="9211932" y="3280736"/>
                  <a:pt x="9208533" y="3275675"/>
                  <a:pt x="9207145" y="3269921"/>
                </a:cubicBezTo>
                <a:cubicBezTo>
                  <a:pt x="9206252" y="3266448"/>
                  <a:pt x="9205805" y="3259205"/>
                  <a:pt x="9205805" y="3248192"/>
                </a:cubicBezTo>
                <a:lnTo>
                  <a:pt x="9205805" y="3197293"/>
                </a:lnTo>
                <a:cubicBezTo>
                  <a:pt x="9214040" y="3188363"/>
                  <a:pt x="9219944" y="3183005"/>
                  <a:pt x="9223516" y="3181219"/>
                </a:cubicBezTo>
                <a:cubicBezTo>
                  <a:pt x="9228179" y="3178838"/>
                  <a:pt x="9232892" y="3177648"/>
                  <a:pt x="9237654" y="3177648"/>
                </a:cubicBezTo>
                <a:close/>
                <a:moveTo>
                  <a:pt x="6027731" y="3177648"/>
                </a:moveTo>
                <a:cubicBezTo>
                  <a:pt x="6036461" y="3177648"/>
                  <a:pt x="6044002" y="3181517"/>
                  <a:pt x="6050351" y="3189256"/>
                </a:cubicBezTo>
                <a:cubicBezTo>
                  <a:pt x="6059479" y="3200468"/>
                  <a:pt x="6064044" y="3216491"/>
                  <a:pt x="6064044" y="3237327"/>
                </a:cubicBezTo>
                <a:cubicBezTo>
                  <a:pt x="6064044" y="3255683"/>
                  <a:pt x="6060025" y="3269921"/>
                  <a:pt x="6051989" y="3280041"/>
                </a:cubicBezTo>
                <a:cubicBezTo>
                  <a:pt x="6045837" y="3287780"/>
                  <a:pt x="6037800" y="3291650"/>
                  <a:pt x="6027878" y="3291650"/>
                </a:cubicBezTo>
                <a:cubicBezTo>
                  <a:pt x="6019643" y="3291650"/>
                  <a:pt x="6012822" y="3289467"/>
                  <a:pt x="6007415" y="3285101"/>
                </a:cubicBezTo>
                <a:cubicBezTo>
                  <a:pt x="6002007" y="3280736"/>
                  <a:pt x="5998609" y="3275675"/>
                  <a:pt x="5997220" y="3269921"/>
                </a:cubicBezTo>
                <a:cubicBezTo>
                  <a:pt x="5996327" y="3266448"/>
                  <a:pt x="5995881" y="3259205"/>
                  <a:pt x="5995881" y="3248192"/>
                </a:cubicBezTo>
                <a:lnTo>
                  <a:pt x="5995881" y="3197293"/>
                </a:lnTo>
                <a:cubicBezTo>
                  <a:pt x="6004116" y="3188363"/>
                  <a:pt x="6010020" y="3183005"/>
                  <a:pt x="6013592" y="3181219"/>
                </a:cubicBezTo>
                <a:cubicBezTo>
                  <a:pt x="6018254" y="3178838"/>
                  <a:pt x="6022967" y="3177648"/>
                  <a:pt x="6027731" y="3177648"/>
                </a:cubicBezTo>
                <a:close/>
                <a:moveTo>
                  <a:pt x="2160582" y="3177648"/>
                </a:moveTo>
                <a:cubicBezTo>
                  <a:pt x="2169313" y="3177648"/>
                  <a:pt x="2176854" y="3181517"/>
                  <a:pt x="2183204" y="3189256"/>
                </a:cubicBezTo>
                <a:cubicBezTo>
                  <a:pt x="2192332" y="3200468"/>
                  <a:pt x="2196896" y="3216491"/>
                  <a:pt x="2196896" y="3237327"/>
                </a:cubicBezTo>
                <a:cubicBezTo>
                  <a:pt x="2196896" y="3255683"/>
                  <a:pt x="2192878" y="3269921"/>
                  <a:pt x="2184841" y="3280041"/>
                </a:cubicBezTo>
                <a:cubicBezTo>
                  <a:pt x="2178689" y="3287780"/>
                  <a:pt x="2170653" y="3291650"/>
                  <a:pt x="2160731" y="3291650"/>
                </a:cubicBezTo>
                <a:cubicBezTo>
                  <a:pt x="2152496" y="3291650"/>
                  <a:pt x="2145674" y="3289467"/>
                  <a:pt x="2140267" y="3285101"/>
                </a:cubicBezTo>
                <a:cubicBezTo>
                  <a:pt x="2134859" y="3280736"/>
                  <a:pt x="2131461" y="3275675"/>
                  <a:pt x="2130072" y="3269921"/>
                </a:cubicBezTo>
                <a:cubicBezTo>
                  <a:pt x="2129179" y="3266448"/>
                  <a:pt x="2128732" y="3259205"/>
                  <a:pt x="2128732" y="3248192"/>
                </a:cubicBezTo>
                <a:lnTo>
                  <a:pt x="2128732" y="3197293"/>
                </a:lnTo>
                <a:cubicBezTo>
                  <a:pt x="2136967" y="3188363"/>
                  <a:pt x="2142872" y="3183005"/>
                  <a:pt x="2146443" y="3181219"/>
                </a:cubicBezTo>
                <a:cubicBezTo>
                  <a:pt x="2151106" y="3178838"/>
                  <a:pt x="2155820" y="3177648"/>
                  <a:pt x="2160582" y="3177648"/>
                </a:cubicBezTo>
                <a:close/>
                <a:moveTo>
                  <a:pt x="10253109" y="3166485"/>
                </a:moveTo>
                <a:cubicBezTo>
                  <a:pt x="10258466" y="3166485"/>
                  <a:pt x="10263601" y="3168073"/>
                  <a:pt x="10268512" y="3171248"/>
                </a:cubicBezTo>
                <a:cubicBezTo>
                  <a:pt x="10273424" y="3174423"/>
                  <a:pt x="10277120" y="3178788"/>
                  <a:pt x="10279600" y="3184345"/>
                </a:cubicBezTo>
                <a:cubicBezTo>
                  <a:pt x="10281188" y="3187917"/>
                  <a:pt x="10282230" y="3194068"/>
                  <a:pt x="10282725" y="3202799"/>
                </a:cubicBezTo>
                <a:lnTo>
                  <a:pt x="10219622" y="3202799"/>
                </a:lnTo>
                <a:cubicBezTo>
                  <a:pt x="10220714" y="3191389"/>
                  <a:pt x="10224509" y="3182484"/>
                  <a:pt x="10231008" y="3176085"/>
                </a:cubicBezTo>
                <a:cubicBezTo>
                  <a:pt x="10237507" y="3169685"/>
                  <a:pt x="10244874" y="3166485"/>
                  <a:pt x="10253109" y="3166485"/>
                </a:cubicBezTo>
                <a:close/>
                <a:moveTo>
                  <a:pt x="9005334" y="3166485"/>
                </a:moveTo>
                <a:cubicBezTo>
                  <a:pt x="9010691" y="3166485"/>
                  <a:pt x="9015826" y="3168073"/>
                  <a:pt x="9020737" y="3171248"/>
                </a:cubicBezTo>
                <a:cubicBezTo>
                  <a:pt x="9025649" y="3174423"/>
                  <a:pt x="9029344" y="3178788"/>
                  <a:pt x="9031825" y="3184345"/>
                </a:cubicBezTo>
                <a:cubicBezTo>
                  <a:pt x="9033413" y="3187917"/>
                  <a:pt x="9034455" y="3194068"/>
                  <a:pt x="9034950" y="3202799"/>
                </a:cubicBezTo>
                <a:lnTo>
                  <a:pt x="8971847" y="3202799"/>
                </a:lnTo>
                <a:cubicBezTo>
                  <a:pt x="8972939" y="3191389"/>
                  <a:pt x="8976734" y="3182484"/>
                  <a:pt x="8983233" y="3176085"/>
                </a:cubicBezTo>
                <a:cubicBezTo>
                  <a:pt x="8989732" y="3169685"/>
                  <a:pt x="8997099" y="3166485"/>
                  <a:pt x="9005334" y="3166485"/>
                </a:cubicBezTo>
                <a:close/>
                <a:moveTo>
                  <a:pt x="8329059" y="3166485"/>
                </a:moveTo>
                <a:cubicBezTo>
                  <a:pt x="8334417" y="3166485"/>
                  <a:pt x="8339551" y="3168073"/>
                  <a:pt x="8344463" y="3171248"/>
                </a:cubicBezTo>
                <a:cubicBezTo>
                  <a:pt x="8349374" y="3174423"/>
                  <a:pt x="8353070" y="3178788"/>
                  <a:pt x="8355550" y="3184345"/>
                </a:cubicBezTo>
                <a:cubicBezTo>
                  <a:pt x="8357138" y="3187917"/>
                  <a:pt x="8358180" y="3194068"/>
                  <a:pt x="8358676" y="3202799"/>
                </a:cubicBezTo>
                <a:lnTo>
                  <a:pt x="8295573" y="3202799"/>
                </a:lnTo>
                <a:cubicBezTo>
                  <a:pt x="8296664" y="3191389"/>
                  <a:pt x="8300459" y="3182484"/>
                  <a:pt x="8306958" y="3176085"/>
                </a:cubicBezTo>
                <a:cubicBezTo>
                  <a:pt x="8313457" y="3169685"/>
                  <a:pt x="8320824" y="3166485"/>
                  <a:pt x="8329059" y="3166485"/>
                </a:cubicBezTo>
                <a:close/>
                <a:moveTo>
                  <a:pt x="7852809" y="3166485"/>
                </a:moveTo>
                <a:cubicBezTo>
                  <a:pt x="7858167" y="3166485"/>
                  <a:pt x="7863301" y="3168073"/>
                  <a:pt x="7868213" y="3171248"/>
                </a:cubicBezTo>
                <a:cubicBezTo>
                  <a:pt x="7873124" y="3174423"/>
                  <a:pt x="7876820" y="3178788"/>
                  <a:pt x="7879300" y="3184345"/>
                </a:cubicBezTo>
                <a:cubicBezTo>
                  <a:pt x="7880888" y="3187917"/>
                  <a:pt x="7881930" y="3194068"/>
                  <a:pt x="7882426" y="3202799"/>
                </a:cubicBezTo>
                <a:lnTo>
                  <a:pt x="7819323" y="3202799"/>
                </a:lnTo>
                <a:cubicBezTo>
                  <a:pt x="7820414" y="3191389"/>
                  <a:pt x="7824209" y="3182484"/>
                  <a:pt x="7830708" y="3176085"/>
                </a:cubicBezTo>
                <a:cubicBezTo>
                  <a:pt x="7837207" y="3169685"/>
                  <a:pt x="7844574" y="3166485"/>
                  <a:pt x="7852809" y="3166485"/>
                </a:cubicBezTo>
                <a:close/>
                <a:moveTo>
                  <a:pt x="7614684" y="3166485"/>
                </a:moveTo>
                <a:cubicBezTo>
                  <a:pt x="7620042" y="3166485"/>
                  <a:pt x="7625176" y="3168073"/>
                  <a:pt x="7630088" y="3171248"/>
                </a:cubicBezTo>
                <a:cubicBezTo>
                  <a:pt x="7634999" y="3174423"/>
                  <a:pt x="7638695" y="3178788"/>
                  <a:pt x="7641175" y="3184345"/>
                </a:cubicBezTo>
                <a:cubicBezTo>
                  <a:pt x="7642763" y="3187917"/>
                  <a:pt x="7643805" y="3194068"/>
                  <a:pt x="7644301" y="3202799"/>
                </a:cubicBezTo>
                <a:lnTo>
                  <a:pt x="7581198" y="3202799"/>
                </a:lnTo>
                <a:cubicBezTo>
                  <a:pt x="7582289" y="3191389"/>
                  <a:pt x="7586084" y="3182484"/>
                  <a:pt x="7592583" y="3176085"/>
                </a:cubicBezTo>
                <a:cubicBezTo>
                  <a:pt x="7599082" y="3169685"/>
                  <a:pt x="7606449" y="3166485"/>
                  <a:pt x="7614684" y="3166485"/>
                </a:cubicBezTo>
                <a:close/>
                <a:moveTo>
                  <a:pt x="6166884" y="3166485"/>
                </a:moveTo>
                <a:cubicBezTo>
                  <a:pt x="6172242" y="3166485"/>
                  <a:pt x="6177376" y="3168073"/>
                  <a:pt x="6182288" y="3171248"/>
                </a:cubicBezTo>
                <a:cubicBezTo>
                  <a:pt x="6187199" y="3174423"/>
                  <a:pt x="6190895" y="3178788"/>
                  <a:pt x="6193375" y="3184345"/>
                </a:cubicBezTo>
                <a:cubicBezTo>
                  <a:pt x="6194963" y="3187917"/>
                  <a:pt x="6196005" y="3194068"/>
                  <a:pt x="6196501" y="3202799"/>
                </a:cubicBezTo>
                <a:lnTo>
                  <a:pt x="6133398" y="3202799"/>
                </a:lnTo>
                <a:cubicBezTo>
                  <a:pt x="6134489" y="3191389"/>
                  <a:pt x="6138284" y="3182484"/>
                  <a:pt x="6144783" y="3176085"/>
                </a:cubicBezTo>
                <a:cubicBezTo>
                  <a:pt x="6151282" y="3169685"/>
                  <a:pt x="6158649" y="3166485"/>
                  <a:pt x="6166884" y="3166485"/>
                </a:cubicBezTo>
                <a:close/>
                <a:moveTo>
                  <a:pt x="5671584" y="3166485"/>
                </a:moveTo>
                <a:cubicBezTo>
                  <a:pt x="5676942" y="3166485"/>
                  <a:pt x="5682076" y="3168073"/>
                  <a:pt x="5686988" y="3171248"/>
                </a:cubicBezTo>
                <a:cubicBezTo>
                  <a:pt x="5691899" y="3174423"/>
                  <a:pt x="5695595" y="3178788"/>
                  <a:pt x="5698076" y="3184345"/>
                </a:cubicBezTo>
                <a:cubicBezTo>
                  <a:pt x="5699663" y="3187917"/>
                  <a:pt x="5700705" y="3194068"/>
                  <a:pt x="5701201" y="3202799"/>
                </a:cubicBezTo>
                <a:lnTo>
                  <a:pt x="5638098" y="3202799"/>
                </a:lnTo>
                <a:cubicBezTo>
                  <a:pt x="5639189" y="3191389"/>
                  <a:pt x="5642984" y="3182484"/>
                  <a:pt x="5649483" y="3176085"/>
                </a:cubicBezTo>
                <a:cubicBezTo>
                  <a:pt x="5655982" y="3169685"/>
                  <a:pt x="5663349" y="3166485"/>
                  <a:pt x="5671584" y="3166485"/>
                </a:cubicBezTo>
                <a:close/>
                <a:moveTo>
                  <a:pt x="1242461" y="3166485"/>
                </a:moveTo>
                <a:cubicBezTo>
                  <a:pt x="1247819" y="3166485"/>
                  <a:pt x="1252953" y="3168073"/>
                  <a:pt x="1257864" y="3171248"/>
                </a:cubicBezTo>
                <a:cubicBezTo>
                  <a:pt x="1262776" y="3174423"/>
                  <a:pt x="1266471" y="3178788"/>
                  <a:pt x="1268952" y="3184345"/>
                </a:cubicBezTo>
                <a:cubicBezTo>
                  <a:pt x="1270540" y="3187917"/>
                  <a:pt x="1271581" y="3194068"/>
                  <a:pt x="1272077" y="3202799"/>
                </a:cubicBezTo>
                <a:lnTo>
                  <a:pt x="1208974" y="3202799"/>
                </a:lnTo>
                <a:cubicBezTo>
                  <a:pt x="1210066" y="3191389"/>
                  <a:pt x="1213861" y="3182484"/>
                  <a:pt x="1220359" y="3176085"/>
                </a:cubicBezTo>
                <a:cubicBezTo>
                  <a:pt x="1226858" y="3169685"/>
                  <a:pt x="1234225" y="3166485"/>
                  <a:pt x="1242461" y="3166485"/>
                </a:cubicBezTo>
                <a:close/>
                <a:moveTo>
                  <a:pt x="6505914" y="3165741"/>
                </a:moveTo>
                <a:cubicBezTo>
                  <a:pt x="6516828" y="3165741"/>
                  <a:pt x="6525808" y="3170504"/>
                  <a:pt x="6532852" y="3180029"/>
                </a:cubicBezTo>
                <a:cubicBezTo>
                  <a:pt x="6543270" y="3193919"/>
                  <a:pt x="6548479" y="3212969"/>
                  <a:pt x="6548479" y="3237179"/>
                </a:cubicBezTo>
                <a:cubicBezTo>
                  <a:pt x="6548479" y="3256526"/>
                  <a:pt x="6545354" y="3270169"/>
                  <a:pt x="6539103" y="3278106"/>
                </a:cubicBezTo>
                <a:cubicBezTo>
                  <a:pt x="6532852" y="3286044"/>
                  <a:pt x="6524915" y="3290013"/>
                  <a:pt x="6515291" y="3290013"/>
                </a:cubicBezTo>
                <a:cubicBezTo>
                  <a:pt x="6502392" y="3290013"/>
                  <a:pt x="6491999" y="3282819"/>
                  <a:pt x="6484111" y="3268432"/>
                </a:cubicBezTo>
                <a:cubicBezTo>
                  <a:pt x="6476223" y="3254046"/>
                  <a:pt x="6472279" y="3236931"/>
                  <a:pt x="6472279" y="3217087"/>
                </a:cubicBezTo>
                <a:cubicBezTo>
                  <a:pt x="6472279" y="3204784"/>
                  <a:pt x="6473916" y="3194713"/>
                  <a:pt x="6477191" y="3186875"/>
                </a:cubicBezTo>
                <a:cubicBezTo>
                  <a:pt x="6480465" y="3179037"/>
                  <a:pt x="6484756" y="3173555"/>
                  <a:pt x="6490064" y="3170429"/>
                </a:cubicBezTo>
                <a:cubicBezTo>
                  <a:pt x="6495373" y="3167304"/>
                  <a:pt x="6500656" y="3165741"/>
                  <a:pt x="6505914" y="3165741"/>
                </a:cubicBezTo>
                <a:close/>
                <a:moveTo>
                  <a:pt x="4962865" y="3165741"/>
                </a:moveTo>
                <a:cubicBezTo>
                  <a:pt x="4973779" y="3165741"/>
                  <a:pt x="4982758" y="3170504"/>
                  <a:pt x="4989803" y="3180029"/>
                </a:cubicBezTo>
                <a:cubicBezTo>
                  <a:pt x="5000221" y="3193919"/>
                  <a:pt x="5005429" y="3212969"/>
                  <a:pt x="5005429" y="3237179"/>
                </a:cubicBezTo>
                <a:cubicBezTo>
                  <a:pt x="5005429" y="3256526"/>
                  <a:pt x="5002304" y="3270169"/>
                  <a:pt x="4996054" y="3278106"/>
                </a:cubicBezTo>
                <a:cubicBezTo>
                  <a:pt x="4989803" y="3286044"/>
                  <a:pt x="4981865" y="3290013"/>
                  <a:pt x="4972241" y="3290013"/>
                </a:cubicBezTo>
                <a:cubicBezTo>
                  <a:pt x="4959343" y="3290013"/>
                  <a:pt x="4948949" y="3282819"/>
                  <a:pt x="4941062" y="3268432"/>
                </a:cubicBezTo>
                <a:cubicBezTo>
                  <a:pt x="4933174" y="3254046"/>
                  <a:pt x="4929230" y="3236931"/>
                  <a:pt x="4929230" y="3217087"/>
                </a:cubicBezTo>
                <a:cubicBezTo>
                  <a:pt x="4929230" y="3204784"/>
                  <a:pt x="4930867" y="3194713"/>
                  <a:pt x="4934141" y="3186875"/>
                </a:cubicBezTo>
                <a:cubicBezTo>
                  <a:pt x="4937415" y="3179037"/>
                  <a:pt x="4941707" y="3173555"/>
                  <a:pt x="4947016" y="3170429"/>
                </a:cubicBezTo>
                <a:cubicBezTo>
                  <a:pt x="4952323" y="3167304"/>
                  <a:pt x="4957606" y="3165741"/>
                  <a:pt x="4962865" y="3165741"/>
                </a:cubicBezTo>
                <a:close/>
                <a:moveTo>
                  <a:pt x="4372316" y="3165741"/>
                </a:moveTo>
                <a:cubicBezTo>
                  <a:pt x="4383229" y="3165741"/>
                  <a:pt x="4392208" y="3170504"/>
                  <a:pt x="4399253" y="3180029"/>
                </a:cubicBezTo>
                <a:cubicBezTo>
                  <a:pt x="4409671" y="3193919"/>
                  <a:pt x="4414880" y="3212969"/>
                  <a:pt x="4414880" y="3237179"/>
                </a:cubicBezTo>
                <a:cubicBezTo>
                  <a:pt x="4414880" y="3256526"/>
                  <a:pt x="4411756" y="3270169"/>
                  <a:pt x="4405503" y="3278106"/>
                </a:cubicBezTo>
                <a:cubicBezTo>
                  <a:pt x="4399253" y="3286044"/>
                  <a:pt x="4391315" y="3290013"/>
                  <a:pt x="4381691" y="3290013"/>
                </a:cubicBezTo>
                <a:cubicBezTo>
                  <a:pt x="4368792" y="3290013"/>
                  <a:pt x="4358399" y="3282819"/>
                  <a:pt x="4350511" y="3268432"/>
                </a:cubicBezTo>
                <a:cubicBezTo>
                  <a:pt x="4342625" y="3254046"/>
                  <a:pt x="4338681" y="3236931"/>
                  <a:pt x="4338681" y="3217087"/>
                </a:cubicBezTo>
                <a:cubicBezTo>
                  <a:pt x="4338681" y="3204784"/>
                  <a:pt x="4340316" y="3194713"/>
                  <a:pt x="4343591" y="3186875"/>
                </a:cubicBezTo>
                <a:cubicBezTo>
                  <a:pt x="4346865" y="3179037"/>
                  <a:pt x="4351156" y="3173555"/>
                  <a:pt x="4356464" y="3170429"/>
                </a:cubicBezTo>
                <a:cubicBezTo>
                  <a:pt x="4361773" y="3167304"/>
                  <a:pt x="4367056" y="3165741"/>
                  <a:pt x="4372316" y="3165741"/>
                </a:cubicBezTo>
                <a:close/>
                <a:moveTo>
                  <a:pt x="3696042" y="3165741"/>
                </a:moveTo>
                <a:cubicBezTo>
                  <a:pt x="3706956" y="3165741"/>
                  <a:pt x="3715935" y="3170504"/>
                  <a:pt x="3722980" y="3180029"/>
                </a:cubicBezTo>
                <a:cubicBezTo>
                  <a:pt x="3733398" y="3193919"/>
                  <a:pt x="3738606" y="3212969"/>
                  <a:pt x="3738606" y="3237179"/>
                </a:cubicBezTo>
                <a:cubicBezTo>
                  <a:pt x="3738606" y="3256526"/>
                  <a:pt x="3735481" y="3270169"/>
                  <a:pt x="3729230" y="3278106"/>
                </a:cubicBezTo>
                <a:cubicBezTo>
                  <a:pt x="3722980" y="3286044"/>
                  <a:pt x="3715042" y="3290013"/>
                  <a:pt x="3705418" y="3290013"/>
                </a:cubicBezTo>
                <a:cubicBezTo>
                  <a:pt x="3692520" y="3290013"/>
                  <a:pt x="3682126" y="3282819"/>
                  <a:pt x="3674239" y="3268432"/>
                </a:cubicBezTo>
                <a:cubicBezTo>
                  <a:pt x="3666351" y="3254046"/>
                  <a:pt x="3662407" y="3236931"/>
                  <a:pt x="3662407" y="3217087"/>
                </a:cubicBezTo>
                <a:cubicBezTo>
                  <a:pt x="3662407" y="3204784"/>
                  <a:pt x="3664043" y="3194713"/>
                  <a:pt x="3667318" y="3186875"/>
                </a:cubicBezTo>
                <a:cubicBezTo>
                  <a:pt x="3670593" y="3179037"/>
                  <a:pt x="3674884" y="3173555"/>
                  <a:pt x="3680192" y="3170429"/>
                </a:cubicBezTo>
                <a:cubicBezTo>
                  <a:pt x="3685500" y="3167304"/>
                  <a:pt x="3690783" y="3165741"/>
                  <a:pt x="3696042" y="3165741"/>
                </a:cubicBezTo>
                <a:close/>
                <a:moveTo>
                  <a:pt x="3219792" y="3165741"/>
                </a:moveTo>
                <a:cubicBezTo>
                  <a:pt x="3230705" y="3165741"/>
                  <a:pt x="3239686" y="3170504"/>
                  <a:pt x="3246730" y="3180029"/>
                </a:cubicBezTo>
                <a:cubicBezTo>
                  <a:pt x="3257148" y="3193919"/>
                  <a:pt x="3262357" y="3212969"/>
                  <a:pt x="3262357" y="3237179"/>
                </a:cubicBezTo>
                <a:cubicBezTo>
                  <a:pt x="3262357" y="3256526"/>
                  <a:pt x="3259231" y="3270169"/>
                  <a:pt x="3252980" y="3278106"/>
                </a:cubicBezTo>
                <a:cubicBezTo>
                  <a:pt x="3246730" y="3286044"/>
                  <a:pt x="3238792" y="3290013"/>
                  <a:pt x="3229168" y="3290013"/>
                </a:cubicBezTo>
                <a:cubicBezTo>
                  <a:pt x="3216269" y="3290013"/>
                  <a:pt x="3205876" y="3282819"/>
                  <a:pt x="3197989" y="3268432"/>
                </a:cubicBezTo>
                <a:cubicBezTo>
                  <a:pt x="3190101" y="3254046"/>
                  <a:pt x="3186157" y="3236931"/>
                  <a:pt x="3186157" y="3217087"/>
                </a:cubicBezTo>
                <a:cubicBezTo>
                  <a:pt x="3186157" y="3204784"/>
                  <a:pt x="3187793" y="3194713"/>
                  <a:pt x="3191068" y="3186875"/>
                </a:cubicBezTo>
                <a:cubicBezTo>
                  <a:pt x="3194342" y="3179037"/>
                  <a:pt x="3198634" y="3173555"/>
                  <a:pt x="3203942" y="3170429"/>
                </a:cubicBezTo>
                <a:cubicBezTo>
                  <a:pt x="3209249" y="3167304"/>
                  <a:pt x="3214533" y="3165741"/>
                  <a:pt x="3219792" y="3165741"/>
                </a:cubicBezTo>
                <a:close/>
                <a:moveTo>
                  <a:pt x="2305391" y="3165741"/>
                </a:moveTo>
                <a:cubicBezTo>
                  <a:pt x="2316306" y="3165741"/>
                  <a:pt x="2325285" y="3170504"/>
                  <a:pt x="2332330" y="3180029"/>
                </a:cubicBezTo>
                <a:cubicBezTo>
                  <a:pt x="2342748" y="3193919"/>
                  <a:pt x="2347957" y="3212969"/>
                  <a:pt x="2347957" y="3237179"/>
                </a:cubicBezTo>
                <a:cubicBezTo>
                  <a:pt x="2347957" y="3256526"/>
                  <a:pt x="2344831" y="3270169"/>
                  <a:pt x="2338581" y="3278106"/>
                </a:cubicBezTo>
                <a:cubicBezTo>
                  <a:pt x="2332330" y="3286044"/>
                  <a:pt x="2324392" y="3290013"/>
                  <a:pt x="2314768" y="3290013"/>
                </a:cubicBezTo>
                <a:cubicBezTo>
                  <a:pt x="2301869" y="3290013"/>
                  <a:pt x="2291476" y="3282819"/>
                  <a:pt x="2283588" y="3268432"/>
                </a:cubicBezTo>
                <a:cubicBezTo>
                  <a:pt x="2275701" y="3254046"/>
                  <a:pt x="2271757" y="3236931"/>
                  <a:pt x="2271757" y="3217087"/>
                </a:cubicBezTo>
                <a:cubicBezTo>
                  <a:pt x="2271757" y="3204784"/>
                  <a:pt x="2273393" y="3194713"/>
                  <a:pt x="2276667" y="3186875"/>
                </a:cubicBezTo>
                <a:cubicBezTo>
                  <a:pt x="2279942" y="3179037"/>
                  <a:pt x="2284232" y="3173555"/>
                  <a:pt x="2289542" y="3170429"/>
                </a:cubicBezTo>
                <a:cubicBezTo>
                  <a:pt x="2294849" y="3167304"/>
                  <a:pt x="2300133" y="3165741"/>
                  <a:pt x="2305391" y="3165741"/>
                </a:cubicBezTo>
                <a:close/>
                <a:moveTo>
                  <a:pt x="10966293" y="3165146"/>
                </a:moveTo>
                <a:cubicBezTo>
                  <a:pt x="10970957" y="3165146"/>
                  <a:pt x="10975744" y="3166560"/>
                  <a:pt x="10980655" y="3169387"/>
                </a:cubicBezTo>
                <a:cubicBezTo>
                  <a:pt x="10985566" y="3172215"/>
                  <a:pt x="10989510" y="3176407"/>
                  <a:pt x="10992487" y="3181964"/>
                </a:cubicBezTo>
                <a:cubicBezTo>
                  <a:pt x="10995463" y="3187520"/>
                  <a:pt x="10997249" y="3193671"/>
                  <a:pt x="10997845" y="3200418"/>
                </a:cubicBezTo>
                <a:lnTo>
                  <a:pt x="10997845" y="3270665"/>
                </a:lnTo>
                <a:cubicBezTo>
                  <a:pt x="10989411" y="3279694"/>
                  <a:pt x="10980679" y="3284208"/>
                  <a:pt x="10971651" y="3284208"/>
                </a:cubicBezTo>
                <a:cubicBezTo>
                  <a:pt x="10960935" y="3284208"/>
                  <a:pt x="10951211" y="3278875"/>
                  <a:pt x="10942481" y="3268209"/>
                </a:cubicBezTo>
                <a:cubicBezTo>
                  <a:pt x="10933750" y="3257543"/>
                  <a:pt x="10929384" y="3242189"/>
                  <a:pt x="10929384" y="3222147"/>
                </a:cubicBezTo>
                <a:cubicBezTo>
                  <a:pt x="10929384" y="3202303"/>
                  <a:pt x="10933898" y="3187222"/>
                  <a:pt x="10942927" y="3176903"/>
                </a:cubicBezTo>
                <a:cubicBezTo>
                  <a:pt x="10949773" y="3169065"/>
                  <a:pt x="10957562" y="3165146"/>
                  <a:pt x="10966293" y="3165146"/>
                </a:cubicBezTo>
                <a:close/>
                <a:moveTo>
                  <a:pt x="10109043" y="3165146"/>
                </a:moveTo>
                <a:cubicBezTo>
                  <a:pt x="10113706" y="3165146"/>
                  <a:pt x="10118494" y="3166560"/>
                  <a:pt x="10123405" y="3169387"/>
                </a:cubicBezTo>
                <a:cubicBezTo>
                  <a:pt x="10128316" y="3172215"/>
                  <a:pt x="10132260" y="3176407"/>
                  <a:pt x="10135237" y="3181964"/>
                </a:cubicBezTo>
                <a:cubicBezTo>
                  <a:pt x="10138213" y="3187520"/>
                  <a:pt x="10139999" y="3193671"/>
                  <a:pt x="10140595" y="3200418"/>
                </a:cubicBezTo>
                <a:lnTo>
                  <a:pt x="10140595" y="3270665"/>
                </a:lnTo>
                <a:cubicBezTo>
                  <a:pt x="10132161" y="3279694"/>
                  <a:pt x="10123430" y="3284208"/>
                  <a:pt x="10114401" y="3284208"/>
                </a:cubicBezTo>
                <a:cubicBezTo>
                  <a:pt x="10103685" y="3284208"/>
                  <a:pt x="10093962" y="3278875"/>
                  <a:pt x="10085231" y="3268209"/>
                </a:cubicBezTo>
                <a:cubicBezTo>
                  <a:pt x="10076499" y="3257543"/>
                  <a:pt x="10072134" y="3242189"/>
                  <a:pt x="10072134" y="3222147"/>
                </a:cubicBezTo>
                <a:cubicBezTo>
                  <a:pt x="10072134" y="3202303"/>
                  <a:pt x="10076648" y="3187222"/>
                  <a:pt x="10085677" y="3176903"/>
                </a:cubicBezTo>
                <a:cubicBezTo>
                  <a:pt x="10092523" y="3169065"/>
                  <a:pt x="10100312" y="3165146"/>
                  <a:pt x="10109043" y="3165146"/>
                </a:cubicBezTo>
                <a:close/>
                <a:moveTo>
                  <a:pt x="9749325" y="3160086"/>
                </a:moveTo>
                <a:lnTo>
                  <a:pt x="9749325" y="3165592"/>
                </a:lnTo>
                <a:cubicBezTo>
                  <a:pt x="9756469" y="3165493"/>
                  <a:pt x="9761406" y="3166113"/>
                  <a:pt x="9764134" y="3167453"/>
                </a:cubicBezTo>
                <a:cubicBezTo>
                  <a:pt x="9766862" y="3168792"/>
                  <a:pt x="9768921" y="3170702"/>
                  <a:pt x="9770310" y="3173182"/>
                </a:cubicBezTo>
                <a:cubicBezTo>
                  <a:pt x="9771699" y="3175663"/>
                  <a:pt x="9772394" y="3180128"/>
                  <a:pt x="9772394" y="3186577"/>
                </a:cubicBezTo>
                <a:lnTo>
                  <a:pt x="9772394" y="3247448"/>
                </a:lnTo>
                <a:cubicBezTo>
                  <a:pt x="9772394" y="3260148"/>
                  <a:pt x="9773485" y="3269970"/>
                  <a:pt x="9775668" y="3276916"/>
                </a:cubicBezTo>
                <a:cubicBezTo>
                  <a:pt x="9777851" y="3283861"/>
                  <a:pt x="9781745" y="3289541"/>
                  <a:pt x="9787351" y="3293957"/>
                </a:cubicBezTo>
                <a:cubicBezTo>
                  <a:pt x="9792957" y="3298372"/>
                  <a:pt x="9799580" y="3300579"/>
                  <a:pt x="9807220" y="3300579"/>
                </a:cubicBezTo>
                <a:cubicBezTo>
                  <a:pt x="9814066" y="3300579"/>
                  <a:pt x="9820565" y="3298942"/>
                  <a:pt x="9826716" y="3295668"/>
                </a:cubicBezTo>
                <a:cubicBezTo>
                  <a:pt x="9832867" y="3292394"/>
                  <a:pt x="9841797" y="3284407"/>
                  <a:pt x="9853505" y="3271707"/>
                </a:cubicBezTo>
                <a:lnTo>
                  <a:pt x="9853505" y="3300579"/>
                </a:lnTo>
                <a:lnTo>
                  <a:pt x="9860202" y="3300579"/>
                </a:lnTo>
                <a:lnTo>
                  <a:pt x="9900981" y="3283762"/>
                </a:lnTo>
                <a:lnTo>
                  <a:pt x="9898898" y="3278553"/>
                </a:lnTo>
                <a:cubicBezTo>
                  <a:pt x="9895028" y="3280240"/>
                  <a:pt x="9891556" y="3281083"/>
                  <a:pt x="9888480" y="3281083"/>
                </a:cubicBezTo>
                <a:cubicBezTo>
                  <a:pt x="9886297" y="3281083"/>
                  <a:pt x="9884387" y="3280388"/>
                  <a:pt x="9882750" y="3278999"/>
                </a:cubicBezTo>
                <a:cubicBezTo>
                  <a:pt x="9881113" y="3277610"/>
                  <a:pt x="9879922" y="3275155"/>
                  <a:pt x="9879178" y="3271632"/>
                </a:cubicBezTo>
                <a:cubicBezTo>
                  <a:pt x="9878434" y="3268110"/>
                  <a:pt x="9878062" y="3258461"/>
                  <a:pt x="9878062" y="3242685"/>
                </a:cubicBezTo>
                <a:lnTo>
                  <a:pt x="9878062" y="3160086"/>
                </a:lnTo>
                <a:lnTo>
                  <a:pt x="9831627" y="3160086"/>
                </a:lnTo>
                <a:lnTo>
                  <a:pt x="9831627" y="3165592"/>
                </a:lnTo>
                <a:cubicBezTo>
                  <a:pt x="9840557" y="3165791"/>
                  <a:pt x="9846436" y="3167254"/>
                  <a:pt x="9849264" y="3169983"/>
                </a:cubicBezTo>
                <a:cubicBezTo>
                  <a:pt x="9852091" y="3172711"/>
                  <a:pt x="9853505" y="3177945"/>
                  <a:pt x="9853505" y="3185684"/>
                </a:cubicBezTo>
                <a:lnTo>
                  <a:pt x="9853505" y="3262926"/>
                </a:lnTo>
                <a:cubicBezTo>
                  <a:pt x="9846064" y="3270467"/>
                  <a:pt x="9839639" y="3275576"/>
                  <a:pt x="9834232" y="3278255"/>
                </a:cubicBezTo>
                <a:cubicBezTo>
                  <a:pt x="9828825" y="3280934"/>
                  <a:pt x="9823988" y="3282274"/>
                  <a:pt x="9819721" y="3282274"/>
                </a:cubicBezTo>
                <a:cubicBezTo>
                  <a:pt x="9813470" y="3282274"/>
                  <a:pt x="9808138" y="3280289"/>
                  <a:pt x="9803722" y="3276320"/>
                </a:cubicBezTo>
                <a:cubicBezTo>
                  <a:pt x="9799307" y="3272352"/>
                  <a:pt x="9797099" y="3264017"/>
                  <a:pt x="9797099" y="3251317"/>
                </a:cubicBezTo>
                <a:lnTo>
                  <a:pt x="9797099" y="3160086"/>
                </a:lnTo>
                <a:close/>
                <a:moveTo>
                  <a:pt x="9396900" y="3160086"/>
                </a:moveTo>
                <a:lnTo>
                  <a:pt x="9396900" y="3165592"/>
                </a:lnTo>
                <a:cubicBezTo>
                  <a:pt x="9404044" y="3165493"/>
                  <a:pt x="9408981" y="3166113"/>
                  <a:pt x="9411709" y="3167453"/>
                </a:cubicBezTo>
                <a:cubicBezTo>
                  <a:pt x="9414437" y="3168792"/>
                  <a:pt x="9416496" y="3170702"/>
                  <a:pt x="9417885" y="3173182"/>
                </a:cubicBezTo>
                <a:cubicBezTo>
                  <a:pt x="9419274" y="3175663"/>
                  <a:pt x="9419969" y="3180128"/>
                  <a:pt x="9419969" y="3186577"/>
                </a:cubicBezTo>
                <a:lnTo>
                  <a:pt x="9419969" y="3247448"/>
                </a:lnTo>
                <a:cubicBezTo>
                  <a:pt x="9419969" y="3260148"/>
                  <a:pt x="9421060" y="3269970"/>
                  <a:pt x="9423243" y="3276916"/>
                </a:cubicBezTo>
                <a:cubicBezTo>
                  <a:pt x="9425426" y="3283861"/>
                  <a:pt x="9429320" y="3289541"/>
                  <a:pt x="9434926" y="3293957"/>
                </a:cubicBezTo>
                <a:cubicBezTo>
                  <a:pt x="9440532" y="3298372"/>
                  <a:pt x="9447155" y="3300579"/>
                  <a:pt x="9454795" y="3300579"/>
                </a:cubicBezTo>
                <a:cubicBezTo>
                  <a:pt x="9461641" y="3300579"/>
                  <a:pt x="9468140" y="3298942"/>
                  <a:pt x="9474291" y="3295668"/>
                </a:cubicBezTo>
                <a:cubicBezTo>
                  <a:pt x="9480442" y="3292394"/>
                  <a:pt x="9489372" y="3284407"/>
                  <a:pt x="9501080" y="3271707"/>
                </a:cubicBezTo>
                <a:lnTo>
                  <a:pt x="9501080" y="3300579"/>
                </a:lnTo>
                <a:lnTo>
                  <a:pt x="9507777" y="3300579"/>
                </a:lnTo>
                <a:lnTo>
                  <a:pt x="9548556" y="3283762"/>
                </a:lnTo>
                <a:lnTo>
                  <a:pt x="9546473" y="3278553"/>
                </a:lnTo>
                <a:cubicBezTo>
                  <a:pt x="9542603" y="3280240"/>
                  <a:pt x="9539131" y="3281083"/>
                  <a:pt x="9536055" y="3281083"/>
                </a:cubicBezTo>
                <a:cubicBezTo>
                  <a:pt x="9533872" y="3281083"/>
                  <a:pt x="9531962" y="3280388"/>
                  <a:pt x="9530325" y="3278999"/>
                </a:cubicBezTo>
                <a:cubicBezTo>
                  <a:pt x="9528688" y="3277610"/>
                  <a:pt x="9527497" y="3275155"/>
                  <a:pt x="9526753" y="3271632"/>
                </a:cubicBezTo>
                <a:cubicBezTo>
                  <a:pt x="9526009" y="3268110"/>
                  <a:pt x="9525637" y="3258461"/>
                  <a:pt x="9525637" y="3242685"/>
                </a:cubicBezTo>
                <a:lnTo>
                  <a:pt x="9525637" y="3160086"/>
                </a:lnTo>
                <a:lnTo>
                  <a:pt x="9479202" y="3160086"/>
                </a:lnTo>
                <a:lnTo>
                  <a:pt x="9479202" y="3165592"/>
                </a:lnTo>
                <a:cubicBezTo>
                  <a:pt x="9488132" y="3165791"/>
                  <a:pt x="9494011" y="3167254"/>
                  <a:pt x="9496839" y="3169983"/>
                </a:cubicBezTo>
                <a:cubicBezTo>
                  <a:pt x="9499666" y="3172711"/>
                  <a:pt x="9501080" y="3177945"/>
                  <a:pt x="9501080" y="3185684"/>
                </a:cubicBezTo>
                <a:lnTo>
                  <a:pt x="9501080" y="3262926"/>
                </a:lnTo>
                <a:cubicBezTo>
                  <a:pt x="9493639" y="3270467"/>
                  <a:pt x="9487214" y="3275576"/>
                  <a:pt x="9481807" y="3278255"/>
                </a:cubicBezTo>
                <a:cubicBezTo>
                  <a:pt x="9476400" y="3280934"/>
                  <a:pt x="9471563" y="3282274"/>
                  <a:pt x="9467296" y="3282274"/>
                </a:cubicBezTo>
                <a:cubicBezTo>
                  <a:pt x="9461045" y="3282274"/>
                  <a:pt x="9455713" y="3280289"/>
                  <a:pt x="9451297" y="3276320"/>
                </a:cubicBezTo>
                <a:cubicBezTo>
                  <a:pt x="9446882" y="3272352"/>
                  <a:pt x="9444674" y="3264017"/>
                  <a:pt x="9444674" y="3251317"/>
                </a:cubicBezTo>
                <a:lnTo>
                  <a:pt x="9444674" y="3160086"/>
                </a:lnTo>
                <a:close/>
                <a:moveTo>
                  <a:pt x="5043976" y="3160086"/>
                </a:moveTo>
                <a:lnTo>
                  <a:pt x="5043976" y="3165592"/>
                </a:lnTo>
                <a:cubicBezTo>
                  <a:pt x="5051120" y="3165493"/>
                  <a:pt x="5056056" y="3166113"/>
                  <a:pt x="5058785" y="3167453"/>
                </a:cubicBezTo>
                <a:cubicBezTo>
                  <a:pt x="5061513" y="3168792"/>
                  <a:pt x="5063572" y="3170702"/>
                  <a:pt x="5064961" y="3173182"/>
                </a:cubicBezTo>
                <a:cubicBezTo>
                  <a:pt x="5066350" y="3175663"/>
                  <a:pt x="5067044" y="3180128"/>
                  <a:pt x="5067044" y="3186577"/>
                </a:cubicBezTo>
                <a:lnTo>
                  <a:pt x="5067044" y="3247448"/>
                </a:lnTo>
                <a:cubicBezTo>
                  <a:pt x="5067044" y="3260148"/>
                  <a:pt x="5068136" y="3269970"/>
                  <a:pt x="5070319" y="3276916"/>
                </a:cubicBezTo>
                <a:cubicBezTo>
                  <a:pt x="5072502" y="3283861"/>
                  <a:pt x="5076396" y="3289541"/>
                  <a:pt x="5082002" y="3293957"/>
                </a:cubicBezTo>
                <a:cubicBezTo>
                  <a:pt x="5087608" y="3298372"/>
                  <a:pt x="5094230" y="3300579"/>
                  <a:pt x="5101870" y="3300579"/>
                </a:cubicBezTo>
                <a:cubicBezTo>
                  <a:pt x="5108718" y="3300579"/>
                  <a:pt x="5115215" y="3298942"/>
                  <a:pt x="5121367" y="3295668"/>
                </a:cubicBezTo>
                <a:cubicBezTo>
                  <a:pt x="5127519" y="3292394"/>
                  <a:pt x="5136448" y="3284407"/>
                  <a:pt x="5148156" y="3271707"/>
                </a:cubicBezTo>
                <a:lnTo>
                  <a:pt x="5148156" y="3300579"/>
                </a:lnTo>
                <a:lnTo>
                  <a:pt x="5154853" y="3300579"/>
                </a:lnTo>
                <a:lnTo>
                  <a:pt x="5195632" y="3283762"/>
                </a:lnTo>
                <a:lnTo>
                  <a:pt x="5193550" y="3278553"/>
                </a:lnTo>
                <a:cubicBezTo>
                  <a:pt x="5189679" y="3280240"/>
                  <a:pt x="5186207" y="3281083"/>
                  <a:pt x="5183130" y="3281083"/>
                </a:cubicBezTo>
                <a:cubicBezTo>
                  <a:pt x="5180948" y="3281083"/>
                  <a:pt x="5179039" y="3280388"/>
                  <a:pt x="5177401" y="3278999"/>
                </a:cubicBezTo>
                <a:cubicBezTo>
                  <a:pt x="5175763" y="3277610"/>
                  <a:pt x="5174573" y="3275155"/>
                  <a:pt x="5173829" y="3271632"/>
                </a:cubicBezTo>
                <a:cubicBezTo>
                  <a:pt x="5173085" y="3268110"/>
                  <a:pt x="5172713" y="3258461"/>
                  <a:pt x="5172713" y="3242685"/>
                </a:cubicBezTo>
                <a:lnTo>
                  <a:pt x="5172713" y="3160086"/>
                </a:lnTo>
                <a:lnTo>
                  <a:pt x="5126278" y="3160086"/>
                </a:lnTo>
                <a:lnTo>
                  <a:pt x="5126278" y="3165592"/>
                </a:lnTo>
                <a:cubicBezTo>
                  <a:pt x="5135209" y="3165791"/>
                  <a:pt x="5141086" y="3167254"/>
                  <a:pt x="5143914" y="3169983"/>
                </a:cubicBezTo>
                <a:cubicBezTo>
                  <a:pt x="5146743" y="3172711"/>
                  <a:pt x="5148156" y="3177945"/>
                  <a:pt x="5148156" y="3185684"/>
                </a:cubicBezTo>
                <a:lnTo>
                  <a:pt x="5148156" y="3262926"/>
                </a:lnTo>
                <a:cubicBezTo>
                  <a:pt x="5140714" y="3270467"/>
                  <a:pt x="5134290" y="3275576"/>
                  <a:pt x="5128883" y="3278255"/>
                </a:cubicBezTo>
                <a:cubicBezTo>
                  <a:pt x="5123476" y="3280934"/>
                  <a:pt x="5118639" y="3282274"/>
                  <a:pt x="5114372" y="3282274"/>
                </a:cubicBezTo>
                <a:cubicBezTo>
                  <a:pt x="5108121" y="3282274"/>
                  <a:pt x="5102788" y="3280289"/>
                  <a:pt x="5098374" y="3276320"/>
                </a:cubicBezTo>
                <a:cubicBezTo>
                  <a:pt x="5093958" y="3272352"/>
                  <a:pt x="5091750" y="3264017"/>
                  <a:pt x="5091750" y="3251317"/>
                </a:cubicBezTo>
                <a:lnTo>
                  <a:pt x="5091750" y="3160086"/>
                </a:lnTo>
                <a:close/>
                <a:moveTo>
                  <a:pt x="4455063" y="3160086"/>
                </a:moveTo>
                <a:lnTo>
                  <a:pt x="4455063" y="3165592"/>
                </a:lnTo>
                <a:cubicBezTo>
                  <a:pt x="4461016" y="3166882"/>
                  <a:pt x="4465382" y="3168792"/>
                  <a:pt x="4468160" y="3171322"/>
                </a:cubicBezTo>
                <a:cubicBezTo>
                  <a:pt x="4470938" y="3173852"/>
                  <a:pt x="4473766" y="3178739"/>
                  <a:pt x="4476644" y="3185982"/>
                </a:cubicBezTo>
                <a:lnTo>
                  <a:pt x="4520399" y="3300579"/>
                </a:lnTo>
                <a:lnTo>
                  <a:pt x="4525905" y="3300579"/>
                </a:lnTo>
                <a:lnTo>
                  <a:pt x="4565642" y="3213515"/>
                </a:lnTo>
                <a:lnTo>
                  <a:pt x="4599726" y="3300579"/>
                </a:lnTo>
                <a:lnTo>
                  <a:pt x="4605826" y="3300579"/>
                </a:lnTo>
                <a:lnTo>
                  <a:pt x="4651368" y="3183154"/>
                </a:lnTo>
                <a:cubicBezTo>
                  <a:pt x="4655436" y="3172736"/>
                  <a:pt x="4661785" y="3166882"/>
                  <a:pt x="4670419" y="3165592"/>
                </a:cubicBezTo>
                <a:lnTo>
                  <a:pt x="4670419" y="3160086"/>
                </a:lnTo>
                <a:lnTo>
                  <a:pt x="4627407" y="3160086"/>
                </a:lnTo>
                <a:lnTo>
                  <a:pt x="4627407" y="3165592"/>
                </a:lnTo>
                <a:cubicBezTo>
                  <a:pt x="4633062" y="3165791"/>
                  <a:pt x="4636857" y="3166634"/>
                  <a:pt x="4638792" y="3168122"/>
                </a:cubicBezTo>
                <a:cubicBezTo>
                  <a:pt x="4640726" y="3169611"/>
                  <a:pt x="4641694" y="3171297"/>
                  <a:pt x="4641694" y="3173182"/>
                </a:cubicBezTo>
                <a:cubicBezTo>
                  <a:pt x="4641694" y="3176357"/>
                  <a:pt x="4640702" y="3180624"/>
                  <a:pt x="4638717" y="3185982"/>
                </a:cubicBezTo>
                <a:lnTo>
                  <a:pt x="4609994" y="3261438"/>
                </a:lnTo>
                <a:lnTo>
                  <a:pt x="4579038" y="3183154"/>
                </a:lnTo>
                <a:cubicBezTo>
                  <a:pt x="4578244" y="3181070"/>
                  <a:pt x="4577846" y="3179037"/>
                  <a:pt x="4577846" y="3177052"/>
                </a:cubicBezTo>
                <a:cubicBezTo>
                  <a:pt x="4577846" y="3173579"/>
                  <a:pt x="4578839" y="3171049"/>
                  <a:pt x="4580823" y="3169462"/>
                </a:cubicBezTo>
                <a:cubicBezTo>
                  <a:pt x="4583800" y="3167180"/>
                  <a:pt x="4588859" y="3165890"/>
                  <a:pt x="4596003" y="3165592"/>
                </a:cubicBezTo>
                <a:lnTo>
                  <a:pt x="4596003" y="3160086"/>
                </a:lnTo>
                <a:lnTo>
                  <a:pt x="4531114" y="3160086"/>
                </a:lnTo>
                <a:lnTo>
                  <a:pt x="4531114" y="3165592"/>
                </a:lnTo>
                <a:cubicBezTo>
                  <a:pt x="4537068" y="3165890"/>
                  <a:pt x="4541136" y="3166733"/>
                  <a:pt x="4543318" y="3168122"/>
                </a:cubicBezTo>
                <a:cubicBezTo>
                  <a:pt x="4547188" y="3170404"/>
                  <a:pt x="4550313" y="3174522"/>
                  <a:pt x="4552694" y="3180475"/>
                </a:cubicBezTo>
                <a:lnTo>
                  <a:pt x="4560434" y="3200567"/>
                </a:lnTo>
                <a:lnTo>
                  <a:pt x="4531114" y="3264414"/>
                </a:lnTo>
                <a:lnTo>
                  <a:pt x="4501945" y="3185982"/>
                </a:lnTo>
                <a:cubicBezTo>
                  <a:pt x="4500257" y="3181616"/>
                  <a:pt x="4499414" y="3177895"/>
                  <a:pt x="4499414" y="3174820"/>
                </a:cubicBezTo>
                <a:cubicBezTo>
                  <a:pt x="4499414" y="3172041"/>
                  <a:pt x="4500232" y="3169908"/>
                  <a:pt x="4501869" y="3168420"/>
                </a:cubicBezTo>
                <a:cubicBezTo>
                  <a:pt x="4503507" y="3166932"/>
                  <a:pt x="4506955" y="3165989"/>
                  <a:pt x="4512213" y="3165592"/>
                </a:cubicBezTo>
                <a:lnTo>
                  <a:pt x="4512213" y="3160086"/>
                </a:lnTo>
                <a:close/>
                <a:moveTo>
                  <a:pt x="3778790" y="3160086"/>
                </a:moveTo>
                <a:lnTo>
                  <a:pt x="3778790" y="3165592"/>
                </a:lnTo>
                <a:cubicBezTo>
                  <a:pt x="3784743" y="3166882"/>
                  <a:pt x="3789109" y="3168792"/>
                  <a:pt x="3791887" y="3171322"/>
                </a:cubicBezTo>
                <a:cubicBezTo>
                  <a:pt x="3794665" y="3173852"/>
                  <a:pt x="3797492" y="3178739"/>
                  <a:pt x="3800371" y="3185982"/>
                </a:cubicBezTo>
                <a:lnTo>
                  <a:pt x="3844125" y="3300579"/>
                </a:lnTo>
                <a:lnTo>
                  <a:pt x="3849633" y="3300579"/>
                </a:lnTo>
                <a:lnTo>
                  <a:pt x="3889370" y="3213515"/>
                </a:lnTo>
                <a:lnTo>
                  <a:pt x="3923451" y="3300579"/>
                </a:lnTo>
                <a:lnTo>
                  <a:pt x="3929553" y="3300579"/>
                </a:lnTo>
                <a:lnTo>
                  <a:pt x="3975094" y="3183154"/>
                </a:lnTo>
                <a:cubicBezTo>
                  <a:pt x="3979163" y="3172736"/>
                  <a:pt x="3985513" y="3166882"/>
                  <a:pt x="3994144" y="3165592"/>
                </a:cubicBezTo>
                <a:lnTo>
                  <a:pt x="3994144" y="3160086"/>
                </a:lnTo>
                <a:lnTo>
                  <a:pt x="3951133" y="3160086"/>
                </a:lnTo>
                <a:lnTo>
                  <a:pt x="3951133" y="3165592"/>
                </a:lnTo>
                <a:cubicBezTo>
                  <a:pt x="3956789" y="3165791"/>
                  <a:pt x="3960584" y="3166634"/>
                  <a:pt x="3962519" y="3168122"/>
                </a:cubicBezTo>
                <a:cubicBezTo>
                  <a:pt x="3964453" y="3169611"/>
                  <a:pt x="3965421" y="3171297"/>
                  <a:pt x="3965421" y="3173182"/>
                </a:cubicBezTo>
                <a:cubicBezTo>
                  <a:pt x="3965421" y="3176357"/>
                  <a:pt x="3964429" y="3180624"/>
                  <a:pt x="3962444" y="3185982"/>
                </a:cubicBezTo>
                <a:lnTo>
                  <a:pt x="3933720" y="3261438"/>
                </a:lnTo>
                <a:lnTo>
                  <a:pt x="3902764" y="3183154"/>
                </a:lnTo>
                <a:cubicBezTo>
                  <a:pt x="3901970" y="3181070"/>
                  <a:pt x="3901574" y="3179037"/>
                  <a:pt x="3901574" y="3177052"/>
                </a:cubicBezTo>
                <a:cubicBezTo>
                  <a:pt x="3901574" y="3173579"/>
                  <a:pt x="3902566" y="3171049"/>
                  <a:pt x="3904550" y="3169462"/>
                </a:cubicBezTo>
                <a:cubicBezTo>
                  <a:pt x="3907527" y="3167180"/>
                  <a:pt x="3912587" y="3165890"/>
                  <a:pt x="3919731" y="3165592"/>
                </a:cubicBezTo>
                <a:lnTo>
                  <a:pt x="3919731" y="3160086"/>
                </a:lnTo>
                <a:lnTo>
                  <a:pt x="3854841" y="3160086"/>
                </a:lnTo>
                <a:lnTo>
                  <a:pt x="3854841" y="3165592"/>
                </a:lnTo>
                <a:cubicBezTo>
                  <a:pt x="3860794" y="3165890"/>
                  <a:pt x="3864863" y="3166733"/>
                  <a:pt x="3867046" y="3168122"/>
                </a:cubicBezTo>
                <a:cubicBezTo>
                  <a:pt x="3870915" y="3170404"/>
                  <a:pt x="3874040" y="3174522"/>
                  <a:pt x="3876422" y="3180475"/>
                </a:cubicBezTo>
                <a:lnTo>
                  <a:pt x="3884161" y="3200567"/>
                </a:lnTo>
                <a:lnTo>
                  <a:pt x="3854841" y="3264414"/>
                </a:lnTo>
                <a:lnTo>
                  <a:pt x="3825672" y="3185982"/>
                </a:lnTo>
                <a:cubicBezTo>
                  <a:pt x="3823984" y="3181616"/>
                  <a:pt x="3823141" y="3177895"/>
                  <a:pt x="3823141" y="3174820"/>
                </a:cubicBezTo>
                <a:cubicBezTo>
                  <a:pt x="3823141" y="3172041"/>
                  <a:pt x="3823960" y="3169908"/>
                  <a:pt x="3825596" y="3168420"/>
                </a:cubicBezTo>
                <a:cubicBezTo>
                  <a:pt x="3827234" y="3166932"/>
                  <a:pt x="3830681" y="3165989"/>
                  <a:pt x="3835941" y="3165592"/>
                </a:cubicBezTo>
                <a:lnTo>
                  <a:pt x="3835941" y="3160086"/>
                </a:lnTo>
                <a:close/>
                <a:moveTo>
                  <a:pt x="10792015" y="3156067"/>
                </a:moveTo>
                <a:lnTo>
                  <a:pt x="10750939" y="3172736"/>
                </a:lnTo>
                <a:lnTo>
                  <a:pt x="10753171" y="3178094"/>
                </a:lnTo>
                <a:cubicBezTo>
                  <a:pt x="10757041" y="3176606"/>
                  <a:pt x="10760365" y="3175862"/>
                  <a:pt x="10763143" y="3175862"/>
                </a:cubicBezTo>
                <a:cubicBezTo>
                  <a:pt x="10765723" y="3175862"/>
                  <a:pt x="10767781" y="3176506"/>
                  <a:pt x="10769319" y="3177796"/>
                </a:cubicBezTo>
                <a:cubicBezTo>
                  <a:pt x="10770857" y="3179086"/>
                  <a:pt x="10771998" y="3181517"/>
                  <a:pt x="10772742" y="3185089"/>
                </a:cubicBezTo>
                <a:cubicBezTo>
                  <a:pt x="10773486" y="3188661"/>
                  <a:pt x="10773858" y="3198632"/>
                  <a:pt x="10773858" y="3215003"/>
                </a:cubicBezTo>
                <a:lnTo>
                  <a:pt x="10773858" y="3265605"/>
                </a:lnTo>
                <a:cubicBezTo>
                  <a:pt x="10773858" y="3275527"/>
                  <a:pt x="10772643" y="3282249"/>
                  <a:pt x="10770212" y="3285771"/>
                </a:cubicBezTo>
                <a:cubicBezTo>
                  <a:pt x="10767781" y="3289293"/>
                  <a:pt x="10763093" y="3291054"/>
                  <a:pt x="10756148" y="3291054"/>
                </a:cubicBezTo>
                <a:lnTo>
                  <a:pt x="10753171" y="3291054"/>
                </a:lnTo>
                <a:lnTo>
                  <a:pt x="10753171" y="3296412"/>
                </a:lnTo>
                <a:lnTo>
                  <a:pt x="10820590" y="3296412"/>
                </a:lnTo>
                <a:lnTo>
                  <a:pt x="10820590" y="3291054"/>
                </a:lnTo>
                <a:cubicBezTo>
                  <a:pt x="10813149" y="3291054"/>
                  <a:pt x="10808213" y="3290385"/>
                  <a:pt x="10805782" y="3289045"/>
                </a:cubicBezTo>
                <a:cubicBezTo>
                  <a:pt x="10803351" y="3287706"/>
                  <a:pt x="10801441" y="3285597"/>
                  <a:pt x="10800052" y="3282720"/>
                </a:cubicBezTo>
                <a:cubicBezTo>
                  <a:pt x="10798960" y="3280537"/>
                  <a:pt x="10798415" y="3274832"/>
                  <a:pt x="10798415" y="3265605"/>
                </a:cubicBezTo>
                <a:lnTo>
                  <a:pt x="10798415" y="3193721"/>
                </a:lnTo>
                <a:cubicBezTo>
                  <a:pt x="10810122" y="3180822"/>
                  <a:pt x="10821880" y="3174373"/>
                  <a:pt x="10833687" y="3174373"/>
                </a:cubicBezTo>
                <a:cubicBezTo>
                  <a:pt x="10841327" y="3174373"/>
                  <a:pt x="10846760" y="3177176"/>
                  <a:pt x="10849984" y="3182782"/>
                </a:cubicBezTo>
                <a:cubicBezTo>
                  <a:pt x="10853208" y="3188388"/>
                  <a:pt x="10854821" y="3197392"/>
                  <a:pt x="10854821" y="3209794"/>
                </a:cubicBezTo>
                <a:lnTo>
                  <a:pt x="10854821" y="3265605"/>
                </a:lnTo>
                <a:cubicBezTo>
                  <a:pt x="10854821" y="3273443"/>
                  <a:pt x="10854622" y="3278106"/>
                  <a:pt x="10854225" y="3279595"/>
                </a:cubicBezTo>
                <a:cubicBezTo>
                  <a:pt x="10853234" y="3283365"/>
                  <a:pt x="10851472" y="3286217"/>
                  <a:pt x="10848942" y="3288152"/>
                </a:cubicBezTo>
                <a:cubicBezTo>
                  <a:pt x="10846412" y="3290087"/>
                  <a:pt x="10841972" y="3291054"/>
                  <a:pt x="10835622" y="3291054"/>
                </a:cubicBezTo>
                <a:lnTo>
                  <a:pt x="10832794" y="3291054"/>
                </a:lnTo>
                <a:lnTo>
                  <a:pt x="10832794" y="3296412"/>
                </a:lnTo>
                <a:lnTo>
                  <a:pt x="10900213" y="3296412"/>
                </a:lnTo>
                <a:lnTo>
                  <a:pt x="10900213" y="3291054"/>
                </a:lnTo>
                <a:cubicBezTo>
                  <a:pt x="10893665" y="3291054"/>
                  <a:pt x="10889176" y="3290360"/>
                  <a:pt x="10886744" y="3288971"/>
                </a:cubicBezTo>
                <a:cubicBezTo>
                  <a:pt x="10884313" y="3287582"/>
                  <a:pt x="10882553" y="3285647"/>
                  <a:pt x="10881461" y="3283167"/>
                </a:cubicBezTo>
                <a:cubicBezTo>
                  <a:pt x="10880072" y="3280091"/>
                  <a:pt x="10879377" y="3274237"/>
                  <a:pt x="10879377" y="3265605"/>
                </a:cubicBezTo>
                <a:lnTo>
                  <a:pt x="10879377" y="3207413"/>
                </a:lnTo>
                <a:cubicBezTo>
                  <a:pt x="10879377" y="3195110"/>
                  <a:pt x="10878286" y="3185982"/>
                  <a:pt x="10876103" y="3180029"/>
                </a:cubicBezTo>
                <a:cubicBezTo>
                  <a:pt x="10872928" y="3171496"/>
                  <a:pt x="10868662" y="3165369"/>
                  <a:pt x="10863304" y="3161649"/>
                </a:cubicBezTo>
                <a:cubicBezTo>
                  <a:pt x="10857946" y="3157928"/>
                  <a:pt x="10851547" y="3156067"/>
                  <a:pt x="10844105" y="3156067"/>
                </a:cubicBezTo>
                <a:cubicBezTo>
                  <a:pt x="10829619" y="3156067"/>
                  <a:pt x="10814389" y="3165691"/>
                  <a:pt x="10798415" y="3184940"/>
                </a:cubicBezTo>
                <a:lnTo>
                  <a:pt x="10798415" y="3156067"/>
                </a:lnTo>
                <a:close/>
                <a:moveTo>
                  <a:pt x="10681734" y="3156067"/>
                </a:moveTo>
                <a:cubicBezTo>
                  <a:pt x="10665958" y="3156067"/>
                  <a:pt x="10653704" y="3159639"/>
                  <a:pt x="10644973" y="3166783"/>
                </a:cubicBezTo>
                <a:cubicBezTo>
                  <a:pt x="10636242" y="3173927"/>
                  <a:pt x="10631876" y="3181765"/>
                  <a:pt x="10631876" y="3190298"/>
                </a:cubicBezTo>
                <a:cubicBezTo>
                  <a:pt x="10631876" y="3194763"/>
                  <a:pt x="10633042" y="3198285"/>
                  <a:pt x="10635374" y="3200865"/>
                </a:cubicBezTo>
                <a:cubicBezTo>
                  <a:pt x="10637705" y="3203444"/>
                  <a:pt x="10640707" y="3204734"/>
                  <a:pt x="10644378" y="3204734"/>
                </a:cubicBezTo>
                <a:cubicBezTo>
                  <a:pt x="10648148" y="3204734"/>
                  <a:pt x="10651199" y="3203494"/>
                  <a:pt x="10653531" y="3201013"/>
                </a:cubicBezTo>
                <a:cubicBezTo>
                  <a:pt x="10655862" y="3198533"/>
                  <a:pt x="10657028" y="3195011"/>
                  <a:pt x="10657028" y="3190447"/>
                </a:cubicBezTo>
                <a:lnTo>
                  <a:pt x="10656731" y="3181815"/>
                </a:lnTo>
                <a:cubicBezTo>
                  <a:pt x="10656731" y="3177449"/>
                  <a:pt x="10658615" y="3173579"/>
                  <a:pt x="10662386" y="3170206"/>
                </a:cubicBezTo>
                <a:cubicBezTo>
                  <a:pt x="10666057" y="3166833"/>
                  <a:pt x="10671018" y="3165146"/>
                  <a:pt x="10677269" y="3165146"/>
                </a:cubicBezTo>
                <a:cubicBezTo>
                  <a:pt x="10685504" y="3165146"/>
                  <a:pt x="10691780" y="3167676"/>
                  <a:pt x="10696096" y="3172736"/>
                </a:cubicBezTo>
                <a:cubicBezTo>
                  <a:pt x="10700412" y="3177796"/>
                  <a:pt x="10702570" y="3187123"/>
                  <a:pt x="10702570" y="3200716"/>
                </a:cubicBezTo>
                <a:lnTo>
                  <a:pt x="10702570" y="3206074"/>
                </a:lnTo>
                <a:cubicBezTo>
                  <a:pt x="10679154" y="3214606"/>
                  <a:pt x="10662410" y="3221849"/>
                  <a:pt x="10652340" y="3227803"/>
                </a:cubicBezTo>
                <a:cubicBezTo>
                  <a:pt x="10642270" y="3233756"/>
                  <a:pt x="10635200" y="3240106"/>
                  <a:pt x="10631132" y="3246852"/>
                </a:cubicBezTo>
                <a:cubicBezTo>
                  <a:pt x="10628156" y="3251714"/>
                  <a:pt x="10626667" y="3257469"/>
                  <a:pt x="10626667" y="3264116"/>
                </a:cubicBezTo>
                <a:cubicBezTo>
                  <a:pt x="10626667" y="3274634"/>
                  <a:pt x="10629718" y="3283117"/>
                  <a:pt x="10635820" y="3289566"/>
                </a:cubicBezTo>
                <a:cubicBezTo>
                  <a:pt x="10641922" y="3296015"/>
                  <a:pt x="10649686" y="3299240"/>
                  <a:pt x="10659112" y="3299240"/>
                </a:cubicBezTo>
                <a:cubicBezTo>
                  <a:pt x="10665164" y="3299240"/>
                  <a:pt x="10670869" y="3298000"/>
                  <a:pt x="10676227" y="3295519"/>
                </a:cubicBezTo>
                <a:cubicBezTo>
                  <a:pt x="10679799" y="3293833"/>
                  <a:pt x="10688580" y="3287582"/>
                  <a:pt x="10702570" y="3276767"/>
                </a:cubicBezTo>
                <a:cubicBezTo>
                  <a:pt x="10702668" y="3284903"/>
                  <a:pt x="10704157" y="3290657"/>
                  <a:pt x="10707034" y="3294031"/>
                </a:cubicBezTo>
                <a:cubicBezTo>
                  <a:pt x="10709912" y="3297404"/>
                  <a:pt x="10713782" y="3299091"/>
                  <a:pt x="10718643" y="3299091"/>
                </a:cubicBezTo>
                <a:cubicBezTo>
                  <a:pt x="10728763" y="3299091"/>
                  <a:pt x="10739380" y="3291650"/>
                  <a:pt x="10750492" y="3276767"/>
                </a:cubicBezTo>
                <a:lnTo>
                  <a:pt x="10750492" y="3268432"/>
                </a:lnTo>
                <a:cubicBezTo>
                  <a:pt x="10744539" y="3274386"/>
                  <a:pt x="10740521" y="3278007"/>
                  <a:pt x="10738437" y="3279297"/>
                </a:cubicBezTo>
                <a:cubicBezTo>
                  <a:pt x="10737247" y="3279991"/>
                  <a:pt x="10735857" y="3280339"/>
                  <a:pt x="10734270" y="3280339"/>
                </a:cubicBezTo>
                <a:cubicBezTo>
                  <a:pt x="10732782" y="3280339"/>
                  <a:pt x="10731467" y="3279843"/>
                  <a:pt x="10730326" y="3278850"/>
                </a:cubicBezTo>
                <a:cubicBezTo>
                  <a:pt x="10729185" y="3277858"/>
                  <a:pt x="10728367" y="3275899"/>
                  <a:pt x="10727870" y="3272972"/>
                </a:cubicBezTo>
                <a:cubicBezTo>
                  <a:pt x="10727374" y="3270045"/>
                  <a:pt x="10727126" y="3262082"/>
                  <a:pt x="10727126" y="3249085"/>
                </a:cubicBezTo>
                <a:lnTo>
                  <a:pt x="10727126" y="3202799"/>
                </a:lnTo>
                <a:cubicBezTo>
                  <a:pt x="10727126" y="3189603"/>
                  <a:pt x="10726233" y="3180872"/>
                  <a:pt x="10724447" y="3176606"/>
                </a:cubicBezTo>
                <a:cubicBezTo>
                  <a:pt x="10721670" y="3170057"/>
                  <a:pt x="10717354" y="3165245"/>
                  <a:pt x="10711499" y="3162169"/>
                </a:cubicBezTo>
                <a:cubicBezTo>
                  <a:pt x="10703760" y="3158101"/>
                  <a:pt x="10693839" y="3156067"/>
                  <a:pt x="10681734" y="3156067"/>
                </a:cubicBezTo>
                <a:close/>
                <a:moveTo>
                  <a:pt x="10481560" y="3156067"/>
                </a:moveTo>
                <a:cubicBezTo>
                  <a:pt x="10469356" y="3156067"/>
                  <a:pt x="10459410" y="3159838"/>
                  <a:pt x="10451720" y="3167378"/>
                </a:cubicBezTo>
                <a:cubicBezTo>
                  <a:pt x="10444031" y="3174919"/>
                  <a:pt x="10440186" y="3184295"/>
                  <a:pt x="10440186" y="3195507"/>
                </a:cubicBezTo>
                <a:cubicBezTo>
                  <a:pt x="10440186" y="3204139"/>
                  <a:pt x="10442418" y="3211282"/>
                  <a:pt x="10446883" y="3216938"/>
                </a:cubicBezTo>
                <a:cubicBezTo>
                  <a:pt x="10451348" y="3222693"/>
                  <a:pt x="10460774" y="3229142"/>
                  <a:pt x="10475160" y="3236286"/>
                </a:cubicBezTo>
                <a:cubicBezTo>
                  <a:pt x="10489548" y="3243429"/>
                  <a:pt x="10499147" y="3249333"/>
                  <a:pt x="10503958" y="3253996"/>
                </a:cubicBezTo>
                <a:cubicBezTo>
                  <a:pt x="10508771" y="3258659"/>
                  <a:pt x="10511177" y="3264414"/>
                  <a:pt x="10511177" y="3271260"/>
                </a:cubicBezTo>
                <a:cubicBezTo>
                  <a:pt x="10511177" y="3276916"/>
                  <a:pt x="10509019" y="3281753"/>
                  <a:pt x="10504703" y="3285771"/>
                </a:cubicBezTo>
                <a:cubicBezTo>
                  <a:pt x="10500387" y="3289789"/>
                  <a:pt x="10494806" y="3291799"/>
                  <a:pt x="10487959" y="3291799"/>
                </a:cubicBezTo>
                <a:cubicBezTo>
                  <a:pt x="10478237" y="3291799"/>
                  <a:pt x="10469456" y="3288276"/>
                  <a:pt x="10461617" y="3281232"/>
                </a:cubicBezTo>
                <a:cubicBezTo>
                  <a:pt x="10453779" y="3274187"/>
                  <a:pt x="10448471" y="3263720"/>
                  <a:pt x="10445692" y="3249829"/>
                </a:cubicBezTo>
                <a:lnTo>
                  <a:pt x="10440781" y="3249829"/>
                </a:lnTo>
                <a:lnTo>
                  <a:pt x="10440781" y="3298496"/>
                </a:lnTo>
                <a:lnTo>
                  <a:pt x="10445692" y="3298496"/>
                </a:lnTo>
                <a:cubicBezTo>
                  <a:pt x="10446983" y="3295916"/>
                  <a:pt x="10448769" y="3294626"/>
                  <a:pt x="10451050" y="3294626"/>
                </a:cubicBezTo>
                <a:cubicBezTo>
                  <a:pt x="10453134" y="3294626"/>
                  <a:pt x="10455813" y="3295122"/>
                  <a:pt x="10459087" y="3296115"/>
                </a:cubicBezTo>
                <a:cubicBezTo>
                  <a:pt x="10469802" y="3299091"/>
                  <a:pt x="10479327" y="3300579"/>
                  <a:pt x="10487662" y="3300579"/>
                </a:cubicBezTo>
                <a:cubicBezTo>
                  <a:pt x="10499270" y="3300579"/>
                  <a:pt x="10509763" y="3296784"/>
                  <a:pt x="10519139" y="3289194"/>
                </a:cubicBezTo>
                <a:cubicBezTo>
                  <a:pt x="10528515" y="3281604"/>
                  <a:pt x="10533203" y="3271607"/>
                  <a:pt x="10533203" y="3259205"/>
                </a:cubicBezTo>
                <a:cubicBezTo>
                  <a:pt x="10533203" y="3243132"/>
                  <a:pt x="10523133" y="3230184"/>
                  <a:pt x="10502991" y="3220361"/>
                </a:cubicBezTo>
                <a:lnTo>
                  <a:pt x="10481262" y="3209794"/>
                </a:lnTo>
                <a:cubicBezTo>
                  <a:pt x="10471837" y="3205230"/>
                  <a:pt x="10465586" y="3200914"/>
                  <a:pt x="10462510" y="3196846"/>
                </a:cubicBezTo>
                <a:cubicBezTo>
                  <a:pt x="10459336" y="3192878"/>
                  <a:pt x="10457747" y="3188115"/>
                  <a:pt x="10457747" y="3182559"/>
                </a:cubicBezTo>
                <a:cubicBezTo>
                  <a:pt x="10457747" y="3178094"/>
                  <a:pt x="10459881" y="3174026"/>
                  <a:pt x="10464147" y="3170355"/>
                </a:cubicBezTo>
                <a:cubicBezTo>
                  <a:pt x="10468414" y="3166684"/>
                  <a:pt x="10474020" y="3164848"/>
                  <a:pt x="10480964" y="3164848"/>
                </a:cubicBezTo>
                <a:cubicBezTo>
                  <a:pt x="10490093" y="3164848"/>
                  <a:pt x="10497609" y="3167477"/>
                  <a:pt x="10503512" y="3172736"/>
                </a:cubicBezTo>
                <a:cubicBezTo>
                  <a:pt x="10509416" y="3177995"/>
                  <a:pt x="10514253" y="3187917"/>
                  <a:pt x="10518023" y="3202502"/>
                </a:cubicBezTo>
                <a:lnTo>
                  <a:pt x="10522934" y="3202502"/>
                </a:lnTo>
                <a:lnTo>
                  <a:pt x="10522934" y="3156067"/>
                </a:lnTo>
                <a:lnTo>
                  <a:pt x="10518023" y="3156067"/>
                </a:lnTo>
                <a:cubicBezTo>
                  <a:pt x="10516832" y="3158449"/>
                  <a:pt x="10515790" y="3159986"/>
                  <a:pt x="10514897" y="3160681"/>
                </a:cubicBezTo>
                <a:cubicBezTo>
                  <a:pt x="10514004" y="3161375"/>
                  <a:pt x="10512765" y="3161723"/>
                  <a:pt x="10511177" y="3161723"/>
                </a:cubicBezTo>
                <a:cubicBezTo>
                  <a:pt x="10509491" y="3161723"/>
                  <a:pt x="10506116" y="3160979"/>
                  <a:pt x="10501056" y="3159490"/>
                </a:cubicBezTo>
                <a:cubicBezTo>
                  <a:pt x="10493417" y="3157208"/>
                  <a:pt x="10486918" y="3156067"/>
                  <a:pt x="10481560" y="3156067"/>
                </a:cubicBezTo>
                <a:close/>
                <a:moveTo>
                  <a:pt x="10363688" y="3156067"/>
                </a:moveTo>
                <a:lnTo>
                  <a:pt x="10322463" y="3172736"/>
                </a:lnTo>
                <a:lnTo>
                  <a:pt x="10323951" y="3178094"/>
                </a:lnTo>
                <a:cubicBezTo>
                  <a:pt x="10327820" y="3176606"/>
                  <a:pt x="10331293" y="3175862"/>
                  <a:pt x="10334369" y="3175862"/>
                </a:cubicBezTo>
                <a:cubicBezTo>
                  <a:pt x="10336949" y="3175862"/>
                  <a:pt x="10339107" y="3176556"/>
                  <a:pt x="10340843" y="3177945"/>
                </a:cubicBezTo>
                <a:cubicBezTo>
                  <a:pt x="10342580" y="3179334"/>
                  <a:pt x="10343771" y="3181542"/>
                  <a:pt x="10344415" y="3184568"/>
                </a:cubicBezTo>
                <a:cubicBezTo>
                  <a:pt x="10345060" y="3187594"/>
                  <a:pt x="10345382" y="3197045"/>
                  <a:pt x="10345382" y="3212920"/>
                </a:cubicBezTo>
                <a:lnTo>
                  <a:pt x="10345382" y="3265754"/>
                </a:lnTo>
                <a:cubicBezTo>
                  <a:pt x="10345382" y="3273691"/>
                  <a:pt x="10345134" y="3278503"/>
                  <a:pt x="10344638" y="3280190"/>
                </a:cubicBezTo>
                <a:cubicBezTo>
                  <a:pt x="10343646" y="3283663"/>
                  <a:pt x="10341910" y="3286193"/>
                  <a:pt x="10339429" y="3287780"/>
                </a:cubicBezTo>
                <a:cubicBezTo>
                  <a:pt x="10336056" y="3289963"/>
                  <a:pt x="10330897" y="3291054"/>
                  <a:pt x="10323951" y="3291054"/>
                </a:cubicBezTo>
                <a:lnTo>
                  <a:pt x="10323951" y="3296412"/>
                </a:lnTo>
                <a:lnTo>
                  <a:pt x="10393751" y="3296412"/>
                </a:lnTo>
                <a:lnTo>
                  <a:pt x="10393751" y="3291054"/>
                </a:lnTo>
                <a:cubicBezTo>
                  <a:pt x="10387600" y="3291054"/>
                  <a:pt x="10382887" y="3290161"/>
                  <a:pt x="10379613" y="3288375"/>
                </a:cubicBezTo>
                <a:cubicBezTo>
                  <a:pt x="10376338" y="3286590"/>
                  <a:pt x="10374057" y="3284357"/>
                  <a:pt x="10372766" y="3281678"/>
                </a:cubicBezTo>
                <a:cubicBezTo>
                  <a:pt x="10370882" y="3277809"/>
                  <a:pt x="10369939" y="3272104"/>
                  <a:pt x="10369939" y="3264563"/>
                </a:cubicBezTo>
                <a:lnTo>
                  <a:pt x="10369939" y="3199227"/>
                </a:lnTo>
                <a:cubicBezTo>
                  <a:pt x="10374701" y="3189901"/>
                  <a:pt x="10379315" y="3183204"/>
                  <a:pt x="10383780" y="3179136"/>
                </a:cubicBezTo>
                <a:cubicBezTo>
                  <a:pt x="10385863" y="3177151"/>
                  <a:pt x="10387798" y="3176159"/>
                  <a:pt x="10389584" y="3176159"/>
                </a:cubicBezTo>
                <a:cubicBezTo>
                  <a:pt x="10391668" y="3176159"/>
                  <a:pt x="10394867" y="3177871"/>
                  <a:pt x="10399183" y="3181294"/>
                </a:cubicBezTo>
                <a:cubicBezTo>
                  <a:pt x="10403499" y="3184717"/>
                  <a:pt x="10407395" y="3186428"/>
                  <a:pt x="10410866" y="3186428"/>
                </a:cubicBezTo>
                <a:cubicBezTo>
                  <a:pt x="10414438" y="3186428"/>
                  <a:pt x="10417515" y="3185089"/>
                  <a:pt x="10420094" y="3182410"/>
                </a:cubicBezTo>
                <a:cubicBezTo>
                  <a:pt x="10422674" y="3179731"/>
                  <a:pt x="10423963" y="3176457"/>
                  <a:pt x="10423963" y="3172587"/>
                </a:cubicBezTo>
                <a:cubicBezTo>
                  <a:pt x="10423963" y="3168222"/>
                  <a:pt x="10422177" y="3164377"/>
                  <a:pt x="10418606" y="3161053"/>
                </a:cubicBezTo>
                <a:cubicBezTo>
                  <a:pt x="10415034" y="3157729"/>
                  <a:pt x="10410520" y="3156067"/>
                  <a:pt x="10405062" y="3156067"/>
                </a:cubicBezTo>
                <a:cubicBezTo>
                  <a:pt x="10393057" y="3156067"/>
                  <a:pt x="10381350" y="3166287"/>
                  <a:pt x="10369939" y="3186726"/>
                </a:cubicBezTo>
                <a:lnTo>
                  <a:pt x="10369939" y="3156067"/>
                </a:lnTo>
                <a:close/>
                <a:moveTo>
                  <a:pt x="9934765" y="3156067"/>
                </a:moveTo>
                <a:lnTo>
                  <a:pt x="9893689" y="3172736"/>
                </a:lnTo>
                <a:lnTo>
                  <a:pt x="9895921" y="3178094"/>
                </a:lnTo>
                <a:cubicBezTo>
                  <a:pt x="9899791" y="3176606"/>
                  <a:pt x="9903114" y="3175862"/>
                  <a:pt x="9905893" y="3175862"/>
                </a:cubicBezTo>
                <a:cubicBezTo>
                  <a:pt x="9908472" y="3175862"/>
                  <a:pt x="9910531" y="3176506"/>
                  <a:pt x="9912069" y="3177796"/>
                </a:cubicBezTo>
                <a:cubicBezTo>
                  <a:pt x="9913607" y="3179086"/>
                  <a:pt x="9914748" y="3181517"/>
                  <a:pt x="9915492" y="3185089"/>
                </a:cubicBezTo>
                <a:cubicBezTo>
                  <a:pt x="9916236" y="3188661"/>
                  <a:pt x="9916608" y="3198632"/>
                  <a:pt x="9916608" y="3215003"/>
                </a:cubicBezTo>
                <a:lnTo>
                  <a:pt x="9916608" y="3265605"/>
                </a:lnTo>
                <a:cubicBezTo>
                  <a:pt x="9916608" y="3275527"/>
                  <a:pt x="9915393" y="3282249"/>
                  <a:pt x="9912962" y="3285771"/>
                </a:cubicBezTo>
                <a:cubicBezTo>
                  <a:pt x="9910531" y="3289293"/>
                  <a:pt x="9905843" y="3291054"/>
                  <a:pt x="9898898" y="3291054"/>
                </a:cubicBezTo>
                <a:lnTo>
                  <a:pt x="9895921" y="3291054"/>
                </a:lnTo>
                <a:lnTo>
                  <a:pt x="9895921" y="3296412"/>
                </a:lnTo>
                <a:lnTo>
                  <a:pt x="9963340" y="3296412"/>
                </a:lnTo>
                <a:lnTo>
                  <a:pt x="9963340" y="3291054"/>
                </a:lnTo>
                <a:cubicBezTo>
                  <a:pt x="9955899" y="3291054"/>
                  <a:pt x="9950963" y="3290385"/>
                  <a:pt x="9948532" y="3289045"/>
                </a:cubicBezTo>
                <a:cubicBezTo>
                  <a:pt x="9946101" y="3287706"/>
                  <a:pt x="9944191" y="3285597"/>
                  <a:pt x="9942802" y="3282720"/>
                </a:cubicBezTo>
                <a:cubicBezTo>
                  <a:pt x="9941711" y="3280537"/>
                  <a:pt x="9941165" y="3274832"/>
                  <a:pt x="9941165" y="3265605"/>
                </a:cubicBezTo>
                <a:lnTo>
                  <a:pt x="9941165" y="3193721"/>
                </a:lnTo>
                <a:cubicBezTo>
                  <a:pt x="9952873" y="3180822"/>
                  <a:pt x="9964630" y="3174373"/>
                  <a:pt x="9976437" y="3174373"/>
                </a:cubicBezTo>
                <a:cubicBezTo>
                  <a:pt x="9984077" y="3174373"/>
                  <a:pt x="9989509" y="3177176"/>
                  <a:pt x="9992734" y="3182782"/>
                </a:cubicBezTo>
                <a:cubicBezTo>
                  <a:pt x="9995959" y="3188388"/>
                  <a:pt x="9997571" y="3197392"/>
                  <a:pt x="9997571" y="3209794"/>
                </a:cubicBezTo>
                <a:lnTo>
                  <a:pt x="9997571" y="3265605"/>
                </a:lnTo>
                <a:cubicBezTo>
                  <a:pt x="9997571" y="3273443"/>
                  <a:pt x="9997372" y="3278106"/>
                  <a:pt x="9996975" y="3279595"/>
                </a:cubicBezTo>
                <a:cubicBezTo>
                  <a:pt x="9995983" y="3283365"/>
                  <a:pt x="9994222" y="3286217"/>
                  <a:pt x="9991692" y="3288152"/>
                </a:cubicBezTo>
                <a:cubicBezTo>
                  <a:pt x="9989162" y="3290087"/>
                  <a:pt x="9984722" y="3291054"/>
                  <a:pt x="9978372" y="3291054"/>
                </a:cubicBezTo>
                <a:lnTo>
                  <a:pt x="9975544" y="3291054"/>
                </a:lnTo>
                <a:lnTo>
                  <a:pt x="9975544" y="3296412"/>
                </a:lnTo>
                <a:lnTo>
                  <a:pt x="10042963" y="3296412"/>
                </a:lnTo>
                <a:lnTo>
                  <a:pt x="10042963" y="3291054"/>
                </a:lnTo>
                <a:cubicBezTo>
                  <a:pt x="10036415" y="3291054"/>
                  <a:pt x="10031925" y="3290360"/>
                  <a:pt x="10029494" y="3288971"/>
                </a:cubicBezTo>
                <a:cubicBezTo>
                  <a:pt x="10027064" y="3287582"/>
                  <a:pt x="10025302" y="3285647"/>
                  <a:pt x="10024211" y="3283167"/>
                </a:cubicBezTo>
                <a:cubicBezTo>
                  <a:pt x="10022822" y="3280091"/>
                  <a:pt x="10022127" y="3274237"/>
                  <a:pt x="10022127" y="3265605"/>
                </a:cubicBezTo>
                <a:lnTo>
                  <a:pt x="10022127" y="3207413"/>
                </a:lnTo>
                <a:cubicBezTo>
                  <a:pt x="10022127" y="3195110"/>
                  <a:pt x="10021036" y="3185982"/>
                  <a:pt x="10018853" y="3180029"/>
                </a:cubicBezTo>
                <a:cubicBezTo>
                  <a:pt x="10015678" y="3171496"/>
                  <a:pt x="10011412" y="3165369"/>
                  <a:pt x="10006054" y="3161649"/>
                </a:cubicBezTo>
                <a:cubicBezTo>
                  <a:pt x="10000696" y="3157928"/>
                  <a:pt x="9994297" y="3156067"/>
                  <a:pt x="9986855" y="3156067"/>
                </a:cubicBezTo>
                <a:cubicBezTo>
                  <a:pt x="9972369" y="3156067"/>
                  <a:pt x="9957139" y="3165691"/>
                  <a:pt x="9941165" y="3184940"/>
                </a:cubicBezTo>
                <a:lnTo>
                  <a:pt x="9941165" y="3156067"/>
                </a:lnTo>
                <a:close/>
                <a:moveTo>
                  <a:pt x="9595735" y="3156067"/>
                </a:moveTo>
                <a:cubicBezTo>
                  <a:pt x="9583531" y="3156067"/>
                  <a:pt x="9573584" y="3159838"/>
                  <a:pt x="9565895" y="3167378"/>
                </a:cubicBezTo>
                <a:cubicBezTo>
                  <a:pt x="9558205" y="3174919"/>
                  <a:pt x="9554361" y="3184295"/>
                  <a:pt x="9554361" y="3195507"/>
                </a:cubicBezTo>
                <a:cubicBezTo>
                  <a:pt x="9554361" y="3204139"/>
                  <a:pt x="9556593" y="3211282"/>
                  <a:pt x="9561058" y="3216938"/>
                </a:cubicBezTo>
                <a:cubicBezTo>
                  <a:pt x="9565523" y="3222693"/>
                  <a:pt x="9574948" y="3229142"/>
                  <a:pt x="9589335" y="3236286"/>
                </a:cubicBezTo>
                <a:cubicBezTo>
                  <a:pt x="9603722" y="3243429"/>
                  <a:pt x="9613322" y="3249333"/>
                  <a:pt x="9618133" y="3253996"/>
                </a:cubicBezTo>
                <a:cubicBezTo>
                  <a:pt x="9622945" y="3258659"/>
                  <a:pt x="9625352" y="3264414"/>
                  <a:pt x="9625352" y="3271260"/>
                </a:cubicBezTo>
                <a:cubicBezTo>
                  <a:pt x="9625352" y="3276916"/>
                  <a:pt x="9623194" y="3281753"/>
                  <a:pt x="9618878" y="3285771"/>
                </a:cubicBezTo>
                <a:cubicBezTo>
                  <a:pt x="9614562" y="3289789"/>
                  <a:pt x="9608981" y="3291799"/>
                  <a:pt x="9602134" y="3291799"/>
                </a:cubicBezTo>
                <a:cubicBezTo>
                  <a:pt x="9592411" y="3291799"/>
                  <a:pt x="9583630" y="3288276"/>
                  <a:pt x="9575792" y="3281232"/>
                </a:cubicBezTo>
                <a:cubicBezTo>
                  <a:pt x="9567953" y="3274187"/>
                  <a:pt x="9562646" y="3263720"/>
                  <a:pt x="9559867" y="3249829"/>
                </a:cubicBezTo>
                <a:lnTo>
                  <a:pt x="9554956" y="3249829"/>
                </a:lnTo>
                <a:lnTo>
                  <a:pt x="9554956" y="3298496"/>
                </a:lnTo>
                <a:lnTo>
                  <a:pt x="9559867" y="3298496"/>
                </a:lnTo>
                <a:cubicBezTo>
                  <a:pt x="9561157" y="3295916"/>
                  <a:pt x="9562943" y="3294626"/>
                  <a:pt x="9565225" y="3294626"/>
                </a:cubicBezTo>
                <a:cubicBezTo>
                  <a:pt x="9567309" y="3294626"/>
                  <a:pt x="9569988" y="3295122"/>
                  <a:pt x="9573262" y="3296115"/>
                </a:cubicBezTo>
                <a:cubicBezTo>
                  <a:pt x="9583977" y="3299091"/>
                  <a:pt x="9593502" y="3300579"/>
                  <a:pt x="9601837" y="3300579"/>
                </a:cubicBezTo>
                <a:cubicBezTo>
                  <a:pt x="9613445" y="3300579"/>
                  <a:pt x="9623938" y="3296784"/>
                  <a:pt x="9633314" y="3289194"/>
                </a:cubicBezTo>
                <a:cubicBezTo>
                  <a:pt x="9642690" y="3281604"/>
                  <a:pt x="9647378" y="3271607"/>
                  <a:pt x="9647378" y="3259205"/>
                </a:cubicBezTo>
                <a:cubicBezTo>
                  <a:pt x="9647378" y="3243132"/>
                  <a:pt x="9637307" y="3230184"/>
                  <a:pt x="9617166" y="3220361"/>
                </a:cubicBezTo>
                <a:lnTo>
                  <a:pt x="9595437" y="3209794"/>
                </a:lnTo>
                <a:cubicBezTo>
                  <a:pt x="9586012" y="3205230"/>
                  <a:pt x="9579761" y="3200914"/>
                  <a:pt x="9576685" y="3196846"/>
                </a:cubicBezTo>
                <a:cubicBezTo>
                  <a:pt x="9573510" y="3192878"/>
                  <a:pt x="9571922" y="3188115"/>
                  <a:pt x="9571922" y="3182559"/>
                </a:cubicBezTo>
                <a:cubicBezTo>
                  <a:pt x="9571922" y="3178094"/>
                  <a:pt x="9574055" y="3174026"/>
                  <a:pt x="9578322" y="3170355"/>
                </a:cubicBezTo>
                <a:cubicBezTo>
                  <a:pt x="9582589" y="3166684"/>
                  <a:pt x="9588194" y="3164848"/>
                  <a:pt x="9595139" y="3164848"/>
                </a:cubicBezTo>
                <a:cubicBezTo>
                  <a:pt x="9604267" y="3164848"/>
                  <a:pt x="9611783" y="3167477"/>
                  <a:pt x="9617687" y="3172736"/>
                </a:cubicBezTo>
                <a:cubicBezTo>
                  <a:pt x="9623591" y="3177995"/>
                  <a:pt x="9628428" y="3187917"/>
                  <a:pt x="9632198" y="3202502"/>
                </a:cubicBezTo>
                <a:lnTo>
                  <a:pt x="9637109" y="3202502"/>
                </a:lnTo>
                <a:lnTo>
                  <a:pt x="9637109" y="3156067"/>
                </a:lnTo>
                <a:lnTo>
                  <a:pt x="9632198" y="3156067"/>
                </a:lnTo>
                <a:cubicBezTo>
                  <a:pt x="9631007" y="3158449"/>
                  <a:pt x="9629965" y="3159986"/>
                  <a:pt x="9629072" y="3160681"/>
                </a:cubicBezTo>
                <a:cubicBezTo>
                  <a:pt x="9628179" y="3161375"/>
                  <a:pt x="9626939" y="3161723"/>
                  <a:pt x="9625352" y="3161723"/>
                </a:cubicBezTo>
                <a:cubicBezTo>
                  <a:pt x="9623665" y="3161723"/>
                  <a:pt x="9620291" y="3160979"/>
                  <a:pt x="9615231" y="3159490"/>
                </a:cubicBezTo>
                <a:cubicBezTo>
                  <a:pt x="9607592" y="3157208"/>
                  <a:pt x="9601093" y="3156067"/>
                  <a:pt x="9595735" y="3156067"/>
                </a:cubicBezTo>
                <a:close/>
                <a:moveTo>
                  <a:pt x="9249412" y="3156067"/>
                </a:moveTo>
                <a:cubicBezTo>
                  <a:pt x="9241573" y="3156067"/>
                  <a:pt x="9234107" y="3158473"/>
                  <a:pt x="9227013" y="3163285"/>
                </a:cubicBezTo>
                <a:cubicBezTo>
                  <a:pt x="9219919" y="3168097"/>
                  <a:pt x="9212849" y="3176506"/>
                  <a:pt x="9205805" y="3188512"/>
                </a:cubicBezTo>
                <a:lnTo>
                  <a:pt x="9205805" y="3156663"/>
                </a:lnTo>
                <a:lnTo>
                  <a:pt x="9200150" y="3156663"/>
                </a:lnTo>
                <a:lnTo>
                  <a:pt x="9158180" y="3173629"/>
                </a:lnTo>
                <a:lnTo>
                  <a:pt x="9159966" y="3178391"/>
                </a:lnTo>
                <a:cubicBezTo>
                  <a:pt x="9163637" y="3177002"/>
                  <a:pt x="9166663" y="3176308"/>
                  <a:pt x="9169045" y="3176308"/>
                </a:cubicBezTo>
                <a:cubicBezTo>
                  <a:pt x="9172021" y="3176308"/>
                  <a:pt x="9174377" y="3176903"/>
                  <a:pt x="9176114" y="3178094"/>
                </a:cubicBezTo>
                <a:cubicBezTo>
                  <a:pt x="9177850" y="3179284"/>
                  <a:pt x="9179115" y="3181070"/>
                  <a:pt x="9179909" y="3183452"/>
                </a:cubicBezTo>
                <a:cubicBezTo>
                  <a:pt x="9180703" y="3185833"/>
                  <a:pt x="9181100" y="3191439"/>
                  <a:pt x="9181100" y="3200269"/>
                </a:cubicBezTo>
                <a:lnTo>
                  <a:pt x="9181100" y="3329154"/>
                </a:lnTo>
                <a:cubicBezTo>
                  <a:pt x="9181100" y="3339076"/>
                  <a:pt x="9180579" y="3345253"/>
                  <a:pt x="9179537" y="3347684"/>
                </a:cubicBezTo>
                <a:cubicBezTo>
                  <a:pt x="9178495" y="3350114"/>
                  <a:pt x="9177032" y="3351875"/>
                  <a:pt x="9175147" y="3352967"/>
                </a:cubicBezTo>
                <a:cubicBezTo>
                  <a:pt x="9171277" y="3355150"/>
                  <a:pt x="9166614" y="3356191"/>
                  <a:pt x="9161157" y="3356092"/>
                </a:cubicBezTo>
                <a:lnTo>
                  <a:pt x="9157436" y="3356092"/>
                </a:lnTo>
                <a:lnTo>
                  <a:pt x="9157436" y="3361599"/>
                </a:lnTo>
                <a:lnTo>
                  <a:pt x="9228873" y="3361599"/>
                </a:lnTo>
                <a:lnTo>
                  <a:pt x="9228873" y="3356092"/>
                </a:lnTo>
                <a:cubicBezTo>
                  <a:pt x="9221432" y="3356092"/>
                  <a:pt x="9216297" y="3355348"/>
                  <a:pt x="9213470" y="3353860"/>
                </a:cubicBezTo>
                <a:cubicBezTo>
                  <a:pt x="9210642" y="3352372"/>
                  <a:pt x="9208658" y="3350362"/>
                  <a:pt x="9207517" y="3347832"/>
                </a:cubicBezTo>
                <a:cubicBezTo>
                  <a:pt x="9206375" y="3345302"/>
                  <a:pt x="9205805" y="3339374"/>
                  <a:pt x="9205805" y="3330047"/>
                </a:cubicBezTo>
                <a:lnTo>
                  <a:pt x="9205805" y="3288524"/>
                </a:lnTo>
                <a:cubicBezTo>
                  <a:pt x="9210766" y="3292989"/>
                  <a:pt x="9215231" y="3295966"/>
                  <a:pt x="9219200" y="3297454"/>
                </a:cubicBezTo>
                <a:cubicBezTo>
                  <a:pt x="9224557" y="3299538"/>
                  <a:pt x="9230908" y="3300579"/>
                  <a:pt x="9238250" y="3300579"/>
                </a:cubicBezTo>
                <a:cubicBezTo>
                  <a:pt x="9255117" y="3300579"/>
                  <a:pt x="9269106" y="3294279"/>
                  <a:pt x="9280219" y="3281678"/>
                </a:cubicBezTo>
                <a:cubicBezTo>
                  <a:pt x="9293713" y="3266299"/>
                  <a:pt x="9300460" y="3246852"/>
                  <a:pt x="9300460" y="3223338"/>
                </a:cubicBezTo>
                <a:cubicBezTo>
                  <a:pt x="9300460" y="3202303"/>
                  <a:pt x="9294854" y="3185238"/>
                  <a:pt x="9283642" y="3172141"/>
                </a:cubicBezTo>
                <a:cubicBezTo>
                  <a:pt x="9274514" y="3161425"/>
                  <a:pt x="9263104" y="3156067"/>
                  <a:pt x="9249412" y="3156067"/>
                </a:cubicBezTo>
                <a:close/>
                <a:moveTo>
                  <a:pt x="8586085" y="3156067"/>
                </a:moveTo>
                <a:cubicBezTo>
                  <a:pt x="8573881" y="3156067"/>
                  <a:pt x="8563934" y="3159838"/>
                  <a:pt x="8556245" y="3167378"/>
                </a:cubicBezTo>
                <a:cubicBezTo>
                  <a:pt x="8548555" y="3174919"/>
                  <a:pt x="8544710" y="3184295"/>
                  <a:pt x="8544710" y="3195507"/>
                </a:cubicBezTo>
                <a:cubicBezTo>
                  <a:pt x="8544710" y="3204139"/>
                  <a:pt x="8546943" y="3211282"/>
                  <a:pt x="8551408" y="3216938"/>
                </a:cubicBezTo>
                <a:cubicBezTo>
                  <a:pt x="8555872" y="3222693"/>
                  <a:pt x="8565298" y="3229142"/>
                  <a:pt x="8579685" y="3236286"/>
                </a:cubicBezTo>
                <a:cubicBezTo>
                  <a:pt x="8594072" y="3243429"/>
                  <a:pt x="8603672" y="3249333"/>
                  <a:pt x="8608484" y="3253996"/>
                </a:cubicBezTo>
                <a:cubicBezTo>
                  <a:pt x="8613296" y="3258659"/>
                  <a:pt x="8615702" y="3264414"/>
                  <a:pt x="8615702" y="3271260"/>
                </a:cubicBezTo>
                <a:cubicBezTo>
                  <a:pt x="8615702" y="3276916"/>
                  <a:pt x="8613544" y="3281753"/>
                  <a:pt x="8609228" y="3285771"/>
                </a:cubicBezTo>
                <a:cubicBezTo>
                  <a:pt x="8604912" y="3289789"/>
                  <a:pt x="8599330" y="3291799"/>
                  <a:pt x="8592484" y="3291799"/>
                </a:cubicBezTo>
                <a:cubicBezTo>
                  <a:pt x="8582761" y="3291799"/>
                  <a:pt x="8573980" y="3288276"/>
                  <a:pt x="8566142" y="3281232"/>
                </a:cubicBezTo>
                <a:cubicBezTo>
                  <a:pt x="8558304" y="3274187"/>
                  <a:pt x="8552996" y="3263720"/>
                  <a:pt x="8550217" y="3249829"/>
                </a:cubicBezTo>
                <a:lnTo>
                  <a:pt x="8545306" y="3249829"/>
                </a:lnTo>
                <a:lnTo>
                  <a:pt x="8545306" y="3298496"/>
                </a:lnTo>
                <a:lnTo>
                  <a:pt x="8550217" y="3298496"/>
                </a:lnTo>
                <a:cubicBezTo>
                  <a:pt x="8551508" y="3295916"/>
                  <a:pt x="8553293" y="3294626"/>
                  <a:pt x="8555575" y="3294626"/>
                </a:cubicBezTo>
                <a:cubicBezTo>
                  <a:pt x="8557658" y="3294626"/>
                  <a:pt x="8560338" y="3295122"/>
                  <a:pt x="8563612" y="3296115"/>
                </a:cubicBezTo>
                <a:cubicBezTo>
                  <a:pt x="8574328" y="3299091"/>
                  <a:pt x="8583852" y="3300579"/>
                  <a:pt x="8592187" y="3300579"/>
                </a:cubicBezTo>
                <a:cubicBezTo>
                  <a:pt x="8603796" y="3300579"/>
                  <a:pt x="8614288" y="3296784"/>
                  <a:pt x="8623664" y="3289194"/>
                </a:cubicBezTo>
                <a:cubicBezTo>
                  <a:pt x="8633040" y="3281604"/>
                  <a:pt x="8637728" y="3271607"/>
                  <a:pt x="8637728" y="3259205"/>
                </a:cubicBezTo>
                <a:cubicBezTo>
                  <a:pt x="8637728" y="3243132"/>
                  <a:pt x="8627658" y="3230184"/>
                  <a:pt x="8607516" y="3220361"/>
                </a:cubicBezTo>
                <a:lnTo>
                  <a:pt x="8585787" y="3209794"/>
                </a:lnTo>
                <a:cubicBezTo>
                  <a:pt x="8576362" y="3205230"/>
                  <a:pt x="8570111" y="3200914"/>
                  <a:pt x="8567035" y="3196846"/>
                </a:cubicBezTo>
                <a:cubicBezTo>
                  <a:pt x="8563860" y="3192878"/>
                  <a:pt x="8562272" y="3188115"/>
                  <a:pt x="8562272" y="3182559"/>
                </a:cubicBezTo>
                <a:cubicBezTo>
                  <a:pt x="8562272" y="3178094"/>
                  <a:pt x="8564406" y="3174026"/>
                  <a:pt x="8568672" y="3170355"/>
                </a:cubicBezTo>
                <a:cubicBezTo>
                  <a:pt x="8572938" y="3166684"/>
                  <a:pt x="8578544" y="3164848"/>
                  <a:pt x="8585490" y="3164848"/>
                </a:cubicBezTo>
                <a:cubicBezTo>
                  <a:pt x="8594618" y="3164848"/>
                  <a:pt x="8602133" y="3167477"/>
                  <a:pt x="8608037" y="3172736"/>
                </a:cubicBezTo>
                <a:cubicBezTo>
                  <a:pt x="8613940" y="3177995"/>
                  <a:pt x="8618778" y="3187917"/>
                  <a:pt x="8622548" y="3202502"/>
                </a:cubicBezTo>
                <a:lnTo>
                  <a:pt x="8627459" y="3202502"/>
                </a:lnTo>
                <a:lnTo>
                  <a:pt x="8627459" y="3156067"/>
                </a:lnTo>
                <a:lnTo>
                  <a:pt x="8622548" y="3156067"/>
                </a:lnTo>
                <a:cubicBezTo>
                  <a:pt x="8621357" y="3158449"/>
                  <a:pt x="8620316" y="3159986"/>
                  <a:pt x="8619422" y="3160681"/>
                </a:cubicBezTo>
                <a:cubicBezTo>
                  <a:pt x="8618530" y="3161375"/>
                  <a:pt x="8617290" y="3161723"/>
                  <a:pt x="8615702" y="3161723"/>
                </a:cubicBezTo>
                <a:cubicBezTo>
                  <a:pt x="8614015" y="3161723"/>
                  <a:pt x="8610642" y="3160979"/>
                  <a:pt x="8605582" y="3159490"/>
                </a:cubicBezTo>
                <a:cubicBezTo>
                  <a:pt x="8597942" y="3157208"/>
                  <a:pt x="8591442" y="3156067"/>
                  <a:pt x="8586085" y="3156067"/>
                </a:cubicBezTo>
                <a:close/>
                <a:moveTo>
                  <a:pt x="8462408" y="3156067"/>
                </a:moveTo>
                <a:cubicBezTo>
                  <a:pt x="8446633" y="3156067"/>
                  <a:pt x="8434380" y="3159639"/>
                  <a:pt x="8425648" y="3166783"/>
                </a:cubicBezTo>
                <a:cubicBezTo>
                  <a:pt x="8416916" y="3173927"/>
                  <a:pt x="8412551" y="3181765"/>
                  <a:pt x="8412551" y="3190298"/>
                </a:cubicBezTo>
                <a:cubicBezTo>
                  <a:pt x="8412551" y="3194763"/>
                  <a:pt x="8413717" y="3198285"/>
                  <a:pt x="8416048" y="3200865"/>
                </a:cubicBezTo>
                <a:cubicBezTo>
                  <a:pt x="8418380" y="3203444"/>
                  <a:pt x="8421382" y="3204734"/>
                  <a:pt x="8425053" y="3204734"/>
                </a:cubicBezTo>
                <a:cubicBezTo>
                  <a:pt x="8428823" y="3204734"/>
                  <a:pt x="8431874" y="3203494"/>
                  <a:pt x="8434206" y="3201013"/>
                </a:cubicBezTo>
                <a:cubicBezTo>
                  <a:pt x="8436538" y="3198533"/>
                  <a:pt x="8437703" y="3195011"/>
                  <a:pt x="8437703" y="3190447"/>
                </a:cubicBezTo>
                <a:lnTo>
                  <a:pt x="8437406" y="3181815"/>
                </a:lnTo>
                <a:cubicBezTo>
                  <a:pt x="8437406" y="3177449"/>
                  <a:pt x="8439291" y="3173579"/>
                  <a:pt x="8443061" y="3170206"/>
                </a:cubicBezTo>
                <a:cubicBezTo>
                  <a:pt x="8446732" y="3166833"/>
                  <a:pt x="8451693" y="3165146"/>
                  <a:pt x="8457944" y="3165146"/>
                </a:cubicBezTo>
                <a:cubicBezTo>
                  <a:pt x="8466178" y="3165146"/>
                  <a:pt x="8472454" y="3167676"/>
                  <a:pt x="8476770" y="3172736"/>
                </a:cubicBezTo>
                <a:cubicBezTo>
                  <a:pt x="8481086" y="3177796"/>
                  <a:pt x="8483244" y="3187123"/>
                  <a:pt x="8483244" y="3200716"/>
                </a:cubicBezTo>
                <a:lnTo>
                  <a:pt x="8483244" y="3206074"/>
                </a:lnTo>
                <a:cubicBezTo>
                  <a:pt x="8459829" y="3214606"/>
                  <a:pt x="8443086" y="3221849"/>
                  <a:pt x="8433015" y="3227803"/>
                </a:cubicBezTo>
                <a:cubicBezTo>
                  <a:pt x="8422944" y="3233756"/>
                  <a:pt x="8415875" y="3240106"/>
                  <a:pt x="8411807" y="3246852"/>
                </a:cubicBezTo>
                <a:cubicBezTo>
                  <a:pt x="8408830" y="3251714"/>
                  <a:pt x="8407342" y="3257469"/>
                  <a:pt x="8407342" y="3264116"/>
                </a:cubicBezTo>
                <a:cubicBezTo>
                  <a:pt x="8407342" y="3274634"/>
                  <a:pt x="8410393" y="3283117"/>
                  <a:pt x="8416495" y="3289566"/>
                </a:cubicBezTo>
                <a:cubicBezTo>
                  <a:pt x="8422597" y="3296015"/>
                  <a:pt x="8430361" y="3299240"/>
                  <a:pt x="8439787" y="3299240"/>
                </a:cubicBezTo>
                <a:cubicBezTo>
                  <a:pt x="8445840" y="3299240"/>
                  <a:pt x="8451544" y="3298000"/>
                  <a:pt x="8456902" y="3295519"/>
                </a:cubicBezTo>
                <a:cubicBezTo>
                  <a:pt x="8460474" y="3293833"/>
                  <a:pt x="8469254" y="3287582"/>
                  <a:pt x="8483244" y="3276767"/>
                </a:cubicBezTo>
                <a:cubicBezTo>
                  <a:pt x="8483344" y="3284903"/>
                  <a:pt x="8484832" y="3290657"/>
                  <a:pt x="8487710" y="3294031"/>
                </a:cubicBezTo>
                <a:cubicBezTo>
                  <a:pt x="8490586" y="3297404"/>
                  <a:pt x="8494456" y="3299091"/>
                  <a:pt x="8499318" y="3299091"/>
                </a:cubicBezTo>
                <a:cubicBezTo>
                  <a:pt x="8509438" y="3299091"/>
                  <a:pt x="8520054" y="3291650"/>
                  <a:pt x="8531167" y="3276767"/>
                </a:cubicBezTo>
                <a:lnTo>
                  <a:pt x="8531167" y="3268432"/>
                </a:lnTo>
                <a:cubicBezTo>
                  <a:pt x="8525214" y="3274386"/>
                  <a:pt x="8521196" y="3278007"/>
                  <a:pt x="8519112" y="3279297"/>
                </a:cubicBezTo>
                <a:cubicBezTo>
                  <a:pt x="8517922" y="3279991"/>
                  <a:pt x="8516532" y="3280339"/>
                  <a:pt x="8514945" y="3280339"/>
                </a:cubicBezTo>
                <a:cubicBezTo>
                  <a:pt x="8513456" y="3280339"/>
                  <a:pt x="8512142" y="3279843"/>
                  <a:pt x="8511001" y="3278850"/>
                </a:cubicBezTo>
                <a:cubicBezTo>
                  <a:pt x="8509860" y="3277858"/>
                  <a:pt x="8509041" y="3275899"/>
                  <a:pt x="8508546" y="3272972"/>
                </a:cubicBezTo>
                <a:cubicBezTo>
                  <a:pt x="8508050" y="3270045"/>
                  <a:pt x="8507801" y="3262082"/>
                  <a:pt x="8507801" y="3249085"/>
                </a:cubicBezTo>
                <a:lnTo>
                  <a:pt x="8507801" y="3202799"/>
                </a:lnTo>
                <a:cubicBezTo>
                  <a:pt x="8507801" y="3189603"/>
                  <a:pt x="8506908" y="3180872"/>
                  <a:pt x="8505122" y="3176606"/>
                </a:cubicBezTo>
                <a:cubicBezTo>
                  <a:pt x="8502344" y="3170057"/>
                  <a:pt x="8498028" y="3165245"/>
                  <a:pt x="8492174" y="3162169"/>
                </a:cubicBezTo>
                <a:cubicBezTo>
                  <a:pt x="8484435" y="3158101"/>
                  <a:pt x="8474513" y="3156067"/>
                  <a:pt x="8462408" y="3156067"/>
                </a:cubicBezTo>
                <a:close/>
                <a:moveTo>
                  <a:pt x="8201513" y="3156067"/>
                </a:moveTo>
                <a:lnTo>
                  <a:pt x="8160288" y="3172736"/>
                </a:lnTo>
                <a:lnTo>
                  <a:pt x="8161776" y="3178094"/>
                </a:lnTo>
                <a:cubicBezTo>
                  <a:pt x="8165646" y="3176606"/>
                  <a:pt x="8169118" y="3175862"/>
                  <a:pt x="8172194" y="3175862"/>
                </a:cubicBezTo>
                <a:cubicBezTo>
                  <a:pt x="8174774" y="3175862"/>
                  <a:pt x="8176932" y="3176556"/>
                  <a:pt x="8178668" y="3177945"/>
                </a:cubicBezTo>
                <a:cubicBezTo>
                  <a:pt x="8180405" y="3179334"/>
                  <a:pt x="8181595" y="3181542"/>
                  <a:pt x="8182240" y="3184568"/>
                </a:cubicBezTo>
                <a:cubicBezTo>
                  <a:pt x="8182885" y="3187594"/>
                  <a:pt x="8183207" y="3197045"/>
                  <a:pt x="8183207" y="3212920"/>
                </a:cubicBezTo>
                <a:lnTo>
                  <a:pt x="8183207" y="3265754"/>
                </a:lnTo>
                <a:cubicBezTo>
                  <a:pt x="8183207" y="3273691"/>
                  <a:pt x="8182959" y="3278503"/>
                  <a:pt x="8182463" y="3280190"/>
                </a:cubicBezTo>
                <a:cubicBezTo>
                  <a:pt x="8181471" y="3283663"/>
                  <a:pt x="8179735" y="3286193"/>
                  <a:pt x="8177254" y="3287780"/>
                </a:cubicBezTo>
                <a:cubicBezTo>
                  <a:pt x="8173881" y="3289963"/>
                  <a:pt x="8168722" y="3291054"/>
                  <a:pt x="8161776" y="3291054"/>
                </a:cubicBezTo>
                <a:lnTo>
                  <a:pt x="8161776" y="3296412"/>
                </a:lnTo>
                <a:lnTo>
                  <a:pt x="8231576" y="3296412"/>
                </a:lnTo>
                <a:lnTo>
                  <a:pt x="8231576" y="3291054"/>
                </a:lnTo>
                <a:cubicBezTo>
                  <a:pt x="8225425" y="3291054"/>
                  <a:pt x="8220712" y="3290161"/>
                  <a:pt x="8217438" y="3288375"/>
                </a:cubicBezTo>
                <a:cubicBezTo>
                  <a:pt x="8214164" y="3286590"/>
                  <a:pt x="8211882" y="3284357"/>
                  <a:pt x="8210592" y="3281678"/>
                </a:cubicBezTo>
                <a:cubicBezTo>
                  <a:pt x="8208706" y="3277809"/>
                  <a:pt x="8207764" y="3272104"/>
                  <a:pt x="8207764" y="3264563"/>
                </a:cubicBezTo>
                <a:lnTo>
                  <a:pt x="8207764" y="3199227"/>
                </a:lnTo>
                <a:cubicBezTo>
                  <a:pt x="8212526" y="3189901"/>
                  <a:pt x="8217140" y="3183204"/>
                  <a:pt x="8221605" y="3179136"/>
                </a:cubicBezTo>
                <a:cubicBezTo>
                  <a:pt x="8223689" y="3177151"/>
                  <a:pt x="8225623" y="3176159"/>
                  <a:pt x="8227409" y="3176159"/>
                </a:cubicBezTo>
                <a:cubicBezTo>
                  <a:pt x="8229493" y="3176159"/>
                  <a:pt x="8232693" y="3177871"/>
                  <a:pt x="8237009" y="3181294"/>
                </a:cubicBezTo>
                <a:cubicBezTo>
                  <a:pt x="8241325" y="3184717"/>
                  <a:pt x="8245219" y="3186428"/>
                  <a:pt x="8248692" y="3186428"/>
                </a:cubicBezTo>
                <a:cubicBezTo>
                  <a:pt x="8252264" y="3186428"/>
                  <a:pt x="8255340" y="3185089"/>
                  <a:pt x="8257919" y="3182410"/>
                </a:cubicBezTo>
                <a:cubicBezTo>
                  <a:pt x="8260499" y="3179731"/>
                  <a:pt x="8261789" y="3176457"/>
                  <a:pt x="8261789" y="3172587"/>
                </a:cubicBezTo>
                <a:cubicBezTo>
                  <a:pt x="8261789" y="3168222"/>
                  <a:pt x="8260003" y="3164377"/>
                  <a:pt x="8256431" y="3161053"/>
                </a:cubicBezTo>
                <a:cubicBezTo>
                  <a:pt x="8252859" y="3157729"/>
                  <a:pt x="8248345" y="3156067"/>
                  <a:pt x="8242887" y="3156067"/>
                </a:cubicBezTo>
                <a:cubicBezTo>
                  <a:pt x="8230882" y="3156067"/>
                  <a:pt x="8219174" y="3166287"/>
                  <a:pt x="8207764" y="3186726"/>
                </a:cubicBezTo>
                <a:lnTo>
                  <a:pt x="8207764" y="3156067"/>
                </a:lnTo>
                <a:close/>
                <a:moveTo>
                  <a:pt x="8090934" y="3156067"/>
                </a:moveTo>
                <a:cubicBezTo>
                  <a:pt x="8075158" y="3156067"/>
                  <a:pt x="8062905" y="3159639"/>
                  <a:pt x="8054173" y="3166783"/>
                </a:cubicBezTo>
                <a:cubicBezTo>
                  <a:pt x="8045442" y="3173927"/>
                  <a:pt x="8041076" y="3181765"/>
                  <a:pt x="8041076" y="3190298"/>
                </a:cubicBezTo>
                <a:cubicBezTo>
                  <a:pt x="8041076" y="3194763"/>
                  <a:pt x="8042242" y="3198285"/>
                  <a:pt x="8044574" y="3200865"/>
                </a:cubicBezTo>
                <a:cubicBezTo>
                  <a:pt x="8046906" y="3203444"/>
                  <a:pt x="8049907" y="3204734"/>
                  <a:pt x="8053578" y="3204734"/>
                </a:cubicBezTo>
                <a:cubicBezTo>
                  <a:pt x="8057348" y="3204734"/>
                  <a:pt x="8060399" y="3203494"/>
                  <a:pt x="8062731" y="3201013"/>
                </a:cubicBezTo>
                <a:cubicBezTo>
                  <a:pt x="8065063" y="3198533"/>
                  <a:pt x="8066228" y="3195011"/>
                  <a:pt x="8066228" y="3190447"/>
                </a:cubicBezTo>
                <a:lnTo>
                  <a:pt x="8065931" y="3181815"/>
                </a:lnTo>
                <a:cubicBezTo>
                  <a:pt x="8065931" y="3177449"/>
                  <a:pt x="8067816" y="3173579"/>
                  <a:pt x="8071586" y="3170206"/>
                </a:cubicBezTo>
                <a:cubicBezTo>
                  <a:pt x="8075258" y="3166833"/>
                  <a:pt x="8080218" y="3165146"/>
                  <a:pt x="8086469" y="3165146"/>
                </a:cubicBezTo>
                <a:cubicBezTo>
                  <a:pt x="8094704" y="3165146"/>
                  <a:pt x="8100980" y="3167676"/>
                  <a:pt x="8105296" y="3172736"/>
                </a:cubicBezTo>
                <a:cubicBezTo>
                  <a:pt x="8109612" y="3177796"/>
                  <a:pt x="8111770" y="3187123"/>
                  <a:pt x="8111770" y="3200716"/>
                </a:cubicBezTo>
                <a:lnTo>
                  <a:pt x="8111770" y="3206074"/>
                </a:lnTo>
                <a:cubicBezTo>
                  <a:pt x="8088354" y="3214606"/>
                  <a:pt x="8071611" y="3221849"/>
                  <a:pt x="8061540" y="3227803"/>
                </a:cubicBezTo>
                <a:cubicBezTo>
                  <a:pt x="8051469" y="3233756"/>
                  <a:pt x="8044400" y="3240106"/>
                  <a:pt x="8040332" y="3246852"/>
                </a:cubicBezTo>
                <a:cubicBezTo>
                  <a:pt x="8037356" y="3251714"/>
                  <a:pt x="8035867" y="3257469"/>
                  <a:pt x="8035867" y="3264116"/>
                </a:cubicBezTo>
                <a:cubicBezTo>
                  <a:pt x="8035867" y="3274634"/>
                  <a:pt x="8038918" y="3283117"/>
                  <a:pt x="8045020" y="3289566"/>
                </a:cubicBezTo>
                <a:cubicBezTo>
                  <a:pt x="8051122" y="3296015"/>
                  <a:pt x="8058886" y="3299240"/>
                  <a:pt x="8068312" y="3299240"/>
                </a:cubicBezTo>
                <a:cubicBezTo>
                  <a:pt x="8074365" y="3299240"/>
                  <a:pt x="8080069" y="3298000"/>
                  <a:pt x="8085427" y="3295519"/>
                </a:cubicBezTo>
                <a:cubicBezTo>
                  <a:pt x="8088999" y="3293833"/>
                  <a:pt x="8097780" y="3287582"/>
                  <a:pt x="8111770" y="3276767"/>
                </a:cubicBezTo>
                <a:cubicBezTo>
                  <a:pt x="8111869" y="3284903"/>
                  <a:pt x="8113358" y="3290657"/>
                  <a:pt x="8116235" y="3294031"/>
                </a:cubicBezTo>
                <a:cubicBezTo>
                  <a:pt x="8119112" y="3297404"/>
                  <a:pt x="8122981" y="3299091"/>
                  <a:pt x="8127843" y="3299091"/>
                </a:cubicBezTo>
                <a:cubicBezTo>
                  <a:pt x="8137964" y="3299091"/>
                  <a:pt x="8148580" y="3291650"/>
                  <a:pt x="8159692" y="3276767"/>
                </a:cubicBezTo>
                <a:lnTo>
                  <a:pt x="8159692" y="3268432"/>
                </a:lnTo>
                <a:cubicBezTo>
                  <a:pt x="8153739" y="3274386"/>
                  <a:pt x="8149721" y="3278007"/>
                  <a:pt x="8147637" y="3279297"/>
                </a:cubicBezTo>
                <a:cubicBezTo>
                  <a:pt x="8146447" y="3279991"/>
                  <a:pt x="8145058" y="3280339"/>
                  <a:pt x="8143470" y="3280339"/>
                </a:cubicBezTo>
                <a:cubicBezTo>
                  <a:pt x="8141982" y="3280339"/>
                  <a:pt x="8140667" y="3279843"/>
                  <a:pt x="8139526" y="3278850"/>
                </a:cubicBezTo>
                <a:cubicBezTo>
                  <a:pt x="8138385" y="3277858"/>
                  <a:pt x="8137566" y="3275899"/>
                  <a:pt x="8137071" y="3272972"/>
                </a:cubicBezTo>
                <a:cubicBezTo>
                  <a:pt x="8136575" y="3270045"/>
                  <a:pt x="8136326" y="3262082"/>
                  <a:pt x="8136326" y="3249085"/>
                </a:cubicBezTo>
                <a:lnTo>
                  <a:pt x="8136326" y="3202799"/>
                </a:lnTo>
                <a:cubicBezTo>
                  <a:pt x="8136326" y="3189603"/>
                  <a:pt x="8135433" y="3180872"/>
                  <a:pt x="8133648" y="3176606"/>
                </a:cubicBezTo>
                <a:cubicBezTo>
                  <a:pt x="8130869" y="3170057"/>
                  <a:pt x="8126553" y="3165245"/>
                  <a:pt x="8120700" y="3162169"/>
                </a:cubicBezTo>
                <a:cubicBezTo>
                  <a:pt x="8112960" y="3158101"/>
                  <a:pt x="8103038" y="3156067"/>
                  <a:pt x="8090934" y="3156067"/>
                </a:cubicBezTo>
                <a:close/>
                <a:moveTo>
                  <a:pt x="7738360" y="3156067"/>
                </a:moveTo>
                <a:cubicBezTo>
                  <a:pt x="7726156" y="3156067"/>
                  <a:pt x="7716210" y="3159838"/>
                  <a:pt x="7708520" y="3167378"/>
                </a:cubicBezTo>
                <a:cubicBezTo>
                  <a:pt x="7700830" y="3174919"/>
                  <a:pt x="7696986" y="3184295"/>
                  <a:pt x="7696986" y="3195507"/>
                </a:cubicBezTo>
                <a:cubicBezTo>
                  <a:pt x="7696986" y="3204139"/>
                  <a:pt x="7699218" y="3211282"/>
                  <a:pt x="7703683" y="3216938"/>
                </a:cubicBezTo>
                <a:cubicBezTo>
                  <a:pt x="7708148" y="3222693"/>
                  <a:pt x="7717574" y="3229142"/>
                  <a:pt x="7731960" y="3236286"/>
                </a:cubicBezTo>
                <a:cubicBezTo>
                  <a:pt x="7746347" y="3243429"/>
                  <a:pt x="7755947" y="3249333"/>
                  <a:pt x="7760759" y="3253996"/>
                </a:cubicBezTo>
                <a:cubicBezTo>
                  <a:pt x="7765571" y="3258659"/>
                  <a:pt x="7767977" y="3264414"/>
                  <a:pt x="7767977" y="3271260"/>
                </a:cubicBezTo>
                <a:cubicBezTo>
                  <a:pt x="7767977" y="3276916"/>
                  <a:pt x="7765819" y="3281753"/>
                  <a:pt x="7761503" y="3285771"/>
                </a:cubicBezTo>
                <a:cubicBezTo>
                  <a:pt x="7757187" y="3289789"/>
                  <a:pt x="7751606" y="3291799"/>
                  <a:pt x="7744760" y="3291799"/>
                </a:cubicBezTo>
                <a:cubicBezTo>
                  <a:pt x="7735036" y="3291799"/>
                  <a:pt x="7726256" y="3288276"/>
                  <a:pt x="7718417" y="3281232"/>
                </a:cubicBezTo>
                <a:cubicBezTo>
                  <a:pt x="7710579" y="3274187"/>
                  <a:pt x="7705271" y="3263720"/>
                  <a:pt x="7702492" y="3249829"/>
                </a:cubicBezTo>
                <a:lnTo>
                  <a:pt x="7697581" y="3249829"/>
                </a:lnTo>
                <a:lnTo>
                  <a:pt x="7697581" y="3298496"/>
                </a:lnTo>
                <a:lnTo>
                  <a:pt x="7702492" y="3298496"/>
                </a:lnTo>
                <a:cubicBezTo>
                  <a:pt x="7703783" y="3295916"/>
                  <a:pt x="7705568" y="3294626"/>
                  <a:pt x="7707850" y="3294626"/>
                </a:cubicBezTo>
                <a:cubicBezTo>
                  <a:pt x="7709934" y="3294626"/>
                  <a:pt x="7712613" y="3295122"/>
                  <a:pt x="7715887" y="3296115"/>
                </a:cubicBezTo>
                <a:cubicBezTo>
                  <a:pt x="7726603" y="3299091"/>
                  <a:pt x="7736128" y="3300579"/>
                  <a:pt x="7744462" y="3300579"/>
                </a:cubicBezTo>
                <a:cubicBezTo>
                  <a:pt x="7756071" y="3300579"/>
                  <a:pt x="7766563" y="3296784"/>
                  <a:pt x="7775939" y="3289194"/>
                </a:cubicBezTo>
                <a:cubicBezTo>
                  <a:pt x="7785315" y="3281604"/>
                  <a:pt x="7790003" y="3271607"/>
                  <a:pt x="7790003" y="3259205"/>
                </a:cubicBezTo>
                <a:cubicBezTo>
                  <a:pt x="7790003" y="3243132"/>
                  <a:pt x="7779933" y="3230184"/>
                  <a:pt x="7759791" y="3220361"/>
                </a:cubicBezTo>
                <a:lnTo>
                  <a:pt x="7738062" y="3209794"/>
                </a:lnTo>
                <a:cubicBezTo>
                  <a:pt x="7728637" y="3205230"/>
                  <a:pt x="7722386" y="3200914"/>
                  <a:pt x="7719310" y="3196846"/>
                </a:cubicBezTo>
                <a:cubicBezTo>
                  <a:pt x="7716135" y="3192878"/>
                  <a:pt x="7714548" y="3188115"/>
                  <a:pt x="7714548" y="3182559"/>
                </a:cubicBezTo>
                <a:cubicBezTo>
                  <a:pt x="7714548" y="3178094"/>
                  <a:pt x="7716681" y="3174026"/>
                  <a:pt x="7720947" y="3170355"/>
                </a:cubicBezTo>
                <a:cubicBezTo>
                  <a:pt x="7725214" y="3166684"/>
                  <a:pt x="7730819" y="3164848"/>
                  <a:pt x="7737765" y="3164848"/>
                </a:cubicBezTo>
                <a:cubicBezTo>
                  <a:pt x="7746893" y="3164848"/>
                  <a:pt x="7754408" y="3167477"/>
                  <a:pt x="7760312" y="3172736"/>
                </a:cubicBezTo>
                <a:cubicBezTo>
                  <a:pt x="7766216" y="3177995"/>
                  <a:pt x="7771053" y="3187917"/>
                  <a:pt x="7774823" y="3202502"/>
                </a:cubicBezTo>
                <a:lnTo>
                  <a:pt x="7779734" y="3202502"/>
                </a:lnTo>
                <a:lnTo>
                  <a:pt x="7779734" y="3156067"/>
                </a:lnTo>
                <a:lnTo>
                  <a:pt x="7774823" y="3156067"/>
                </a:lnTo>
                <a:cubicBezTo>
                  <a:pt x="7773632" y="3158449"/>
                  <a:pt x="7772591" y="3159986"/>
                  <a:pt x="7771698" y="3160681"/>
                </a:cubicBezTo>
                <a:cubicBezTo>
                  <a:pt x="7770805" y="3161375"/>
                  <a:pt x="7769565" y="3161723"/>
                  <a:pt x="7767977" y="3161723"/>
                </a:cubicBezTo>
                <a:cubicBezTo>
                  <a:pt x="7766290" y="3161723"/>
                  <a:pt x="7762917" y="3160979"/>
                  <a:pt x="7757857" y="3159490"/>
                </a:cubicBezTo>
                <a:cubicBezTo>
                  <a:pt x="7750217" y="3157208"/>
                  <a:pt x="7743718" y="3156067"/>
                  <a:pt x="7738360" y="3156067"/>
                </a:cubicBezTo>
                <a:close/>
                <a:moveTo>
                  <a:pt x="7134416" y="3156067"/>
                </a:moveTo>
                <a:lnTo>
                  <a:pt x="7093339" y="3172736"/>
                </a:lnTo>
                <a:lnTo>
                  <a:pt x="7095571" y="3178094"/>
                </a:lnTo>
                <a:cubicBezTo>
                  <a:pt x="7099441" y="3176606"/>
                  <a:pt x="7102765" y="3175862"/>
                  <a:pt x="7105543" y="3175862"/>
                </a:cubicBezTo>
                <a:cubicBezTo>
                  <a:pt x="7108122" y="3175862"/>
                  <a:pt x="7110182" y="3176506"/>
                  <a:pt x="7111719" y="3177796"/>
                </a:cubicBezTo>
                <a:cubicBezTo>
                  <a:pt x="7113257" y="3179086"/>
                  <a:pt x="7114398" y="3181517"/>
                  <a:pt x="7115142" y="3185089"/>
                </a:cubicBezTo>
                <a:cubicBezTo>
                  <a:pt x="7115886" y="3188661"/>
                  <a:pt x="7116258" y="3198632"/>
                  <a:pt x="7116258" y="3215003"/>
                </a:cubicBezTo>
                <a:lnTo>
                  <a:pt x="7116258" y="3265605"/>
                </a:lnTo>
                <a:cubicBezTo>
                  <a:pt x="7116258" y="3275527"/>
                  <a:pt x="7115043" y="3282249"/>
                  <a:pt x="7112612" y="3285771"/>
                </a:cubicBezTo>
                <a:cubicBezTo>
                  <a:pt x="7110182" y="3289293"/>
                  <a:pt x="7105493" y="3291054"/>
                  <a:pt x="7098548" y="3291054"/>
                </a:cubicBezTo>
                <a:lnTo>
                  <a:pt x="7095571" y="3291054"/>
                </a:lnTo>
                <a:lnTo>
                  <a:pt x="7095571" y="3296412"/>
                </a:lnTo>
                <a:lnTo>
                  <a:pt x="7162991" y="3296412"/>
                </a:lnTo>
                <a:lnTo>
                  <a:pt x="7162991" y="3291054"/>
                </a:lnTo>
                <a:cubicBezTo>
                  <a:pt x="7155549" y="3291054"/>
                  <a:pt x="7150613" y="3290385"/>
                  <a:pt x="7148182" y="3289045"/>
                </a:cubicBezTo>
                <a:cubicBezTo>
                  <a:pt x="7145751" y="3287706"/>
                  <a:pt x="7143841" y="3285597"/>
                  <a:pt x="7142452" y="3282720"/>
                </a:cubicBezTo>
                <a:cubicBezTo>
                  <a:pt x="7141361" y="3280537"/>
                  <a:pt x="7140815" y="3274832"/>
                  <a:pt x="7140815" y="3265605"/>
                </a:cubicBezTo>
                <a:lnTo>
                  <a:pt x="7140815" y="3193721"/>
                </a:lnTo>
                <a:cubicBezTo>
                  <a:pt x="7152523" y="3180822"/>
                  <a:pt x="7164281" y="3174373"/>
                  <a:pt x="7176087" y="3174373"/>
                </a:cubicBezTo>
                <a:cubicBezTo>
                  <a:pt x="7183727" y="3174373"/>
                  <a:pt x="7189159" y="3177176"/>
                  <a:pt x="7192384" y="3182782"/>
                </a:cubicBezTo>
                <a:cubicBezTo>
                  <a:pt x="7195609" y="3188388"/>
                  <a:pt x="7197221" y="3197392"/>
                  <a:pt x="7197221" y="3209794"/>
                </a:cubicBezTo>
                <a:lnTo>
                  <a:pt x="7197221" y="3265605"/>
                </a:lnTo>
                <a:cubicBezTo>
                  <a:pt x="7197221" y="3273443"/>
                  <a:pt x="7197023" y="3278106"/>
                  <a:pt x="7196626" y="3279595"/>
                </a:cubicBezTo>
                <a:cubicBezTo>
                  <a:pt x="7195633" y="3283365"/>
                  <a:pt x="7193872" y="3286217"/>
                  <a:pt x="7191342" y="3288152"/>
                </a:cubicBezTo>
                <a:cubicBezTo>
                  <a:pt x="7188812" y="3290087"/>
                  <a:pt x="7184372" y="3291054"/>
                  <a:pt x="7178022" y="3291054"/>
                </a:cubicBezTo>
                <a:lnTo>
                  <a:pt x="7175194" y="3291054"/>
                </a:lnTo>
                <a:lnTo>
                  <a:pt x="7175194" y="3296412"/>
                </a:lnTo>
                <a:lnTo>
                  <a:pt x="7242614" y="3296412"/>
                </a:lnTo>
                <a:lnTo>
                  <a:pt x="7242614" y="3291054"/>
                </a:lnTo>
                <a:cubicBezTo>
                  <a:pt x="7236065" y="3291054"/>
                  <a:pt x="7231575" y="3290360"/>
                  <a:pt x="7229145" y="3288971"/>
                </a:cubicBezTo>
                <a:cubicBezTo>
                  <a:pt x="7226714" y="3287582"/>
                  <a:pt x="7224952" y="3285647"/>
                  <a:pt x="7223861" y="3283167"/>
                </a:cubicBezTo>
                <a:cubicBezTo>
                  <a:pt x="7222472" y="3280091"/>
                  <a:pt x="7221778" y="3274237"/>
                  <a:pt x="7221778" y="3265605"/>
                </a:cubicBezTo>
                <a:lnTo>
                  <a:pt x="7221778" y="3207413"/>
                </a:lnTo>
                <a:cubicBezTo>
                  <a:pt x="7221778" y="3195110"/>
                  <a:pt x="7220686" y="3185982"/>
                  <a:pt x="7218503" y="3180029"/>
                </a:cubicBezTo>
                <a:cubicBezTo>
                  <a:pt x="7215329" y="3171496"/>
                  <a:pt x="7211062" y="3165369"/>
                  <a:pt x="7205704" y="3161649"/>
                </a:cubicBezTo>
                <a:cubicBezTo>
                  <a:pt x="7200346" y="3157928"/>
                  <a:pt x="7193947" y="3156067"/>
                  <a:pt x="7186505" y="3156067"/>
                </a:cubicBezTo>
                <a:cubicBezTo>
                  <a:pt x="7172020" y="3156067"/>
                  <a:pt x="7156789" y="3165691"/>
                  <a:pt x="7140815" y="3184940"/>
                </a:cubicBezTo>
                <a:lnTo>
                  <a:pt x="7140815" y="3156067"/>
                </a:lnTo>
                <a:close/>
                <a:moveTo>
                  <a:pt x="7055834" y="3156067"/>
                </a:moveTo>
                <a:lnTo>
                  <a:pt x="7014758" y="3172736"/>
                </a:lnTo>
                <a:lnTo>
                  <a:pt x="7016841" y="3178094"/>
                </a:lnTo>
                <a:cubicBezTo>
                  <a:pt x="7020810" y="3176606"/>
                  <a:pt x="7024183" y="3175862"/>
                  <a:pt x="7026962" y="3175862"/>
                </a:cubicBezTo>
                <a:cubicBezTo>
                  <a:pt x="7029541" y="3175862"/>
                  <a:pt x="7031575" y="3176482"/>
                  <a:pt x="7033064" y="3177722"/>
                </a:cubicBezTo>
                <a:cubicBezTo>
                  <a:pt x="7034552" y="3178962"/>
                  <a:pt x="7035643" y="3181170"/>
                  <a:pt x="7036338" y="3184345"/>
                </a:cubicBezTo>
                <a:cubicBezTo>
                  <a:pt x="7037231" y="3188710"/>
                  <a:pt x="7037677" y="3198285"/>
                  <a:pt x="7037677" y="3213068"/>
                </a:cubicBezTo>
                <a:lnTo>
                  <a:pt x="7037677" y="3265605"/>
                </a:lnTo>
                <a:cubicBezTo>
                  <a:pt x="7037677" y="3274038"/>
                  <a:pt x="7037008" y="3279744"/>
                  <a:pt x="7035668" y="3282720"/>
                </a:cubicBezTo>
                <a:cubicBezTo>
                  <a:pt x="7034329" y="3285697"/>
                  <a:pt x="7032518" y="3287830"/>
                  <a:pt x="7030236" y="3289120"/>
                </a:cubicBezTo>
                <a:cubicBezTo>
                  <a:pt x="7027954" y="3290410"/>
                  <a:pt x="7023489" y="3291054"/>
                  <a:pt x="7016841" y="3291054"/>
                </a:cubicBezTo>
                <a:lnTo>
                  <a:pt x="7016841" y="3296412"/>
                </a:lnTo>
                <a:lnTo>
                  <a:pt x="7083070" y="3296412"/>
                </a:lnTo>
                <a:lnTo>
                  <a:pt x="7083070" y="3291054"/>
                </a:lnTo>
                <a:cubicBezTo>
                  <a:pt x="7076621" y="3291054"/>
                  <a:pt x="7072180" y="3290360"/>
                  <a:pt x="7069750" y="3288971"/>
                </a:cubicBezTo>
                <a:cubicBezTo>
                  <a:pt x="7067319" y="3287582"/>
                  <a:pt x="7065483" y="3285473"/>
                  <a:pt x="7064243" y="3282646"/>
                </a:cubicBezTo>
                <a:cubicBezTo>
                  <a:pt x="7063003" y="3279818"/>
                  <a:pt x="7062383" y="3274138"/>
                  <a:pt x="7062383" y="3265605"/>
                </a:cubicBezTo>
                <a:lnTo>
                  <a:pt x="7062383" y="3156067"/>
                </a:lnTo>
                <a:close/>
                <a:moveTo>
                  <a:pt x="6735110" y="3156067"/>
                </a:moveTo>
                <a:lnTo>
                  <a:pt x="6694033" y="3172736"/>
                </a:lnTo>
                <a:lnTo>
                  <a:pt x="6696266" y="3178094"/>
                </a:lnTo>
                <a:cubicBezTo>
                  <a:pt x="6700135" y="3176606"/>
                  <a:pt x="6703459" y="3175862"/>
                  <a:pt x="6706237" y="3175862"/>
                </a:cubicBezTo>
                <a:cubicBezTo>
                  <a:pt x="6708816" y="3175862"/>
                  <a:pt x="6710851" y="3176482"/>
                  <a:pt x="6712339" y="3177722"/>
                </a:cubicBezTo>
                <a:cubicBezTo>
                  <a:pt x="6713827" y="3178962"/>
                  <a:pt x="6714918" y="3181219"/>
                  <a:pt x="6715613" y="3184493"/>
                </a:cubicBezTo>
                <a:cubicBezTo>
                  <a:pt x="6716506" y="3188859"/>
                  <a:pt x="6716953" y="3198533"/>
                  <a:pt x="6716953" y="3213515"/>
                </a:cubicBezTo>
                <a:lnTo>
                  <a:pt x="6716953" y="3265605"/>
                </a:lnTo>
                <a:cubicBezTo>
                  <a:pt x="6716953" y="3274038"/>
                  <a:pt x="6716308" y="3279719"/>
                  <a:pt x="6715018" y="3282646"/>
                </a:cubicBezTo>
                <a:cubicBezTo>
                  <a:pt x="6713728" y="3285573"/>
                  <a:pt x="6711843" y="3287706"/>
                  <a:pt x="6709362" y="3289045"/>
                </a:cubicBezTo>
                <a:cubicBezTo>
                  <a:pt x="6706882" y="3290385"/>
                  <a:pt x="6702516" y="3291054"/>
                  <a:pt x="6696266" y="3291054"/>
                </a:cubicBezTo>
                <a:lnTo>
                  <a:pt x="6696266" y="3296412"/>
                </a:lnTo>
                <a:lnTo>
                  <a:pt x="6763685" y="3296412"/>
                </a:lnTo>
                <a:lnTo>
                  <a:pt x="6763685" y="3291054"/>
                </a:lnTo>
                <a:cubicBezTo>
                  <a:pt x="6756243" y="3291054"/>
                  <a:pt x="6751307" y="3290385"/>
                  <a:pt x="6748876" y="3289045"/>
                </a:cubicBezTo>
                <a:cubicBezTo>
                  <a:pt x="6746446" y="3287706"/>
                  <a:pt x="6744610" y="3285697"/>
                  <a:pt x="6743370" y="3283018"/>
                </a:cubicBezTo>
                <a:cubicBezTo>
                  <a:pt x="6742130" y="3280339"/>
                  <a:pt x="6741509" y="3274534"/>
                  <a:pt x="6741509" y="3265605"/>
                </a:cubicBezTo>
                <a:lnTo>
                  <a:pt x="6741509" y="3192530"/>
                </a:lnTo>
                <a:cubicBezTo>
                  <a:pt x="6745974" y="3187073"/>
                  <a:pt x="6752324" y="3182162"/>
                  <a:pt x="6760559" y="3177796"/>
                </a:cubicBezTo>
                <a:cubicBezTo>
                  <a:pt x="6765818" y="3174919"/>
                  <a:pt x="6771126" y="3173480"/>
                  <a:pt x="6776484" y="3173480"/>
                </a:cubicBezTo>
                <a:cubicBezTo>
                  <a:pt x="6784322" y="3173480"/>
                  <a:pt x="6790424" y="3176655"/>
                  <a:pt x="6794790" y="3183005"/>
                </a:cubicBezTo>
                <a:cubicBezTo>
                  <a:pt x="6798064" y="3187867"/>
                  <a:pt x="6799701" y="3195854"/>
                  <a:pt x="6799701" y="3206966"/>
                </a:cubicBezTo>
                <a:lnTo>
                  <a:pt x="6799701" y="3265605"/>
                </a:lnTo>
                <a:cubicBezTo>
                  <a:pt x="6799701" y="3273741"/>
                  <a:pt x="6799453" y="3278652"/>
                  <a:pt x="6798957" y="3280339"/>
                </a:cubicBezTo>
                <a:cubicBezTo>
                  <a:pt x="6797866" y="3283911"/>
                  <a:pt x="6795906" y="3286590"/>
                  <a:pt x="6793078" y="3288375"/>
                </a:cubicBezTo>
                <a:cubicBezTo>
                  <a:pt x="6790250" y="3290161"/>
                  <a:pt x="6785066" y="3291054"/>
                  <a:pt x="6777526" y="3291054"/>
                </a:cubicBezTo>
                <a:lnTo>
                  <a:pt x="6777526" y="3296412"/>
                </a:lnTo>
                <a:lnTo>
                  <a:pt x="6846433" y="3296412"/>
                </a:lnTo>
                <a:lnTo>
                  <a:pt x="6846433" y="3291054"/>
                </a:lnTo>
                <a:cubicBezTo>
                  <a:pt x="6839488" y="3291054"/>
                  <a:pt x="6834576" y="3290285"/>
                  <a:pt x="6831699" y="3288748"/>
                </a:cubicBezTo>
                <a:cubicBezTo>
                  <a:pt x="6828822" y="3287210"/>
                  <a:pt x="6826862" y="3285300"/>
                  <a:pt x="6825820" y="3283018"/>
                </a:cubicBezTo>
                <a:cubicBezTo>
                  <a:pt x="6824779" y="3280736"/>
                  <a:pt x="6824258" y="3274931"/>
                  <a:pt x="6824258" y="3265605"/>
                </a:cubicBezTo>
                <a:lnTo>
                  <a:pt x="6824258" y="3200567"/>
                </a:lnTo>
                <a:lnTo>
                  <a:pt x="6823960" y="3194167"/>
                </a:lnTo>
                <a:lnTo>
                  <a:pt x="6824258" y="3192530"/>
                </a:lnTo>
                <a:cubicBezTo>
                  <a:pt x="6831799" y="3185386"/>
                  <a:pt x="6838223" y="3180500"/>
                  <a:pt x="6843531" y="3177871"/>
                </a:cubicBezTo>
                <a:cubicBezTo>
                  <a:pt x="6848839" y="3175241"/>
                  <a:pt x="6854123" y="3173927"/>
                  <a:pt x="6859381" y="3173927"/>
                </a:cubicBezTo>
                <a:cubicBezTo>
                  <a:pt x="6867914" y="3173927"/>
                  <a:pt x="6874115" y="3177102"/>
                  <a:pt x="6877985" y="3183452"/>
                </a:cubicBezTo>
                <a:cubicBezTo>
                  <a:pt x="6880664" y="3188016"/>
                  <a:pt x="6882003" y="3195854"/>
                  <a:pt x="6882003" y="3206966"/>
                </a:cubicBezTo>
                <a:lnTo>
                  <a:pt x="6882003" y="3265605"/>
                </a:lnTo>
                <a:cubicBezTo>
                  <a:pt x="6882003" y="3273542"/>
                  <a:pt x="6881805" y="3278355"/>
                  <a:pt x="6881408" y="3280041"/>
                </a:cubicBezTo>
                <a:cubicBezTo>
                  <a:pt x="6880415" y="3283514"/>
                  <a:pt x="6878778" y="3286044"/>
                  <a:pt x="6876496" y="3287631"/>
                </a:cubicBezTo>
                <a:cubicBezTo>
                  <a:pt x="6873222" y="3289913"/>
                  <a:pt x="6868658" y="3291054"/>
                  <a:pt x="6862804" y="3291054"/>
                </a:cubicBezTo>
                <a:lnTo>
                  <a:pt x="6859976" y="3291054"/>
                </a:lnTo>
                <a:lnTo>
                  <a:pt x="6859976" y="3296412"/>
                </a:lnTo>
                <a:lnTo>
                  <a:pt x="6927247" y="3296412"/>
                </a:lnTo>
                <a:lnTo>
                  <a:pt x="6927247" y="3291054"/>
                </a:lnTo>
                <a:cubicBezTo>
                  <a:pt x="6921194" y="3291054"/>
                  <a:pt x="6916829" y="3290285"/>
                  <a:pt x="6914150" y="3288748"/>
                </a:cubicBezTo>
                <a:cubicBezTo>
                  <a:pt x="6911471" y="3287210"/>
                  <a:pt x="6909636" y="3285349"/>
                  <a:pt x="6908643" y="3283167"/>
                </a:cubicBezTo>
                <a:cubicBezTo>
                  <a:pt x="6907353" y="3279991"/>
                  <a:pt x="6906708" y="3274138"/>
                  <a:pt x="6906708" y="3265605"/>
                </a:cubicBezTo>
                <a:lnTo>
                  <a:pt x="6906708" y="3206966"/>
                </a:lnTo>
                <a:cubicBezTo>
                  <a:pt x="6906708" y="3194663"/>
                  <a:pt x="6905617" y="3185634"/>
                  <a:pt x="6903434" y="3179880"/>
                </a:cubicBezTo>
                <a:cubicBezTo>
                  <a:pt x="6900160" y="3171446"/>
                  <a:pt x="6895720" y="3165369"/>
                  <a:pt x="6890114" y="3161649"/>
                </a:cubicBezTo>
                <a:cubicBezTo>
                  <a:pt x="6884508" y="3157928"/>
                  <a:pt x="6878084" y="3156067"/>
                  <a:pt x="6870841" y="3156067"/>
                </a:cubicBezTo>
                <a:cubicBezTo>
                  <a:pt x="6863400" y="3156067"/>
                  <a:pt x="6856156" y="3157928"/>
                  <a:pt x="6849112" y="3161649"/>
                </a:cubicBezTo>
                <a:cubicBezTo>
                  <a:pt x="6842068" y="3165369"/>
                  <a:pt x="6833436" y="3173182"/>
                  <a:pt x="6823216" y="3185089"/>
                </a:cubicBezTo>
                <a:cubicBezTo>
                  <a:pt x="6821132" y="3175663"/>
                  <a:pt x="6817015" y="3168470"/>
                  <a:pt x="6810863" y="3163509"/>
                </a:cubicBezTo>
                <a:cubicBezTo>
                  <a:pt x="6804712" y="3158548"/>
                  <a:pt x="6797369" y="3156067"/>
                  <a:pt x="6788837" y="3156067"/>
                </a:cubicBezTo>
                <a:cubicBezTo>
                  <a:pt x="6783776" y="3156067"/>
                  <a:pt x="6778667" y="3157109"/>
                  <a:pt x="6773507" y="3159193"/>
                </a:cubicBezTo>
                <a:cubicBezTo>
                  <a:pt x="6768348" y="3161276"/>
                  <a:pt x="6763536" y="3164203"/>
                  <a:pt x="6759071" y="3167974"/>
                </a:cubicBezTo>
                <a:cubicBezTo>
                  <a:pt x="6757285" y="3169462"/>
                  <a:pt x="6751431" y="3175167"/>
                  <a:pt x="6741509" y="3185089"/>
                </a:cubicBezTo>
                <a:lnTo>
                  <a:pt x="6741509" y="3156067"/>
                </a:lnTo>
                <a:close/>
                <a:moveTo>
                  <a:pt x="6629888" y="3156067"/>
                </a:moveTo>
                <a:lnTo>
                  <a:pt x="6588663" y="3172736"/>
                </a:lnTo>
                <a:lnTo>
                  <a:pt x="6590151" y="3178094"/>
                </a:lnTo>
                <a:cubicBezTo>
                  <a:pt x="6594021" y="3176606"/>
                  <a:pt x="6597493" y="3175862"/>
                  <a:pt x="6600569" y="3175862"/>
                </a:cubicBezTo>
                <a:cubicBezTo>
                  <a:pt x="6603149" y="3175862"/>
                  <a:pt x="6605307" y="3176556"/>
                  <a:pt x="6607043" y="3177945"/>
                </a:cubicBezTo>
                <a:cubicBezTo>
                  <a:pt x="6608780" y="3179334"/>
                  <a:pt x="6609970" y="3181542"/>
                  <a:pt x="6610615" y="3184568"/>
                </a:cubicBezTo>
                <a:cubicBezTo>
                  <a:pt x="6611260" y="3187594"/>
                  <a:pt x="6611582" y="3197045"/>
                  <a:pt x="6611582" y="3212920"/>
                </a:cubicBezTo>
                <a:lnTo>
                  <a:pt x="6611582" y="3265754"/>
                </a:lnTo>
                <a:cubicBezTo>
                  <a:pt x="6611582" y="3273691"/>
                  <a:pt x="6611334" y="3278503"/>
                  <a:pt x="6610838" y="3280190"/>
                </a:cubicBezTo>
                <a:cubicBezTo>
                  <a:pt x="6609846" y="3283663"/>
                  <a:pt x="6608110" y="3286193"/>
                  <a:pt x="6605629" y="3287780"/>
                </a:cubicBezTo>
                <a:cubicBezTo>
                  <a:pt x="6602256" y="3289963"/>
                  <a:pt x="6597097" y="3291054"/>
                  <a:pt x="6590151" y="3291054"/>
                </a:cubicBezTo>
                <a:lnTo>
                  <a:pt x="6590151" y="3296412"/>
                </a:lnTo>
                <a:lnTo>
                  <a:pt x="6659951" y="3296412"/>
                </a:lnTo>
                <a:lnTo>
                  <a:pt x="6659951" y="3291054"/>
                </a:lnTo>
                <a:cubicBezTo>
                  <a:pt x="6653800" y="3291054"/>
                  <a:pt x="6649087" y="3290161"/>
                  <a:pt x="6645813" y="3288375"/>
                </a:cubicBezTo>
                <a:cubicBezTo>
                  <a:pt x="6642539" y="3286590"/>
                  <a:pt x="6640257" y="3284357"/>
                  <a:pt x="6638967" y="3281678"/>
                </a:cubicBezTo>
                <a:cubicBezTo>
                  <a:pt x="6637081" y="3277809"/>
                  <a:pt x="6636139" y="3272104"/>
                  <a:pt x="6636139" y="3264563"/>
                </a:cubicBezTo>
                <a:lnTo>
                  <a:pt x="6636139" y="3199227"/>
                </a:lnTo>
                <a:cubicBezTo>
                  <a:pt x="6640901" y="3189901"/>
                  <a:pt x="6645515" y="3183204"/>
                  <a:pt x="6649980" y="3179136"/>
                </a:cubicBezTo>
                <a:cubicBezTo>
                  <a:pt x="6652064" y="3177151"/>
                  <a:pt x="6653998" y="3176159"/>
                  <a:pt x="6655784" y="3176159"/>
                </a:cubicBezTo>
                <a:cubicBezTo>
                  <a:pt x="6657868" y="3176159"/>
                  <a:pt x="6661068" y="3177871"/>
                  <a:pt x="6665384" y="3181294"/>
                </a:cubicBezTo>
                <a:cubicBezTo>
                  <a:pt x="6669700" y="3184717"/>
                  <a:pt x="6673594" y="3186428"/>
                  <a:pt x="6677067" y="3186428"/>
                </a:cubicBezTo>
                <a:cubicBezTo>
                  <a:pt x="6680639" y="3186428"/>
                  <a:pt x="6683715" y="3185089"/>
                  <a:pt x="6686294" y="3182410"/>
                </a:cubicBezTo>
                <a:cubicBezTo>
                  <a:pt x="6688874" y="3179731"/>
                  <a:pt x="6690164" y="3176457"/>
                  <a:pt x="6690164" y="3172587"/>
                </a:cubicBezTo>
                <a:cubicBezTo>
                  <a:pt x="6690164" y="3168222"/>
                  <a:pt x="6688378" y="3164377"/>
                  <a:pt x="6684806" y="3161053"/>
                </a:cubicBezTo>
                <a:cubicBezTo>
                  <a:pt x="6681234" y="3157729"/>
                  <a:pt x="6676720" y="3156067"/>
                  <a:pt x="6671262" y="3156067"/>
                </a:cubicBezTo>
                <a:cubicBezTo>
                  <a:pt x="6659257" y="3156067"/>
                  <a:pt x="6647549" y="3166287"/>
                  <a:pt x="6636139" y="3186726"/>
                </a:cubicBezTo>
                <a:lnTo>
                  <a:pt x="6636139" y="3156067"/>
                </a:lnTo>
                <a:close/>
                <a:moveTo>
                  <a:pt x="6510528" y="3156067"/>
                </a:moveTo>
                <a:cubicBezTo>
                  <a:pt x="6499217" y="3156067"/>
                  <a:pt x="6488501" y="3159019"/>
                  <a:pt x="6478381" y="3164923"/>
                </a:cubicBezTo>
                <a:cubicBezTo>
                  <a:pt x="6468261" y="3170826"/>
                  <a:pt x="6460100" y="3179954"/>
                  <a:pt x="6453899" y="3192307"/>
                </a:cubicBezTo>
                <a:cubicBezTo>
                  <a:pt x="6447698" y="3204660"/>
                  <a:pt x="6444597" y="3217087"/>
                  <a:pt x="6444597" y="3229589"/>
                </a:cubicBezTo>
                <a:cubicBezTo>
                  <a:pt x="6444597" y="3246753"/>
                  <a:pt x="6449707" y="3262231"/>
                  <a:pt x="6459926" y="3276023"/>
                </a:cubicBezTo>
                <a:cubicBezTo>
                  <a:pt x="6472031" y="3292394"/>
                  <a:pt x="6488353" y="3300579"/>
                  <a:pt x="6508891" y="3300579"/>
                </a:cubicBezTo>
                <a:cubicBezTo>
                  <a:pt x="6521492" y="3300579"/>
                  <a:pt x="6532927" y="3297404"/>
                  <a:pt x="6543196" y="3291054"/>
                </a:cubicBezTo>
                <a:cubicBezTo>
                  <a:pt x="6553465" y="3284704"/>
                  <a:pt x="6561527" y="3275279"/>
                  <a:pt x="6567380" y="3262777"/>
                </a:cubicBezTo>
                <a:cubicBezTo>
                  <a:pt x="6573234" y="3250275"/>
                  <a:pt x="6576161" y="3237923"/>
                  <a:pt x="6576161" y="3225719"/>
                </a:cubicBezTo>
                <a:cubicBezTo>
                  <a:pt x="6576161" y="3208355"/>
                  <a:pt x="6570853" y="3192977"/>
                  <a:pt x="6560237" y="3179582"/>
                </a:cubicBezTo>
                <a:cubicBezTo>
                  <a:pt x="6547735" y="3163906"/>
                  <a:pt x="6531166" y="3156067"/>
                  <a:pt x="6510528" y="3156067"/>
                </a:cubicBezTo>
                <a:close/>
                <a:moveTo>
                  <a:pt x="6277463" y="3156067"/>
                </a:moveTo>
                <a:lnTo>
                  <a:pt x="6236238" y="3172736"/>
                </a:lnTo>
                <a:lnTo>
                  <a:pt x="6237726" y="3178094"/>
                </a:lnTo>
                <a:cubicBezTo>
                  <a:pt x="6241596" y="3176606"/>
                  <a:pt x="6245068" y="3175862"/>
                  <a:pt x="6248144" y="3175862"/>
                </a:cubicBezTo>
                <a:cubicBezTo>
                  <a:pt x="6250724" y="3175862"/>
                  <a:pt x="6252882" y="3176556"/>
                  <a:pt x="6254618" y="3177945"/>
                </a:cubicBezTo>
                <a:cubicBezTo>
                  <a:pt x="6256355" y="3179334"/>
                  <a:pt x="6257545" y="3181542"/>
                  <a:pt x="6258190" y="3184568"/>
                </a:cubicBezTo>
                <a:cubicBezTo>
                  <a:pt x="6258835" y="3187594"/>
                  <a:pt x="6259157" y="3197045"/>
                  <a:pt x="6259157" y="3212920"/>
                </a:cubicBezTo>
                <a:lnTo>
                  <a:pt x="6259157" y="3265754"/>
                </a:lnTo>
                <a:cubicBezTo>
                  <a:pt x="6259157" y="3273691"/>
                  <a:pt x="6258909" y="3278503"/>
                  <a:pt x="6258413" y="3280190"/>
                </a:cubicBezTo>
                <a:cubicBezTo>
                  <a:pt x="6257421" y="3283663"/>
                  <a:pt x="6255685" y="3286193"/>
                  <a:pt x="6253204" y="3287780"/>
                </a:cubicBezTo>
                <a:cubicBezTo>
                  <a:pt x="6249831" y="3289963"/>
                  <a:pt x="6244672" y="3291054"/>
                  <a:pt x="6237726" y="3291054"/>
                </a:cubicBezTo>
                <a:lnTo>
                  <a:pt x="6237726" y="3296412"/>
                </a:lnTo>
                <a:lnTo>
                  <a:pt x="6307526" y="3296412"/>
                </a:lnTo>
                <a:lnTo>
                  <a:pt x="6307526" y="3291054"/>
                </a:lnTo>
                <a:cubicBezTo>
                  <a:pt x="6301375" y="3291054"/>
                  <a:pt x="6296662" y="3290161"/>
                  <a:pt x="6293388" y="3288375"/>
                </a:cubicBezTo>
                <a:cubicBezTo>
                  <a:pt x="6290114" y="3286590"/>
                  <a:pt x="6287832" y="3284357"/>
                  <a:pt x="6286542" y="3281678"/>
                </a:cubicBezTo>
                <a:cubicBezTo>
                  <a:pt x="6284656" y="3277809"/>
                  <a:pt x="6283714" y="3272104"/>
                  <a:pt x="6283714" y="3264563"/>
                </a:cubicBezTo>
                <a:lnTo>
                  <a:pt x="6283714" y="3199227"/>
                </a:lnTo>
                <a:cubicBezTo>
                  <a:pt x="6288476" y="3189901"/>
                  <a:pt x="6293090" y="3183204"/>
                  <a:pt x="6297555" y="3179136"/>
                </a:cubicBezTo>
                <a:cubicBezTo>
                  <a:pt x="6299639" y="3177151"/>
                  <a:pt x="6301573" y="3176159"/>
                  <a:pt x="6303359" y="3176159"/>
                </a:cubicBezTo>
                <a:cubicBezTo>
                  <a:pt x="6305443" y="3176159"/>
                  <a:pt x="6308643" y="3177871"/>
                  <a:pt x="6312959" y="3181294"/>
                </a:cubicBezTo>
                <a:cubicBezTo>
                  <a:pt x="6317275" y="3184717"/>
                  <a:pt x="6321169" y="3186428"/>
                  <a:pt x="6324642" y="3186428"/>
                </a:cubicBezTo>
                <a:cubicBezTo>
                  <a:pt x="6328214" y="3186428"/>
                  <a:pt x="6331290" y="3185089"/>
                  <a:pt x="6333869" y="3182410"/>
                </a:cubicBezTo>
                <a:cubicBezTo>
                  <a:pt x="6336449" y="3179731"/>
                  <a:pt x="6337739" y="3176457"/>
                  <a:pt x="6337739" y="3172587"/>
                </a:cubicBezTo>
                <a:cubicBezTo>
                  <a:pt x="6337739" y="3168222"/>
                  <a:pt x="6335953" y="3164377"/>
                  <a:pt x="6332381" y="3161053"/>
                </a:cubicBezTo>
                <a:cubicBezTo>
                  <a:pt x="6328809" y="3157729"/>
                  <a:pt x="6324295" y="3156067"/>
                  <a:pt x="6318837" y="3156067"/>
                </a:cubicBezTo>
                <a:cubicBezTo>
                  <a:pt x="6306832" y="3156067"/>
                  <a:pt x="6295124" y="3166287"/>
                  <a:pt x="6283714" y="3186726"/>
                </a:cubicBezTo>
                <a:lnTo>
                  <a:pt x="6283714" y="3156067"/>
                </a:lnTo>
                <a:close/>
                <a:moveTo>
                  <a:pt x="6039488" y="3156067"/>
                </a:moveTo>
                <a:cubicBezTo>
                  <a:pt x="6031649" y="3156067"/>
                  <a:pt x="6024183" y="3158473"/>
                  <a:pt x="6017088" y="3163285"/>
                </a:cubicBezTo>
                <a:cubicBezTo>
                  <a:pt x="6009995" y="3168097"/>
                  <a:pt x="6002925" y="3176506"/>
                  <a:pt x="5995881" y="3188512"/>
                </a:cubicBezTo>
                <a:lnTo>
                  <a:pt x="5995881" y="3156663"/>
                </a:lnTo>
                <a:lnTo>
                  <a:pt x="5990225" y="3156663"/>
                </a:lnTo>
                <a:lnTo>
                  <a:pt x="5948255" y="3173629"/>
                </a:lnTo>
                <a:lnTo>
                  <a:pt x="5950041" y="3178391"/>
                </a:lnTo>
                <a:cubicBezTo>
                  <a:pt x="5953713" y="3177002"/>
                  <a:pt x="5956739" y="3176308"/>
                  <a:pt x="5959120" y="3176308"/>
                </a:cubicBezTo>
                <a:cubicBezTo>
                  <a:pt x="5962096" y="3176308"/>
                  <a:pt x="5964453" y="3176903"/>
                  <a:pt x="5966189" y="3178094"/>
                </a:cubicBezTo>
                <a:cubicBezTo>
                  <a:pt x="5967926" y="3179284"/>
                  <a:pt x="5969191" y="3181070"/>
                  <a:pt x="5969985" y="3183452"/>
                </a:cubicBezTo>
                <a:cubicBezTo>
                  <a:pt x="5970779" y="3185833"/>
                  <a:pt x="5971175" y="3191439"/>
                  <a:pt x="5971175" y="3200269"/>
                </a:cubicBezTo>
                <a:lnTo>
                  <a:pt x="5971175" y="3329154"/>
                </a:lnTo>
                <a:cubicBezTo>
                  <a:pt x="5971175" y="3339076"/>
                  <a:pt x="5970654" y="3345253"/>
                  <a:pt x="5969613" y="3347684"/>
                </a:cubicBezTo>
                <a:cubicBezTo>
                  <a:pt x="5968570" y="3350114"/>
                  <a:pt x="5967107" y="3351875"/>
                  <a:pt x="5965223" y="3352967"/>
                </a:cubicBezTo>
                <a:cubicBezTo>
                  <a:pt x="5961352" y="3355150"/>
                  <a:pt x="5956689" y="3356191"/>
                  <a:pt x="5951232" y="3356092"/>
                </a:cubicBezTo>
                <a:lnTo>
                  <a:pt x="5947512" y="3356092"/>
                </a:lnTo>
                <a:lnTo>
                  <a:pt x="5947512" y="3361599"/>
                </a:lnTo>
                <a:lnTo>
                  <a:pt x="6018949" y="3361599"/>
                </a:lnTo>
                <a:lnTo>
                  <a:pt x="6018949" y="3356092"/>
                </a:lnTo>
                <a:cubicBezTo>
                  <a:pt x="6011507" y="3356092"/>
                  <a:pt x="6006373" y="3355348"/>
                  <a:pt x="6003545" y="3353860"/>
                </a:cubicBezTo>
                <a:cubicBezTo>
                  <a:pt x="6000717" y="3352372"/>
                  <a:pt x="5998733" y="3350362"/>
                  <a:pt x="5997592" y="3347832"/>
                </a:cubicBezTo>
                <a:cubicBezTo>
                  <a:pt x="5996451" y="3345302"/>
                  <a:pt x="5995881" y="3339374"/>
                  <a:pt x="5995881" y="3330047"/>
                </a:cubicBezTo>
                <a:lnTo>
                  <a:pt x="5995881" y="3288524"/>
                </a:lnTo>
                <a:cubicBezTo>
                  <a:pt x="6000841" y="3292989"/>
                  <a:pt x="6005306" y="3295966"/>
                  <a:pt x="6009275" y="3297454"/>
                </a:cubicBezTo>
                <a:cubicBezTo>
                  <a:pt x="6014633" y="3299538"/>
                  <a:pt x="6020983" y="3300579"/>
                  <a:pt x="6028326" y="3300579"/>
                </a:cubicBezTo>
                <a:cubicBezTo>
                  <a:pt x="6045192" y="3300579"/>
                  <a:pt x="6059182" y="3294279"/>
                  <a:pt x="6070294" y="3281678"/>
                </a:cubicBezTo>
                <a:cubicBezTo>
                  <a:pt x="6083789" y="3266299"/>
                  <a:pt x="6090535" y="3246852"/>
                  <a:pt x="6090535" y="3223338"/>
                </a:cubicBezTo>
                <a:cubicBezTo>
                  <a:pt x="6090535" y="3202303"/>
                  <a:pt x="6084929" y="3185238"/>
                  <a:pt x="6073717" y="3172141"/>
                </a:cubicBezTo>
                <a:cubicBezTo>
                  <a:pt x="6064590" y="3161425"/>
                  <a:pt x="6053179" y="3156067"/>
                  <a:pt x="6039488" y="3156067"/>
                </a:cubicBezTo>
                <a:close/>
                <a:moveTo>
                  <a:pt x="5795260" y="3156067"/>
                </a:moveTo>
                <a:cubicBezTo>
                  <a:pt x="5783057" y="3156067"/>
                  <a:pt x="5773110" y="3159838"/>
                  <a:pt x="5765420" y="3167378"/>
                </a:cubicBezTo>
                <a:cubicBezTo>
                  <a:pt x="5757731" y="3174919"/>
                  <a:pt x="5753886" y="3184295"/>
                  <a:pt x="5753886" y="3195507"/>
                </a:cubicBezTo>
                <a:cubicBezTo>
                  <a:pt x="5753886" y="3204139"/>
                  <a:pt x="5756119" y="3211282"/>
                  <a:pt x="5760584" y="3216938"/>
                </a:cubicBezTo>
                <a:cubicBezTo>
                  <a:pt x="5765048" y="3222693"/>
                  <a:pt x="5774474" y="3229142"/>
                  <a:pt x="5788860" y="3236286"/>
                </a:cubicBezTo>
                <a:cubicBezTo>
                  <a:pt x="5803248" y="3243429"/>
                  <a:pt x="5812847" y="3249333"/>
                  <a:pt x="5817660" y="3253996"/>
                </a:cubicBezTo>
                <a:cubicBezTo>
                  <a:pt x="5822471" y="3258659"/>
                  <a:pt x="5824877" y="3264414"/>
                  <a:pt x="5824877" y="3271260"/>
                </a:cubicBezTo>
                <a:cubicBezTo>
                  <a:pt x="5824877" y="3276916"/>
                  <a:pt x="5822719" y="3281753"/>
                  <a:pt x="5818403" y="3285771"/>
                </a:cubicBezTo>
                <a:cubicBezTo>
                  <a:pt x="5814088" y="3289789"/>
                  <a:pt x="5808506" y="3291799"/>
                  <a:pt x="5801660" y="3291799"/>
                </a:cubicBezTo>
                <a:cubicBezTo>
                  <a:pt x="5791936" y="3291799"/>
                  <a:pt x="5783156" y="3288276"/>
                  <a:pt x="5775318" y="3281232"/>
                </a:cubicBezTo>
                <a:cubicBezTo>
                  <a:pt x="5767480" y="3274187"/>
                  <a:pt x="5762171" y="3263720"/>
                  <a:pt x="5759392" y="3249829"/>
                </a:cubicBezTo>
                <a:lnTo>
                  <a:pt x="5754481" y="3249829"/>
                </a:lnTo>
                <a:lnTo>
                  <a:pt x="5754481" y="3298496"/>
                </a:lnTo>
                <a:lnTo>
                  <a:pt x="5759392" y="3298496"/>
                </a:lnTo>
                <a:cubicBezTo>
                  <a:pt x="5760684" y="3295916"/>
                  <a:pt x="5762468" y="3294626"/>
                  <a:pt x="5764750" y="3294626"/>
                </a:cubicBezTo>
                <a:cubicBezTo>
                  <a:pt x="5766834" y="3294626"/>
                  <a:pt x="5769513" y="3295122"/>
                  <a:pt x="5772788" y="3296115"/>
                </a:cubicBezTo>
                <a:cubicBezTo>
                  <a:pt x="5783503" y="3299091"/>
                  <a:pt x="5793028" y="3300579"/>
                  <a:pt x="5801362" y="3300579"/>
                </a:cubicBezTo>
                <a:cubicBezTo>
                  <a:pt x="5812971" y="3300579"/>
                  <a:pt x="5823463" y="3296784"/>
                  <a:pt x="5832839" y="3289194"/>
                </a:cubicBezTo>
                <a:cubicBezTo>
                  <a:pt x="5842216" y="3281604"/>
                  <a:pt x="5846903" y="3271607"/>
                  <a:pt x="5846903" y="3259205"/>
                </a:cubicBezTo>
                <a:cubicBezTo>
                  <a:pt x="5846903" y="3243132"/>
                  <a:pt x="5836833" y="3230184"/>
                  <a:pt x="5816691" y="3220361"/>
                </a:cubicBezTo>
                <a:lnTo>
                  <a:pt x="5794962" y="3209794"/>
                </a:lnTo>
                <a:cubicBezTo>
                  <a:pt x="5785537" y="3205230"/>
                  <a:pt x="5779286" y="3200914"/>
                  <a:pt x="5776210" y="3196846"/>
                </a:cubicBezTo>
                <a:cubicBezTo>
                  <a:pt x="5773036" y="3192878"/>
                  <a:pt x="5771448" y="3188115"/>
                  <a:pt x="5771448" y="3182559"/>
                </a:cubicBezTo>
                <a:cubicBezTo>
                  <a:pt x="5771448" y="3178094"/>
                  <a:pt x="5773581" y="3174026"/>
                  <a:pt x="5777848" y="3170355"/>
                </a:cubicBezTo>
                <a:cubicBezTo>
                  <a:pt x="5782114" y="3166684"/>
                  <a:pt x="5787719" y="3164848"/>
                  <a:pt x="5794665" y="3164848"/>
                </a:cubicBezTo>
                <a:cubicBezTo>
                  <a:pt x="5803793" y="3164848"/>
                  <a:pt x="5811308" y="3167477"/>
                  <a:pt x="5817212" y="3172736"/>
                </a:cubicBezTo>
                <a:cubicBezTo>
                  <a:pt x="5823116" y="3177995"/>
                  <a:pt x="5827953" y="3187917"/>
                  <a:pt x="5831723" y="3202502"/>
                </a:cubicBezTo>
                <a:lnTo>
                  <a:pt x="5836634" y="3202502"/>
                </a:lnTo>
                <a:lnTo>
                  <a:pt x="5836634" y="3156067"/>
                </a:lnTo>
                <a:lnTo>
                  <a:pt x="5831723" y="3156067"/>
                </a:lnTo>
                <a:cubicBezTo>
                  <a:pt x="5830532" y="3158449"/>
                  <a:pt x="5829491" y="3159986"/>
                  <a:pt x="5828599" y="3160681"/>
                </a:cubicBezTo>
                <a:cubicBezTo>
                  <a:pt x="5827705" y="3161375"/>
                  <a:pt x="5826465" y="3161723"/>
                  <a:pt x="5824877" y="3161723"/>
                </a:cubicBezTo>
                <a:cubicBezTo>
                  <a:pt x="5823191" y="3161723"/>
                  <a:pt x="5819817" y="3160979"/>
                  <a:pt x="5814757" y="3159490"/>
                </a:cubicBezTo>
                <a:cubicBezTo>
                  <a:pt x="5807117" y="3157208"/>
                  <a:pt x="5800618" y="3156067"/>
                  <a:pt x="5795260" y="3156067"/>
                </a:cubicBezTo>
                <a:close/>
                <a:moveTo>
                  <a:pt x="5569936" y="3156067"/>
                </a:moveTo>
                <a:lnTo>
                  <a:pt x="5528858" y="3172736"/>
                </a:lnTo>
                <a:lnTo>
                  <a:pt x="5530942" y="3178094"/>
                </a:lnTo>
                <a:cubicBezTo>
                  <a:pt x="5534911" y="3176606"/>
                  <a:pt x="5538285" y="3175862"/>
                  <a:pt x="5541063" y="3175862"/>
                </a:cubicBezTo>
                <a:cubicBezTo>
                  <a:pt x="5543642" y="3175862"/>
                  <a:pt x="5545675" y="3176482"/>
                  <a:pt x="5547164" y="3177722"/>
                </a:cubicBezTo>
                <a:cubicBezTo>
                  <a:pt x="5548652" y="3178962"/>
                  <a:pt x="5549744" y="3181170"/>
                  <a:pt x="5550438" y="3184345"/>
                </a:cubicBezTo>
                <a:cubicBezTo>
                  <a:pt x="5551331" y="3188710"/>
                  <a:pt x="5551778" y="3198285"/>
                  <a:pt x="5551778" y="3213068"/>
                </a:cubicBezTo>
                <a:lnTo>
                  <a:pt x="5551778" y="3265605"/>
                </a:lnTo>
                <a:cubicBezTo>
                  <a:pt x="5551778" y="3274038"/>
                  <a:pt x="5551108" y="3279744"/>
                  <a:pt x="5549768" y="3282720"/>
                </a:cubicBezTo>
                <a:cubicBezTo>
                  <a:pt x="5548430" y="3285697"/>
                  <a:pt x="5546619" y="3287830"/>
                  <a:pt x="5544336" y="3289120"/>
                </a:cubicBezTo>
                <a:cubicBezTo>
                  <a:pt x="5542054" y="3290410"/>
                  <a:pt x="5537589" y="3291054"/>
                  <a:pt x="5530942" y="3291054"/>
                </a:cubicBezTo>
                <a:lnTo>
                  <a:pt x="5530942" y="3296412"/>
                </a:lnTo>
                <a:lnTo>
                  <a:pt x="5597170" y="3296412"/>
                </a:lnTo>
                <a:lnTo>
                  <a:pt x="5597170" y="3291054"/>
                </a:lnTo>
                <a:cubicBezTo>
                  <a:pt x="5590721" y="3291054"/>
                  <a:pt x="5586282" y="3290360"/>
                  <a:pt x="5583850" y="3288971"/>
                </a:cubicBezTo>
                <a:cubicBezTo>
                  <a:pt x="5581419" y="3287582"/>
                  <a:pt x="5579584" y="3285473"/>
                  <a:pt x="5578344" y="3282646"/>
                </a:cubicBezTo>
                <a:cubicBezTo>
                  <a:pt x="5577104" y="3279818"/>
                  <a:pt x="5576483" y="3274138"/>
                  <a:pt x="5576483" y="3265605"/>
                </a:cubicBezTo>
                <a:lnTo>
                  <a:pt x="5576483" y="3156067"/>
                </a:lnTo>
                <a:close/>
                <a:moveTo>
                  <a:pt x="5458313" y="3156067"/>
                </a:moveTo>
                <a:lnTo>
                  <a:pt x="5417088" y="3172736"/>
                </a:lnTo>
                <a:lnTo>
                  <a:pt x="5418576" y="3178094"/>
                </a:lnTo>
                <a:cubicBezTo>
                  <a:pt x="5422446" y="3176606"/>
                  <a:pt x="5425919" y="3175862"/>
                  <a:pt x="5428995" y="3175862"/>
                </a:cubicBezTo>
                <a:cubicBezTo>
                  <a:pt x="5431575" y="3175862"/>
                  <a:pt x="5433732" y="3176556"/>
                  <a:pt x="5435469" y="3177945"/>
                </a:cubicBezTo>
                <a:cubicBezTo>
                  <a:pt x="5437205" y="3179334"/>
                  <a:pt x="5438396" y="3181542"/>
                  <a:pt x="5439041" y="3184568"/>
                </a:cubicBezTo>
                <a:cubicBezTo>
                  <a:pt x="5439686" y="3187594"/>
                  <a:pt x="5440008" y="3197045"/>
                  <a:pt x="5440008" y="3212920"/>
                </a:cubicBezTo>
                <a:lnTo>
                  <a:pt x="5440008" y="3265754"/>
                </a:lnTo>
                <a:cubicBezTo>
                  <a:pt x="5440008" y="3273691"/>
                  <a:pt x="5439760" y="3278503"/>
                  <a:pt x="5439264" y="3280190"/>
                </a:cubicBezTo>
                <a:cubicBezTo>
                  <a:pt x="5438271" y="3283663"/>
                  <a:pt x="5436535" y="3286193"/>
                  <a:pt x="5434055" y="3287780"/>
                </a:cubicBezTo>
                <a:cubicBezTo>
                  <a:pt x="5430681" y="3289963"/>
                  <a:pt x="5425522" y="3291054"/>
                  <a:pt x="5418576" y="3291054"/>
                </a:cubicBezTo>
                <a:lnTo>
                  <a:pt x="5418576" y="3296412"/>
                </a:lnTo>
                <a:lnTo>
                  <a:pt x="5488377" y="3296412"/>
                </a:lnTo>
                <a:lnTo>
                  <a:pt x="5488377" y="3291054"/>
                </a:lnTo>
                <a:cubicBezTo>
                  <a:pt x="5482225" y="3291054"/>
                  <a:pt x="5477514" y="3290161"/>
                  <a:pt x="5474238" y="3288375"/>
                </a:cubicBezTo>
                <a:cubicBezTo>
                  <a:pt x="5470965" y="3286590"/>
                  <a:pt x="5468682" y="3284357"/>
                  <a:pt x="5467393" y="3281678"/>
                </a:cubicBezTo>
                <a:cubicBezTo>
                  <a:pt x="5465507" y="3277809"/>
                  <a:pt x="5464565" y="3272104"/>
                  <a:pt x="5464565" y="3264563"/>
                </a:cubicBezTo>
                <a:lnTo>
                  <a:pt x="5464565" y="3199227"/>
                </a:lnTo>
                <a:cubicBezTo>
                  <a:pt x="5469326" y="3189901"/>
                  <a:pt x="5473942" y="3183204"/>
                  <a:pt x="5478406" y="3179136"/>
                </a:cubicBezTo>
                <a:cubicBezTo>
                  <a:pt x="5480489" y="3177151"/>
                  <a:pt x="5482424" y="3176159"/>
                  <a:pt x="5484210" y="3176159"/>
                </a:cubicBezTo>
                <a:cubicBezTo>
                  <a:pt x="5486294" y="3176159"/>
                  <a:pt x="5489494" y="3177871"/>
                  <a:pt x="5493809" y="3181294"/>
                </a:cubicBezTo>
                <a:cubicBezTo>
                  <a:pt x="5498126" y="3184717"/>
                  <a:pt x="5502019" y="3186428"/>
                  <a:pt x="5505492" y="3186428"/>
                </a:cubicBezTo>
                <a:cubicBezTo>
                  <a:pt x="5509064" y="3186428"/>
                  <a:pt x="5512140" y="3185089"/>
                  <a:pt x="5514720" y="3182410"/>
                </a:cubicBezTo>
                <a:cubicBezTo>
                  <a:pt x="5517299" y="3179731"/>
                  <a:pt x="5518589" y="3176457"/>
                  <a:pt x="5518589" y="3172587"/>
                </a:cubicBezTo>
                <a:cubicBezTo>
                  <a:pt x="5518589" y="3168222"/>
                  <a:pt x="5516803" y="3164377"/>
                  <a:pt x="5513231" y="3161053"/>
                </a:cubicBezTo>
                <a:cubicBezTo>
                  <a:pt x="5509659" y="3157729"/>
                  <a:pt x="5505145" y="3156067"/>
                  <a:pt x="5499687" y="3156067"/>
                </a:cubicBezTo>
                <a:cubicBezTo>
                  <a:pt x="5487683" y="3156067"/>
                  <a:pt x="5475974" y="3166287"/>
                  <a:pt x="5464565" y="3186726"/>
                </a:cubicBezTo>
                <a:lnTo>
                  <a:pt x="5464565" y="3156067"/>
                </a:lnTo>
                <a:close/>
                <a:moveTo>
                  <a:pt x="5229416" y="3156067"/>
                </a:moveTo>
                <a:lnTo>
                  <a:pt x="5188339" y="3172736"/>
                </a:lnTo>
                <a:lnTo>
                  <a:pt x="5190573" y="3178094"/>
                </a:lnTo>
                <a:cubicBezTo>
                  <a:pt x="5194441" y="3176606"/>
                  <a:pt x="5197765" y="3175862"/>
                  <a:pt x="5200543" y="3175862"/>
                </a:cubicBezTo>
                <a:cubicBezTo>
                  <a:pt x="5203124" y="3175862"/>
                  <a:pt x="5205182" y="3176506"/>
                  <a:pt x="5206720" y="3177796"/>
                </a:cubicBezTo>
                <a:cubicBezTo>
                  <a:pt x="5208258" y="3179086"/>
                  <a:pt x="5209399" y="3181517"/>
                  <a:pt x="5210143" y="3185089"/>
                </a:cubicBezTo>
                <a:cubicBezTo>
                  <a:pt x="5210887" y="3188661"/>
                  <a:pt x="5211259" y="3198632"/>
                  <a:pt x="5211259" y="3215003"/>
                </a:cubicBezTo>
                <a:lnTo>
                  <a:pt x="5211259" y="3265605"/>
                </a:lnTo>
                <a:cubicBezTo>
                  <a:pt x="5211259" y="3275527"/>
                  <a:pt x="5210043" y="3282249"/>
                  <a:pt x="5207613" y="3285771"/>
                </a:cubicBezTo>
                <a:cubicBezTo>
                  <a:pt x="5205182" y="3289293"/>
                  <a:pt x="5200494" y="3291054"/>
                  <a:pt x="5193550" y="3291054"/>
                </a:cubicBezTo>
                <a:lnTo>
                  <a:pt x="5190573" y="3291054"/>
                </a:lnTo>
                <a:lnTo>
                  <a:pt x="5190573" y="3296412"/>
                </a:lnTo>
                <a:lnTo>
                  <a:pt x="5257991" y="3296412"/>
                </a:lnTo>
                <a:lnTo>
                  <a:pt x="5257991" y="3291054"/>
                </a:lnTo>
                <a:cubicBezTo>
                  <a:pt x="5250550" y="3291054"/>
                  <a:pt x="5245614" y="3290385"/>
                  <a:pt x="5243183" y="3289045"/>
                </a:cubicBezTo>
                <a:cubicBezTo>
                  <a:pt x="5240753" y="3287706"/>
                  <a:pt x="5238842" y="3285597"/>
                  <a:pt x="5237453" y="3282720"/>
                </a:cubicBezTo>
                <a:cubicBezTo>
                  <a:pt x="5236363" y="3280537"/>
                  <a:pt x="5235815" y="3274832"/>
                  <a:pt x="5235815" y="3265605"/>
                </a:cubicBezTo>
                <a:lnTo>
                  <a:pt x="5235815" y="3193721"/>
                </a:lnTo>
                <a:cubicBezTo>
                  <a:pt x="5247523" y="3180822"/>
                  <a:pt x="5259282" y="3174373"/>
                  <a:pt x="5271088" y="3174373"/>
                </a:cubicBezTo>
                <a:cubicBezTo>
                  <a:pt x="5278728" y="3174373"/>
                  <a:pt x="5284161" y="3177176"/>
                  <a:pt x="5287385" y="3182782"/>
                </a:cubicBezTo>
                <a:cubicBezTo>
                  <a:pt x="5290609" y="3188388"/>
                  <a:pt x="5292221" y="3197392"/>
                  <a:pt x="5292221" y="3209794"/>
                </a:cubicBezTo>
                <a:lnTo>
                  <a:pt x="5292221" y="3265605"/>
                </a:lnTo>
                <a:cubicBezTo>
                  <a:pt x="5292221" y="3273443"/>
                  <a:pt x="5292023" y="3278106"/>
                  <a:pt x="5291626" y="3279595"/>
                </a:cubicBezTo>
                <a:cubicBezTo>
                  <a:pt x="5290634" y="3283365"/>
                  <a:pt x="5288873" y="3286217"/>
                  <a:pt x="5286344" y="3288152"/>
                </a:cubicBezTo>
                <a:cubicBezTo>
                  <a:pt x="5283812" y="3290087"/>
                  <a:pt x="5279373" y="3291054"/>
                  <a:pt x="5273023" y="3291054"/>
                </a:cubicBezTo>
                <a:lnTo>
                  <a:pt x="5270195" y="3291054"/>
                </a:lnTo>
                <a:lnTo>
                  <a:pt x="5270195" y="3296412"/>
                </a:lnTo>
                <a:lnTo>
                  <a:pt x="5337614" y="3296412"/>
                </a:lnTo>
                <a:lnTo>
                  <a:pt x="5337614" y="3291054"/>
                </a:lnTo>
                <a:cubicBezTo>
                  <a:pt x="5331066" y="3291054"/>
                  <a:pt x="5326576" y="3290360"/>
                  <a:pt x="5324145" y="3288971"/>
                </a:cubicBezTo>
                <a:cubicBezTo>
                  <a:pt x="5321714" y="3287582"/>
                  <a:pt x="5319953" y="3285647"/>
                  <a:pt x="5318862" y="3283167"/>
                </a:cubicBezTo>
                <a:cubicBezTo>
                  <a:pt x="5317473" y="3280091"/>
                  <a:pt x="5316778" y="3274237"/>
                  <a:pt x="5316778" y="3265605"/>
                </a:cubicBezTo>
                <a:lnTo>
                  <a:pt x="5316778" y="3207413"/>
                </a:lnTo>
                <a:cubicBezTo>
                  <a:pt x="5316778" y="3195110"/>
                  <a:pt x="5315686" y="3185982"/>
                  <a:pt x="5313504" y="3180029"/>
                </a:cubicBezTo>
                <a:cubicBezTo>
                  <a:pt x="5310329" y="3171496"/>
                  <a:pt x="5306063" y="3165369"/>
                  <a:pt x="5300706" y="3161649"/>
                </a:cubicBezTo>
                <a:cubicBezTo>
                  <a:pt x="5295347" y="3157928"/>
                  <a:pt x="5288949" y="3156067"/>
                  <a:pt x="5281506" y="3156067"/>
                </a:cubicBezTo>
                <a:cubicBezTo>
                  <a:pt x="5267021" y="3156067"/>
                  <a:pt x="5251790" y="3165691"/>
                  <a:pt x="5235815" y="3184940"/>
                </a:cubicBezTo>
                <a:lnTo>
                  <a:pt x="5235815" y="3156067"/>
                </a:lnTo>
                <a:close/>
                <a:moveTo>
                  <a:pt x="4967479" y="3156067"/>
                </a:moveTo>
                <a:cubicBezTo>
                  <a:pt x="4956168" y="3156067"/>
                  <a:pt x="4945452" y="3159019"/>
                  <a:pt x="4935331" y="3164923"/>
                </a:cubicBezTo>
                <a:cubicBezTo>
                  <a:pt x="4925211" y="3170826"/>
                  <a:pt x="4917051" y="3179954"/>
                  <a:pt x="4910849" y="3192307"/>
                </a:cubicBezTo>
                <a:cubicBezTo>
                  <a:pt x="4904648" y="3204660"/>
                  <a:pt x="4901547" y="3217087"/>
                  <a:pt x="4901547" y="3229589"/>
                </a:cubicBezTo>
                <a:cubicBezTo>
                  <a:pt x="4901547" y="3246753"/>
                  <a:pt x="4906658" y="3262231"/>
                  <a:pt x="4916877" y="3276023"/>
                </a:cubicBezTo>
                <a:cubicBezTo>
                  <a:pt x="4928982" y="3292394"/>
                  <a:pt x="4945304" y="3300579"/>
                  <a:pt x="4965842" y="3300579"/>
                </a:cubicBezTo>
                <a:cubicBezTo>
                  <a:pt x="4978442" y="3300579"/>
                  <a:pt x="4989877" y="3297404"/>
                  <a:pt x="5000146" y="3291054"/>
                </a:cubicBezTo>
                <a:cubicBezTo>
                  <a:pt x="5010416" y="3284704"/>
                  <a:pt x="5018477" y="3275279"/>
                  <a:pt x="5024331" y="3262777"/>
                </a:cubicBezTo>
                <a:cubicBezTo>
                  <a:pt x="5030185" y="3250275"/>
                  <a:pt x="5033112" y="3237923"/>
                  <a:pt x="5033112" y="3225719"/>
                </a:cubicBezTo>
                <a:cubicBezTo>
                  <a:pt x="5033112" y="3208355"/>
                  <a:pt x="5027803" y="3192977"/>
                  <a:pt x="5017187" y="3179582"/>
                </a:cubicBezTo>
                <a:cubicBezTo>
                  <a:pt x="5004685" y="3163906"/>
                  <a:pt x="4988116" y="3156067"/>
                  <a:pt x="4967479" y="3156067"/>
                </a:cubicBezTo>
                <a:close/>
                <a:moveTo>
                  <a:pt x="4833384" y="3156067"/>
                </a:moveTo>
                <a:cubicBezTo>
                  <a:pt x="4815525" y="3156067"/>
                  <a:pt x="4800220" y="3162765"/>
                  <a:pt x="4787471" y="3176159"/>
                </a:cubicBezTo>
                <a:cubicBezTo>
                  <a:pt x="4774721" y="3189554"/>
                  <a:pt x="4768347" y="3206966"/>
                  <a:pt x="4768347" y="3228398"/>
                </a:cubicBezTo>
                <a:cubicBezTo>
                  <a:pt x="4768347" y="3250524"/>
                  <a:pt x="4774101" y="3268085"/>
                  <a:pt x="4785611" y="3281083"/>
                </a:cubicBezTo>
                <a:cubicBezTo>
                  <a:pt x="4797120" y="3294081"/>
                  <a:pt x="4810615" y="3300579"/>
                  <a:pt x="4826092" y="3300579"/>
                </a:cubicBezTo>
                <a:cubicBezTo>
                  <a:pt x="4839090" y="3300579"/>
                  <a:pt x="4850946" y="3295743"/>
                  <a:pt x="4861662" y="3286069"/>
                </a:cubicBezTo>
                <a:cubicBezTo>
                  <a:pt x="4872377" y="3276395"/>
                  <a:pt x="4879571" y="3262579"/>
                  <a:pt x="4883242" y="3244620"/>
                </a:cubicBezTo>
                <a:lnTo>
                  <a:pt x="4878926" y="3242536"/>
                </a:lnTo>
                <a:cubicBezTo>
                  <a:pt x="4873766" y="3254542"/>
                  <a:pt x="4868458" y="3262827"/>
                  <a:pt x="4863002" y="3267391"/>
                </a:cubicBezTo>
                <a:cubicBezTo>
                  <a:pt x="4855262" y="3274038"/>
                  <a:pt x="4846531" y="3277362"/>
                  <a:pt x="4836808" y="3277362"/>
                </a:cubicBezTo>
                <a:cubicBezTo>
                  <a:pt x="4823214" y="3277362"/>
                  <a:pt x="4812424" y="3271136"/>
                  <a:pt x="4804438" y="3258684"/>
                </a:cubicBezTo>
                <a:cubicBezTo>
                  <a:pt x="4796451" y="3246232"/>
                  <a:pt x="4792456" y="3231870"/>
                  <a:pt x="4792456" y="3215599"/>
                </a:cubicBezTo>
                <a:cubicBezTo>
                  <a:pt x="4792456" y="3199624"/>
                  <a:pt x="4796476" y="3186776"/>
                  <a:pt x="4804512" y="3177052"/>
                </a:cubicBezTo>
                <a:cubicBezTo>
                  <a:pt x="4810564" y="3169710"/>
                  <a:pt x="4818551" y="3166039"/>
                  <a:pt x="4828473" y="3166039"/>
                </a:cubicBezTo>
                <a:cubicBezTo>
                  <a:pt x="4834625" y="3166039"/>
                  <a:pt x="4839437" y="3167527"/>
                  <a:pt x="4842910" y="3170504"/>
                </a:cubicBezTo>
                <a:cubicBezTo>
                  <a:pt x="4846382" y="3173579"/>
                  <a:pt x="4848391" y="3178044"/>
                  <a:pt x="4848937" y="3183898"/>
                </a:cubicBezTo>
                <a:cubicBezTo>
                  <a:pt x="4849483" y="3189752"/>
                  <a:pt x="4850599" y="3193721"/>
                  <a:pt x="4852285" y="3195805"/>
                </a:cubicBezTo>
                <a:cubicBezTo>
                  <a:pt x="4855262" y="3199575"/>
                  <a:pt x="4859677" y="3201460"/>
                  <a:pt x="4865531" y="3201460"/>
                </a:cubicBezTo>
                <a:cubicBezTo>
                  <a:pt x="4869898" y="3201460"/>
                  <a:pt x="4873295" y="3200294"/>
                  <a:pt x="4875726" y="3197963"/>
                </a:cubicBezTo>
                <a:cubicBezTo>
                  <a:pt x="4878157" y="3195631"/>
                  <a:pt x="4879372" y="3192580"/>
                  <a:pt x="4879372" y="3188809"/>
                </a:cubicBezTo>
                <a:cubicBezTo>
                  <a:pt x="4879372" y="3181170"/>
                  <a:pt x="4875056" y="3173803"/>
                  <a:pt x="4866424" y="3166708"/>
                </a:cubicBezTo>
                <a:cubicBezTo>
                  <a:pt x="4857794" y="3159614"/>
                  <a:pt x="4846779" y="3156067"/>
                  <a:pt x="4833384" y="3156067"/>
                </a:cubicBezTo>
                <a:close/>
                <a:moveTo>
                  <a:pt x="4376929" y="3156067"/>
                </a:moveTo>
                <a:cubicBezTo>
                  <a:pt x="4365617" y="3156067"/>
                  <a:pt x="4354902" y="3159019"/>
                  <a:pt x="4344781" y="3164923"/>
                </a:cubicBezTo>
                <a:cubicBezTo>
                  <a:pt x="4334661" y="3170826"/>
                  <a:pt x="4326500" y="3179954"/>
                  <a:pt x="4320299" y="3192307"/>
                </a:cubicBezTo>
                <a:cubicBezTo>
                  <a:pt x="4314098" y="3204660"/>
                  <a:pt x="4310998" y="3217087"/>
                  <a:pt x="4310998" y="3229589"/>
                </a:cubicBezTo>
                <a:cubicBezTo>
                  <a:pt x="4310998" y="3246753"/>
                  <a:pt x="4316107" y="3262231"/>
                  <a:pt x="4326327" y="3276023"/>
                </a:cubicBezTo>
                <a:cubicBezTo>
                  <a:pt x="4338432" y="3292394"/>
                  <a:pt x="4354753" y="3300579"/>
                  <a:pt x="4375291" y="3300579"/>
                </a:cubicBezTo>
                <a:cubicBezTo>
                  <a:pt x="4387892" y="3300579"/>
                  <a:pt x="4399327" y="3297404"/>
                  <a:pt x="4409596" y="3291054"/>
                </a:cubicBezTo>
                <a:cubicBezTo>
                  <a:pt x="4419865" y="3284704"/>
                  <a:pt x="4427927" y="3275279"/>
                  <a:pt x="4433782" y="3262777"/>
                </a:cubicBezTo>
                <a:cubicBezTo>
                  <a:pt x="4439636" y="3250275"/>
                  <a:pt x="4442562" y="3237923"/>
                  <a:pt x="4442562" y="3225719"/>
                </a:cubicBezTo>
                <a:cubicBezTo>
                  <a:pt x="4442562" y="3208355"/>
                  <a:pt x="4437254" y="3192977"/>
                  <a:pt x="4426638" y="3179582"/>
                </a:cubicBezTo>
                <a:cubicBezTo>
                  <a:pt x="4414136" y="3163906"/>
                  <a:pt x="4397566" y="3156067"/>
                  <a:pt x="4376929" y="3156067"/>
                </a:cubicBezTo>
                <a:close/>
                <a:moveTo>
                  <a:pt x="3700656" y="3156067"/>
                </a:moveTo>
                <a:cubicBezTo>
                  <a:pt x="3689345" y="3156067"/>
                  <a:pt x="3678629" y="3159019"/>
                  <a:pt x="3668509" y="3164923"/>
                </a:cubicBezTo>
                <a:cubicBezTo>
                  <a:pt x="3658388" y="3170826"/>
                  <a:pt x="3650227" y="3179954"/>
                  <a:pt x="3644026" y="3192307"/>
                </a:cubicBezTo>
                <a:cubicBezTo>
                  <a:pt x="3637825" y="3204660"/>
                  <a:pt x="3634725" y="3217087"/>
                  <a:pt x="3634725" y="3229589"/>
                </a:cubicBezTo>
                <a:cubicBezTo>
                  <a:pt x="3634725" y="3246753"/>
                  <a:pt x="3639835" y="3262231"/>
                  <a:pt x="3650054" y="3276023"/>
                </a:cubicBezTo>
                <a:cubicBezTo>
                  <a:pt x="3662158" y="3292394"/>
                  <a:pt x="3678480" y="3300579"/>
                  <a:pt x="3699018" y="3300579"/>
                </a:cubicBezTo>
                <a:cubicBezTo>
                  <a:pt x="3711619" y="3300579"/>
                  <a:pt x="3723054" y="3297404"/>
                  <a:pt x="3733322" y="3291054"/>
                </a:cubicBezTo>
                <a:cubicBezTo>
                  <a:pt x="3743593" y="3284704"/>
                  <a:pt x="3751654" y="3275279"/>
                  <a:pt x="3757508" y="3262777"/>
                </a:cubicBezTo>
                <a:cubicBezTo>
                  <a:pt x="3763362" y="3250275"/>
                  <a:pt x="3766289" y="3237923"/>
                  <a:pt x="3766289" y="3225719"/>
                </a:cubicBezTo>
                <a:cubicBezTo>
                  <a:pt x="3766289" y="3208355"/>
                  <a:pt x="3760981" y="3192977"/>
                  <a:pt x="3750364" y="3179582"/>
                </a:cubicBezTo>
                <a:cubicBezTo>
                  <a:pt x="3737863" y="3163906"/>
                  <a:pt x="3721293" y="3156067"/>
                  <a:pt x="3700656" y="3156067"/>
                </a:cubicBezTo>
                <a:close/>
                <a:moveTo>
                  <a:pt x="3433062" y="3156067"/>
                </a:moveTo>
                <a:cubicBezTo>
                  <a:pt x="3420858" y="3156067"/>
                  <a:pt x="3410912" y="3159838"/>
                  <a:pt x="3403222" y="3167378"/>
                </a:cubicBezTo>
                <a:cubicBezTo>
                  <a:pt x="3395533" y="3174919"/>
                  <a:pt x="3391689" y="3184295"/>
                  <a:pt x="3391689" y="3195507"/>
                </a:cubicBezTo>
                <a:cubicBezTo>
                  <a:pt x="3391689" y="3204139"/>
                  <a:pt x="3393920" y="3211282"/>
                  <a:pt x="3398385" y="3216938"/>
                </a:cubicBezTo>
                <a:cubicBezTo>
                  <a:pt x="3402851" y="3222693"/>
                  <a:pt x="3412277" y="3229142"/>
                  <a:pt x="3426663" y="3236286"/>
                </a:cubicBezTo>
                <a:cubicBezTo>
                  <a:pt x="3441050" y="3243429"/>
                  <a:pt x="3450649" y="3249333"/>
                  <a:pt x="3455462" y="3253996"/>
                </a:cubicBezTo>
                <a:cubicBezTo>
                  <a:pt x="3460273" y="3258659"/>
                  <a:pt x="3462679" y="3264414"/>
                  <a:pt x="3462679" y="3271260"/>
                </a:cubicBezTo>
                <a:cubicBezTo>
                  <a:pt x="3462679" y="3276916"/>
                  <a:pt x="3460522" y="3281753"/>
                  <a:pt x="3456206" y="3285771"/>
                </a:cubicBezTo>
                <a:cubicBezTo>
                  <a:pt x="3451890" y="3289789"/>
                  <a:pt x="3446308" y="3291799"/>
                  <a:pt x="3439462" y="3291799"/>
                </a:cubicBezTo>
                <a:cubicBezTo>
                  <a:pt x="3429739" y="3291799"/>
                  <a:pt x="3420958" y="3288276"/>
                  <a:pt x="3413120" y="3281232"/>
                </a:cubicBezTo>
                <a:cubicBezTo>
                  <a:pt x="3405282" y="3274187"/>
                  <a:pt x="3399973" y="3263720"/>
                  <a:pt x="3397195" y="3249829"/>
                </a:cubicBezTo>
                <a:lnTo>
                  <a:pt x="3392284" y="3249829"/>
                </a:lnTo>
                <a:lnTo>
                  <a:pt x="3392284" y="3298496"/>
                </a:lnTo>
                <a:lnTo>
                  <a:pt x="3397195" y="3298496"/>
                </a:lnTo>
                <a:cubicBezTo>
                  <a:pt x="3398485" y="3295916"/>
                  <a:pt x="3400270" y="3294626"/>
                  <a:pt x="3402553" y="3294626"/>
                </a:cubicBezTo>
                <a:cubicBezTo>
                  <a:pt x="3404637" y="3294626"/>
                  <a:pt x="3407316" y="3295122"/>
                  <a:pt x="3410590" y="3296115"/>
                </a:cubicBezTo>
                <a:cubicBezTo>
                  <a:pt x="3421306" y="3299091"/>
                  <a:pt x="3430830" y="3300579"/>
                  <a:pt x="3439165" y="3300579"/>
                </a:cubicBezTo>
                <a:cubicBezTo>
                  <a:pt x="3450773" y="3300579"/>
                  <a:pt x="3461265" y="3296784"/>
                  <a:pt x="3470642" y="3289194"/>
                </a:cubicBezTo>
                <a:cubicBezTo>
                  <a:pt x="3480018" y="3281604"/>
                  <a:pt x="3484706" y="3271607"/>
                  <a:pt x="3484706" y="3259205"/>
                </a:cubicBezTo>
                <a:cubicBezTo>
                  <a:pt x="3484706" y="3243132"/>
                  <a:pt x="3474635" y="3230184"/>
                  <a:pt x="3454494" y="3220361"/>
                </a:cubicBezTo>
                <a:lnTo>
                  <a:pt x="3432765" y="3209794"/>
                </a:lnTo>
                <a:cubicBezTo>
                  <a:pt x="3423338" y="3205230"/>
                  <a:pt x="3417088" y="3200914"/>
                  <a:pt x="3414012" y="3196846"/>
                </a:cubicBezTo>
                <a:cubicBezTo>
                  <a:pt x="3410837" y="3192878"/>
                  <a:pt x="3409250" y="3188115"/>
                  <a:pt x="3409250" y="3182559"/>
                </a:cubicBezTo>
                <a:cubicBezTo>
                  <a:pt x="3409250" y="3178094"/>
                  <a:pt x="3411384" y="3174026"/>
                  <a:pt x="3415650" y="3170355"/>
                </a:cubicBezTo>
                <a:cubicBezTo>
                  <a:pt x="3419916" y="3166684"/>
                  <a:pt x="3425521" y="3164848"/>
                  <a:pt x="3432467" y="3164848"/>
                </a:cubicBezTo>
                <a:cubicBezTo>
                  <a:pt x="3441595" y="3164848"/>
                  <a:pt x="3449111" y="3167477"/>
                  <a:pt x="3455015" y="3172736"/>
                </a:cubicBezTo>
                <a:cubicBezTo>
                  <a:pt x="3460919" y="3177995"/>
                  <a:pt x="3465755" y="3187917"/>
                  <a:pt x="3469526" y="3202502"/>
                </a:cubicBezTo>
                <a:lnTo>
                  <a:pt x="3474437" y="3202502"/>
                </a:lnTo>
                <a:lnTo>
                  <a:pt x="3474437" y="3156067"/>
                </a:lnTo>
                <a:lnTo>
                  <a:pt x="3469526" y="3156067"/>
                </a:lnTo>
                <a:cubicBezTo>
                  <a:pt x="3468335" y="3158449"/>
                  <a:pt x="3467293" y="3159986"/>
                  <a:pt x="3466399" y="3160681"/>
                </a:cubicBezTo>
                <a:cubicBezTo>
                  <a:pt x="3465506" y="3161375"/>
                  <a:pt x="3464267" y="3161723"/>
                  <a:pt x="3462679" y="3161723"/>
                </a:cubicBezTo>
                <a:cubicBezTo>
                  <a:pt x="3460992" y="3161723"/>
                  <a:pt x="3457619" y="3160979"/>
                  <a:pt x="3452559" y="3159490"/>
                </a:cubicBezTo>
                <a:cubicBezTo>
                  <a:pt x="3444919" y="3157208"/>
                  <a:pt x="3438420" y="3156067"/>
                  <a:pt x="3433062" y="3156067"/>
                </a:cubicBezTo>
                <a:close/>
                <a:moveTo>
                  <a:pt x="3224405" y="3156067"/>
                </a:moveTo>
                <a:cubicBezTo>
                  <a:pt x="3213094" y="3156067"/>
                  <a:pt x="3202379" y="3159019"/>
                  <a:pt x="3192258" y="3164923"/>
                </a:cubicBezTo>
                <a:cubicBezTo>
                  <a:pt x="3182137" y="3170826"/>
                  <a:pt x="3173978" y="3179954"/>
                  <a:pt x="3167776" y="3192307"/>
                </a:cubicBezTo>
                <a:cubicBezTo>
                  <a:pt x="3161576" y="3204660"/>
                  <a:pt x="3158475" y="3217087"/>
                  <a:pt x="3158475" y="3229589"/>
                </a:cubicBezTo>
                <a:cubicBezTo>
                  <a:pt x="3158475" y="3246753"/>
                  <a:pt x="3163584" y="3262231"/>
                  <a:pt x="3173804" y="3276023"/>
                </a:cubicBezTo>
                <a:cubicBezTo>
                  <a:pt x="3185908" y="3292394"/>
                  <a:pt x="3202229" y="3300579"/>
                  <a:pt x="3222768" y="3300579"/>
                </a:cubicBezTo>
                <a:cubicBezTo>
                  <a:pt x="3235369" y="3300579"/>
                  <a:pt x="3246804" y="3297404"/>
                  <a:pt x="3257073" y="3291054"/>
                </a:cubicBezTo>
                <a:cubicBezTo>
                  <a:pt x="3267343" y="3284704"/>
                  <a:pt x="3275404" y="3275279"/>
                  <a:pt x="3281258" y="3262777"/>
                </a:cubicBezTo>
                <a:cubicBezTo>
                  <a:pt x="3287111" y="3250275"/>
                  <a:pt x="3290038" y="3237923"/>
                  <a:pt x="3290038" y="3225719"/>
                </a:cubicBezTo>
                <a:cubicBezTo>
                  <a:pt x="3290038" y="3208355"/>
                  <a:pt x="3284731" y="3192977"/>
                  <a:pt x="3274114" y="3179582"/>
                </a:cubicBezTo>
                <a:cubicBezTo>
                  <a:pt x="3261612" y="3163906"/>
                  <a:pt x="3245043" y="3156067"/>
                  <a:pt x="3224405" y="3156067"/>
                </a:cubicBezTo>
                <a:close/>
                <a:moveTo>
                  <a:pt x="2928236" y="3156067"/>
                </a:moveTo>
                <a:cubicBezTo>
                  <a:pt x="2916034" y="3156067"/>
                  <a:pt x="2906087" y="3159838"/>
                  <a:pt x="2898397" y="3167378"/>
                </a:cubicBezTo>
                <a:cubicBezTo>
                  <a:pt x="2890708" y="3174919"/>
                  <a:pt x="2886863" y="3184295"/>
                  <a:pt x="2886863" y="3195507"/>
                </a:cubicBezTo>
                <a:cubicBezTo>
                  <a:pt x="2886863" y="3204139"/>
                  <a:pt x="2889096" y="3211282"/>
                  <a:pt x="2893561" y="3216938"/>
                </a:cubicBezTo>
                <a:cubicBezTo>
                  <a:pt x="2898026" y="3222693"/>
                  <a:pt x="2907451" y="3229142"/>
                  <a:pt x="2921838" y="3236286"/>
                </a:cubicBezTo>
                <a:cubicBezTo>
                  <a:pt x="2936225" y="3243429"/>
                  <a:pt x="2945824" y="3249333"/>
                  <a:pt x="2950636" y="3253996"/>
                </a:cubicBezTo>
                <a:cubicBezTo>
                  <a:pt x="2955448" y="3258659"/>
                  <a:pt x="2957854" y="3264414"/>
                  <a:pt x="2957854" y="3271260"/>
                </a:cubicBezTo>
                <a:cubicBezTo>
                  <a:pt x="2957854" y="3276916"/>
                  <a:pt x="2955696" y="3281753"/>
                  <a:pt x="2951379" y="3285771"/>
                </a:cubicBezTo>
                <a:cubicBezTo>
                  <a:pt x="2947064" y="3289789"/>
                  <a:pt x="2941483" y="3291799"/>
                  <a:pt x="2934637" y="3291799"/>
                </a:cubicBezTo>
                <a:cubicBezTo>
                  <a:pt x="2924913" y="3291799"/>
                  <a:pt x="2916133" y="3288276"/>
                  <a:pt x="2908295" y="3281232"/>
                </a:cubicBezTo>
                <a:cubicBezTo>
                  <a:pt x="2900456" y="3274187"/>
                  <a:pt x="2895148" y="3263720"/>
                  <a:pt x="2892370" y="3249829"/>
                </a:cubicBezTo>
                <a:lnTo>
                  <a:pt x="2887459" y="3249829"/>
                </a:lnTo>
                <a:lnTo>
                  <a:pt x="2887459" y="3298496"/>
                </a:lnTo>
                <a:lnTo>
                  <a:pt x="2892370" y="3298496"/>
                </a:lnTo>
                <a:cubicBezTo>
                  <a:pt x="2893660" y="3295916"/>
                  <a:pt x="2895446" y="3294626"/>
                  <a:pt x="2897728" y="3294626"/>
                </a:cubicBezTo>
                <a:cubicBezTo>
                  <a:pt x="2899812" y="3294626"/>
                  <a:pt x="2902490" y="3295122"/>
                  <a:pt x="2905764" y="3296115"/>
                </a:cubicBezTo>
                <a:cubicBezTo>
                  <a:pt x="2916480" y="3299091"/>
                  <a:pt x="2926005" y="3300579"/>
                  <a:pt x="2934339" y="3300579"/>
                </a:cubicBezTo>
                <a:cubicBezTo>
                  <a:pt x="2945948" y="3300579"/>
                  <a:pt x="2956441" y="3296784"/>
                  <a:pt x="2965817" y="3289194"/>
                </a:cubicBezTo>
                <a:cubicBezTo>
                  <a:pt x="2975192" y="3281604"/>
                  <a:pt x="2979881" y="3271607"/>
                  <a:pt x="2979881" y="3259205"/>
                </a:cubicBezTo>
                <a:cubicBezTo>
                  <a:pt x="2979881" y="3243132"/>
                  <a:pt x="2969810" y="3230184"/>
                  <a:pt x="2949669" y="3220361"/>
                </a:cubicBezTo>
                <a:lnTo>
                  <a:pt x="2927940" y="3209794"/>
                </a:lnTo>
                <a:cubicBezTo>
                  <a:pt x="2918514" y="3205230"/>
                  <a:pt x="2912263" y="3200914"/>
                  <a:pt x="2909188" y="3196846"/>
                </a:cubicBezTo>
                <a:cubicBezTo>
                  <a:pt x="2906012" y="3192878"/>
                  <a:pt x="2904425" y="3188115"/>
                  <a:pt x="2904425" y="3182559"/>
                </a:cubicBezTo>
                <a:cubicBezTo>
                  <a:pt x="2904425" y="3178094"/>
                  <a:pt x="2906558" y="3174026"/>
                  <a:pt x="2910824" y="3170355"/>
                </a:cubicBezTo>
                <a:cubicBezTo>
                  <a:pt x="2915091" y="3166684"/>
                  <a:pt x="2920697" y="3164848"/>
                  <a:pt x="2927642" y="3164848"/>
                </a:cubicBezTo>
                <a:cubicBezTo>
                  <a:pt x="2936770" y="3164848"/>
                  <a:pt x="2944286" y="3167477"/>
                  <a:pt x="2950190" y="3172736"/>
                </a:cubicBezTo>
                <a:cubicBezTo>
                  <a:pt x="2956093" y="3177995"/>
                  <a:pt x="2960930" y="3187917"/>
                  <a:pt x="2964700" y="3202502"/>
                </a:cubicBezTo>
                <a:lnTo>
                  <a:pt x="2969611" y="3202502"/>
                </a:lnTo>
                <a:lnTo>
                  <a:pt x="2969611" y="3156067"/>
                </a:lnTo>
                <a:lnTo>
                  <a:pt x="2964700" y="3156067"/>
                </a:lnTo>
                <a:cubicBezTo>
                  <a:pt x="2963509" y="3158449"/>
                  <a:pt x="2962467" y="3159986"/>
                  <a:pt x="2961574" y="3160681"/>
                </a:cubicBezTo>
                <a:cubicBezTo>
                  <a:pt x="2960682" y="3161375"/>
                  <a:pt x="2959441" y="3161723"/>
                  <a:pt x="2957854" y="3161723"/>
                </a:cubicBezTo>
                <a:cubicBezTo>
                  <a:pt x="2956168" y="3161723"/>
                  <a:pt x="2952794" y="3160979"/>
                  <a:pt x="2947734" y="3159490"/>
                </a:cubicBezTo>
                <a:cubicBezTo>
                  <a:pt x="2940094" y="3157208"/>
                  <a:pt x="2933595" y="3156067"/>
                  <a:pt x="2928236" y="3156067"/>
                </a:cubicBezTo>
                <a:close/>
                <a:moveTo>
                  <a:pt x="2836262" y="3156067"/>
                </a:moveTo>
                <a:lnTo>
                  <a:pt x="2795185" y="3172736"/>
                </a:lnTo>
                <a:lnTo>
                  <a:pt x="2797269" y="3178094"/>
                </a:lnTo>
                <a:cubicBezTo>
                  <a:pt x="2801237" y="3176606"/>
                  <a:pt x="2804611" y="3175862"/>
                  <a:pt x="2807389" y="3175862"/>
                </a:cubicBezTo>
                <a:cubicBezTo>
                  <a:pt x="2809969" y="3175862"/>
                  <a:pt x="2812002" y="3176482"/>
                  <a:pt x="2813490" y="3177722"/>
                </a:cubicBezTo>
                <a:cubicBezTo>
                  <a:pt x="2814979" y="3178962"/>
                  <a:pt x="2816071" y="3181170"/>
                  <a:pt x="2816765" y="3184345"/>
                </a:cubicBezTo>
                <a:cubicBezTo>
                  <a:pt x="2817658" y="3188710"/>
                  <a:pt x="2818105" y="3198285"/>
                  <a:pt x="2818105" y="3213068"/>
                </a:cubicBezTo>
                <a:lnTo>
                  <a:pt x="2818105" y="3265605"/>
                </a:lnTo>
                <a:cubicBezTo>
                  <a:pt x="2818105" y="3274038"/>
                  <a:pt x="2817435" y="3279744"/>
                  <a:pt x="2816095" y="3282720"/>
                </a:cubicBezTo>
                <a:cubicBezTo>
                  <a:pt x="2814756" y="3285697"/>
                  <a:pt x="2812945" y="3287830"/>
                  <a:pt x="2810663" y="3289120"/>
                </a:cubicBezTo>
                <a:cubicBezTo>
                  <a:pt x="2808382" y="3290410"/>
                  <a:pt x="2803917" y="3291054"/>
                  <a:pt x="2797269" y="3291054"/>
                </a:cubicBezTo>
                <a:lnTo>
                  <a:pt x="2797269" y="3296412"/>
                </a:lnTo>
                <a:lnTo>
                  <a:pt x="2863498" y="3296412"/>
                </a:lnTo>
                <a:lnTo>
                  <a:pt x="2863498" y="3291054"/>
                </a:lnTo>
                <a:cubicBezTo>
                  <a:pt x="2857048" y="3291054"/>
                  <a:pt x="2852608" y="3290360"/>
                  <a:pt x="2850177" y="3288971"/>
                </a:cubicBezTo>
                <a:cubicBezTo>
                  <a:pt x="2847746" y="3287582"/>
                  <a:pt x="2845911" y="3285473"/>
                  <a:pt x="2844670" y="3282646"/>
                </a:cubicBezTo>
                <a:cubicBezTo>
                  <a:pt x="2843430" y="3279818"/>
                  <a:pt x="2842810" y="3274138"/>
                  <a:pt x="2842810" y="3265605"/>
                </a:cubicBezTo>
                <a:lnTo>
                  <a:pt x="2842810" y="3156067"/>
                </a:lnTo>
                <a:close/>
                <a:moveTo>
                  <a:pt x="2514793" y="3156067"/>
                </a:moveTo>
                <a:lnTo>
                  <a:pt x="2473716" y="3172736"/>
                </a:lnTo>
                <a:lnTo>
                  <a:pt x="2475949" y="3178094"/>
                </a:lnTo>
                <a:cubicBezTo>
                  <a:pt x="2479818" y="3176606"/>
                  <a:pt x="2483142" y="3175862"/>
                  <a:pt x="2485920" y="3175862"/>
                </a:cubicBezTo>
                <a:cubicBezTo>
                  <a:pt x="2488500" y="3175862"/>
                  <a:pt x="2490558" y="3176506"/>
                  <a:pt x="2492097" y="3177796"/>
                </a:cubicBezTo>
                <a:cubicBezTo>
                  <a:pt x="2493634" y="3179086"/>
                  <a:pt x="2494775" y="3181517"/>
                  <a:pt x="2495520" y="3185089"/>
                </a:cubicBezTo>
                <a:cubicBezTo>
                  <a:pt x="2496264" y="3188661"/>
                  <a:pt x="2496635" y="3198632"/>
                  <a:pt x="2496635" y="3215003"/>
                </a:cubicBezTo>
                <a:lnTo>
                  <a:pt x="2496635" y="3265605"/>
                </a:lnTo>
                <a:cubicBezTo>
                  <a:pt x="2496635" y="3275527"/>
                  <a:pt x="2495421" y="3282249"/>
                  <a:pt x="2492989" y="3285771"/>
                </a:cubicBezTo>
                <a:cubicBezTo>
                  <a:pt x="2490558" y="3289293"/>
                  <a:pt x="2485870" y="3291054"/>
                  <a:pt x="2478925" y="3291054"/>
                </a:cubicBezTo>
                <a:lnTo>
                  <a:pt x="2475949" y="3291054"/>
                </a:lnTo>
                <a:lnTo>
                  <a:pt x="2475949" y="3296412"/>
                </a:lnTo>
                <a:lnTo>
                  <a:pt x="2543368" y="3296412"/>
                </a:lnTo>
                <a:lnTo>
                  <a:pt x="2543368" y="3291054"/>
                </a:lnTo>
                <a:cubicBezTo>
                  <a:pt x="2535927" y="3291054"/>
                  <a:pt x="2530990" y="3290385"/>
                  <a:pt x="2528560" y="3289045"/>
                </a:cubicBezTo>
                <a:cubicBezTo>
                  <a:pt x="2526129" y="3287706"/>
                  <a:pt x="2524218" y="3285597"/>
                  <a:pt x="2522830" y="3282720"/>
                </a:cubicBezTo>
                <a:cubicBezTo>
                  <a:pt x="2521738" y="3280537"/>
                  <a:pt x="2521192" y="3274832"/>
                  <a:pt x="2521192" y="3265605"/>
                </a:cubicBezTo>
                <a:lnTo>
                  <a:pt x="2521192" y="3193721"/>
                </a:lnTo>
                <a:cubicBezTo>
                  <a:pt x="2532900" y="3180822"/>
                  <a:pt x="2544658" y="3174373"/>
                  <a:pt x="2556465" y="3174373"/>
                </a:cubicBezTo>
                <a:cubicBezTo>
                  <a:pt x="2564104" y="3174373"/>
                  <a:pt x="2569537" y="3177176"/>
                  <a:pt x="2572761" y="3182782"/>
                </a:cubicBezTo>
                <a:cubicBezTo>
                  <a:pt x="2575986" y="3188388"/>
                  <a:pt x="2577599" y="3197392"/>
                  <a:pt x="2577599" y="3209794"/>
                </a:cubicBezTo>
                <a:lnTo>
                  <a:pt x="2577599" y="3265605"/>
                </a:lnTo>
                <a:cubicBezTo>
                  <a:pt x="2577599" y="3273443"/>
                  <a:pt x="2577400" y="3278106"/>
                  <a:pt x="2577003" y="3279595"/>
                </a:cubicBezTo>
                <a:cubicBezTo>
                  <a:pt x="2576011" y="3283365"/>
                  <a:pt x="2574249" y="3286217"/>
                  <a:pt x="2571720" y="3288152"/>
                </a:cubicBezTo>
                <a:cubicBezTo>
                  <a:pt x="2569190" y="3290087"/>
                  <a:pt x="2564750" y="3291054"/>
                  <a:pt x="2558400" y="3291054"/>
                </a:cubicBezTo>
                <a:lnTo>
                  <a:pt x="2555572" y="3291054"/>
                </a:lnTo>
                <a:lnTo>
                  <a:pt x="2555572" y="3296412"/>
                </a:lnTo>
                <a:lnTo>
                  <a:pt x="2622991" y="3296412"/>
                </a:lnTo>
                <a:lnTo>
                  <a:pt x="2622991" y="3291054"/>
                </a:lnTo>
                <a:cubicBezTo>
                  <a:pt x="2616442" y="3291054"/>
                  <a:pt x="2611953" y="3290360"/>
                  <a:pt x="2609522" y="3288971"/>
                </a:cubicBezTo>
                <a:cubicBezTo>
                  <a:pt x="2607091" y="3287582"/>
                  <a:pt x="2605329" y="3285647"/>
                  <a:pt x="2604238" y="3283167"/>
                </a:cubicBezTo>
                <a:cubicBezTo>
                  <a:pt x="2602850" y="3280091"/>
                  <a:pt x="2602155" y="3274237"/>
                  <a:pt x="2602155" y="3265605"/>
                </a:cubicBezTo>
                <a:lnTo>
                  <a:pt x="2602155" y="3207413"/>
                </a:lnTo>
                <a:cubicBezTo>
                  <a:pt x="2602155" y="3195110"/>
                  <a:pt x="2601064" y="3185982"/>
                  <a:pt x="2598880" y="3180029"/>
                </a:cubicBezTo>
                <a:cubicBezTo>
                  <a:pt x="2595706" y="3171496"/>
                  <a:pt x="2591439" y="3165369"/>
                  <a:pt x="2586082" y="3161649"/>
                </a:cubicBezTo>
                <a:cubicBezTo>
                  <a:pt x="2580724" y="3157928"/>
                  <a:pt x="2574325" y="3156067"/>
                  <a:pt x="2566883" y="3156067"/>
                </a:cubicBezTo>
                <a:cubicBezTo>
                  <a:pt x="2552397" y="3156067"/>
                  <a:pt x="2537167" y="3165691"/>
                  <a:pt x="2521192" y="3184940"/>
                </a:cubicBezTo>
                <a:lnTo>
                  <a:pt x="2521192" y="3156067"/>
                </a:lnTo>
                <a:close/>
                <a:moveTo>
                  <a:pt x="2436211" y="3156067"/>
                </a:moveTo>
                <a:lnTo>
                  <a:pt x="2395135" y="3172736"/>
                </a:lnTo>
                <a:lnTo>
                  <a:pt x="2397218" y="3178094"/>
                </a:lnTo>
                <a:cubicBezTo>
                  <a:pt x="2401188" y="3176606"/>
                  <a:pt x="2404561" y="3175862"/>
                  <a:pt x="2407340" y="3175862"/>
                </a:cubicBezTo>
                <a:cubicBezTo>
                  <a:pt x="2409918" y="3175862"/>
                  <a:pt x="2411952" y="3176482"/>
                  <a:pt x="2413441" y="3177722"/>
                </a:cubicBezTo>
                <a:cubicBezTo>
                  <a:pt x="2414929" y="3178962"/>
                  <a:pt x="2416020" y="3181170"/>
                  <a:pt x="2416714" y="3184345"/>
                </a:cubicBezTo>
                <a:cubicBezTo>
                  <a:pt x="2417608" y="3188710"/>
                  <a:pt x="2418055" y="3198285"/>
                  <a:pt x="2418055" y="3213068"/>
                </a:cubicBezTo>
                <a:lnTo>
                  <a:pt x="2418055" y="3265605"/>
                </a:lnTo>
                <a:cubicBezTo>
                  <a:pt x="2418055" y="3274038"/>
                  <a:pt x="2417385" y="3279744"/>
                  <a:pt x="2416045" y="3282720"/>
                </a:cubicBezTo>
                <a:cubicBezTo>
                  <a:pt x="2414706" y="3285697"/>
                  <a:pt x="2412895" y="3287830"/>
                  <a:pt x="2410612" y="3289120"/>
                </a:cubicBezTo>
                <a:cubicBezTo>
                  <a:pt x="2408331" y="3290410"/>
                  <a:pt x="2403866" y="3291054"/>
                  <a:pt x="2397218" y="3291054"/>
                </a:cubicBezTo>
                <a:lnTo>
                  <a:pt x="2397218" y="3296412"/>
                </a:lnTo>
                <a:lnTo>
                  <a:pt x="2463447" y="3296412"/>
                </a:lnTo>
                <a:lnTo>
                  <a:pt x="2463447" y="3291054"/>
                </a:lnTo>
                <a:cubicBezTo>
                  <a:pt x="2456999" y="3291054"/>
                  <a:pt x="2452558" y="3290360"/>
                  <a:pt x="2450127" y="3288971"/>
                </a:cubicBezTo>
                <a:cubicBezTo>
                  <a:pt x="2447696" y="3287582"/>
                  <a:pt x="2445861" y="3285473"/>
                  <a:pt x="2444620" y="3282646"/>
                </a:cubicBezTo>
                <a:cubicBezTo>
                  <a:pt x="2443380" y="3279818"/>
                  <a:pt x="2442760" y="3274138"/>
                  <a:pt x="2442760" y="3265605"/>
                </a:cubicBezTo>
                <a:lnTo>
                  <a:pt x="2442760" y="3156067"/>
                </a:lnTo>
                <a:close/>
                <a:moveTo>
                  <a:pt x="2310006" y="3156067"/>
                </a:moveTo>
                <a:cubicBezTo>
                  <a:pt x="2298695" y="3156067"/>
                  <a:pt x="2287979" y="3159019"/>
                  <a:pt x="2277858" y="3164923"/>
                </a:cubicBezTo>
                <a:cubicBezTo>
                  <a:pt x="2267737" y="3170826"/>
                  <a:pt x="2259578" y="3179954"/>
                  <a:pt x="2253376" y="3192307"/>
                </a:cubicBezTo>
                <a:cubicBezTo>
                  <a:pt x="2247174" y="3204660"/>
                  <a:pt x="2244075" y="3217087"/>
                  <a:pt x="2244075" y="3229589"/>
                </a:cubicBezTo>
                <a:cubicBezTo>
                  <a:pt x="2244075" y="3246753"/>
                  <a:pt x="2249184" y="3262231"/>
                  <a:pt x="2259404" y="3276023"/>
                </a:cubicBezTo>
                <a:cubicBezTo>
                  <a:pt x="2271508" y="3292394"/>
                  <a:pt x="2287830" y="3300579"/>
                  <a:pt x="2308368" y="3300579"/>
                </a:cubicBezTo>
                <a:cubicBezTo>
                  <a:pt x="2320969" y="3300579"/>
                  <a:pt x="2332404" y="3297404"/>
                  <a:pt x="2342673" y="3291054"/>
                </a:cubicBezTo>
                <a:cubicBezTo>
                  <a:pt x="2352941" y="3284704"/>
                  <a:pt x="2361003" y="3275279"/>
                  <a:pt x="2366858" y="3262777"/>
                </a:cubicBezTo>
                <a:cubicBezTo>
                  <a:pt x="2372711" y="3250275"/>
                  <a:pt x="2375639" y="3237923"/>
                  <a:pt x="2375639" y="3225719"/>
                </a:cubicBezTo>
                <a:cubicBezTo>
                  <a:pt x="2375639" y="3208355"/>
                  <a:pt x="2370330" y="3192977"/>
                  <a:pt x="2359714" y="3179582"/>
                </a:cubicBezTo>
                <a:cubicBezTo>
                  <a:pt x="2347212" y="3163906"/>
                  <a:pt x="2330643" y="3156067"/>
                  <a:pt x="2310006" y="3156067"/>
                </a:cubicBezTo>
                <a:close/>
                <a:moveTo>
                  <a:pt x="2172339" y="3156067"/>
                </a:moveTo>
                <a:cubicBezTo>
                  <a:pt x="2164501" y="3156067"/>
                  <a:pt x="2157035" y="3158473"/>
                  <a:pt x="2149940" y="3163285"/>
                </a:cubicBezTo>
                <a:cubicBezTo>
                  <a:pt x="2142846" y="3168097"/>
                  <a:pt x="2135776" y="3176506"/>
                  <a:pt x="2128732" y="3188512"/>
                </a:cubicBezTo>
                <a:lnTo>
                  <a:pt x="2128732" y="3156663"/>
                </a:lnTo>
                <a:lnTo>
                  <a:pt x="2123077" y="3156663"/>
                </a:lnTo>
                <a:lnTo>
                  <a:pt x="2081107" y="3173629"/>
                </a:lnTo>
                <a:lnTo>
                  <a:pt x="2082893" y="3178391"/>
                </a:lnTo>
                <a:cubicBezTo>
                  <a:pt x="2086565" y="3177002"/>
                  <a:pt x="2089590" y="3176308"/>
                  <a:pt x="2091972" y="3176308"/>
                </a:cubicBezTo>
                <a:cubicBezTo>
                  <a:pt x="2094948" y="3176308"/>
                  <a:pt x="2097305" y="3176903"/>
                  <a:pt x="2099042" y="3178094"/>
                </a:cubicBezTo>
                <a:cubicBezTo>
                  <a:pt x="2100777" y="3179284"/>
                  <a:pt x="2102043" y="3181070"/>
                  <a:pt x="2102836" y="3183452"/>
                </a:cubicBezTo>
                <a:cubicBezTo>
                  <a:pt x="2103630" y="3185833"/>
                  <a:pt x="2104027" y="3191439"/>
                  <a:pt x="2104027" y="3200269"/>
                </a:cubicBezTo>
                <a:lnTo>
                  <a:pt x="2104027" y="3329154"/>
                </a:lnTo>
                <a:cubicBezTo>
                  <a:pt x="2104027" y="3339076"/>
                  <a:pt x="2103506" y="3345253"/>
                  <a:pt x="2102465" y="3347684"/>
                </a:cubicBezTo>
                <a:cubicBezTo>
                  <a:pt x="2101423" y="3350114"/>
                  <a:pt x="2099959" y="3351875"/>
                  <a:pt x="2098074" y="3352967"/>
                </a:cubicBezTo>
                <a:cubicBezTo>
                  <a:pt x="2094204" y="3355150"/>
                  <a:pt x="2089541" y="3356191"/>
                  <a:pt x="2084084" y="3356092"/>
                </a:cubicBezTo>
                <a:lnTo>
                  <a:pt x="2080363" y="3356092"/>
                </a:lnTo>
                <a:lnTo>
                  <a:pt x="2080363" y="3361599"/>
                </a:lnTo>
                <a:lnTo>
                  <a:pt x="2151800" y="3361599"/>
                </a:lnTo>
                <a:lnTo>
                  <a:pt x="2151800" y="3356092"/>
                </a:lnTo>
                <a:cubicBezTo>
                  <a:pt x="2144359" y="3356092"/>
                  <a:pt x="2139225" y="3355348"/>
                  <a:pt x="2136397" y="3353860"/>
                </a:cubicBezTo>
                <a:cubicBezTo>
                  <a:pt x="2133569" y="3352372"/>
                  <a:pt x="2131585" y="3350362"/>
                  <a:pt x="2130444" y="3347832"/>
                </a:cubicBezTo>
                <a:cubicBezTo>
                  <a:pt x="2129303" y="3345302"/>
                  <a:pt x="2128732" y="3339374"/>
                  <a:pt x="2128732" y="3330047"/>
                </a:cubicBezTo>
                <a:lnTo>
                  <a:pt x="2128732" y="3288524"/>
                </a:lnTo>
                <a:cubicBezTo>
                  <a:pt x="2133694" y="3292989"/>
                  <a:pt x="2138159" y="3295966"/>
                  <a:pt x="2142127" y="3297454"/>
                </a:cubicBezTo>
                <a:cubicBezTo>
                  <a:pt x="2147485" y="3299538"/>
                  <a:pt x="2153834" y="3300579"/>
                  <a:pt x="2161176" y="3300579"/>
                </a:cubicBezTo>
                <a:cubicBezTo>
                  <a:pt x="2178044" y="3300579"/>
                  <a:pt x="2192034" y="3294279"/>
                  <a:pt x="2203147" y="3281678"/>
                </a:cubicBezTo>
                <a:cubicBezTo>
                  <a:pt x="2216640" y="3266299"/>
                  <a:pt x="2223387" y="3246852"/>
                  <a:pt x="2223387" y="3223338"/>
                </a:cubicBezTo>
                <a:cubicBezTo>
                  <a:pt x="2223387" y="3202303"/>
                  <a:pt x="2217781" y="3185238"/>
                  <a:pt x="2206569" y="3172141"/>
                </a:cubicBezTo>
                <a:cubicBezTo>
                  <a:pt x="2197441" y="3161425"/>
                  <a:pt x="2186031" y="3156067"/>
                  <a:pt x="2172339" y="3156067"/>
                </a:cubicBezTo>
                <a:close/>
                <a:moveTo>
                  <a:pt x="1886143" y="3156067"/>
                </a:moveTo>
                <a:lnTo>
                  <a:pt x="1845066" y="3172736"/>
                </a:lnTo>
                <a:lnTo>
                  <a:pt x="1847298" y="3178094"/>
                </a:lnTo>
                <a:cubicBezTo>
                  <a:pt x="1851168" y="3176606"/>
                  <a:pt x="1854492" y="3175862"/>
                  <a:pt x="1857269" y="3175862"/>
                </a:cubicBezTo>
                <a:cubicBezTo>
                  <a:pt x="1859850" y="3175862"/>
                  <a:pt x="1861908" y="3176506"/>
                  <a:pt x="1863446" y="3177796"/>
                </a:cubicBezTo>
                <a:cubicBezTo>
                  <a:pt x="1864984" y="3179086"/>
                  <a:pt x="1866125" y="3181517"/>
                  <a:pt x="1866869" y="3185089"/>
                </a:cubicBezTo>
                <a:cubicBezTo>
                  <a:pt x="1867613" y="3188661"/>
                  <a:pt x="1867985" y="3198632"/>
                  <a:pt x="1867985" y="3215003"/>
                </a:cubicBezTo>
                <a:lnTo>
                  <a:pt x="1867985" y="3265605"/>
                </a:lnTo>
                <a:cubicBezTo>
                  <a:pt x="1867985" y="3275527"/>
                  <a:pt x="1866770" y="3282249"/>
                  <a:pt x="1864339" y="3285771"/>
                </a:cubicBezTo>
                <a:cubicBezTo>
                  <a:pt x="1861908" y="3289293"/>
                  <a:pt x="1857220" y="3291054"/>
                  <a:pt x="1850275" y="3291054"/>
                </a:cubicBezTo>
                <a:lnTo>
                  <a:pt x="1847298" y="3291054"/>
                </a:lnTo>
                <a:lnTo>
                  <a:pt x="1847298" y="3296412"/>
                </a:lnTo>
                <a:lnTo>
                  <a:pt x="1914717" y="3296412"/>
                </a:lnTo>
                <a:lnTo>
                  <a:pt x="1914717" y="3291054"/>
                </a:lnTo>
                <a:cubicBezTo>
                  <a:pt x="1907276" y="3291054"/>
                  <a:pt x="1902339" y="3290385"/>
                  <a:pt x="1899909" y="3289045"/>
                </a:cubicBezTo>
                <a:cubicBezTo>
                  <a:pt x="1897478" y="3287706"/>
                  <a:pt x="1895568" y="3285597"/>
                  <a:pt x="1894179" y="3282720"/>
                </a:cubicBezTo>
                <a:cubicBezTo>
                  <a:pt x="1893087" y="3280537"/>
                  <a:pt x="1892542" y="3274832"/>
                  <a:pt x="1892542" y="3265605"/>
                </a:cubicBezTo>
                <a:lnTo>
                  <a:pt x="1892542" y="3193721"/>
                </a:lnTo>
                <a:cubicBezTo>
                  <a:pt x="1904250" y="3180822"/>
                  <a:pt x="1916007" y="3174373"/>
                  <a:pt x="1927814" y="3174373"/>
                </a:cubicBezTo>
                <a:cubicBezTo>
                  <a:pt x="1935454" y="3174373"/>
                  <a:pt x="1940886" y="3177176"/>
                  <a:pt x="1944111" y="3182782"/>
                </a:cubicBezTo>
                <a:cubicBezTo>
                  <a:pt x="1947335" y="3188388"/>
                  <a:pt x="1948948" y="3197392"/>
                  <a:pt x="1948948" y="3209794"/>
                </a:cubicBezTo>
                <a:lnTo>
                  <a:pt x="1948948" y="3265605"/>
                </a:lnTo>
                <a:cubicBezTo>
                  <a:pt x="1948948" y="3273443"/>
                  <a:pt x="1948749" y="3278106"/>
                  <a:pt x="1948353" y="3279595"/>
                </a:cubicBezTo>
                <a:cubicBezTo>
                  <a:pt x="1947360" y="3283365"/>
                  <a:pt x="1945599" y="3286217"/>
                  <a:pt x="1943069" y="3288152"/>
                </a:cubicBezTo>
                <a:cubicBezTo>
                  <a:pt x="1940539" y="3290087"/>
                  <a:pt x="1936099" y="3291054"/>
                  <a:pt x="1929749" y="3291054"/>
                </a:cubicBezTo>
                <a:lnTo>
                  <a:pt x="1926921" y="3291054"/>
                </a:lnTo>
                <a:lnTo>
                  <a:pt x="1926921" y="3296412"/>
                </a:lnTo>
                <a:lnTo>
                  <a:pt x="1994340" y="3296412"/>
                </a:lnTo>
                <a:lnTo>
                  <a:pt x="1994340" y="3291054"/>
                </a:lnTo>
                <a:cubicBezTo>
                  <a:pt x="1987792" y="3291054"/>
                  <a:pt x="1983302" y="3290360"/>
                  <a:pt x="1980871" y="3288971"/>
                </a:cubicBezTo>
                <a:cubicBezTo>
                  <a:pt x="1978440" y="3287582"/>
                  <a:pt x="1976680" y="3285647"/>
                  <a:pt x="1975588" y="3283167"/>
                </a:cubicBezTo>
                <a:cubicBezTo>
                  <a:pt x="1974199" y="3280091"/>
                  <a:pt x="1973505" y="3274237"/>
                  <a:pt x="1973505" y="3265605"/>
                </a:cubicBezTo>
                <a:lnTo>
                  <a:pt x="1973505" y="3207413"/>
                </a:lnTo>
                <a:cubicBezTo>
                  <a:pt x="1973505" y="3195110"/>
                  <a:pt x="1972413" y="3185982"/>
                  <a:pt x="1970230" y="3180029"/>
                </a:cubicBezTo>
                <a:cubicBezTo>
                  <a:pt x="1967055" y="3171496"/>
                  <a:pt x="1962789" y="3165369"/>
                  <a:pt x="1957431" y="3161649"/>
                </a:cubicBezTo>
                <a:cubicBezTo>
                  <a:pt x="1952073" y="3157928"/>
                  <a:pt x="1945674" y="3156067"/>
                  <a:pt x="1938232" y="3156067"/>
                </a:cubicBezTo>
                <a:cubicBezTo>
                  <a:pt x="1923746" y="3156067"/>
                  <a:pt x="1908516" y="3165691"/>
                  <a:pt x="1892542" y="3184940"/>
                </a:cubicBezTo>
                <a:lnTo>
                  <a:pt x="1892542" y="3156067"/>
                </a:lnTo>
                <a:close/>
                <a:moveTo>
                  <a:pt x="1807561" y="3156067"/>
                </a:moveTo>
                <a:lnTo>
                  <a:pt x="1766485" y="3172736"/>
                </a:lnTo>
                <a:lnTo>
                  <a:pt x="1768568" y="3178094"/>
                </a:lnTo>
                <a:cubicBezTo>
                  <a:pt x="1772536" y="3176606"/>
                  <a:pt x="1775910" y="3175862"/>
                  <a:pt x="1778688" y="3175862"/>
                </a:cubicBezTo>
                <a:cubicBezTo>
                  <a:pt x="1781268" y="3175862"/>
                  <a:pt x="1783302" y="3176482"/>
                  <a:pt x="1784790" y="3177722"/>
                </a:cubicBezTo>
                <a:cubicBezTo>
                  <a:pt x="1786278" y="3178962"/>
                  <a:pt x="1787370" y="3181170"/>
                  <a:pt x="1788065" y="3184345"/>
                </a:cubicBezTo>
                <a:cubicBezTo>
                  <a:pt x="1788958" y="3188710"/>
                  <a:pt x="1789404" y="3198285"/>
                  <a:pt x="1789404" y="3213068"/>
                </a:cubicBezTo>
                <a:lnTo>
                  <a:pt x="1789404" y="3265605"/>
                </a:lnTo>
                <a:cubicBezTo>
                  <a:pt x="1789404" y="3274038"/>
                  <a:pt x="1788734" y="3279744"/>
                  <a:pt x="1787395" y="3282720"/>
                </a:cubicBezTo>
                <a:cubicBezTo>
                  <a:pt x="1786055" y="3285697"/>
                  <a:pt x="1784245" y="3287830"/>
                  <a:pt x="1781962" y="3289120"/>
                </a:cubicBezTo>
                <a:cubicBezTo>
                  <a:pt x="1779680" y="3290410"/>
                  <a:pt x="1775216" y="3291054"/>
                  <a:pt x="1768568" y="3291054"/>
                </a:cubicBezTo>
                <a:lnTo>
                  <a:pt x="1768568" y="3296412"/>
                </a:lnTo>
                <a:lnTo>
                  <a:pt x="1834797" y="3296412"/>
                </a:lnTo>
                <a:lnTo>
                  <a:pt x="1834797" y="3291054"/>
                </a:lnTo>
                <a:cubicBezTo>
                  <a:pt x="1828347" y="3291054"/>
                  <a:pt x="1823907" y="3290360"/>
                  <a:pt x="1821476" y="3288971"/>
                </a:cubicBezTo>
                <a:cubicBezTo>
                  <a:pt x="1819045" y="3287582"/>
                  <a:pt x="1817210" y="3285473"/>
                  <a:pt x="1815970" y="3282646"/>
                </a:cubicBezTo>
                <a:cubicBezTo>
                  <a:pt x="1814729" y="3279818"/>
                  <a:pt x="1814110" y="3274138"/>
                  <a:pt x="1814110" y="3265605"/>
                </a:cubicBezTo>
                <a:lnTo>
                  <a:pt x="1814110" y="3156067"/>
                </a:lnTo>
                <a:close/>
                <a:moveTo>
                  <a:pt x="1690136" y="3156067"/>
                </a:moveTo>
                <a:cubicBezTo>
                  <a:pt x="1674360" y="3156067"/>
                  <a:pt x="1662106" y="3159639"/>
                  <a:pt x="1653375" y="3166783"/>
                </a:cubicBezTo>
                <a:cubicBezTo>
                  <a:pt x="1644644" y="3173927"/>
                  <a:pt x="1640278" y="3181765"/>
                  <a:pt x="1640278" y="3190298"/>
                </a:cubicBezTo>
                <a:cubicBezTo>
                  <a:pt x="1640278" y="3194763"/>
                  <a:pt x="1641444" y="3198285"/>
                  <a:pt x="1643776" y="3200865"/>
                </a:cubicBezTo>
                <a:cubicBezTo>
                  <a:pt x="1646107" y="3203444"/>
                  <a:pt x="1649108" y="3204734"/>
                  <a:pt x="1652780" y="3204734"/>
                </a:cubicBezTo>
                <a:cubicBezTo>
                  <a:pt x="1656550" y="3204734"/>
                  <a:pt x="1659601" y="3203494"/>
                  <a:pt x="1661932" y="3201013"/>
                </a:cubicBezTo>
                <a:cubicBezTo>
                  <a:pt x="1664264" y="3198533"/>
                  <a:pt x="1665430" y="3195011"/>
                  <a:pt x="1665430" y="3190447"/>
                </a:cubicBezTo>
                <a:lnTo>
                  <a:pt x="1665132" y="3181815"/>
                </a:lnTo>
                <a:cubicBezTo>
                  <a:pt x="1665132" y="3177449"/>
                  <a:pt x="1667017" y="3173579"/>
                  <a:pt x="1670788" y="3170206"/>
                </a:cubicBezTo>
                <a:cubicBezTo>
                  <a:pt x="1674459" y="3166833"/>
                  <a:pt x="1679420" y="3165146"/>
                  <a:pt x="1685671" y="3165146"/>
                </a:cubicBezTo>
                <a:cubicBezTo>
                  <a:pt x="1693906" y="3165146"/>
                  <a:pt x="1700182" y="3167676"/>
                  <a:pt x="1704498" y="3172736"/>
                </a:cubicBezTo>
                <a:cubicBezTo>
                  <a:pt x="1708813" y="3177796"/>
                  <a:pt x="1710972" y="3187123"/>
                  <a:pt x="1710972" y="3200716"/>
                </a:cubicBezTo>
                <a:lnTo>
                  <a:pt x="1710972" y="3206074"/>
                </a:lnTo>
                <a:cubicBezTo>
                  <a:pt x="1687556" y="3214606"/>
                  <a:pt x="1670813" y="3221849"/>
                  <a:pt x="1660742" y="3227803"/>
                </a:cubicBezTo>
                <a:cubicBezTo>
                  <a:pt x="1650671" y="3233756"/>
                  <a:pt x="1643602" y="3240106"/>
                  <a:pt x="1639534" y="3246852"/>
                </a:cubicBezTo>
                <a:cubicBezTo>
                  <a:pt x="1636557" y="3251714"/>
                  <a:pt x="1635069" y="3257469"/>
                  <a:pt x="1635069" y="3264116"/>
                </a:cubicBezTo>
                <a:cubicBezTo>
                  <a:pt x="1635069" y="3274634"/>
                  <a:pt x="1638120" y="3283117"/>
                  <a:pt x="1644222" y="3289566"/>
                </a:cubicBezTo>
                <a:cubicBezTo>
                  <a:pt x="1650324" y="3296015"/>
                  <a:pt x="1658088" y="3299240"/>
                  <a:pt x="1667514" y="3299240"/>
                </a:cubicBezTo>
                <a:cubicBezTo>
                  <a:pt x="1673566" y="3299240"/>
                  <a:pt x="1679271" y="3298000"/>
                  <a:pt x="1684629" y="3295519"/>
                </a:cubicBezTo>
                <a:cubicBezTo>
                  <a:pt x="1688201" y="3293833"/>
                  <a:pt x="1696982" y="3287582"/>
                  <a:pt x="1710972" y="3276767"/>
                </a:cubicBezTo>
                <a:cubicBezTo>
                  <a:pt x="1711071" y="3284903"/>
                  <a:pt x="1712559" y="3290657"/>
                  <a:pt x="1715436" y="3294031"/>
                </a:cubicBezTo>
                <a:cubicBezTo>
                  <a:pt x="1718314" y="3297404"/>
                  <a:pt x="1722183" y="3299091"/>
                  <a:pt x="1727045" y="3299091"/>
                </a:cubicBezTo>
                <a:cubicBezTo>
                  <a:pt x="1737165" y="3299091"/>
                  <a:pt x="1747782" y="3291650"/>
                  <a:pt x="1758894" y="3276767"/>
                </a:cubicBezTo>
                <a:lnTo>
                  <a:pt x="1758894" y="3268432"/>
                </a:lnTo>
                <a:cubicBezTo>
                  <a:pt x="1752941" y="3274386"/>
                  <a:pt x="1748923" y="3278007"/>
                  <a:pt x="1746839" y="3279297"/>
                </a:cubicBezTo>
                <a:cubicBezTo>
                  <a:pt x="1745648" y="3279991"/>
                  <a:pt x="1744259" y="3280339"/>
                  <a:pt x="1742672" y="3280339"/>
                </a:cubicBezTo>
                <a:cubicBezTo>
                  <a:pt x="1741184" y="3280339"/>
                  <a:pt x="1739869" y="3279843"/>
                  <a:pt x="1738728" y="3278850"/>
                </a:cubicBezTo>
                <a:cubicBezTo>
                  <a:pt x="1737587" y="3277858"/>
                  <a:pt x="1736768" y="3275899"/>
                  <a:pt x="1736272" y="3272972"/>
                </a:cubicBezTo>
                <a:cubicBezTo>
                  <a:pt x="1735776" y="3270045"/>
                  <a:pt x="1735528" y="3262082"/>
                  <a:pt x="1735528" y="3249085"/>
                </a:cubicBezTo>
                <a:lnTo>
                  <a:pt x="1735528" y="3202799"/>
                </a:lnTo>
                <a:cubicBezTo>
                  <a:pt x="1735528" y="3189603"/>
                  <a:pt x="1734635" y="3180872"/>
                  <a:pt x="1732849" y="3176606"/>
                </a:cubicBezTo>
                <a:cubicBezTo>
                  <a:pt x="1730071" y="3170057"/>
                  <a:pt x="1725755" y="3165245"/>
                  <a:pt x="1719901" y="3162169"/>
                </a:cubicBezTo>
                <a:cubicBezTo>
                  <a:pt x="1712162" y="3158101"/>
                  <a:pt x="1702240" y="3156067"/>
                  <a:pt x="1690136" y="3156067"/>
                </a:cubicBezTo>
                <a:close/>
                <a:moveTo>
                  <a:pt x="1448736" y="3156067"/>
                </a:moveTo>
                <a:lnTo>
                  <a:pt x="1407660" y="3172736"/>
                </a:lnTo>
                <a:lnTo>
                  <a:pt x="1409893" y="3178094"/>
                </a:lnTo>
                <a:cubicBezTo>
                  <a:pt x="1413762" y="3176606"/>
                  <a:pt x="1417086" y="3175862"/>
                  <a:pt x="1419864" y="3175862"/>
                </a:cubicBezTo>
                <a:cubicBezTo>
                  <a:pt x="1422444" y="3175862"/>
                  <a:pt x="1424477" y="3176482"/>
                  <a:pt x="1425966" y="3177722"/>
                </a:cubicBezTo>
                <a:cubicBezTo>
                  <a:pt x="1427454" y="3178962"/>
                  <a:pt x="1428545" y="3181219"/>
                  <a:pt x="1429240" y="3184493"/>
                </a:cubicBezTo>
                <a:cubicBezTo>
                  <a:pt x="1430133" y="3188859"/>
                  <a:pt x="1430579" y="3198533"/>
                  <a:pt x="1430579" y="3213515"/>
                </a:cubicBezTo>
                <a:lnTo>
                  <a:pt x="1430579" y="3265605"/>
                </a:lnTo>
                <a:cubicBezTo>
                  <a:pt x="1430579" y="3274038"/>
                  <a:pt x="1429935" y="3279719"/>
                  <a:pt x="1428644" y="3282646"/>
                </a:cubicBezTo>
                <a:cubicBezTo>
                  <a:pt x="1427355" y="3285573"/>
                  <a:pt x="1425470" y="3287706"/>
                  <a:pt x="1422989" y="3289045"/>
                </a:cubicBezTo>
                <a:cubicBezTo>
                  <a:pt x="1420509" y="3290385"/>
                  <a:pt x="1416143" y="3291054"/>
                  <a:pt x="1409893" y="3291054"/>
                </a:cubicBezTo>
                <a:lnTo>
                  <a:pt x="1409893" y="3296412"/>
                </a:lnTo>
                <a:lnTo>
                  <a:pt x="1477311" y="3296412"/>
                </a:lnTo>
                <a:lnTo>
                  <a:pt x="1477311" y="3291054"/>
                </a:lnTo>
                <a:cubicBezTo>
                  <a:pt x="1469870" y="3291054"/>
                  <a:pt x="1464934" y="3290385"/>
                  <a:pt x="1462503" y="3289045"/>
                </a:cubicBezTo>
                <a:cubicBezTo>
                  <a:pt x="1460072" y="3287706"/>
                  <a:pt x="1458237" y="3285697"/>
                  <a:pt x="1456996" y="3283018"/>
                </a:cubicBezTo>
                <a:cubicBezTo>
                  <a:pt x="1455756" y="3280339"/>
                  <a:pt x="1455136" y="3274534"/>
                  <a:pt x="1455136" y="3265605"/>
                </a:cubicBezTo>
                <a:lnTo>
                  <a:pt x="1455136" y="3192530"/>
                </a:lnTo>
                <a:cubicBezTo>
                  <a:pt x="1459601" y="3187073"/>
                  <a:pt x="1465951" y="3182162"/>
                  <a:pt x="1474186" y="3177796"/>
                </a:cubicBezTo>
                <a:cubicBezTo>
                  <a:pt x="1479444" y="3174919"/>
                  <a:pt x="1484753" y="3173480"/>
                  <a:pt x="1490111" y="3173480"/>
                </a:cubicBezTo>
                <a:cubicBezTo>
                  <a:pt x="1497949" y="3173480"/>
                  <a:pt x="1504051" y="3176655"/>
                  <a:pt x="1508417" y="3183005"/>
                </a:cubicBezTo>
                <a:cubicBezTo>
                  <a:pt x="1511690" y="3187867"/>
                  <a:pt x="1513328" y="3195854"/>
                  <a:pt x="1513328" y="3206966"/>
                </a:cubicBezTo>
                <a:lnTo>
                  <a:pt x="1513328" y="3265605"/>
                </a:lnTo>
                <a:cubicBezTo>
                  <a:pt x="1513328" y="3273741"/>
                  <a:pt x="1513080" y="3278652"/>
                  <a:pt x="1512583" y="3280339"/>
                </a:cubicBezTo>
                <a:cubicBezTo>
                  <a:pt x="1511492" y="3283911"/>
                  <a:pt x="1509532" y="3286590"/>
                  <a:pt x="1506705" y="3288375"/>
                </a:cubicBezTo>
                <a:cubicBezTo>
                  <a:pt x="1503877" y="3290161"/>
                  <a:pt x="1498693" y="3291054"/>
                  <a:pt x="1491152" y="3291054"/>
                </a:cubicBezTo>
                <a:lnTo>
                  <a:pt x="1491152" y="3296412"/>
                </a:lnTo>
                <a:lnTo>
                  <a:pt x="1560060" y="3296412"/>
                </a:lnTo>
                <a:lnTo>
                  <a:pt x="1560060" y="3291054"/>
                </a:lnTo>
                <a:cubicBezTo>
                  <a:pt x="1553115" y="3291054"/>
                  <a:pt x="1548203" y="3290285"/>
                  <a:pt x="1545326" y="3288748"/>
                </a:cubicBezTo>
                <a:cubicBezTo>
                  <a:pt x="1542448" y="3287210"/>
                  <a:pt x="1540489" y="3285300"/>
                  <a:pt x="1539447" y="3283018"/>
                </a:cubicBezTo>
                <a:cubicBezTo>
                  <a:pt x="1538405" y="3280736"/>
                  <a:pt x="1537884" y="3274931"/>
                  <a:pt x="1537884" y="3265605"/>
                </a:cubicBezTo>
                <a:lnTo>
                  <a:pt x="1537884" y="3200567"/>
                </a:lnTo>
                <a:lnTo>
                  <a:pt x="1537587" y="3194167"/>
                </a:lnTo>
                <a:lnTo>
                  <a:pt x="1537884" y="3192530"/>
                </a:lnTo>
                <a:cubicBezTo>
                  <a:pt x="1545425" y="3185386"/>
                  <a:pt x="1551850" y="3180500"/>
                  <a:pt x="1557157" y="3177871"/>
                </a:cubicBezTo>
                <a:cubicBezTo>
                  <a:pt x="1562466" y="3175241"/>
                  <a:pt x="1567749" y="3173927"/>
                  <a:pt x="1573008" y="3173927"/>
                </a:cubicBezTo>
                <a:cubicBezTo>
                  <a:pt x="1581541" y="3173927"/>
                  <a:pt x="1587742" y="3177102"/>
                  <a:pt x="1591611" y="3183452"/>
                </a:cubicBezTo>
                <a:cubicBezTo>
                  <a:pt x="1594290" y="3188016"/>
                  <a:pt x="1595630" y="3195854"/>
                  <a:pt x="1595630" y="3206966"/>
                </a:cubicBezTo>
                <a:lnTo>
                  <a:pt x="1595630" y="3265605"/>
                </a:lnTo>
                <a:cubicBezTo>
                  <a:pt x="1595630" y="3273542"/>
                  <a:pt x="1595431" y="3278355"/>
                  <a:pt x="1595034" y="3280041"/>
                </a:cubicBezTo>
                <a:cubicBezTo>
                  <a:pt x="1594042" y="3283514"/>
                  <a:pt x="1592405" y="3286044"/>
                  <a:pt x="1590123" y="3287631"/>
                </a:cubicBezTo>
                <a:cubicBezTo>
                  <a:pt x="1586849" y="3289913"/>
                  <a:pt x="1582285" y="3291054"/>
                  <a:pt x="1576431" y="3291054"/>
                </a:cubicBezTo>
                <a:lnTo>
                  <a:pt x="1573603" y="3291054"/>
                </a:lnTo>
                <a:lnTo>
                  <a:pt x="1573603" y="3296412"/>
                </a:lnTo>
                <a:lnTo>
                  <a:pt x="1640874" y="3296412"/>
                </a:lnTo>
                <a:lnTo>
                  <a:pt x="1640874" y="3291054"/>
                </a:lnTo>
                <a:cubicBezTo>
                  <a:pt x="1634821" y="3291054"/>
                  <a:pt x="1630456" y="3290285"/>
                  <a:pt x="1627777" y="3288748"/>
                </a:cubicBezTo>
                <a:cubicBezTo>
                  <a:pt x="1625098" y="3287210"/>
                  <a:pt x="1623262" y="3285349"/>
                  <a:pt x="1622270" y="3283167"/>
                </a:cubicBezTo>
                <a:cubicBezTo>
                  <a:pt x="1620980" y="3279991"/>
                  <a:pt x="1620335" y="3274138"/>
                  <a:pt x="1620335" y="3265605"/>
                </a:cubicBezTo>
                <a:lnTo>
                  <a:pt x="1620335" y="3206966"/>
                </a:lnTo>
                <a:cubicBezTo>
                  <a:pt x="1620335" y="3194663"/>
                  <a:pt x="1619244" y="3185634"/>
                  <a:pt x="1617061" y="3179880"/>
                </a:cubicBezTo>
                <a:cubicBezTo>
                  <a:pt x="1613787" y="3171446"/>
                  <a:pt x="1609347" y="3165369"/>
                  <a:pt x="1603741" y="3161649"/>
                </a:cubicBezTo>
                <a:cubicBezTo>
                  <a:pt x="1598135" y="3157928"/>
                  <a:pt x="1591710" y="3156067"/>
                  <a:pt x="1584467" y="3156067"/>
                </a:cubicBezTo>
                <a:cubicBezTo>
                  <a:pt x="1577026" y="3156067"/>
                  <a:pt x="1569783" y="3157928"/>
                  <a:pt x="1562739" y="3161649"/>
                </a:cubicBezTo>
                <a:cubicBezTo>
                  <a:pt x="1555694" y="3165369"/>
                  <a:pt x="1547062" y="3173182"/>
                  <a:pt x="1536843" y="3185089"/>
                </a:cubicBezTo>
                <a:cubicBezTo>
                  <a:pt x="1534759" y="3175663"/>
                  <a:pt x="1530642" y="3168470"/>
                  <a:pt x="1524490" y="3163509"/>
                </a:cubicBezTo>
                <a:cubicBezTo>
                  <a:pt x="1518338" y="3158548"/>
                  <a:pt x="1510996" y="3156067"/>
                  <a:pt x="1502463" y="3156067"/>
                </a:cubicBezTo>
                <a:cubicBezTo>
                  <a:pt x="1497403" y="3156067"/>
                  <a:pt x="1492293" y="3157109"/>
                  <a:pt x="1487134" y="3159193"/>
                </a:cubicBezTo>
                <a:cubicBezTo>
                  <a:pt x="1481974" y="3161276"/>
                  <a:pt x="1477163" y="3164203"/>
                  <a:pt x="1472698" y="3167974"/>
                </a:cubicBezTo>
                <a:cubicBezTo>
                  <a:pt x="1470912" y="3169462"/>
                  <a:pt x="1465058" y="3175167"/>
                  <a:pt x="1455136" y="3185089"/>
                </a:cubicBezTo>
                <a:lnTo>
                  <a:pt x="1455136" y="3156067"/>
                </a:lnTo>
                <a:close/>
                <a:moveTo>
                  <a:pt x="10261443" y="3155918"/>
                </a:moveTo>
                <a:cubicBezTo>
                  <a:pt x="10243386" y="3155918"/>
                  <a:pt x="10228378" y="3162442"/>
                  <a:pt x="10216422" y="3175490"/>
                </a:cubicBezTo>
                <a:cubicBezTo>
                  <a:pt x="10204467" y="3188537"/>
                  <a:pt x="10198489" y="3206718"/>
                  <a:pt x="10198489" y="3230035"/>
                </a:cubicBezTo>
                <a:cubicBezTo>
                  <a:pt x="10198489" y="3251565"/>
                  <a:pt x="10204318" y="3268705"/>
                  <a:pt x="10215976" y="3281455"/>
                </a:cubicBezTo>
                <a:cubicBezTo>
                  <a:pt x="10227634" y="3294205"/>
                  <a:pt x="10241649" y="3300579"/>
                  <a:pt x="10258020" y="3300579"/>
                </a:cubicBezTo>
                <a:cubicBezTo>
                  <a:pt x="10273102" y="3300579"/>
                  <a:pt x="10285653" y="3294998"/>
                  <a:pt x="10295673" y="3283836"/>
                </a:cubicBezTo>
                <a:cubicBezTo>
                  <a:pt x="10305695" y="3272674"/>
                  <a:pt x="10311747" y="3260297"/>
                  <a:pt x="10313831" y="3246704"/>
                </a:cubicBezTo>
                <a:lnTo>
                  <a:pt x="10309217" y="3243727"/>
                </a:lnTo>
                <a:cubicBezTo>
                  <a:pt x="10304752" y="3255633"/>
                  <a:pt x="10299221" y="3264042"/>
                  <a:pt x="10292622" y="3268953"/>
                </a:cubicBezTo>
                <a:cubicBezTo>
                  <a:pt x="10286025" y="3273865"/>
                  <a:pt x="10278261" y="3276320"/>
                  <a:pt x="10269331" y="3276320"/>
                </a:cubicBezTo>
                <a:cubicBezTo>
                  <a:pt x="10255936" y="3276320"/>
                  <a:pt x="10244279" y="3270566"/>
                  <a:pt x="10234356" y="3259056"/>
                </a:cubicBezTo>
                <a:cubicBezTo>
                  <a:pt x="10224434" y="3247547"/>
                  <a:pt x="10219523" y="3231672"/>
                  <a:pt x="10219622" y="3211431"/>
                </a:cubicBezTo>
                <a:lnTo>
                  <a:pt x="10313831" y="3211431"/>
                </a:lnTo>
                <a:cubicBezTo>
                  <a:pt x="10313831" y="3194564"/>
                  <a:pt x="10308919" y="3181095"/>
                  <a:pt x="10299097" y="3171024"/>
                </a:cubicBezTo>
                <a:cubicBezTo>
                  <a:pt x="10289274" y="3160954"/>
                  <a:pt x="10276723" y="3155918"/>
                  <a:pt x="10261443" y="3155918"/>
                </a:cubicBezTo>
                <a:close/>
                <a:moveTo>
                  <a:pt x="9013668" y="3155918"/>
                </a:moveTo>
                <a:cubicBezTo>
                  <a:pt x="8995610" y="3155918"/>
                  <a:pt x="8980603" y="3162442"/>
                  <a:pt x="8968647" y="3175490"/>
                </a:cubicBezTo>
                <a:cubicBezTo>
                  <a:pt x="8956692" y="3188537"/>
                  <a:pt x="8950714" y="3206718"/>
                  <a:pt x="8950714" y="3230035"/>
                </a:cubicBezTo>
                <a:cubicBezTo>
                  <a:pt x="8950714" y="3251565"/>
                  <a:pt x="8956543" y="3268705"/>
                  <a:pt x="8968201" y="3281455"/>
                </a:cubicBezTo>
                <a:cubicBezTo>
                  <a:pt x="8979859" y="3294205"/>
                  <a:pt x="8993874" y="3300579"/>
                  <a:pt x="9010245" y="3300579"/>
                </a:cubicBezTo>
                <a:cubicBezTo>
                  <a:pt x="9025326" y="3300579"/>
                  <a:pt x="9037878" y="3294998"/>
                  <a:pt x="9047898" y="3283836"/>
                </a:cubicBezTo>
                <a:cubicBezTo>
                  <a:pt x="9057919" y="3272674"/>
                  <a:pt x="9063972" y="3260297"/>
                  <a:pt x="9066056" y="3246704"/>
                </a:cubicBezTo>
                <a:lnTo>
                  <a:pt x="9061442" y="3243727"/>
                </a:lnTo>
                <a:cubicBezTo>
                  <a:pt x="9056977" y="3255633"/>
                  <a:pt x="9051445" y="3264042"/>
                  <a:pt x="9044847" y="3268953"/>
                </a:cubicBezTo>
                <a:cubicBezTo>
                  <a:pt x="9038250" y="3273865"/>
                  <a:pt x="9030486" y="3276320"/>
                  <a:pt x="9021556" y="3276320"/>
                </a:cubicBezTo>
                <a:cubicBezTo>
                  <a:pt x="9008161" y="3276320"/>
                  <a:pt x="8996503" y="3270566"/>
                  <a:pt x="8986581" y="3259056"/>
                </a:cubicBezTo>
                <a:cubicBezTo>
                  <a:pt x="8976659" y="3247547"/>
                  <a:pt x="8971748" y="3231672"/>
                  <a:pt x="8971847" y="3211431"/>
                </a:cubicBezTo>
                <a:lnTo>
                  <a:pt x="9066056" y="3211431"/>
                </a:lnTo>
                <a:cubicBezTo>
                  <a:pt x="9066056" y="3194564"/>
                  <a:pt x="9061144" y="3181095"/>
                  <a:pt x="9051322" y="3171024"/>
                </a:cubicBezTo>
                <a:cubicBezTo>
                  <a:pt x="9041499" y="3160954"/>
                  <a:pt x="9028948" y="3155918"/>
                  <a:pt x="9013668" y="3155918"/>
                </a:cubicBezTo>
                <a:close/>
                <a:moveTo>
                  <a:pt x="8337393" y="3155918"/>
                </a:moveTo>
                <a:cubicBezTo>
                  <a:pt x="8319336" y="3155918"/>
                  <a:pt x="8304328" y="3162442"/>
                  <a:pt x="8292373" y="3175490"/>
                </a:cubicBezTo>
                <a:cubicBezTo>
                  <a:pt x="8280417" y="3188537"/>
                  <a:pt x="8274439" y="3206718"/>
                  <a:pt x="8274439" y="3230035"/>
                </a:cubicBezTo>
                <a:cubicBezTo>
                  <a:pt x="8274439" y="3251565"/>
                  <a:pt x="8280268" y="3268705"/>
                  <a:pt x="8291926" y="3281455"/>
                </a:cubicBezTo>
                <a:cubicBezTo>
                  <a:pt x="8303584" y="3294205"/>
                  <a:pt x="8317599" y="3300579"/>
                  <a:pt x="8333970" y="3300579"/>
                </a:cubicBezTo>
                <a:cubicBezTo>
                  <a:pt x="8349051" y="3300579"/>
                  <a:pt x="8361603" y="3294998"/>
                  <a:pt x="8371624" y="3283836"/>
                </a:cubicBezTo>
                <a:cubicBezTo>
                  <a:pt x="8381645" y="3272674"/>
                  <a:pt x="8387697" y="3260297"/>
                  <a:pt x="8389780" y="3246704"/>
                </a:cubicBezTo>
                <a:lnTo>
                  <a:pt x="8385167" y="3243727"/>
                </a:lnTo>
                <a:cubicBezTo>
                  <a:pt x="8380702" y="3255633"/>
                  <a:pt x="8375171" y="3264042"/>
                  <a:pt x="8368573" y="3268953"/>
                </a:cubicBezTo>
                <a:cubicBezTo>
                  <a:pt x="8361975" y="3273865"/>
                  <a:pt x="8354211" y="3276320"/>
                  <a:pt x="8345281" y="3276320"/>
                </a:cubicBezTo>
                <a:cubicBezTo>
                  <a:pt x="8331887" y="3276320"/>
                  <a:pt x="8320229" y="3270566"/>
                  <a:pt x="8310307" y="3259056"/>
                </a:cubicBezTo>
                <a:cubicBezTo>
                  <a:pt x="8300384" y="3247547"/>
                  <a:pt x="8295473" y="3231672"/>
                  <a:pt x="8295573" y="3211431"/>
                </a:cubicBezTo>
                <a:lnTo>
                  <a:pt x="8389780" y="3211431"/>
                </a:lnTo>
                <a:cubicBezTo>
                  <a:pt x="8389780" y="3194564"/>
                  <a:pt x="8384869" y="3181095"/>
                  <a:pt x="8375047" y="3171024"/>
                </a:cubicBezTo>
                <a:cubicBezTo>
                  <a:pt x="8365224" y="3160954"/>
                  <a:pt x="8352673" y="3155918"/>
                  <a:pt x="8337393" y="3155918"/>
                </a:cubicBezTo>
                <a:close/>
                <a:moveTo>
                  <a:pt x="7861143" y="3155918"/>
                </a:moveTo>
                <a:cubicBezTo>
                  <a:pt x="7843086" y="3155918"/>
                  <a:pt x="7828078" y="3162442"/>
                  <a:pt x="7816123" y="3175490"/>
                </a:cubicBezTo>
                <a:cubicBezTo>
                  <a:pt x="7804167" y="3188537"/>
                  <a:pt x="7798189" y="3206718"/>
                  <a:pt x="7798189" y="3230035"/>
                </a:cubicBezTo>
                <a:cubicBezTo>
                  <a:pt x="7798189" y="3251565"/>
                  <a:pt x="7804018" y="3268705"/>
                  <a:pt x="7815676" y="3281455"/>
                </a:cubicBezTo>
                <a:cubicBezTo>
                  <a:pt x="7827334" y="3294205"/>
                  <a:pt x="7841349" y="3300579"/>
                  <a:pt x="7857720" y="3300579"/>
                </a:cubicBezTo>
                <a:cubicBezTo>
                  <a:pt x="7872801" y="3300579"/>
                  <a:pt x="7885353" y="3294998"/>
                  <a:pt x="7895374" y="3283836"/>
                </a:cubicBezTo>
                <a:cubicBezTo>
                  <a:pt x="7905395" y="3272674"/>
                  <a:pt x="7911447" y="3260297"/>
                  <a:pt x="7913531" y="3246704"/>
                </a:cubicBezTo>
                <a:lnTo>
                  <a:pt x="7908917" y="3243727"/>
                </a:lnTo>
                <a:cubicBezTo>
                  <a:pt x="7904452" y="3255633"/>
                  <a:pt x="7898921" y="3264042"/>
                  <a:pt x="7892323" y="3268953"/>
                </a:cubicBezTo>
                <a:cubicBezTo>
                  <a:pt x="7885725" y="3273865"/>
                  <a:pt x="7877961" y="3276320"/>
                  <a:pt x="7869031" y="3276320"/>
                </a:cubicBezTo>
                <a:cubicBezTo>
                  <a:pt x="7855637" y="3276320"/>
                  <a:pt x="7843979" y="3270566"/>
                  <a:pt x="7834057" y="3259056"/>
                </a:cubicBezTo>
                <a:cubicBezTo>
                  <a:pt x="7824134" y="3247547"/>
                  <a:pt x="7819223" y="3231672"/>
                  <a:pt x="7819323" y="3211431"/>
                </a:cubicBezTo>
                <a:lnTo>
                  <a:pt x="7913531" y="3211431"/>
                </a:lnTo>
                <a:cubicBezTo>
                  <a:pt x="7913531" y="3194564"/>
                  <a:pt x="7908619" y="3181095"/>
                  <a:pt x="7898797" y="3171024"/>
                </a:cubicBezTo>
                <a:cubicBezTo>
                  <a:pt x="7888974" y="3160954"/>
                  <a:pt x="7876423" y="3155918"/>
                  <a:pt x="7861143" y="3155918"/>
                </a:cubicBezTo>
                <a:close/>
                <a:moveTo>
                  <a:pt x="7623018" y="3155918"/>
                </a:moveTo>
                <a:cubicBezTo>
                  <a:pt x="7604961" y="3155918"/>
                  <a:pt x="7589953" y="3162442"/>
                  <a:pt x="7577998" y="3175490"/>
                </a:cubicBezTo>
                <a:cubicBezTo>
                  <a:pt x="7566042" y="3188537"/>
                  <a:pt x="7560064" y="3206718"/>
                  <a:pt x="7560064" y="3230035"/>
                </a:cubicBezTo>
                <a:cubicBezTo>
                  <a:pt x="7560064" y="3251565"/>
                  <a:pt x="7565893" y="3268705"/>
                  <a:pt x="7577551" y="3281455"/>
                </a:cubicBezTo>
                <a:cubicBezTo>
                  <a:pt x="7589209" y="3294205"/>
                  <a:pt x="7603224" y="3300579"/>
                  <a:pt x="7619595" y="3300579"/>
                </a:cubicBezTo>
                <a:cubicBezTo>
                  <a:pt x="7634676" y="3300579"/>
                  <a:pt x="7647228" y="3294998"/>
                  <a:pt x="7657249" y="3283836"/>
                </a:cubicBezTo>
                <a:cubicBezTo>
                  <a:pt x="7667270" y="3272674"/>
                  <a:pt x="7673322" y="3260297"/>
                  <a:pt x="7675406" y="3246704"/>
                </a:cubicBezTo>
                <a:lnTo>
                  <a:pt x="7670792" y="3243727"/>
                </a:lnTo>
                <a:cubicBezTo>
                  <a:pt x="7666327" y="3255633"/>
                  <a:pt x="7660796" y="3264042"/>
                  <a:pt x="7654198" y="3268953"/>
                </a:cubicBezTo>
                <a:cubicBezTo>
                  <a:pt x="7647600" y="3273865"/>
                  <a:pt x="7639836" y="3276320"/>
                  <a:pt x="7630906" y="3276320"/>
                </a:cubicBezTo>
                <a:cubicBezTo>
                  <a:pt x="7617512" y="3276320"/>
                  <a:pt x="7605854" y="3270566"/>
                  <a:pt x="7595932" y="3259056"/>
                </a:cubicBezTo>
                <a:cubicBezTo>
                  <a:pt x="7586009" y="3247547"/>
                  <a:pt x="7581098" y="3231672"/>
                  <a:pt x="7581198" y="3211431"/>
                </a:cubicBezTo>
                <a:lnTo>
                  <a:pt x="7675406" y="3211431"/>
                </a:lnTo>
                <a:cubicBezTo>
                  <a:pt x="7675406" y="3194564"/>
                  <a:pt x="7670494" y="3181095"/>
                  <a:pt x="7660672" y="3171024"/>
                </a:cubicBezTo>
                <a:cubicBezTo>
                  <a:pt x="7650849" y="3160954"/>
                  <a:pt x="7638298" y="3155918"/>
                  <a:pt x="7623018" y="3155918"/>
                </a:cubicBezTo>
                <a:close/>
                <a:moveTo>
                  <a:pt x="6175218" y="3155918"/>
                </a:moveTo>
                <a:cubicBezTo>
                  <a:pt x="6157161" y="3155918"/>
                  <a:pt x="6142153" y="3162442"/>
                  <a:pt x="6130198" y="3175490"/>
                </a:cubicBezTo>
                <a:cubicBezTo>
                  <a:pt x="6118242" y="3188537"/>
                  <a:pt x="6112264" y="3206718"/>
                  <a:pt x="6112264" y="3230035"/>
                </a:cubicBezTo>
                <a:cubicBezTo>
                  <a:pt x="6112264" y="3251565"/>
                  <a:pt x="6118093" y="3268705"/>
                  <a:pt x="6129751" y="3281455"/>
                </a:cubicBezTo>
                <a:cubicBezTo>
                  <a:pt x="6141409" y="3294205"/>
                  <a:pt x="6155424" y="3300579"/>
                  <a:pt x="6171795" y="3300579"/>
                </a:cubicBezTo>
                <a:cubicBezTo>
                  <a:pt x="6186876" y="3300579"/>
                  <a:pt x="6199428" y="3294998"/>
                  <a:pt x="6209449" y="3283836"/>
                </a:cubicBezTo>
                <a:cubicBezTo>
                  <a:pt x="6219470" y="3272674"/>
                  <a:pt x="6225522" y="3260297"/>
                  <a:pt x="6227606" y="3246704"/>
                </a:cubicBezTo>
                <a:lnTo>
                  <a:pt x="6222992" y="3243727"/>
                </a:lnTo>
                <a:cubicBezTo>
                  <a:pt x="6218527" y="3255633"/>
                  <a:pt x="6212996" y="3264042"/>
                  <a:pt x="6206398" y="3268953"/>
                </a:cubicBezTo>
                <a:cubicBezTo>
                  <a:pt x="6199800" y="3273865"/>
                  <a:pt x="6192036" y="3276320"/>
                  <a:pt x="6183106" y="3276320"/>
                </a:cubicBezTo>
                <a:cubicBezTo>
                  <a:pt x="6169712" y="3276320"/>
                  <a:pt x="6158054" y="3270566"/>
                  <a:pt x="6148132" y="3259056"/>
                </a:cubicBezTo>
                <a:cubicBezTo>
                  <a:pt x="6138209" y="3247547"/>
                  <a:pt x="6133298" y="3231672"/>
                  <a:pt x="6133398" y="3211431"/>
                </a:cubicBezTo>
                <a:lnTo>
                  <a:pt x="6227606" y="3211431"/>
                </a:lnTo>
                <a:cubicBezTo>
                  <a:pt x="6227606" y="3194564"/>
                  <a:pt x="6222694" y="3181095"/>
                  <a:pt x="6212872" y="3171024"/>
                </a:cubicBezTo>
                <a:cubicBezTo>
                  <a:pt x="6203049" y="3160954"/>
                  <a:pt x="6190498" y="3155918"/>
                  <a:pt x="6175218" y="3155918"/>
                </a:cubicBezTo>
                <a:close/>
                <a:moveTo>
                  <a:pt x="5679919" y="3155918"/>
                </a:moveTo>
                <a:cubicBezTo>
                  <a:pt x="5661861" y="3155918"/>
                  <a:pt x="5646854" y="3162442"/>
                  <a:pt x="5634898" y="3175490"/>
                </a:cubicBezTo>
                <a:cubicBezTo>
                  <a:pt x="5622942" y="3188537"/>
                  <a:pt x="5616965" y="3206718"/>
                  <a:pt x="5616965" y="3230035"/>
                </a:cubicBezTo>
                <a:cubicBezTo>
                  <a:pt x="5616965" y="3251565"/>
                  <a:pt x="5622793" y="3268705"/>
                  <a:pt x="5634452" y="3281455"/>
                </a:cubicBezTo>
                <a:cubicBezTo>
                  <a:pt x="5646110" y="3294205"/>
                  <a:pt x="5660125" y="3300579"/>
                  <a:pt x="5676495" y="3300579"/>
                </a:cubicBezTo>
                <a:cubicBezTo>
                  <a:pt x="5691577" y="3300579"/>
                  <a:pt x="5704128" y="3294998"/>
                  <a:pt x="5714149" y="3283836"/>
                </a:cubicBezTo>
                <a:cubicBezTo>
                  <a:pt x="5724170" y="3272674"/>
                  <a:pt x="5730223" y="3260297"/>
                  <a:pt x="5732306" y="3246704"/>
                </a:cubicBezTo>
                <a:lnTo>
                  <a:pt x="5727693" y="3243727"/>
                </a:lnTo>
                <a:cubicBezTo>
                  <a:pt x="5723228" y="3255633"/>
                  <a:pt x="5717696" y="3264042"/>
                  <a:pt x="5711099" y="3268953"/>
                </a:cubicBezTo>
                <a:cubicBezTo>
                  <a:pt x="5704500" y="3273865"/>
                  <a:pt x="5696736" y="3276320"/>
                  <a:pt x="5687808" y="3276320"/>
                </a:cubicBezTo>
                <a:cubicBezTo>
                  <a:pt x="5674412" y="3276320"/>
                  <a:pt x="5662754" y="3270566"/>
                  <a:pt x="5652832" y="3259056"/>
                </a:cubicBezTo>
                <a:cubicBezTo>
                  <a:pt x="5642910" y="3247547"/>
                  <a:pt x="5637999" y="3231672"/>
                  <a:pt x="5638098" y="3211431"/>
                </a:cubicBezTo>
                <a:lnTo>
                  <a:pt x="5732306" y="3211431"/>
                </a:lnTo>
                <a:cubicBezTo>
                  <a:pt x="5732306" y="3194564"/>
                  <a:pt x="5727395" y="3181095"/>
                  <a:pt x="5717572" y="3171024"/>
                </a:cubicBezTo>
                <a:cubicBezTo>
                  <a:pt x="5707750" y="3160954"/>
                  <a:pt x="5695199" y="3155918"/>
                  <a:pt x="5679919" y="3155918"/>
                </a:cubicBezTo>
                <a:close/>
                <a:moveTo>
                  <a:pt x="1250795" y="3155918"/>
                </a:moveTo>
                <a:cubicBezTo>
                  <a:pt x="1232737" y="3155918"/>
                  <a:pt x="1217730" y="3162442"/>
                  <a:pt x="1205775" y="3175490"/>
                </a:cubicBezTo>
                <a:cubicBezTo>
                  <a:pt x="1193819" y="3188537"/>
                  <a:pt x="1187841" y="3206718"/>
                  <a:pt x="1187841" y="3230035"/>
                </a:cubicBezTo>
                <a:cubicBezTo>
                  <a:pt x="1187841" y="3251565"/>
                  <a:pt x="1193670" y="3268705"/>
                  <a:pt x="1205328" y="3281455"/>
                </a:cubicBezTo>
                <a:cubicBezTo>
                  <a:pt x="1216986" y="3294205"/>
                  <a:pt x="1231001" y="3300579"/>
                  <a:pt x="1247372" y="3300579"/>
                </a:cubicBezTo>
                <a:cubicBezTo>
                  <a:pt x="1262453" y="3300579"/>
                  <a:pt x="1275004" y="3294998"/>
                  <a:pt x="1285025" y="3283836"/>
                </a:cubicBezTo>
                <a:cubicBezTo>
                  <a:pt x="1295046" y="3272674"/>
                  <a:pt x="1301099" y="3260297"/>
                  <a:pt x="1303182" y="3246704"/>
                </a:cubicBezTo>
                <a:lnTo>
                  <a:pt x="1298569" y="3243727"/>
                </a:lnTo>
                <a:cubicBezTo>
                  <a:pt x="1294104" y="3255633"/>
                  <a:pt x="1288573" y="3264042"/>
                  <a:pt x="1281974" y="3268953"/>
                </a:cubicBezTo>
                <a:cubicBezTo>
                  <a:pt x="1275376" y="3273865"/>
                  <a:pt x="1267613" y="3276320"/>
                  <a:pt x="1258683" y="3276320"/>
                </a:cubicBezTo>
                <a:cubicBezTo>
                  <a:pt x="1245288" y="3276320"/>
                  <a:pt x="1233630" y="3270566"/>
                  <a:pt x="1223708" y="3259056"/>
                </a:cubicBezTo>
                <a:cubicBezTo>
                  <a:pt x="1213786" y="3247547"/>
                  <a:pt x="1208875" y="3231672"/>
                  <a:pt x="1208974" y="3211431"/>
                </a:cubicBezTo>
                <a:lnTo>
                  <a:pt x="1303182" y="3211431"/>
                </a:lnTo>
                <a:cubicBezTo>
                  <a:pt x="1303182" y="3194564"/>
                  <a:pt x="1298271" y="3181095"/>
                  <a:pt x="1288448" y="3171024"/>
                </a:cubicBezTo>
                <a:cubicBezTo>
                  <a:pt x="1278626" y="3160954"/>
                  <a:pt x="1266075" y="3155918"/>
                  <a:pt x="1250795" y="3155918"/>
                </a:cubicBezTo>
                <a:close/>
                <a:moveTo>
                  <a:pt x="768294" y="3141631"/>
                </a:moveTo>
                <a:lnTo>
                  <a:pt x="723646" y="3186279"/>
                </a:lnTo>
                <a:lnTo>
                  <a:pt x="768294" y="3230928"/>
                </a:lnTo>
                <a:lnTo>
                  <a:pt x="812943" y="3186279"/>
                </a:lnTo>
                <a:close/>
                <a:moveTo>
                  <a:pt x="637325" y="3141631"/>
                </a:moveTo>
                <a:lnTo>
                  <a:pt x="592677" y="3186279"/>
                </a:lnTo>
                <a:lnTo>
                  <a:pt x="637325" y="3230928"/>
                </a:lnTo>
                <a:lnTo>
                  <a:pt x="682123" y="3186279"/>
                </a:lnTo>
                <a:close/>
                <a:moveTo>
                  <a:pt x="10574577" y="3115288"/>
                </a:moveTo>
                <a:cubicBezTo>
                  <a:pt x="10570510" y="3125309"/>
                  <a:pt x="10567335" y="3132205"/>
                  <a:pt x="10565052" y="3135975"/>
                </a:cubicBezTo>
                <a:cubicBezTo>
                  <a:pt x="10560588" y="3143119"/>
                  <a:pt x="10555503" y="3149296"/>
                  <a:pt x="10549797" y="3154505"/>
                </a:cubicBezTo>
                <a:cubicBezTo>
                  <a:pt x="10544093" y="3159714"/>
                  <a:pt x="10538512" y="3163409"/>
                  <a:pt x="10533054" y="3165592"/>
                </a:cubicBezTo>
                <a:lnTo>
                  <a:pt x="10533054" y="3170504"/>
                </a:lnTo>
                <a:lnTo>
                  <a:pt x="10554634" y="3170504"/>
                </a:lnTo>
                <a:lnTo>
                  <a:pt x="10554634" y="3262182"/>
                </a:lnTo>
                <a:cubicBezTo>
                  <a:pt x="10554634" y="3272005"/>
                  <a:pt x="10555676" y="3279272"/>
                  <a:pt x="10557760" y="3283985"/>
                </a:cubicBezTo>
                <a:cubicBezTo>
                  <a:pt x="10559843" y="3288698"/>
                  <a:pt x="10563069" y="3292319"/>
                  <a:pt x="10567434" y="3294850"/>
                </a:cubicBezTo>
                <a:cubicBezTo>
                  <a:pt x="10571800" y="3297380"/>
                  <a:pt x="10576264" y="3298645"/>
                  <a:pt x="10580828" y="3298645"/>
                </a:cubicBezTo>
                <a:cubicBezTo>
                  <a:pt x="10587575" y="3298645"/>
                  <a:pt x="10594124" y="3296189"/>
                  <a:pt x="10600473" y="3291278"/>
                </a:cubicBezTo>
                <a:cubicBezTo>
                  <a:pt x="10606823" y="3286366"/>
                  <a:pt x="10611734" y="3279049"/>
                  <a:pt x="10615207" y="3269325"/>
                </a:cubicBezTo>
                <a:lnTo>
                  <a:pt x="10609403" y="3269325"/>
                </a:lnTo>
                <a:cubicBezTo>
                  <a:pt x="10607716" y="3273294"/>
                  <a:pt x="10605336" y="3276296"/>
                  <a:pt x="10602259" y="3278330"/>
                </a:cubicBezTo>
                <a:cubicBezTo>
                  <a:pt x="10599184" y="3280364"/>
                  <a:pt x="10596009" y="3281381"/>
                  <a:pt x="10592734" y="3281381"/>
                </a:cubicBezTo>
                <a:cubicBezTo>
                  <a:pt x="10588766" y="3281381"/>
                  <a:pt x="10585516" y="3279843"/>
                  <a:pt x="10582986" y="3276767"/>
                </a:cubicBezTo>
                <a:cubicBezTo>
                  <a:pt x="10580456" y="3273691"/>
                  <a:pt x="10579191" y="3267738"/>
                  <a:pt x="10579191" y="3258907"/>
                </a:cubicBezTo>
                <a:lnTo>
                  <a:pt x="10579191" y="3170504"/>
                </a:lnTo>
                <a:lnTo>
                  <a:pt x="10611040" y="3170504"/>
                </a:lnTo>
                <a:lnTo>
                  <a:pt x="10611040" y="3160086"/>
                </a:lnTo>
                <a:lnTo>
                  <a:pt x="10579191" y="3160086"/>
                </a:lnTo>
                <a:lnTo>
                  <a:pt x="10579191" y="3115288"/>
                </a:lnTo>
                <a:close/>
                <a:moveTo>
                  <a:pt x="7364653" y="3115288"/>
                </a:moveTo>
                <a:cubicBezTo>
                  <a:pt x="7360585" y="3125309"/>
                  <a:pt x="7357409" y="3132205"/>
                  <a:pt x="7355128" y="3135975"/>
                </a:cubicBezTo>
                <a:cubicBezTo>
                  <a:pt x="7350663" y="3143119"/>
                  <a:pt x="7345578" y="3149296"/>
                  <a:pt x="7339873" y="3154505"/>
                </a:cubicBezTo>
                <a:cubicBezTo>
                  <a:pt x="7334168" y="3159714"/>
                  <a:pt x="7328587" y="3163409"/>
                  <a:pt x="7323130" y="3165592"/>
                </a:cubicBezTo>
                <a:lnTo>
                  <a:pt x="7323130" y="3170504"/>
                </a:lnTo>
                <a:lnTo>
                  <a:pt x="7344710" y="3170504"/>
                </a:lnTo>
                <a:lnTo>
                  <a:pt x="7344710" y="3262182"/>
                </a:lnTo>
                <a:cubicBezTo>
                  <a:pt x="7344710" y="3272005"/>
                  <a:pt x="7345751" y="3279272"/>
                  <a:pt x="7347835" y="3283985"/>
                </a:cubicBezTo>
                <a:cubicBezTo>
                  <a:pt x="7349919" y="3288698"/>
                  <a:pt x="7353143" y="3292319"/>
                  <a:pt x="7357509" y="3294850"/>
                </a:cubicBezTo>
                <a:cubicBezTo>
                  <a:pt x="7361874" y="3297380"/>
                  <a:pt x="7366339" y="3298645"/>
                  <a:pt x="7370903" y="3298645"/>
                </a:cubicBezTo>
                <a:cubicBezTo>
                  <a:pt x="7377650" y="3298645"/>
                  <a:pt x="7384199" y="3296189"/>
                  <a:pt x="7390549" y="3291278"/>
                </a:cubicBezTo>
                <a:cubicBezTo>
                  <a:pt x="7396899" y="3286366"/>
                  <a:pt x="7401810" y="3279049"/>
                  <a:pt x="7405283" y="3269325"/>
                </a:cubicBezTo>
                <a:lnTo>
                  <a:pt x="7399478" y="3269325"/>
                </a:lnTo>
                <a:cubicBezTo>
                  <a:pt x="7397792" y="3273294"/>
                  <a:pt x="7395411" y="3276296"/>
                  <a:pt x="7392335" y="3278330"/>
                </a:cubicBezTo>
                <a:cubicBezTo>
                  <a:pt x="7389259" y="3280364"/>
                  <a:pt x="7386084" y="3281381"/>
                  <a:pt x="7382810" y="3281381"/>
                </a:cubicBezTo>
                <a:cubicBezTo>
                  <a:pt x="7378841" y="3281381"/>
                  <a:pt x="7375591" y="3279843"/>
                  <a:pt x="7373061" y="3276767"/>
                </a:cubicBezTo>
                <a:cubicBezTo>
                  <a:pt x="7370531" y="3273691"/>
                  <a:pt x="7369266" y="3267738"/>
                  <a:pt x="7369266" y="3258907"/>
                </a:cubicBezTo>
                <a:lnTo>
                  <a:pt x="7369266" y="3170504"/>
                </a:lnTo>
                <a:lnTo>
                  <a:pt x="7401116" y="3170504"/>
                </a:lnTo>
                <a:lnTo>
                  <a:pt x="7401116" y="3160086"/>
                </a:lnTo>
                <a:lnTo>
                  <a:pt x="7369266" y="3160086"/>
                </a:lnTo>
                <a:lnTo>
                  <a:pt x="7369266" y="3115288"/>
                </a:lnTo>
                <a:close/>
                <a:moveTo>
                  <a:pt x="5373928" y="3115288"/>
                </a:moveTo>
                <a:cubicBezTo>
                  <a:pt x="5369860" y="3125309"/>
                  <a:pt x="5366685" y="3132205"/>
                  <a:pt x="5364404" y="3135975"/>
                </a:cubicBezTo>
                <a:cubicBezTo>
                  <a:pt x="5359938" y="3143119"/>
                  <a:pt x="5354854" y="3149296"/>
                  <a:pt x="5349148" y="3154505"/>
                </a:cubicBezTo>
                <a:cubicBezTo>
                  <a:pt x="5343443" y="3159714"/>
                  <a:pt x="5337862" y="3163409"/>
                  <a:pt x="5332405" y="3165592"/>
                </a:cubicBezTo>
                <a:lnTo>
                  <a:pt x="5332405" y="3170504"/>
                </a:lnTo>
                <a:lnTo>
                  <a:pt x="5353986" y="3170504"/>
                </a:lnTo>
                <a:lnTo>
                  <a:pt x="5353986" y="3262182"/>
                </a:lnTo>
                <a:cubicBezTo>
                  <a:pt x="5353986" y="3272005"/>
                  <a:pt x="5355027" y="3279272"/>
                  <a:pt x="5357110" y="3283985"/>
                </a:cubicBezTo>
                <a:cubicBezTo>
                  <a:pt x="5359194" y="3288698"/>
                  <a:pt x="5362418" y="3292319"/>
                  <a:pt x="5366784" y="3294850"/>
                </a:cubicBezTo>
                <a:cubicBezTo>
                  <a:pt x="5371150" y="3297380"/>
                  <a:pt x="5375615" y="3298645"/>
                  <a:pt x="5380179" y="3298645"/>
                </a:cubicBezTo>
                <a:cubicBezTo>
                  <a:pt x="5386927" y="3298645"/>
                  <a:pt x="5393474" y="3296189"/>
                  <a:pt x="5399824" y="3291278"/>
                </a:cubicBezTo>
                <a:cubicBezTo>
                  <a:pt x="5406174" y="3286366"/>
                  <a:pt x="5411085" y="3279049"/>
                  <a:pt x="5414558" y="3269325"/>
                </a:cubicBezTo>
                <a:lnTo>
                  <a:pt x="5408754" y="3269325"/>
                </a:lnTo>
                <a:cubicBezTo>
                  <a:pt x="5407067" y="3273294"/>
                  <a:pt x="5404686" y="3276296"/>
                  <a:pt x="5401611" y="3278330"/>
                </a:cubicBezTo>
                <a:cubicBezTo>
                  <a:pt x="5398534" y="3280364"/>
                  <a:pt x="5395359" y="3281381"/>
                  <a:pt x="5392085" y="3281381"/>
                </a:cubicBezTo>
                <a:cubicBezTo>
                  <a:pt x="5388117" y="3281381"/>
                  <a:pt x="5384867" y="3279843"/>
                  <a:pt x="5382336" y="3276767"/>
                </a:cubicBezTo>
                <a:cubicBezTo>
                  <a:pt x="5379807" y="3273691"/>
                  <a:pt x="5378543" y="3267738"/>
                  <a:pt x="5378543" y="3258907"/>
                </a:cubicBezTo>
                <a:lnTo>
                  <a:pt x="5378543" y="3170504"/>
                </a:lnTo>
                <a:lnTo>
                  <a:pt x="5410391" y="3170504"/>
                </a:lnTo>
                <a:lnTo>
                  <a:pt x="5410391" y="3160086"/>
                </a:lnTo>
                <a:lnTo>
                  <a:pt x="5378543" y="3160086"/>
                </a:lnTo>
                <a:lnTo>
                  <a:pt x="5378543" y="3115288"/>
                </a:lnTo>
                <a:close/>
                <a:moveTo>
                  <a:pt x="3106980" y="3115288"/>
                </a:moveTo>
                <a:cubicBezTo>
                  <a:pt x="3102913" y="3125309"/>
                  <a:pt x="3099737" y="3132205"/>
                  <a:pt x="3097455" y="3135975"/>
                </a:cubicBezTo>
                <a:cubicBezTo>
                  <a:pt x="3092990" y="3143119"/>
                  <a:pt x="3087905" y="3149296"/>
                  <a:pt x="3082199" y="3154505"/>
                </a:cubicBezTo>
                <a:cubicBezTo>
                  <a:pt x="3076495" y="3159714"/>
                  <a:pt x="3070914" y="3163409"/>
                  <a:pt x="3065457" y="3165592"/>
                </a:cubicBezTo>
                <a:lnTo>
                  <a:pt x="3065457" y="3170504"/>
                </a:lnTo>
                <a:lnTo>
                  <a:pt x="3087037" y="3170504"/>
                </a:lnTo>
                <a:lnTo>
                  <a:pt x="3087037" y="3262182"/>
                </a:lnTo>
                <a:cubicBezTo>
                  <a:pt x="3087037" y="3272005"/>
                  <a:pt x="3088079" y="3279272"/>
                  <a:pt x="3090162" y="3283985"/>
                </a:cubicBezTo>
                <a:cubicBezTo>
                  <a:pt x="3092246" y="3288698"/>
                  <a:pt x="3095471" y="3292319"/>
                  <a:pt x="3099836" y="3294850"/>
                </a:cubicBezTo>
                <a:cubicBezTo>
                  <a:pt x="3104202" y="3297380"/>
                  <a:pt x="3108667" y="3298645"/>
                  <a:pt x="3113231" y="3298645"/>
                </a:cubicBezTo>
                <a:cubicBezTo>
                  <a:pt x="3119977" y="3298645"/>
                  <a:pt x="3126526" y="3296189"/>
                  <a:pt x="3132876" y="3291278"/>
                </a:cubicBezTo>
                <a:cubicBezTo>
                  <a:pt x="3139226" y="3286366"/>
                  <a:pt x="3144137" y="3279049"/>
                  <a:pt x="3147610" y="3269325"/>
                </a:cubicBezTo>
                <a:lnTo>
                  <a:pt x="3141806" y="3269325"/>
                </a:lnTo>
                <a:cubicBezTo>
                  <a:pt x="3140119" y="3273294"/>
                  <a:pt x="3137738" y="3276296"/>
                  <a:pt x="3134662" y="3278330"/>
                </a:cubicBezTo>
                <a:cubicBezTo>
                  <a:pt x="3131586" y="3280364"/>
                  <a:pt x="3128412" y="3281381"/>
                  <a:pt x="3125137" y="3281381"/>
                </a:cubicBezTo>
                <a:cubicBezTo>
                  <a:pt x="3121168" y="3281381"/>
                  <a:pt x="3117919" y="3279843"/>
                  <a:pt x="3115388" y="3276767"/>
                </a:cubicBezTo>
                <a:cubicBezTo>
                  <a:pt x="3112859" y="3273691"/>
                  <a:pt x="3111594" y="3267738"/>
                  <a:pt x="3111594" y="3258907"/>
                </a:cubicBezTo>
                <a:lnTo>
                  <a:pt x="3111594" y="3170504"/>
                </a:lnTo>
                <a:lnTo>
                  <a:pt x="3143443" y="3170504"/>
                </a:lnTo>
                <a:lnTo>
                  <a:pt x="3143443" y="3160086"/>
                </a:lnTo>
                <a:lnTo>
                  <a:pt x="3111594" y="3160086"/>
                </a:lnTo>
                <a:lnTo>
                  <a:pt x="3111594" y="3115288"/>
                </a:lnTo>
                <a:close/>
                <a:moveTo>
                  <a:pt x="2659305" y="3115288"/>
                </a:moveTo>
                <a:cubicBezTo>
                  <a:pt x="2655237" y="3125309"/>
                  <a:pt x="2652062" y="3132205"/>
                  <a:pt x="2649780" y="3135975"/>
                </a:cubicBezTo>
                <a:cubicBezTo>
                  <a:pt x="2645315" y="3143119"/>
                  <a:pt x="2640230" y="3149296"/>
                  <a:pt x="2634525" y="3154505"/>
                </a:cubicBezTo>
                <a:cubicBezTo>
                  <a:pt x="2628820" y="3159714"/>
                  <a:pt x="2623239" y="3163409"/>
                  <a:pt x="2617782" y="3165592"/>
                </a:cubicBezTo>
                <a:lnTo>
                  <a:pt x="2617782" y="3170504"/>
                </a:lnTo>
                <a:lnTo>
                  <a:pt x="2639362" y="3170504"/>
                </a:lnTo>
                <a:lnTo>
                  <a:pt x="2639362" y="3262182"/>
                </a:lnTo>
                <a:cubicBezTo>
                  <a:pt x="2639362" y="3272005"/>
                  <a:pt x="2640404" y="3279272"/>
                  <a:pt x="2642487" y="3283985"/>
                </a:cubicBezTo>
                <a:cubicBezTo>
                  <a:pt x="2644571" y="3288698"/>
                  <a:pt x="2647796" y="3292319"/>
                  <a:pt x="2652161" y="3294850"/>
                </a:cubicBezTo>
                <a:cubicBezTo>
                  <a:pt x="2656527" y="3297380"/>
                  <a:pt x="2660992" y="3298645"/>
                  <a:pt x="2665555" y="3298645"/>
                </a:cubicBezTo>
                <a:cubicBezTo>
                  <a:pt x="2672303" y="3298645"/>
                  <a:pt x="2678851" y="3296189"/>
                  <a:pt x="2685202" y="3291278"/>
                </a:cubicBezTo>
                <a:cubicBezTo>
                  <a:pt x="2691551" y="3286366"/>
                  <a:pt x="2696463" y="3279049"/>
                  <a:pt x="2699935" y="3269325"/>
                </a:cubicBezTo>
                <a:lnTo>
                  <a:pt x="2694130" y="3269325"/>
                </a:lnTo>
                <a:cubicBezTo>
                  <a:pt x="2692444" y="3273294"/>
                  <a:pt x="2690063" y="3276296"/>
                  <a:pt x="2686987" y="3278330"/>
                </a:cubicBezTo>
                <a:cubicBezTo>
                  <a:pt x="2683911" y="3280364"/>
                  <a:pt x="2680736" y="3281381"/>
                  <a:pt x="2677462" y="3281381"/>
                </a:cubicBezTo>
                <a:cubicBezTo>
                  <a:pt x="2673493" y="3281381"/>
                  <a:pt x="2670244" y="3279843"/>
                  <a:pt x="2667714" y="3276767"/>
                </a:cubicBezTo>
                <a:cubicBezTo>
                  <a:pt x="2665183" y="3273691"/>
                  <a:pt x="2663919" y="3267738"/>
                  <a:pt x="2663919" y="3258907"/>
                </a:cubicBezTo>
                <a:lnTo>
                  <a:pt x="2663919" y="3170504"/>
                </a:lnTo>
                <a:lnTo>
                  <a:pt x="2695768" y="3170504"/>
                </a:lnTo>
                <a:lnTo>
                  <a:pt x="2695768" y="3160086"/>
                </a:lnTo>
                <a:lnTo>
                  <a:pt x="2663919" y="3160086"/>
                </a:lnTo>
                <a:lnTo>
                  <a:pt x="2663919" y="3115288"/>
                </a:lnTo>
                <a:close/>
                <a:moveTo>
                  <a:pt x="864288" y="3094601"/>
                </a:moveTo>
                <a:lnTo>
                  <a:pt x="861907" y="3141929"/>
                </a:lnTo>
                <a:lnTo>
                  <a:pt x="867562" y="3141929"/>
                </a:lnTo>
                <a:cubicBezTo>
                  <a:pt x="868257" y="3132800"/>
                  <a:pt x="870440" y="3125558"/>
                  <a:pt x="874111" y="3120200"/>
                </a:cubicBezTo>
                <a:cubicBezTo>
                  <a:pt x="877782" y="3114842"/>
                  <a:pt x="882197" y="3111220"/>
                  <a:pt x="887357" y="3109335"/>
                </a:cubicBezTo>
                <a:cubicBezTo>
                  <a:pt x="891325" y="3107946"/>
                  <a:pt x="898023" y="3107252"/>
                  <a:pt x="907448" y="3107252"/>
                </a:cubicBezTo>
                <a:lnTo>
                  <a:pt x="931708" y="3107252"/>
                </a:lnTo>
                <a:lnTo>
                  <a:pt x="931708" y="3261438"/>
                </a:lnTo>
                <a:cubicBezTo>
                  <a:pt x="931708" y="3272749"/>
                  <a:pt x="930616" y="3279991"/>
                  <a:pt x="928433" y="3283167"/>
                </a:cubicBezTo>
                <a:cubicBezTo>
                  <a:pt x="924861" y="3288326"/>
                  <a:pt x="918809" y="3290906"/>
                  <a:pt x="910276" y="3290906"/>
                </a:cubicBezTo>
                <a:lnTo>
                  <a:pt x="903133" y="3290906"/>
                </a:lnTo>
                <a:lnTo>
                  <a:pt x="903133" y="3296412"/>
                </a:lnTo>
                <a:lnTo>
                  <a:pt x="988709" y="3296412"/>
                </a:lnTo>
                <a:lnTo>
                  <a:pt x="988709" y="3290906"/>
                </a:lnTo>
                <a:lnTo>
                  <a:pt x="981714" y="3290906"/>
                </a:lnTo>
                <a:cubicBezTo>
                  <a:pt x="973875" y="3290906"/>
                  <a:pt x="968071" y="3288822"/>
                  <a:pt x="964301" y="3284655"/>
                </a:cubicBezTo>
                <a:cubicBezTo>
                  <a:pt x="961622" y="3281579"/>
                  <a:pt x="960283" y="3273840"/>
                  <a:pt x="960283" y="3261438"/>
                </a:cubicBezTo>
                <a:lnTo>
                  <a:pt x="960283" y="3107252"/>
                </a:lnTo>
                <a:lnTo>
                  <a:pt x="988709" y="3107252"/>
                </a:lnTo>
                <a:cubicBezTo>
                  <a:pt x="997043" y="3107252"/>
                  <a:pt x="1003765" y="3108616"/>
                  <a:pt x="1008875" y="3111345"/>
                </a:cubicBezTo>
                <a:cubicBezTo>
                  <a:pt x="1013985" y="3114073"/>
                  <a:pt x="1018077" y="3118314"/>
                  <a:pt x="1021153" y="3124069"/>
                </a:cubicBezTo>
                <a:cubicBezTo>
                  <a:pt x="1023038" y="3127641"/>
                  <a:pt x="1024527" y="3133594"/>
                  <a:pt x="1025618" y="3141929"/>
                </a:cubicBezTo>
                <a:lnTo>
                  <a:pt x="1031274" y="3141929"/>
                </a:lnTo>
                <a:lnTo>
                  <a:pt x="1029041" y="3094601"/>
                </a:lnTo>
                <a:close/>
                <a:moveTo>
                  <a:pt x="6434179" y="3085076"/>
                </a:moveTo>
                <a:cubicBezTo>
                  <a:pt x="6422968" y="3085076"/>
                  <a:pt x="6412872" y="3087978"/>
                  <a:pt x="6403893" y="3093783"/>
                </a:cubicBezTo>
                <a:cubicBezTo>
                  <a:pt x="6394914" y="3099587"/>
                  <a:pt x="6388241" y="3107202"/>
                  <a:pt x="6383875" y="3116628"/>
                </a:cubicBezTo>
                <a:cubicBezTo>
                  <a:pt x="6379510" y="3126054"/>
                  <a:pt x="6377327" y="3137563"/>
                  <a:pt x="6377327" y="3151156"/>
                </a:cubicBezTo>
                <a:lnTo>
                  <a:pt x="6377327" y="3160086"/>
                </a:lnTo>
                <a:lnTo>
                  <a:pt x="6350835" y="3160086"/>
                </a:lnTo>
                <a:lnTo>
                  <a:pt x="6350835" y="3170801"/>
                </a:lnTo>
                <a:lnTo>
                  <a:pt x="6377327" y="3170801"/>
                </a:lnTo>
                <a:lnTo>
                  <a:pt x="6377327" y="3260396"/>
                </a:lnTo>
                <a:cubicBezTo>
                  <a:pt x="6377327" y="3270119"/>
                  <a:pt x="6376707" y="3276668"/>
                  <a:pt x="6375466" y="3280041"/>
                </a:cubicBezTo>
                <a:cubicBezTo>
                  <a:pt x="6374226" y="3283415"/>
                  <a:pt x="6371969" y="3286093"/>
                  <a:pt x="6368695" y="3288078"/>
                </a:cubicBezTo>
                <a:cubicBezTo>
                  <a:pt x="6365421" y="3290062"/>
                  <a:pt x="6361799" y="3291054"/>
                  <a:pt x="6357830" y="3291054"/>
                </a:cubicBezTo>
                <a:lnTo>
                  <a:pt x="6351728" y="3291054"/>
                </a:lnTo>
                <a:lnTo>
                  <a:pt x="6351728" y="3296412"/>
                </a:lnTo>
                <a:lnTo>
                  <a:pt x="6433137" y="3296412"/>
                </a:lnTo>
                <a:lnTo>
                  <a:pt x="6433137" y="3291054"/>
                </a:lnTo>
                <a:lnTo>
                  <a:pt x="6420785" y="3291054"/>
                </a:lnTo>
                <a:cubicBezTo>
                  <a:pt x="6414633" y="3291054"/>
                  <a:pt x="6409722" y="3288872"/>
                  <a:pt x="6406051" y="3284506"/>
                </a:cubicBezTo>
                <a:cubicBezTo>
                  <a:pt x="6403272" y="3281133"/>
                  <a:pt x="6401883" y="3273096"/>
                  <a:pt x="6401883" y="3260396"/>
                </a:cubicBezTo>
                <a:lnTo>
                  <a:pt x="6401883" y="3170801"/>
                </a:lnTo>
                <a:lnTo>
                  <a:pt x="6437007" y="3170801"/>
                </a:lnTo>
                <a:lnTo>
                  <a:pt x="6437007" y="3160086"/>
                </a:lnTo>
                <a:lnTo>
                  <a:pt x="6401883" y="3160086"/>
                </a:lnTo>
                <a:lnTo>
                  <a:pt x="6401883" y="3150263"/>
                </a:lnTo>
                <a:cubicBezTo>
                  <a:pt x="6401883" y="3129030"/>
                  <a:pt x="6402578" y="3115859"/>
                  <a:pt x="6403967" y="3110749"/>
                </a:cubicBezTo>
                <a:cubicBezTo>
                  <a:pt x="6405356" y="3105639"/>
                  <a:pt x="6407638" y="3101869"/>
                  <a:pt x="6410813" y="3099438"/>
                </a:cubicBezTo>
                <a:cubicBezTo>
                  <a:pt x="6413988" y="3097007"/>
                  <a:pt x="6417858" y="3095792"/>
                  <a:pt x="6422422" y="3095792"/>
                </a:cubicBezTo>
                <a:cubicBezTo>
                  <a:pt x="6426192" y="3095792"/>
                  <a:pt x="6429615" y="3096735"/>
                  <a:pt x="6432691" y="3098620"/>
                </a:cubicBezTo>
                <a:cubicBezTo>
                  <a:pt x="6435767" y="3100505"/>
                  <a:pt x="6439140" y="3104151"/>
                  <a:pt x="6442811" y="3109559"/>
                </a:cubicBezTo>
                <a:cubicBezTo>
                  <a:pt x="6446483" y="3114966"/>
                  <a:pt x="6449583" y="3118488"/>
                  <a:pt x="6452113" y="3120125"/>
                </a:cubicBezTo>
                <a:cubicBezTo>
                  <a:pt x="6454643" y="3121763"/>
                  <a:pt x="6457049" y="3122581"/>
                  <a:pt x="6459331" y="3122581"/>
                </a:cubicBezTo>
                <a:cubicBezTo>
                  <a:pt x="6462308" y="3122581"/>
                  <a:pt x="6465086" y="3121266"/>
                  <a:pt x="6467666" y="3118637"/>
                </a:cubicBezTo>
                <a:cubicBezTo>
                  <a:pt x="6470245" y="3116008"/>
                  <a:pt x="6471535" y="3113205"/>
                  <a:pt x="6471535" y="3110228"/>
                </a:cubicBezTo>
                <a:cubicBezTo>
                  <a:pt x="6471535" y="3104672"/>
                  <a:pt x="6468658" y="3099662"/>
                  <a:pt x="6462903" y="3095197"/>
                </a:cubicBezTo>
                <a:cubicBezTo>
                  <a:pt x="6454172" y="3088450"/>
                  <a:pt x="6444597" y="3085076"/>
                  <a:pt x="6434179" y="3085076"/>
                </a:cubicBezTo>
                <a:close/>
                <a:moveTo>
                  <a:pt x="11015704" y="3084779"/>
                </a:moveTo>
                <a:lnTo>
                  <a:pt x="10975074" y="3101448"/>
                </a:lnTo>
                <a:lnTo>
                  <a:pt x="10977009" y="3106656"/>
                </a:lnTo>
                <a:cubicBezTo>
                  <a:pt x="10981275" y="3105069"/>
                  <a:pt x="10984698" y="3104275"/>
                  <a:pt x="10987278" y="3104275"/>
                </a:cubicBezTo>
                <a:cubicBezTo>
                  <a:pt x="10989659" y="3104275"/>
                  <a:pt x="10991644" y="3104920"/>
                  <a:pt x="10993231" y="3106210"/>
                </a:cubicBezTo>
                <a:cubicBezTo>
                  <a:pt x="10994818" y="3107500"/>
                  <a:pt x="10995984" y="3109931"/>
                  <a:pt x="10996728" y="3113503"/>
                </a:cubicBezTo>
                <a:cubicBezTo>
                  <a:pt x="10997472" y="3117074"/>
                  <a:pt x="10997845" y="3126649"/>
                  <a:pt x="10997845" y="3142226"/>
                </a:cubicBezTo>
                <a:lnTo>
                  <a:pt x="10997845" y="3167378"/>
                </a:lnTo>
                <a:cubicBezTo>
                  <a:pt x="10990007" y="3159738"/>
                  <a:pt x="10980084" y="3155918"/>
                  <a:pt x="10968079" y="3155918"/>
                </a:cubicBezTo>
                <a:cubicBezTo>
                  <a:pt x="10948731" y="3155918"/>
                  <a:pt x="10932906" y="3164030"/>
                  <a:pt x="10920603" y="3180252"/>
                </a:cubicBezTo>
                <a:cubicBezTo>
                  <a:pt x="10908300" y="3196474"/>
                  <a:pt x="10902148" y="3214358"/>
                  <a:pt x="10902148" y="3233905"/>
                </a:cubicBezTo>
                <a:cubicBezTo>
                  <a:pt x="10902148" y="3253450"/>
                  <a:pt x="10907705" y="3269449"/>
                  <a:pt x="10918817" y="3281902"/>
                </a:cubicBezTo>
                <a:cubicBezTo>
                  <a:pt x="10929929" y="3294354"/>
                  <a:pt x="10942927" y="3300579"/>
                  <a:pt x="10957810" y="3300579"/>
                </a:cubicBezTo>
                <a:cubicBezTo>
                  <a:pt x="10965152" y="3300579"/>
                  <a:pt x="10971998" y="3299066"/>
                  <a:pt x="10978348" y="3296040"/>
                </a:cubicBezTo>
                <a:cubicBezTo>
                  <a:pt x="10984698" y="3293014"/>
                  <a:pt x="10991197" y="3288028"/>
                  <a:pt x="10997845" y="3281083"/>
                </a:cubicBezTo>
                <a:lnTo>
                  <a:pt x="10997845" y="3300579"/>
                </a:lnTo>
                <a:lnTo>
                  <a:pt x="11004691" y="3300579"/>
                </a:lnTo>
                <a:lnTo>
                  <a:pt x="11045172" y="3283762"/>
                </a:lnTo>
                <a:lnTo>
                  <a:pt x="11043535" y="3278553"/>
                </a:lnTo>
                <a:cubicBezTo>
                  <a:pt x="11039070" y="3280240"/>
                  <a:pt x="11035498" y="3281083"/>
                  <a:pt x="11032819" y="3281083"/>
                </a:cubicBezTo>
                <a:cubicBezTo>
                  <a:pt x="11030637" y="3281083"/>
                  <a:pt x="11028726" y="3280388"/>
                  <a:pt x="11027089" y="3278999"/>
                </a:cubicBezTo>
                <a:cubicBezTo>
                  <a:pt x="11025452" y="3277610"/>
                  <a:pt x="11024262" y="3275155"/>
                  <a:pt x="11023517" y="3271632"/>
                </a:cubicBezTo>
                <a:cubicBezTo>
                  <a:pt x="11022773" y="3268110"/>
                  <a:pt x="11022401" y="3258362"/>
                  <a:pt x="11022401" y="3242388"/>
                </a:cubicBezTo>
                <a:lnTo>
                  <a:pt x="11022401" y="3084779"/>
                </a:lnTo>
                <a:close/>
                <a:moveTo>
                  <a:pt x="10158454" y="3084779"/>
                </a:moveTo>
                <a:lnTo>
                  <a:pt x="10117824" y="3101448"/>
                </a:lnTo>
                <a:lnTo>
                  <a:pt x="10119759" y="3106656"/>
                </a:lnTo>
                <a:cubicBezTo>
                  <a:pt x="10124025" y="3105069"/>
                  <a:pt x="10127448" y="3104275"/>
                  <a:pt x="10130028" y="3104275"/>
                </a:cubicBezTo>
                <a:cubicBezTo>
                  <a:pt x="10132409" y="3104275"/>
                  <a:pt x="10134393" y="3104920"/>
                  <a:pt x="10135981" y="3106210"/>
                </a:cubicBezTo>
                <a:cubicBezTo>
                  <a:pt x="10137569" y="3107500"/>
                  <a:pt x="10138734" y="3109931"/>
                  <a:pt x="10139478" y="3113503"/>
                </a:cubicBezTo>
                <a:cubicBezTo>
                  <a:pt x="10140222" y="3117074"/>
                  <a:pt x="10140595" y="3126649"/>
                  <a:pt x="10140595" y="3142226"/>
                </a:cubicBezTo>
                <a:lnTo>
                  <a:pt x="10140595" y="3167378"/>
                </a:lnTo>
                <a:cubicBezTo>
                  <a:pt x="10132756" y="3159738"/>
                  <a:pt x="10122835" y="3155918"/>
                  <a:pt x="10110829" y="3155918"/>
                </a:cubicBezTo>
                <a:cubicBezTo>
                  <a:pt x="10091481" y="3155918"/>
                  <a:pt x="10075656" y="3164030"/>
                  <a:pt x="10063353" y="3180252"/>
                </a:cubicBezTo>
                <a:cubicBezTo>
                  <a:pt x="10051049" y="3196474"/>
                  <a:pt x="10044898" y="3214358"/>
                  <a:pt x="10044898" y="3233905"/>
                </a:cubicBezTo>
                <a:cubicBezTo>
                  <a:pt x="10044898" y="3253450"/>
                  <a:pt x="10050454" y="3269449"/>
                  <a:pt x="10061567" y="3281902"/>
                </a:cubicBezTo>
                <a:cubicBezTo>
                  <a:pt x="10072680" y="3294354"/>
                  <a:pt x="10085677" y="3300579"/>
                  <a:pt x="10100560" y="3300579"/>
                </a:cubicBezTo>
                <a:cubicBezTo>
                  <a:pt x="10107902" y="3300579"/>
                  <a:pt x="10114748" y="3299066"/>
                  <a:pt x="10121098" y="3296040"/>
                </a:cubicBezTo>
                <a:cubicBezTo>
                  <a:pt x="10127448" y="3293014"/>
                  <a:pt x="10133947" y="3288028"/>
                  <a:pt x="10140595" y="3281083"/>
                </a:cubicBezTo>
                <a:lnTo>
                  <a:pt x="10140595" y="3300579"/>
                </a:lnTo>
                <a:lnTo>
                  <a:pt x="10147441" y="3300579"/>
                </a:lnTo>
                <a:lnTo>
                  <a:pt x="10187922" y="3283762"/>
                </a:lnTo>
                <a:lnTo>
                  <a:pt x="10186285" y="3278553"/>
                </a:lnTo>
                <a:cubicBezTo>
                  <a:pt x="10181820" y="3280240"/>
                  <a:pt x="10178248" y="3281083"/>
                  <a:pt x="10175569" y="3281083"/>
                </a:cubicBezTo>
                <a:cubicBezTo>
                  <a:pt x="10173386" y="3281083"/>
                  <a:pt x="10171476" y="3280388"/>
                  <a:pt x="10169839" y="3278999"/>
                </a:cubicBezTo>
                <a:cubicBezTo>
                  <a:pt x="10168202" y="3277610"/>
                  <a:pt x="10167012" y="3275155"/>
                  <a:pt x="10166267" y="3271632"/>
                </a:cubicBezTo>
                <a:cubicBezTo>
                  <a:pt x="10165523" y="3268110"/>
                  <a:pt x="10165151" y="3258362"/>
                  <a:pt x="10165151" y="3242388"/>
                </a:cubicBezTo>
                <a:lnTo>
                  <a:pt x="10165151" y="3084779"/>
                </a:lnTo>
                <a:close/>
                <a:moveTo>
                  <a:pt x="9122461" y="3084779"/>
                </a:moveTo>
                <a:lnTo>
                  <a:pt x="9081831" y="3101448"/>
                </a:lnTo>
                <a:lnTo>
                  <a:pt x="9084361" y="3106656"/>
                </a:lnTo>
                <a:cubicBezTo>
                  <a:pt x="9088330" y="3105069"/>
                  <a:pt x="9091605" y="3104275"/>
                  <a:pt x="9094184" y="3104275"/>
                </a:cubicBezTo>
                <a:cubicBezTo>
                  <a:pt x="9096565" y="3104275"/>
                  <a:pt x="9098525" y="3104920"/>
                  <a:pt x="9100063" y="3106210"/>
                </a:cubicBezTo>
                <a:cubicBezTo>
                  <a:pt x="9101600" y="3107500"/>
                  <a:pt x="9102717" y="3109906"/>
                  <a:pt x="9103411" y="3113428"/>
                </a:cubicBezTo>
                <a:cubicBezTo>
                  <a:pt x="9104106" y="3116950"/>
                  <a:pt x="9104453" y="3126401"/>
                  <a:pt x="9104453" y="3141780"/>
                </a:cubicBezTo>
                <a:lnTo>
                  <a:pt x="9104453" y="3265605"/>
                </a:lnTo>
                <a:cubicBezTo>
                  <a:pt x="9104453" y="3274038"/>
                  <a:pt x="9103808" y="3279744"/>
                  <a:pt x="9102518" y="3282720"/>
                </a:cubicBezTo>
                <a:cubicBezTo>
                  <a:pt x="9101228" y="3285697"/>
                  <a:pt x="9099442" y="3287830"/>
                  <a:pt x="9097161" y="3289120"/>
                </a:cubicBezTo>
                <a:cubicBezTo>
                  <a:pt x="9094879" y="3290410"/>
                  <a:pt x="9090612" y="3291054"/>
                  <a:pt x="9084361" y="3291054"/>
                </a:cubicBezTo>
                <a:lnTo>
                  <a:pt x="9084361" y="3296412"/>
                </a:lnTo>
                <a:lnTo>
                  <a:pt x="9151185" y="3296412"/>
                </a:lnTo>
                <a:lnTo>
                  <a:pt x="9151185" y="3291054"/>
                </a:lnTo>
                <a:cubicBezTo>
                  <a:pt x="9144141" y="3291054"/>
                  <a:pt x="9139328" y="3290335"/>
                  <a:pt x="9136749" y="3288896"/>
                </a:cubicBezTo>
                <a:cubicBezTo>
                  <a:pt x="9134169" y="3287458"/>
                  <a:pt x="9132259" y="3285349"/>
                  <a:pt x="9131019" y="3282571"/>
                </a:cubicBezTo>
                <a:cubicBezTo>
                  <a:pt x="9129779" y="3279793"/>
                  <a:pt x="9129159" y="3274138"/>
                  <a:pt x="9129159" y="3265605"/>
                </a:cubicBezTo>
                <a:lnTo>
                  <a:pt x="9129159" y="3084779"/>
                </a:lnTo>
                <a:close/>
                <a:moveTo>
                  <a:pt x="8839242" y="3084779"/>
                </a:moveTo>
                <a:lnTo>
                  <a:pt x="8798462" y="3101448"/>
                </a:lnTo>
                <a:lnTo>
                  <a:pt x="8800546" y="3106656"/>
                </a:lnTo>
                <a:cubicBezTo>
                  <a:pt x="8805209" y="3105069"/>
                  <a:pt x="8808583" y="3104275"/>
                  <a:pt x="8810666" y="3104275"/>
                </a:cubicBezTo>
                <a:cubicBezTo>
                  <a:pt x="8813246" y="3104275"/>
                  <a:pt x="8815305" y="3104920"/>
                  <a:pt x="8816843" y="3106210"/>
                </a:cubicBezTo>
                <a:cubicBezTo>
                  <a:pt x="8818380" y="3107500"/>
                  <a:pt x="8819522" y="3109931"/>
                  <a:pt x="8820266" y="3113503"/>
                </a:cubicBezTo>
                <a:cubicBezTo>
                  <a:pt x="8821010" y="3117074"/>
                  <a:pt x="8821382" y="3126649"/>
                  <a:pt x="8821382" y="3142226"/>
                </a:cubicBezTo>
                <a:lnTo>
                  <a:pt x="8821382" y="3265605"/>
                </a:lnTo>
                <a:cubicBezTo>
                  <a:pt x="8821382" y="3274138"/>
                  <a:pt x="8820787" y="3279793"/>
                  <a:pt x="8819596" y="3282571"/>
                </a:cubicBezTo>
                <a:cubicBezTo>
                  <a:pt x="8818406" y="3285349"/>
                  <a:pt x="8816818" y="3287235"/>
                  <a:pt x="8814834" y="3288227"/>
                </a:cubicBezTo>
                <a:cubicBezTo>
                  <a:pt x="8811361" y="3290112"/>
                  <a:pt x="8806598" y="3291054"/>
                  <a:pt x="8800546" y="3291054"/>
                </a:cubicBezTo>
                <a:lnTo>
                  <a:pt x="8800546" y="3296412"/>
                </a:lnTo>
                <a:lnTo>
                  <a:pt x="8868114" y="3296412"/>
                </a:lnTo>
                <a:lnTo>
                  <a:pt x="8868114" y="3291054"/>
                </a:lnTo>
                <a:cubicBezTo>
                  <a:pt x="8861168" y="3291054"/>
                  <a:pt x="8856282" y="3290285"/>
                  <a:pt x="8853454" y="3288748"/>
                </a:cubicBezTo>
                <a:cubicBezTo>
                  <a:pt x="8850627" y="3287210"/>
                  <a:pt x="8848692" y="3285300"/>
                  <a:pt x="8847650" y="3283018"/>
                </a:cubicBezTo>
                <a:cubicBezTo>
                  <a:pt x="8846608" y="3280736"/>
                  <a:pt x="8846088" y="3274931"/>
                  <a:pt x="8846088" y="3265605"/>
                </a:cubicBezTo>
                <a:lnTo>
                  <a:pt x="8846088" y="3193572"/>
                </a:lnTo>
                <a:cubicBezTo>
                  <a:pt x="8853430" y="3185734"/>
                  <a:pt x="8859730" y="3180525"/>
                  <a:pt x="8864989" y="3177945"/>
                </a:cubicBezTo>
                <a:cubicBezTo>
                  <a:pt x="8870247" y="3175365"/>
                  <a:pt x="8875307" y="3174075"/>
                  <a:pt x="8880169" y="3174075"/>
                </a:cubicBezTo>
                <a:cubicBezTo>
                  <a:pt x="8884932" y="3174075"/>
                  <a:pt x="8888999" y="3175241"/>
                  <a:pt x="8892373" y="3177573"/>
                </a:cubicBezTo>
                <a:cubicBezTo>
                  <a:pt x="8895747" y="3179905"/>
                  <a:pt x="8898202" y="3183402"/>
                  <a:pt x="8899740" y="3188065"/>
                </a:cubicBezTo>
                <a:cubicBezTo>
                  <a:pt x="8901278" y="3192729"/>
                  <a:pt x="8902047" y="3202502"/>
                  <a:pt x="8902047" y="3217384"/>
                </a:cubicBezTo>
                <a:lnTo>
                  <a:pt x="8902047" y="3265605"/>
                </a:lnTo>
                <a:cubicBezTo>
                  <a:pt x="8902047" y="3273344"/>
                  <a:pt x="8901898" y="3278007"/>
                  <a:pt x="8901600" y="3279595"/>
                </a:cubicBezTo>
                <a:cubicBezTo>
                  <a:pt x="8900608" y="3283365"/>
                  <a:pt x="8898872" y="3286217"/>
                  <a:pt x="8896391" y="3288152"/>
                </a:cubicBezTo>
                <a:cubicBezTo>
                  <a:pt x="8893911" y="3290087"/>
                  <a:pt x="8889496" y="3291054"/>
                  <a:pt x="8883146" y="3291054"/>
                </a:cubicBezTo>
                <a:lnTo>
                  <a:pt x="8880020" y="3291054"/>
                </a:lnTo>
                <a:lnTo>
                  <a:pt x="8880020" y="3296412"/>
                </a:lnTo>
                <a:lnTo>
                  <a:pt x="8946993" y="3296412"/>
                </a:lnTo>
                <a:lnTo>
                  <a:pt x="8946993" y="3291054"/>
                </a:lnTo>
                <a:cubicBezTo>
                  <a:pt x="8940643" y="3291054"/>
                  <a:pt x="8936277" y="3290360"/>
                  <a:pt x="8933896" y="3288971"/>
                </a:cubicBezTo>
                <a:cubicBezTo>
                  <a:pt x="8931515" y="3287582"/>
                  <a:pt x="8929828" y="3285697"/>
                  <a:pt x="8928836" y="3283315"/>
                </a:cubicBezTo>
                <a:cubicBezTo>
                  <a:pt x="8927447" y="3280140"/>
                  <a:pt x="8926752" y="3274237"/>
                  <a:pt x="8926752" y="3265605"/>
                </a:cubicBezTo>
                <a:lnTo>
                  <a:pt x="8926752" y="3217384"/>
                </a:lnTo>
                <a:cubicBezTo>
                  <a:pt x="8926752" y="3200517"/>
                  <a:pt x="8925810" y="3188909"/>
                  <a:pt x="8923925" y="3182559"/>
                </a:cubicBezTo>
                <a:cubicBezTo>
                  <a:pt x="8921246" y="3173431"/>
                  <a:pt x="8917128" y="3166733"/>
                  <a:pt x="8911572" y="3162467"/>
                </a:cubicBezTo>
                <a:cubicBezTo>
                  <a:pt x="8906016" y="3158200"/>
                  <a:pt x="8899368" y="3156067"/>
                  <a:pt x="8891629" y="3156067"/>
                </a:cubicBezTo>
                <a:cubicBezTo>
                  <a:pt x="8885180" y="3156067"/>
                  <a:pt x="8878730" y="3157779"/>
                  <a:pt x="8872281" y="3161202"/>
                </a:cubicBezTo>
                <a:cubicBezTo>
                  <a:pt x="8865832" y="3164625"/>
                  <a:pt x="8857101" y="3172389"/>
                  <a:pt x="8846088" y="3184493"/>
                </a:cubicBezTo>
                <a:lnTo>
                  <a:pt x="8846088" y="3084779"/>
                </a:lnTo>
                <a:close/>
                <a:moveTo>
                  <a:pt x="7448592" y="3084779"/>
                </a:moveTo>
                <a:lnTo>
                  <a:pt x="7407813" y="3101448"/>
                </a:lnTo>
                <a:lnTo>
                  <a:pt x="7409896" y="3106656"/>
                </a:lnTo>
                <a:cubicBezTo>
                  <a:pt x="7414559" y="3105069"/>
                  <a:pt x="7417933" y="3104275"/>
                  <a:pt x="7420017" y="3104275"/>
                </a:cubicBezTo>
                <a:cubicBezTo>
                  <a:pt x="7422596" y="3104275"/>
                  <a:pt x="7424655" y="3104920"/>
                  <a:pt x="7426193" y="3106210"/>
                </a:cubicBezTo>
                <a:cubicBezTo>
                  <a:pt x="7427731" y="3107500"/>
                  <a:pt x="7428872" y="3109931"/>
                  <a:pt x="7429616" y="3113503"/>
                </a:cubicBezTo>
                <a:cubicBezTo>
                  <a:pt x="7430360" y="3117074"/>
                  <a:pt x="7430732" y="3126649"/>
                  <a:pt x="7430732" y="3142226"/>
                </a:cubicBezTo>
                <a:lnTo>
                  <a:pt x="7430732" y="3265605"/>
                </a:lnTo>
                <a:cubicBezTo>
                  <a:pt x="7430732" y="3274138"/>
                  <a:pt x="7430137" y="3279793"/>
                  <a:pt x="7428946" y="3282571"/>
                </a:cubicBezTo>
                <a:cubicBezTo>
                  <a:pt x="7427756" y="3285349"/>
                  <a:pt x="7426168" y="3287235"/>
                  <a:pt x="7424184" y="3288227"/>
                </a:cubicBezTo>
                <a:cubicBezTo>
                  <a:pt x="7420711" y="3290112"/>
                  <a:pt x="7415949" y="3291054"/>
                  <a:pt x="7409896" y="3291054"/>
                </a:cubicBezTo>
                <a:lnTo>
                  <a:pt x="7409896" y="3296412"/>
                </a:lnTo>
                <a:lnTo>
                  <a:pt x="7477464" y="3296412"/>
                </a:lnTo>
                <a:lnTo>
                  <a:pt x="7477464" y="3291054"/>
                </a:lnTo>
                <a:cubicBezTo>
                  <a:pt x="7470519" y="3291054"/>
                  <a:pt x="7465633" y="3290285"/>
                  <a:pt x="7462805" y="3288748"/>
                </a:cubicBezTo>
                <a:cubicBezTo>
                  <a:pt x="7459977" y="3287210"/>
                  <a:pt x="7458042" y="3285300"/>
                  <a:pt x="7457000" y="3283018"/>
                </a:cubicBezTo>
                <a:cubicBezTo>
                  <a:pt x="7455959" y="3280736"/>
                  <a:pt x="7455438" y="3274931"/>
                  <a:pt x="7455438" y="3265605"/>
                </a:cubicBezTo>
                <a:lnTo>
                  <a:pt x="7455438" y="3193572"/>
                </a:lnTo>
                <a:cubicBezTo>
                  <a:pt x="7462780" y="3185734"/>
                  <a:pt x="7469081" y="3180525"/>
                  <a:pt x="7474339" y="3177945"/>
                </a:cubicBezTo>
                <a:cubicBezTo>
                  <a:pt x="7479597" y="3175365"/>
                  <a:pt x="7484658" y="3174075"/>
                  <a:pt x="7489519" y="3174075"/>
                </a:cubicBezTo>
                <a:cubicBezTo>
                  <a:pt x="7494282" y="3174075"/>
                  <a:pt x="7498350" y="3175241"/>
                  <a:pt x="7501723" y="3177573"/>
                </a:cubicBezTo>
                <a:cubicBezTo>
                  <a:pt x="7505097" y="3179905"/>
                  <a:pt x="7507553" y="3183402"/>
                  <a:pt x="7509090" y="3188065"/>
                </a:cubicBezTo>
                <a:cubicBezTo>
                  <a:pt x="7510628" y="3192729"/>
                  <a:pt x="7511397" y="3202502"/>
                  <a:pt x="7511397" y="3217384"/>
                </a:cubicBezTo>
                <a:lnTo>
                  <a:pt x="7511397" y="3265605"/>
                </a:lnTo>
                <a:cubicBezTo>
                  <a:pt x="7511397" y="3273344"/>
                  <a:pt x="7511248" y="3278007"/>
                  <a:pt x="7510951" y="3279595"/>
                </a:cubicBezTo>
                <a:cubicBezTo>
                  <a:pt x="7509958" y="3283365"/>
                  <a:pt x="7508222" y="3286217"/>
                  <a:pt x="7505742" y="3288152"/>
                </a:cubicBezTo>
                <a:cubicBezTo>
                  <a:pt x="7503261" y="3290087"/>
                  <a:pt x="7498846" y="3291054"/>
                  <a:pt x="7492496" y="3291054"/>
                </a:cubicBezTo>
                <a:lnTo>
                  <a:pt x="7489371" y="3291054"/>
                </a:lnTo>
                <a:lnTo>
                  <a:pt x="7489371" y="3296412"/>
                </a:lnTo>
                <a:lnTo>
                  <a:pt x="7556343" y="3296412"/>
                </a:lnTo>
                <a:lnTo>
                  <a:pt x="7556343" y="3291054"/>
                </a:lnTo>
                <a:cubicBezTo>
                  <a:pt x="7549993" y="3291054"/>
                  <a:pt x="7545628" y="3290360"/>
                  <a:pt x="7543246" y="3288971"/>
                </a:cubicBezTo>
                <a:cubicBezTo>
                  <a:pt x="7540865" y="3287582"/>
                  <a:pt x="7539179" y="3285697"/>
                  <a:pt x="7538186" y="3283315"/>
                </a:cubicBezTo>
                <a:cubicBezTo>
                  <a:pt x="7536797" y="3280140"/>
                  <a:pt x="7536103" y="3274237"/>
                  <a:pt x="7536103" y="3265605"/>
                </a:cubicBezTo>
                <a:lnTo>
                  <a:pt x="7536103" y="3217384"/>
                </a:lnTo>
                <a:cubicBezTo>
                  <a:pt x="7536103" y="3200517"/>
                  <a:pt x="7535160" y="3188909"/>
                  <a:pt x="7533275" y="3182559"/>
                </a:cubicBezTo>
                <a:cubicBezTo>
                  <a:pt x="7530596" y="3173431"/>
                  <a:pt x="7526478" y="3166733"/>
                  <a:pt x="7520922" y="3162467"/>
                </a:cubicBezTo>
                <a:cubicBezTo>
                  <a:pt x="7515366" y="3158200"/>
                  <a:pt x="7508718" y="3156067"/>
                  <a:pt x="7500979" y="3156067"/>
                </a:cubicBezTo>
                <a:cubicBezTo>
                  <a:pt x="7494530" y="3156067"/>
                  <a:pt x="7488081" y="3157779"/>
                  <a:pt x="7481632" y="3161202"/>
                </a:cubicBezTo>
                <a:cubicBezTo>
                  <a:pt x="7475183" y="3164625"/>
                  <a:pt x="7466451" y="3172389"/>
                  <a:pt x="7455438" y="3184493"/>
                </a:cubicBezTo>
                <a:lnTo>
                  <a:pt x="7455438" y="3084779"/>
                </a:lnTo>
                <a:close/>
                <a:moveTo>
                  <a:pt x="7050030" y="3084779"/>
                </a:moveTo>
                <a:cubicBezTo>
                  <a:pt x="7045763" y="3084779"/>
                  <a:pt x="7042167" y="3086242"/>
                  <a:pt x="7039240" y="3089169"/>
                </a:cubicBezTo>
                <a:cubicBezTo>
                  <a:pt x="7036313" y="3092096"/>
                  <a:pt x="7034850" y="3095643"/>
                  <a:pt x="7034850" y="3099810"/>
                </a:cubicBezTo>
                <a:cubicBezTo>
                  <a:pt x="7034850" y="3103977"/>
                  <a:pt x="7036338" y="3107549"/>
                  <a:pt x="7039314" y="3110526"/>
                </a:cubicBezTo>
                <a:cubicBezTo>
                  <a:pt x="7042291" y="3113503"/>
                  <a:pt x="7045863" y="3114991"/>
                  <a:pt x="7050030" y="3114991"/>
                </a:cubicBezTo>
                <a:cubicBezTo>
                  <a:pt x="7054197" y="3114991"/>
                  <a:pt x="7057744" y="3113503"/>
                  <a:pt x="7060671" y="3110526"/>
                </a:cubicBezTo>
                <a:cubicBezTo>
                  <a:pt x="7063598" y="3107549"/>
                  <a:pt x="7065062" y="3103977"/>
                  <a:pt x="7065062" y="3099810"/>
                </a:cubicBezTo>
                <a:cubicBezTo>
                  <a:pt x="7065062" y="3095643"/>
                  <a:pt x="7063598" y="3092096"/>
                  <a:pt x="7060671" y="3089169"/>
                </a:cubicBezTo>
                <a:cubicBezTo>
                  <a:pt x="7057744" y="3086242"/>
                  <a:pt x="7054197" y="3084779"/>
                  <a:pt x="7050030" y="3084779"/>
                </a:cubicBezTo>
                <a:close/>
                <a:moveTo>
                  <a:pt x="5564131" y="3084779"/>
                </a:moveTo>
                <a:cubicBezTo>
                  <a:pt x="5559864" y="3084779"/>
                  <a:pt x="5556267" y="3086242"/>
                  <a:pt x="5553340" y="3089169"/>
                </a:cubicBezTo>
                <a:cubicBezTo>
                  <a:pt x="5550414" y="3092096"/>
                  <a:pt x="5548950" y="3095643"/>
                  <a:pt x="5548950" y="3099810"/>
                </a:cubicBezTo>
                <a:cubicBezTo>
                  <a:pt x="5548950" y="3103977"/>
                  <a:pt x="5550438" y="3107549"/>
                  <a:pt x="5553415" y="3110526"/>
                </a:cubicBezTo>
                <a:cubicBezTo>
                  <a:pt x="5556392" y="3113503"/>
                  <a:pt x="5559964" y="3114991"/>
                  <a:pt x="5564131" y="3114991"/>
                </a:cubicBezTo>
                <a:cubicBezTo>
                  <a:pt x="5568297" y="3114991"/>
                  <a:pt x="5571845" y="3113503"/>
                  <a:pt x="5574772" y="3110526"/>
                </a:cubicBezTo>
                <a:cubicBezTo>
                  <a:pt x="5577699" y="3107549"/>
                  <a:pt x="5579162" y="3103977"/>
                  <a:pt x="5579162" y="3099810"/>
                </a:cubicBezTo>
                <a:cubicBezTo>
                  <a:pt x="5579162" y="3095643"/>
                  <a:pt x="5577699" y="3092096"/>
                  <a:pt x="5574772" y="3089169"/>
                </a:cubicBezTo>
                <a:cubicBezTo>
                  <a:pt x="5571845" y="3086242"/>
                  <a:pt x="5568297" y="3084779"/>
                  <a:pt x="5564131" y="3084779"/>
                </a:cubicBezTo>
                <a:close/>
                <a:moveTo>
                  <a:pt x="4200567" y="3084779"/>
                </a:moveTo>
                <a:lnTo>
                  <a:pt x="4159790" y="3101448"/>
                </a:lnTo>
                <a:lnTo>
                  <a:pt x="4161874" y="3106656"/>
                </a:lnTo>
                <a:cubicBezTo>
                  <a:pt x="4166538" y="3105069"/>
                  <a:pt x="4169911" y="3104275"/>
                  <a:pt x="4171994" y="3104275"/>
                </a:cubicBezTo>
                <a:cubicBezTo>
                  <a:pt x="4174574" y="3104275"/>
                  <a:pt x="4176632" y="3104920"/>
                  <a:pt x="4178171" y="3106210"/>
                </a:cubicBezTo>
                <a:cubicBezTo>
                  <a:pt x="4179709" y="3107500"/>
                  <a:pt x="4180849" y="3109931"/>
                  <a:pt x="4181594" y="3113503"/>
                </a:cubicBezTo>
                <a:cubicBezTo>
                  <a:pt x="4182338" y="3117074"/>
                  <a:pt x="4182710" y="3126649"/>
                  <a:pt x="4182710" y="3142226"/>
                </a:cubicBezTo>
                <a:lnTo>
                  <a:pt x="4182710" y="3265605"/>
                </a:lnTo>
                <a:cubicBezTo>
                  <a:pt x="4182710" y="3274138"/>
                  <a:pt x="4182115" y="3279793"/>
                  <a:pt x="4180924" y="3282571"/>
                </a:cubicBezTo>
                <a:cubicBezTo>
                  <a:pt x="4179733" y="3285349"/>
                  <a:pt x="4178145" y="3287235"/>
                  <a:pt x="4176161" y="3288227"/>
                </a:cubicBezTo>
                <a:cubicBezTo>
                  <a:pt x="4172688" y="3290112"/>
                  <a:pt x="4167926" y="3291054"/>
                  <a:pt x="4161874" y="3291054"/>
                </a:cubicBezTo>
                <a:lnTo>
                  <a:pt x="4161874" y="3296412"/>
                </a:lnTo>
                <a:lnTo>
                  <a:pt x="4229440" y="3296412"/>
                </a:lnTo>
                <a:lnTo>
                  <a:pt x="4229440" y="3291054"/>
                </a:lnTo>
                <a:cubicBezTo>
                  <a:pt x="4222495" y="3291054"/>
                  <a:pt x="4217608" y="3290285"/>
                  <a:pt x="4214781" y="3288748"/>
                </a:cubicBezTo>
                <a:cubicBezTo>
                  <a:pt x="4211952" y="3287210"/>
                  <a:pt x="4210017" y="3285300"/>
                  <a:pt x="4208976" y="3283018"/>
                </a:cubicBezTo>
                <a:cubicBezTo>
                  <a:pt x="4207934" y="3280736"/>
                  <a:pt x="4207414" y="3274931"/>
                  <a:pt x="4207414" y="3265605"/>
                </a:cubicBezTo>
                <a:lnTo>
                  <a:pt x="4207414" y="3193572"/>
                </a:lnTo>
                <a:cubicBezTo>
                  <a:pt x="4214756" y="3185734"/>
                  <a:pt x="4221056" y="3180525"/>
                  <a:pt x="4226314" y="3177945"/>
                </a:cubicBezTo>
                <a:cubicBezTo>
                  <a:pt x="4231573" y="3175365"/>
                  <a:pt x="4236633" y="3174075"/>
                  <a:pt x="4241495" y="3174075"/>
                </a:cubicBezTo>
                <a:cubicBezTo>
                  <a:pt x="4246257" y="3174075"/>
                  <a:pt x="4250325" y="3175241"/>
                  <a:pt x="4253698" y="3177573"/>
                </a:cubicBezTo>
                <a:cubicBezTo>
                  <a:pt x="4257072" y="3179905"/>
                  <a:pt x="4259528" y="3183402"/>
                  <a:pt x="4261065" y="3188065"/>
                </a:cubicBezTo>
                <a:cubicBezTo>
                  <a:pt x="4262605" y="3192729"/>
                  <a:pt x="4263373" y="3202502"/>
                  <a:pt x="4263373" y="3217384"/>
                </a:cubicBezTo>
                <a:lnTo>
                  <a:pt x="4263373" y="3265605"/>
                </a:lnTo>
                <a:cubicBezTo>
                  <a:pt x="4263373" y="3273344"/>
                  <a:pt x="4263225" y="3278007"/>
                  <a:pt x="4262926" y="3279595"/>
                </a:cubicBezTo>
                <a:cubicBezTo>
                  <a:pt x="4261934" y="3283365"/>
                  <a:pt x="4260199" y="3286217"/>
                  <a:pt x="4257717" y="3288152"/>
                </a:cubicBezTo>
                <a:cubicBezTo>
                  <a:pt x="4255238" y="3290087"/>
                  <a:pt x="4250822" y="3291054"/>
                  <a:pt x="4244472" y="3291054"/>
                </a:cubicBezTo>
                <a:lnTo>
                  <a:pt x="4241346" y="3291054"/>
                </a:lnTo>
                <a:lnTo>
                  <a:pt x="4241346" y="3296412"/>
                </a:lnTo>
                <a:lnTo>
                  <a:pt x="4308319" y="3296412"/>
                </a:lnTo>
                <a:lnTo>
                  <a:pt x="4308319" y="3291054"/>
                </a:lnTo>
                <a:cubicBezTo>
                  <a:pt x="4301969" y="3291054"/>
                  <a:pt x="4297603" y="3290360"/>
                  <a:pt x="4295223" y="3288971"/>
                </a:cubicBezTo>
                <a:cubicBezTo>
                  <a:pt x="4292841" y="3287582"/>
                  <a:pt x="4291155" y="3285697"/>
                  <a:pt x="4290162" y="3283315"/>
                </a:cubicBezTo>
                <a:cubicBezTo>
                  <a:pt x="4288773" y="3280140"/>
                  <a:pt x="4288079" y="3274237"/>
                  <a:pt x="4288079" y="3265605"/>
                </a:cubicBezTo>
                <a:lnTo>
                  <a:pt x="4288079" y="3217384"/>
                </a:lnTo>
                <a:cubicBezTo>
                  <a:pt x="4288079" y="3200517"/>
                  <a:pt x="4287135" y="3188909"/>
                  <a:pt x="4285250" y="3182559"/>
                </a:cubicBezTo>
                <a:cubicBezTo>
                  <a:pt x="4282571" y="3173431"/>
                  <a:pt x="4278455" y="3166733"/>
                  <a:pt x="4272898" y="3162467"/>
                </a:cubicBezTo>
                <a:cubicBezTo>
                  <a:pt x="4267341" y="3158200"/>
                  <a:pt x="4260694" y="3156067"/>
                  <a:pt x="4252954" y="3156067"/>
                </a:cubicBezTo>
                <a:cubicBezTo>
                  <a:pt x="4246506" y="3156067"/>
                  <a:pt x="4240056" y="3157779"/>
                  <a:pt x="4233608" y="3161202"/>
                </a:cubicBezTo>
                <a:cubicBezTo>
                  <a:pt x="4227159" y="3164625"/>
                  <a:pt x="4218427" y="3172389"/>
                  <a:pt x="4207414" y="3184493"/>
                </a:cubicBezTo>
                <a:lnTo>
                  <a:pt x="4207414" y="3084779"/>
                </a:lnTo>
                <a:close/>
                <a:moveTo>
                  <a:pt x="3524294" y="3084779"/>
                </a:moveTo>
                <a:lnTo>
                  <a:pt x="3483516" y="3101448"/>
                </a:lnTo>
                <a:lnTo>
                  <a:pt x="3485598" y="3106656"/>
                </a:lnTo>
                <a:cubicBezTo>
                  <a:pt x="3490262" y="3105069"/>
                  <a:pt x="3493636" y="3104275"/>
                  <a:pt x="3495719" y="3104275"/>
                </a:cubicBezTo>
                <a:cubicBezTo>
                  <a:pt x="3498299" y="3104275"/>
                  <a:pt x="3500357" y="3104920"/>
                  <a:pt x="3501896" y="3106210"/>
                </a:cubicBezTo>
                <a:cubicBezTo>
                  <a:pt x="3503434" y="3107500"/>
                  <a:pt x="3504575" y="3109931"/>
                  <a:pt x="3505319" y="3113503"/>
                </a:cubicBezTo>
                <a:cubicBezTo>
                  <a:pt x="3506063" y="3117074"/>
                  <a:pt x="3506435" y="3126649"/>
                  <a:pt x="3506435" y="3142226"/>
                </a:cubicBezTo>
                <a:lnTo>
                  <a:pt x="3506435" y="3265605"/>
                </a:lnTo>
                <a:cubicBezTo>
                  <a:pt x="3506435" y="3274138"/>
                  <a:pt x="3505840" y="3279793"/>
                  <a:pt x="3504648" y="3282571"/>
                </a:cubicBezTo>
                <a:cubicBezTo>
                  <a:pt x="3503458" y="3285349"/>
                  <a:pt x="3501871" y="3287235"/>
                  <a:pt x="3499886" y="3288227"/>
                </a:cubicBezTo>
                <a:cubicBezTo>
                  <a:pt x="3496413" y="3290112"/>
                  <a:pt x="3491652" y="3291054"/>
                  <a:pt x="3485598" y="3291054"/>
                </a:cubicBezTo>
                <a:lnTo>
                  <a:pt x="3485598" y="3296412"/>
                </a:lnTo>
                <a:lnTo>
                  <a:pt x="3553167" y="3296412"/>
                </a:lnTo>
                <a:lnTo>
                  <a:pt x="3553167" y="3291054"/>
                </a:lnTo>
                <a:cubicBezTo>
                  <a:pt x="3546221" y="3291054"/>
                  <a:pt x="3541335" y="3290285"/>
                  <a:pt x="3538507" y="3288748"/>
                </a:cubicBezTo>
                <a:cubicBezTo>
                  <a:pt x="3535680" y="3287210"/>
                  <a:pt x="3533744" y="3285300"/>
                  <a:pt x="3532703" y="3283018"/>
                </a:cubicBezTo>
                <a:cubicBezTo>
                  <a:pt x="3531661" y="3280736"/>
                  <a:pt x="3531141" y="3274931"/>
                  <a:pt x="3531141" y="3265605"/>
                </a:cubicBezTo>
                <a:lnTo>
                  <a:pt x="3531141" y="3193572"/>
                </a:lnTo>
                <a:cubicBezTo>
                  <a:pt x="3538482" y="3185734"/>
                  <a:pt x="3544782" y="3180525"/>
                  <a:pt x="3550041" y="3177945"/>
                </a:cubicBezTo>
                <a:cubicBezTo>
                  <a:pt x="3555301" y="3175365"/>
                  <a:pt x="3560361" y="3174075"/>
                  <a:pt x="3565222" y="3174075"/>
                </a:cubicBezTo>
                <a:cubicBezTo>
                  <a:pt x="3569985" y="3174075"/>
                  <a:pt x="3574053" y="3175241"/>
                  <a:pt x="3577426" y="3177573"/>
                </a:cubicBezTo>
                <a:cubicBezTo>
                  <a:pt x="3580799" y="3179905"/>
                  <a:pt x="3583255" y="3183402"/>
                  <a:pt x="3584793" y="3188065"/>
                </a:cubicBezTo>
                <a:cubicBezTo>
                  <a:pt x="3586331" y="3192729"/>
                  <a:pt x="3587100" y="3202502"/>
                  <a:pt x="3587100" y="3217384"/>
                </a:cubicBezTo>
                <a:lnTo>
                  <a:pt x="3587100" y="3265605"/>
                </a:lnTo>
                <a:cubicBezTo>
                  <a:pt x="3587100" y="3273344"/>
                  <a:pt x="3586950" y="3278007"/>
                  <a:pt x="3586653" y="3279595"/>
                </a:cubicBezTo>
                <a:cubicBezTo>
                  <a:pt x="3585661" y="3283365"/>
                  <a:pt x="3583924" y="3286217"/>
                  <a:pt x="3581445" y="3288152"/>
                </a:cubicBezTo>
                <a:cubicBezTo>
                  <a:pt x="3578964" y="3290087"/>
                  <a:pt x="3574549" y="3291054"/>
                  <a:pt x="3568199" y="3291054"/>
                </a:cubicBezTo>
                <a:lnTo>
                  <a:pt x="3565073" y="3291054"/>
                </a:lnTo>
                <a:lnTo>
                  <a:pt x="3565073" y="3296412"/>
                </a:lnTo>
                <a:lnTo>
                  <a:pt x="3632046" y="3296412"/>
                </a:lnTo>
                <a:lnTo>
                  <a:pt x="3632046" y="3291054"/>
                </a:lnTo>
                <a:cubicBezTo>
                  <a:pt x="3625696" y="3291054"/>
                  <a:pt x="3621331" y="3290360"/>
                  <a:pt x="3618949" y="3288971"/>
                </a:cubicBezTo>
                <a:cubicBezTo>
                  <a:pt x="3616567" y="3287582"/>
                  <a:pt x="3614881" y="3285697"/>
                  <a:pt x="3613889" y="3283315"/>
                </a:cubicBezTo>
                <a:cubicBezTo>
                  <a:pt x="3612499" y="3280140"/>
                  <a:pt x="3611806" y="3274237"/>
                  <a:pt x="3611806" y="3265605"/>
                </a:cubicBezTo>
                <a:lnTo>
                  <a:pt x="3611806" y="3217384"/>
                </a:lnTo>
                <a:cubicBezTo>
                  <a:pt x="3611806" y="3200517"/>
                  <a:pt x="3610863" y="3188909"/>
                  <a:pt x="3608978" y="3182559"/>
                </a:cubicBezTo>
                <a:cubicBezTo>
                  <a:pt x="3606298" y="3173431"/>
                  <a:pt x="3602181" y="3166733"/>
                  <a:pt x="3596625" y="3162467"/>
                </a:cubicBezTo>
                <a:cubicBezTo>
                  <a:pt x="3591068" y="3158200"/>
                  <a:pt x="3584421" y="3156067"/>
                  <a:pt x="3576682" y="3156067"/>
                </a:cubicBezTo>
                <a:cubicBezTo>
                  <a:pt x="3570233" y="3156067"/>
                  <a:pt x="3563784" y="3157779"/>
                  <a:pt x="3557334" y="3161202"/>
                </a:cubicBezTo>
                <a:cubicBezTo>
                  <a:pt x="3550885" y="3164625"/>
                  <a:pt x="3542153" y="3172389"/>
                  <a:pt x="3531141" y="3184493"/>
                </a:cubicBezTo>
                <a:lnTo>
                  <a:pt x="3531141" y="3084779"/>
                </a:lnTo>
                <a:close/>
                <a:moveTo>
                  <a:pt x="2830458" y="3084779"/>
                </a:moveTo>
                <a:cubicBezTo>
                  <a:pt x="2826191" y="3084779"/>
                  <a:pt x="2822594" y="3086242"/>
                  <a:pt x="2819667" y="3089169"/>
                </a:cubicBezTo>
                <a:cubicBezTo>
                  <a:pt x="2816740" y="3092096"/>
                  <a:pt x="2815277" y="3095643"/>
                  <a:pt x="2815277" y="3099810"/>
                </a:cubicBezTo>
                <a:cubicBezTo>
                  <a:pt x="2815277" y="3103977"/>
                  <a:pt x="2816765" y="3107549"/>
                  <a:pt x="2819742" y="3110526"/>
                </a:cubicBezTo>
                <a:cubicBezTo>
                  <a:pt x="2822718" y="3113503"/>
                  <a:pt x="2826290" y="3114991"/>
                  <a:pt x="2830458" y="3114991"/>
                </a:cubicBezTo>
                <a:cubicBezTo>
                  <a:pt x="2834624" y="3114991"/>
                  <a:pt x="2838171" y="3113503"/>
                  <a:pt x="2841098" y="3110526"/>
                </a:cubicBezTo>
                <a:cubicBezTo>
                  <a:pt x="2844026" y="3107549"/>
                  <a:pt x="2845489" y="3103977"/>
                  <a:pt x="2845489" y="3099810"/>
                </a:cubicBezTo>
                <a:cubicBezTo>
                  <a:pt x="2845489" y="3095643"/>
                  <a:pt x="2844026" y="3092096"/>
                  <a:pt x="2841098" y="3089169"/>
                </a:cubicBezTo>
                <a:cubicBezTo>
                  <a:pt x="2838171" y="3086242"/>
                  <a:pt x="2834624" y="3084779"/>
                  <a:pt x="2830458" y="3084779"/>
                </a:cubicBezTo>
                <a:close/>
                <a:moveTo>
                  <a:pt x="2430407" y="3084779"/>
                </a:moveTo>
                <a:cubicBezTo>
                  <a:pt x="2426141" y="3084779"/>
                  <a:pt x="2422544" y="3086242"/>
                  <a:pt x="2419616" y="3089169"/>
                </a:cubicBezTo>
                <a:cubicBezTo>
                  <a:pt x="2416690" y="3092096"/>
                  <a:pt x="2415227" y="3095643"/>
                  <a:pt x="2415227" y="3099810"/>
                </a:cubicBezTo>
                <a:cubicBezTo>
                  <a:pt x="2415227" y="3103977"/>
                  <a:pt x="2416714" y="3107549"/>
                  <a:pt x="2419692" y="3110526"/>
                </a:cubicBezTo>
                <a:cubicBezTo>
                  <a:pt x="2422668" y="3113503"/>
                  <a:pt x="2426240" y="3114991"/>
                  <a:pt x="2430407" y="3114991"/>
                </a:cubicBezTo>
                <a:cubicBezTo>
                  <a:pt x="2434575" y="3114991"/>
                  <a:pt x="2438122" y="3113503"/>
                  <a:pt x="2441048" y="3110526"/>
                </a:cubicBezTo>
                <a:cubicBezTo>
                  <a:pt x="2443976" y="3107549"/>
                  <a:pt x="2445439" y="3103977"/>
                  <a:pt x="2445439" y="3099810"/>
                </a:cubicBezTo>
                <a:cubicBezTo>
                  <a:pt x="2445439" y="3095643"/>
                  <a:pt x="2443976" y="3092096"/>
                  <a:pt x="2441048" y="3089169"/>
                </a:cubicBezTo>
                <a:cubicBezTo>
                  <a:pt x="2438122" y="3086242"/>
                  <a:pt x="2434575" y="3084779"/>
                  <a:pt x="2430407" y="3084779"/>
                </a:cubicBezTo>
                <a:close/>
                <a:moveTo>
                  <a:pt x="1801757" y="3084779"/>
                </a:moveTo>
                <a:cubicBezTo>
                  <a:pt x="1797490" y="3084779"/>
                  <a:pt x="1793893" y="3086242"/>
                  <a:pt x="1790967" y="3089169"/>
                </a:cubicBezTo>
                <a:cubicBezTo>
                  <a:pt x="1788040" y="3092096"/>
                  <a:pt x="1786576" y="3095643"/>
                  <a:pt x="1786576" y="3099810"/>
                </a:cubicBezTo>
                <a:cubicBezTo>
                  <a:pt x="1786576" y="3103977"/>
                  <a:pt x="1788065" y="3107549"/>
                  <a:pt x="1791041" y="3110526"/>
                </a:cubicBezTo>
                <a:cubicBezTo>
                  <a:pt x="1794018" y="3113503"/>
                  <a:pt x="1797590" y="3114991"/>
                  <a:pt x="1801757" y="3114991"/>
                </a:cubicBezTo>
                <a:cubicBezTo>
                  <a:pt x="1805924" y="3114991"/>
                  <a:pt x="1809471" y="3113503"/>
                  <a:pt x="1812398" y="3110526"/>
                </a:cubicBezTo>
                <a:cubicBezTo>
                  <a:pt x="1815325" y="3107549"/>
                  <a:pt x="1816788" y="3103977"/>
                  <a:pt x="1816788" y="3099810"/>
                </a:cubicBezTo>
                <a:cubicBezTo>
                  <a:pt x="1816788" y="3095643"/>
                  <a:pt x="1815325" y="3092096"/>
                  <a:pt x="1812398" y="3089169"/>
                </a:cubicBezTo>
                <a:cubicBezTo>
                  <a:pt x="1809471" y="3086242"/>
                  <a:pt x="1805924" y="3084779"/>
                  <a:pt x="1801757" y="3084779"/>
                </a:cubicBezTo>
                <a:close/>
                <a:moveTo>
                  <a:pt x="1076368" y="3084779"/>
                </a:moveTo>
                <a:lnTo>
                  <a:pt x="1035590" y="3101448"/>
                </a:lnTo>
                <a:lnTo>
                  <a:pt x="1037673" y="3106656"/>
                </a:lnTo>
                <a:cubicBezTo>
                  <a:pt x="1042336" y="3105069"/>
                  <a:pt x="1045710" y="3104275"/>
                  <a:pt x="1047793" y="3104275"/>
                </a:cubicBezTo>
                <a:cubicBezTo>
                  <a:pt x="1050373" y="3104275"/>
                  <a:pt x="1052432" y="3104920"/>
                  <a:pt x="1053970" y="3106210"/>
                </a:cubicBezTo>
                <a:cubicBezTo>
                  <a:pt x="1055508" y="3107500"/>
                  <a:pt x="1056648" y="3109931"/>
                  <a:pt x="1057393" y="3113503"/>
                </a:cubicBezTo>
                <a:cubicBezTo>
                  <a:pt x="1058137" y="3117074"/>
                  <a:pt x="1058509" y="3126649"/>
                  <a:pt x="1058509" y="3142226"/>
                </a:cubicBezTo>
                <a:lnTo>
                  <a:pt x="1058509" y="3265605"/>
                </a:lnTo>
                <a:cubicBezTo>
                  <a:pt x="1058509" y="3274138"/>
                  <a:pt x="1057914" y="3279793"/>
                  <a:pt x="1056723" y="3282571"/>
                </a:cubicBezTo>
                <a:cubicBezTo>
                  <a:pt x="1055532" y="3285349"/>
                  <a:pt x="1053945" y="3287235"/>
                  <a:pt x="1051961" y="3288227"/>
                </a:cubicBezTo>
                <a:cubicBezTo>
                  <a:pt x="1048488" y="3290112"/>
                  <a:pt x="1043725" y="3291054"/>
                  <a:pt x="1037673" y="3291054"/>
                </a:cubicBezTo>
                <a:lnTo>
                  <a:pt x="1037673" y="3296412"/>
                </a:lnTo>
                <a:lnTo>
                  <a:pt x="1105241" y="3296412"/>
                </a:lnTo>
                <a:lnTo>
                  <a:pt x="1105241" y="3291054"/>
                </a:lnTo>
                <a:cubicBezTo>
                  <a:pt x="1098296" y="3291054"/>
                  <a:pt x="1093409" y="3290285"/>
                  <a:pt x="1090582" y="3288748"/>
                </a:cubicBezTo>
                <a:cubicBezTo>
                  <a:pt x="1087754" y="3287210"/>
                  <a:pt x="1085819" y="3285300"/>
                  <a:pt x="1084777" y="3283018"/>
                </a:cubicBezTo>
                <a:cubicBezTo>
                  <a:pt x="1083735" y="3280736"/>
                  <a:pt x="1083214" y="3274931"/>
                  <a:pt x="1083214" y="3265605"/>
                </a:cubicBezTo>
                <a:lnTo>
                  <a:pt x="1083214" y="3193572"/>
                </a:lnTo>
                <a:cubicBezTo>
                  <a:pt x="1090557" y="3185734"/>
                  <a:pt x="1096857" y="3180525"/>
                  <a:pt x="1102116" y="3177945"/>
                </a:cubicBezTo>
                <a:cubicBezTo>
                  <a:pt x="1107374" y="3175365"/>
                  <a:pt x="1112434" y="3174075"/>
                  <a:pt x="1117296" y="3174075"/>
                </a:cubicBezTo>
                <a:cubicBezTo>
                  <a:pt x="1122059" y="3174075"/>
                  <a:pt x="1126127" y="3175241"/>
                  <a:pt x="1129500" y="3177573"/>
                </a:cubicBezTo>
                <a:cubicBezTo>
                  <a:pt x="1132873" y="3179905"/>
                  <a:pt x="1135329" y="3183402"/>
                  <a:pt x="1136867" y="3188065"/>
                </a:cubicBezTo>
                <a:cubicBezTo>
                  <a:pt x="1138405" y="3192729"/>
                  <a:pt x="1139174" y="3202502"/>
                  <a:pt x="1139174" y="3217384"/>
                </a:cubicBezTo>
                <a:lnTo>
                  <a:pt x="1139174" y="3265605"/>
                </a:lnTo>
                <a:cubicBezTo>
                  <a:pt x="1139174" y="3273344"/>
                  <a:pt x="1139025" y="3278007"/>
                  <a:pt x="1138727" y="3279595"/>
                </a:cubicBezTo>
                <a:cubicBezTo>
                  <a:pt x="1137735" y="3283365"/>
                  <a:pt x="1135999" y="3286217"/>
                  <a:pt x="1133518" y="3288152"/>
                </a:cubicBezTo>
                <a:cubicBezTo>
                  <a:pt x="1131038" y="3290087"/>
                  <a:pt x="1126623" y="3291054"/>
                  <a:pt x="1120273" y="3291054"/>
                </a:cubicBezTo>
                <a:lnTo>
                  <a:pt x="1117147" y="3291054"/>
                </a:lnTo>
                <a:lnTo>
                  <a:pt x="1117147" y="3296412"/>
                </a:lnTo>
                <a:lnTo>
                  <a:pt x="1184120" y="3296412"/>
                </a:lnTo>
                <a:lnTo>
                  <a:pt x="1184120" y="3291054"/>
                </a:lnTo>
                <a:cubicBezTo>
                  <a:pt x="1177770" y="3291054"/>
                  <a:pt x="1173404" y="3290360"/>
                  <a:pt x="1171023" y="3288971"/>
                </a:cubicBezTo>
                <a:cubicBezTo>
                  <a:pt x="1168642" y="3287582"/>
                  <a:pt x="1166955" y="3285697"/>
                  <a:pt x="1165963" y="3283315"/>
                </a:cubicBezTo>
                <a:cubicBezTo>
                  <a:pt x="1164574" y="3280140"/>
                  <a:pt x="1163880" y="3274237"/>
                  <a:pt x="1163880" y="3265605"/>
                </a:cubicBezTo>
                <a:lnTo>
                  <a:pt x="1163880" y="3217384"/>
                </a:lnTo>
                <a:cubicBezTo>
                  <a:pt x="1163880" y="3200517"/>
                  <a:pt x="1162937" y="3188909"/>
                  <a:pt x="1161052" y="3182559"/>
                </a:cubicBezTo>
                <a:cubicBezTo>
                  <a:pt x="1158373" y="3173431"/>
                  <a:pt x="1154255" y="3166733"/>
                  <a:pt x="1148699" y="3162467"/>
                </a:cubicBezTo>
                <a:cubicBezTo>
                  <a:pt x="1143143" y="3158200"/>
                  <a:pt x="1136495" y="3156067"/>
                  <a:pt x="1128756" y="3156067"/>
                </a:cubicBezTo>
                <a:cubicBezTo>
                  <a:pt x="1122307" y="3156067"/>
                  <a:pt x="1115858" y="3157779"/>
                  <a:pt x="1109408" y="3161202"/>
                </a:cubicBezTo>
                <a:cubicBezTo>
                  <a:pt x="1102959" y="3164625"/>
                  <a:pt x="1094228" y="3172389"/>
                  <a:pt x="1083214" y="3184493"/>
                </a:cubicBezTo>
                <a:lnTo>
                  <a:pt x="1083214" y="3084779"/>
                </a:lnTo>
                <a:close/>
                <a:moveTo>
                  <a:pt x="702810" y="3076147"/>
                </a:moveTo>
                <a:lnTo>
                  <a:pt x="658162" y="3120795"/>
                </a:lnTo>
                <a:lnTo>
                  <a:pt x="702810" y="3165592"/>
                </a:lnTo>
                <a:lnTo>
                  <a:pt x="747607" y="3120795"/>
                </a:lnTo>
                <a:close/>
                <a:moveTo>
                  <a:pt x="10491978" y="2534114"/>
                </a:moveTo>
                <a:cubicBezTo>
                  <a:pt x="10487414" y="2534114"/>
                  <a:pt x="10483520" y="2535702"/>
                  <a:pt x="10480295" y="2538877"/>
                </a:cubicBezTo>
                <a:cubicBezTo>
                  <a:pt x="10477071" y="2542052"/>
                  <a:pt x="10475458" y="2545971"/>
                  <a:pt x="10475458" y="2550634"/>
                </a:cubicBezTo>
                <a:cubicBezTo>
                  <a:pt x="10475458" y="2555198"/>
                  <a:pt x="10477071" y="2559093"/>
                  <a:pt x="10480295" y="2562317"/>
                </a:cubicBezTo>
                <a:cubicBezTo>
                  <a:pt x="10483520" y="2565542"/>
                  <a:pt x="10487414" y="2567155"/>
                  <a:pt x="10491978" y="2567155"/>
                </a:cubicBezTo>
                <a:cubicBezTo>
                  <a:pt x="10496543" y="2567155"/>
                  <a:pt x="10500437" y="2565542"/>
                  <a:pt x="10503661" y="2562317"/>
                </a:cubicBezTo>
                <a:cubicBezTo>
                  <a:pt x="10506886" y="2559093"/>
                  <a:pt x="10508498" y="2555198"/>
                  <a:pt x="10508498" y="2550634"/>
                </a:cubicBezTo>
                <a:cubicBezTo>
                  <a:pt x="10508498" y="2546071"/>
                  <a:pt x="10506911" y="2542176"/>
                  <a:pt x="10503735" y="2538952"/>
                </a:cubicBezTo>
                <a:cubicBezTo>
                  <a:pt x="10500561" y="2535727"/>
                  <a:pt x="10496641" y="2534114"/>
                  <a:pt x="10491978" y="2534114"/>
                </a:cubicBezTo>
                <a:close/>
                <a:moveTo>
                  <a:pt x="6378220" y="2481727"/>
                </a:moveTo>
                <a:lnTo>
                  <a:pt x="6378220" y="2533668"/>
                </a:lnTo>
                <a:cubicBezTo>
                  <a:pt x="6365916" y="2543590"/>
                  <a:pt x="6355995" y="2548551"/>
                  <a:pt x="6348454" y="2548551"/>
                </a:cubicBezTo>
                <a:cubicBezTo>
                  <a:pt x="6342898" y="2548551"/>
                  <a:pt x="6337987" y="2546194"/>
                  <a:pt x="6333720" y="2541481"/>
                </a:cubicBezTo>
                <a:cubicBezTo>
                  <a:pt x="6329454" y="2536769"/>
                  <a:pt x="6327321" y="2530840"/>
                  <a:pt x="6327321" y="2523697"/>
                </a:cubicBezTo>
                <a:cubicBezTo>
                  <a:pt x="6327321" y="2518041"/>
                  <a:pt x="6329007" y="2512832"/>
                  <a:pt x="6332381" y="2508070"/>
                </a:cubicBezTo>
                <a:cubicBezTo>
                  <a:pt x="6335754" y="2503307"/>
                  <a:pt x="6341360" y="2498743"/>
                  <a:pt x="6349198" y="2494377"/>
                </a:cubicBezTo>
                <a:cubicBezTo>
                  <a:pt x="6353564" y="2491897"/>
                  <a:pt x="6363238" y="2487680"/>
                  <a:pt x="6378220" y="2481727"/>
                </a:cubicBezTo>
                <a:close/>
                <a:moveTo>
                  <a:pt x="3320697" y="2481727"/>
                </a:moveTo>
                <a:lnTo>
                  <a:pt x="3320697" y="2533668"/>
                </a:lnTo>
                <a:cubicBezTo>
                  <a:pt x="3308395" y="2543590"/>
                  <a:pt x="3298473" y="2548551"/>
                  <a:pt x="3290931" y="2548551"/>
                </a:cubicBezTo>
                <a:cubicBezTo>
                  <a:pt x="3285376" y="2548551"/>
                  <a:pt x="3280465" y="2546194"/>
                  <a:pt x="3276198" y="2541481"/>
                </a:cubicBezTo>
                <a:cubicBezTo>
                  <a:pt x="3271932" y="2536769"/>
                  <a:pt x="3269799" y="2530840"/>
                  <a:pt x="3269799" y="2523697"/>
                </a:cubicBezTo>
                <a:cubicBezTo>
                  <a:pt x="3269799" y="2518041"/>
                  <a:pt x="3271485" y="2512832"/>
                  <a:pt x="3274858" y="2508070"/>
                </a:cubicBezTo>
                <a:cubicBezTo>
                  <a:pt x="3278232" y="2503307"/>
                  <a:pt x="3283838" y="2498743"/>
                  <a:pt x="3291676" y="2494377"/>
                </a:cubicBezTo>
                <a:cubicBezTo>
                  <a:pt x="3296042" y="2491897"/>
                  <a:pt x="3305716" y="2487680"/>
                  <a:pt x="3320697" y="2481727"/>
                </a:cubicBezTo>
                <a:close/>
                <a:moveTo>
                  <a:pt x="1930047" y="2481727"/>
                </a:moveTo>
                <a:lnTo>
                  <a:pt x="1930047" y="2533668"/>
                </a:lnTo>
                <a:cubicBezTo>
                  <a:pt x="1917744" y="2543590"/>
                  <a:pt x="1907822" y="2548551"/>
                  <a:pt x="1900281" y="2548551"/>
                </a:cubicBezTo>
                <a:cubicBezTo>
                  <a:pt x="1894725" y="2548551"/>
                  <a:pt x="1889814" y="2546194"/>
                  <a:pt x="1885547" y="2541481"/>
                </a:cubicBezTo>
                <a:cubicBezTo>
                  <a:pt x="1881281" y="2536769"/>
                  <a:pt x="1879148" y="2530840"/>
                  <a:pt x="1879148" y="2523697"/>
                </a:cubicBezTo>
                <a:cubicBezTo>
                  <a:pt x="1879148" y="2518041"/>
                  <a:pt x="1880834" y="2512832"/>
                  <a:pt x="1884208" y="2508070"/>
                </a:cubicBezTo>
                <a:cubicBezTo>
                  <a:pt x="1887581" y="2503307"/>
                  <a:pt x="1893187" y="2498743"/>
                  <a:pt x="1901025" y="2494377"/>
                </a:cubicBezTo>
                <a:cubicBezTo>
                  <a:pt x="1905391" y="2491897"/>
                  <a:pt x="1915065" y="2487680"/>
                  <a:pt x="1930047" y="2481727"/>
                </a:cubicBezTo>
                <a:close/>
                <a:moveTo>
                  <a:pt x="1710972" y="2481727"/>
                </a:moveTo>
                <a:lnTo>
                  <a:pt x="1710972" y="2533668"/>
                </a:lnTo>
                <a:cubicBezTo>
                  <a:pt x="1698669" y="2543590"/>
                  <a:pt x="1688747" y="2548551"/>
                  <a:pt x="1681206" y="2548551"/>
                </a:cubicBezTo>
                <a:cubicBezTo>
                  <a:pt x="1675650" y="2548551"/>
                  <a:pt x="1670739" y="2546194"/>
                  <a:pt x="1666472" y="2541481"/>
                </a:cubicBezTo>
                <a:cubicBezTo>
                  <a:pt x="1662206" y="2536769"/>
                  <a:pt x="1660073" y="2530840"/>
                  <a:pt x="1660073" y="2523697"/>
                </a:cubicBezTo>
                <a:cubicBezTo>
                  <a:pt x="1660073" y="2518041"/>
                  <a:pt x="1661759" y="2512832"/>
                  <a:pt x="1665133" y="2508070"/>
                </a:cubicBezTo>
                <a:cubicBezTo>
                  <a:pt x="1668506" y="2503307"/>
                  <a:pt x="1674112" y="2498743"/>
                  <a:pt x="1681950" y="2494377"/>
                </a:cubicBezTo>
                <a:cubicBezTo>
                  <a:pt x="1686316" y="2491897"/>
                  <a:pt x="1695990" y="2487680"/>
                  <a:pt x="1710972" y="2481727"/>
                </a:cubicBezTo>
                <a:close/>
                <a:moveTo>
                  <a:pt x="702810" y="2473690"/>
                </a:moveTo>
                <a:lnTo>
                  <a:pt x="658162" y="2518339"/>
                </a:lnTo>
                <a:lnTo>
                  <a:pt x="702810" y="2562987"/>
                </a:lnTo>
                <a:lnTo>
                  <a:pt x="747458" y="2518339"/>
                </a:lnTo>
                <a:close/>
                <a:moveTo>
                  <a:pt x="3445118" y="2443776"/>
                </a:moveTo>
                <a:cubicBezTo>
                  <a:pt x="3455039" y="2443776"/>
                  <a:pt x="3463895" y="2448464"/>
                  <a:pt x="3471684" y="2457840"/>
                </a:cubicBezTo>
                <a:cubicBezTo>
                  <a:pt x="3479472" y="2467216"/>
                  <a:pt x="3483367" y="2480636"/>
                  <a:pt x="3483367" y="2498098"/>
                </a:cubicBezTo>
                <a:cubicBezTo>
                  <a:pt x="3483367" y="2517049"/>
                  <a:pt x="3479472" y="2531485"/>
                  <a:pt x="3471684" y="2541407"/>
                </a:cubicBezTo>
                <a:cubicBezTo>
                  <a:pt x="3463895" y="2551329"/>
                  <a:pt x="3455486" y="2556290"/>
                  <a:pt x="3446458" y="2556290"/>
                </a:cubicBezTo>
                <a:cubicBezTo>
                  <a:pt x="3440802" y="2556290"/>
                  <a:pt x="3435270" y="2555025"/>
                  <a:pt x="3429862" y="2552495"/>
                </a:cubicBezTo>
                <a:cubicBezTo>
                  <a:pt x="3424455" y="2549965"/>
                  <a:pt x="3419222" y="2546219"/>
                  <a:pt x="3414162" y="2541258"/>
                </a:cubicBezTo>
                <a:lnTo>
                  <a:pt x="3414162" y="2459700"/>
                </a:lnTo>
                <a:cubicBezTo>
                  <a:pt x="3420313" y="2453747"/>
                  <a:pt x="3425373" y="2449779"/>
                  <a:pt x="3429342" y="2447794"/>
                </a:cubicBezTo>
                <a:cubicBezTo>
                  <a:pt x="3434601" y="2445115"/>
                  <a:pt x="3439859" y="2443776"/>
                  <a:pt x="3445118" y="2443776"/>
                </a:cubicBezTo>
                <a:close/>
                <a:moveTo>
                  <a:pt x="8024259" y="2433060"/>
                </a:moveTo>
                <a:cubicBezTo>
                  <a:pt x="8029617" y="2433060"/>
                  <a:pt x="8034751" y="2434648"/>
                  <a:pt x="8039663" y="2437823"/>
                </a:cubicBezTo>
                <a:cubicBezTo>
                  <a:pt x="8044574" y="2440998"/>
                  <a:pt x="8048270" y="2445364"/>
                  <a:pt x="8050750" y="2450920"/>
                </a:cubicBezTo>
                <a:cubicBezTo>
                  <a:pt x="8052338" y="2454491"/>
                  <a:pt x="8053380" y="2460643"/>
                  <a:pt x="8053876" y="2469374"/>
                </a:cubicBezTo>
                <a:lnTo>
                  <a:pt x="7990773" y="2469374"/>
                </a:lnTo>
                <a:cubicBezTo>
                  <a:pt x="7991864" y="2457964"/>
                  <a:pt x="7995659" y="2449059"/>
                  <a:pt x="8002158" y="2442660"/>
                </a:cubicBezTo>
                <a:cubicBezTo>
                  <a:pt x="8008657" y="2436260"/>
                  <a:pt x="8016024" y="2433060"/>
                  <a:pt x="8024259" y="2433060"/>
                </a:cubicBezTo>
                <a:close/>
                <a:moveTo>
                  <a:pt x="7662309" y="2433060"/>
                </a:moveTo>
                <a:cubicBezTo>
                  <a:pt x="7667667" y="2433060"/>
                  <a:pt x="7672801" y="2434648"/>
                  <a:pt x="7677713" y="2437823"/>
                </a:cubicBezTo>
                <a:cubicBezTo>
                  <a:pt x="7682624" y="2440998"/>
                  <a:pt x="7686320" y="2445364"/>
                  <a:pt x="7688800" y="2450920"/>
                </a:cubicBezTo>
                <a:cubicBezTo>
                  <a:pt x="7690388" y="2454491"/>
                  <a:pt x="7691430" y="2460643"/>
                  <a:pt x="7691926" y="2469374"/>
                </a:cubicBezTo>
                <a:lnTo>
                  <a:pt x="7628823" y="2469374"/>
                </a:lnTo>
                <a:cubicBezTo>
                  <a:pt x="7629914" y="2457964"/>
                  <a:pt x="7633709" y="2449059"/>
                  <a:pt x="7640208" y="2442660"/>
                </a:cubicBezTo>
                <a:cubicBezTo>
                  <a:pt x="7646707" y="2436260"/>
                  <a:pt x="7654074" y="2433060"/>
                  <a:pt x="7662309" y="2433060"/>
                </a:cubicBezTo>
                <a:close/>
                <a:moveTo>
                  <a:pt x="7100334" y="2433060"/>
                </a:moveTo>
                <a:cubicBezTo>
                  <a:pt x="7105692" y="2433060"/>
                  <a:pt x="7110826" y="2434648"/>
                  <a:pt x="7115738" y="2437823"/>
                </a:cubicBezTo>
                <a:cubicBezTo>
                  <a:pt x="7120649" y="2440998"/>
                  <a:pt x="7124345" y="2445364"/>
                  <a:pt x="7126825" y="2450920"/>
                </a:cubicBezTo>
                <a:cubicBezTo>
                  <a:pt x="7128413" y="2454491"/>
                  <a:pt x="7129455" y="2460643"/>
                  <a:pt x="7129951" y="2469374"/>
                </a:cubicBezTo>
                <a:lnTo>
                  <a:pt x="7066848" y="2469374"/>
                </a:lnTo>
                <a:cubicBezTo>
                  <a:pt x="7067939" y="2457964"/>
                  <a:pt x="7071734" y="2449059"/>
                  <a:pt x="7078233" y="2442660"/>
                </a:cubicBezTo>
                <a:cubicBezTo>
                  <a:pt x="7084732" y="2436260"/>
                  <a:pt x="7092099" y="2433060"/>
                  <a:pt x="7100334" y="2433060"/>
                </a:cubicBezTo>
                <a:close/>
                <a:moveTo>
                  <a:pt x="6014484" y="2433060"/>
                </a:moveTo>
                <a:cubicBezTo>
                  <a:pt x="6019842" y="2433060"/>
                  <a:pt x="6024977" y="2434648"/>
                  <a:pt x="6029888" y="2437823"/>
                </a:cubicBezTo>
                <a:cubicBezTo>
                  <a:pt x="6034799" y="2440998"/>
                  <a:pt x="6038495" y="2445364"/>
                  <a:pt x="6040975" y="2450920"/>
                </a:cubicBezTo>
                <a:cubicBezTo>
                  <a:pt x="6042563" y="2454491"/>
                  <a:pt x="6043605" y="2460643"/>
                  <a:pt x="6044101" y="2469374"/>
                </a:cubicBezTo>
                <a:lnTo>
                  <a:pt x="5980998" y="2469374"/>
                </a:lnTo>
                <a:cubicBezTo>
                  <a:pt x="5982089" y="2457964"/>
                  <a:pt x="5985884" y="2449059"/>
                  <a:pt x="5992383" y="2442660"/>
                </a:cubicBezTo>
                <a:cubicBezTo>
                  <a:pt x="5998882" y="2436260"/>
                  <a:pt x="6006249" y="2433060"/>
                  <a:pt x="6014484" y="2433060"/>
                </a:cubicBezTo>
                <a:close/>
                <a:moveTo>
                  <a:pt x="4709559" y="2433060"/>
                </a:moveTo>
                <a:cubicBezTo>
                  <a:pt x="4714917" y="2433060"/>
                  <a:pt x="4720052" y="2434648"/>
                  <a:pt x="4724963" y="2437823"/>
                </a:cubicBezTo>
                <a:cubicBezTo>
                  <a:pt x="4729874" y="2440998"/>
                  <a:pt x="4733570" y="2445364"/>
                  <a:pt x="4736051" y="2450920"/>
                </a:cubicBezTo>
                <a:cubicBezTo>
                  <a:pt x="4737638" y="2454491"/>
                  <a:pt x="4738680" y="2460643"/>
                  <a:pt x="4739176" y="2469374"/>
                </a:cubicBezTo>
                <a:lnTo>
                  <a:pt x="4676073" y="2469374"/>
                </a:lnTo>
                <a:cubicBezTo>
                  <a:pt x="4677165" y="2457964"/>
                  <a:pt x="4680960" y="2449059"/>
                  <a:pt x="4687458" y="2442660"/>
                </a:cubicBezTo>
                <a:cubicBezTo>
                  <a:pt x="4693957" y="2436260"/>
                  <a:pt x="4701324" y="2433060"/>
                  <a:pt x="4709559" y="2433060"/>
                </a:cubicBezTo>
                <a:close/>
                <a:moveTo>
                  <a:pt x="4471434" y="2433060"/>
                </a:moveTo>
                <a:cubicBezTo>
                  <a:pt x="4476793" y="2433060"/>
                  <a:pt x="4481927" y="2434648"/>
                  <a:pt x="4486839" y="2437823"/>
                </a:cubicBezTo>
                <a:cubicBezTo>
                  <a:pt x="4491749" y="2440998"/>
                  <a:pt x="4495445" y="2445364"/>
                  <a:pt x="4497926" y="2450920"/>
                </a:cubicBezTo>
                <a:cubicBezTo>
                  <a:pt x="4499514" y="2454491"/>
                  <a:pt x="4500556" y="2460643"/>
                  <a:pt x="4501051" y="2469374"/>
                </a:cubicBezTo>
                <a:lnTo>
                  <a:pt x="4437948" y="2469374"/>
                </a:lnTo>
                <a:cubicBezTo>
                  <a:pt x="4439041" y="2457964"/>
                  <a:pt x="4442834" y="2449059"/>
                  <a:pt x="4449333" y="2442660"/>
                </a:cubicBezTo>
                <a:cubicBezTo>
                  <a:pt x="4455832" y="2436260"/>
                  <a:pt x="4463199" y="2433060"/>
                  <a:pt x="4471434" y="2433060"/>
                </a:cubicBezTo>
                <a:close/>
                <a:moveTo>
                  <a:pt x="2147337" y="2433060"/>
                </a:moveTo>
                <a:cubicBezTo>
                  <a:pt x="2152694" y="2433060"/>
                  <a:pt x="2157828" y="2434648"/>
                  <a:pt x="2162740" y="2437823"/>
                </a:cubicBezTo>
                <a:cubicBezTo>
                  <a:pt x="2167651" y="2440998"/>
                  <a:pt x="2171348" y="2445364"/>
                  <a:pt x="2173828" y="2450920"/>
                </a:cubicBezTo>
                <a:cubicBezTo>
                  <a:pt x="2175415" y="2454491"/>
                  <a:pt x="2176457" y="2460643"/>
                  <a:pt x="2176954" y="2469374"/>
                </a:cubicBezTo>
                <a:lnTo>
                  <a:pt x="2113850" y="2469374"/>
                </a:lnTo>
                <a:cubicBezTo>
                  <a:pt x="2114941" y="2457964"/>
                  <a:pt x="2118736" y="2449059"/>
                  <a:pt x="2125235" y="2442660"/>
                </a:cubicBezTo>
                <a:cubicBezTo>
                  <a:pt x="2131735" y="2436260"/>
                  <a:pt x="2139101" y="2433060"/>
                  <a:pt x="2147337" y="2433060"/>
                </a:cubicBezTo>
                <a:close/>
                <a:moveTo>
                  <a:pt x="10125414" y="2432316"/>
                </a:moveTo>
                <a:cubicBezTo>
                  <a:pt x="10136328" y="2432316"/>
                  <a:pt x="10145308" y="2437079"/>
                  <a:pt x="10152352" y="2446604"/>
                </a:cubicBezTo>
                <a:cubicBezTo>
                  <a:pt x="10162770" y="2460494"/>
                  <a:pt x="10167979" y="2479544"/>
                  <a:pt x="10167979" y="2503754"/>
                </a:cubicBezTo>
                <a:cubicBezTo>
                  <a:pt x="10167979" y="2523101"/>
                  <a:pt x="10164854" y="2536744"/>
                  <a:pt x="10158603" y="2544681"/>
                </a:cubicBezTo>
                <a:cubicBezTo>
                  <a:pt x="10152352" y="2552619"/>
                  <a:pt x="10144415" y="2556588"/>
                  <a:pt x="10134790" y="2556588"/>
                </a:cubicBezTo>
                <a:cubicBezTo>
                  <a:pt x="10121892" y="2556588"/>
                  <a:pt x="10111499" y="2549394"/>
                  <a:pt x="10103611" y="2535008"/>
                </a:cubicBezTo>
                <a:cubicBezTo>
                  <a:pt x="10095723" y="2520621"/>
                  <a:pt x="10091779" y="2503505"/>
                  <a:pt x="10091779" y="2483662"/>
                </a:cubicBezTo>
                <a:cubicBezTo>
                  <a:pt x="10091779" y="2471359"/>
                  <a:pt x="10093416" y="2461288"/>
                  <a:pt x="10096690" y="2453450"/>
                </a:cubicBezTo>
                <a:cubicBezTo>
                  <a:pt x="10099964" y="2445611"/>
                  <a:pt x="10104256" y="2440130"/>
                  <a:pt x="10109564" y="2437004"/>
                </a:cubicBezTo>
                <a:cubicBezTo>
                  <a:pt x="10114872" y="2433879"/>
                  <a:pt x="10120156" y="2432316"/>
                  <a:pt x="10125414" y="2432316"/>
                </a:cubicBezTo>
                <a:close/>
                <a:moveTo>
                  <a:pt x="9420564" y="2432316"/>
                </a:moveTo>
                <a:cubicBezTo>
                  <a:pt x="9431478" y="2432316"/>
                  <a:pt x="9440458" y="2437079"/>
                  <a:pt x="9447502" y="2446604"/>
                </a:cubicBezTo>
                <a:cubicBezTo>
                  <a:pt x="9457920" y="2460494"/>
                  <a:pt x="9463129" y="2479544"/>
                  <a:pt x="9463129" y="2503754"/>
                </a:cubicBezTo>
                <a:cubicBezTo>
                  <a:pt x="9463129" y="2523101"/>
                  <a:pt x="9460004" y="2536744"/>
                  <a:pt x="9453753" y="2544681"/>
                </a:cubicBezTo>
                <a:cubicBezTo>
                  <a:pt x="9447502" y="2552619"/>
                  <a:pt x="9439565" y="2556588"/>
                  <a:pt x="9429940" y="2556588"/>
                </a:cubicBezTo>
                <a:cubicBezTo>
                  <a:pt x="9417042" y="2556588"/>
                  <a:pt x="9406649" y="2549394"/>
                  <a:pt x="9398761" y="2535008"/>
                </a:cubicBezTo>
                <a:cubicBezTo>
                  <a:pt x="9390873" y="2520621"/>
                  <a:pt x="9386929" y="2503505"/>
                  <a:pt x="9386929" y="2483662"/>
                </a:cubicBezTo>
                <a:cubicBezTo>
                  <a:pt x="9386929" y="2471359"/>
                  <a:pt x="9388566" y="2461288"/>
                  <a:pt x="9391840" y="2453450"/>
                </a:cubicBezTo>
                <a:cubicBezTo>
                  <a:pt x="9395114" y="2445611"/>
                  <a:pt x="9399406" y="2440130"/>
                  <a:pt x="9404714" y="2437004"/>
                </a:cubicBezTo>
                <a:cubicBezTo>
                  <a:pt x="9410022" y="2433879"/>
                  <a:pt x="9415306" y="2432316"/>
                  <a:pt x="9420564" y="2432316"/>
                </a:cubicBezTo>
                <a:close/>
                <a:moveTo>
                  <a:pt x="8591889" y="2432316"/>
                </a:moveTo>
                <a:cubicBezTo>
                  <a:pt x="8602803" y="2432316"/>
                  <a:pt x="8611782" y="2437079"/>
                  <a:pt x="8618827" y="2446604"/>
                </a:cubicBezTo>
                <a:cubicBezTo>
                  <a:pt x="8629245" y="2460494"/>
                  <a:pt x="8634454" y="2479544"/>
                  <a:pt x="8634454" y="2503754"/>
                </a:cubicBezTo>
                <a:cubicBezTo>
                  <a:pt x="8634454" y="2523101"/>
                  <a:pt x="8631328" y="2536744"/>
                  <a:pt x="8625078" y="2544681"/>
                </a:cubicBezTo>
                <a:cubicBezTo>
                  <a:pt x="8618827" y="2552619"/>
                  <a:pt x="8610890" y="2556588"/>
                  <a:pt x="8601266" y="2556588"/>
                </a:cubicBezTo>
                <a:cubicBezTo>
                  <a:pt x="8588366" y="2556588"/>
                  <a:pt x="8577974" y="2549394"/>
                  <a:pt x="8570086" y="2535008"/>
                </a:cubicBezTo>
                <a:cubicBezTo>
                  <a:pt x="8562198" y="2520621"/>
                  <a:pt x="8558254" y="2503505"/>
                  <a:pt x="8558254" y="2483662"/>
                </a:cubicBezTo>
                <a:cubicBezTo>
                  <a:pt x="8558254" y="2471359"/>
                  <a:pt x="8559891" y="2461288"/>
                  <a:pt x="8563166" y="2453450"/>
                </a:cubicBezTo>
                <a:cubicBezTo>
                  <a:pt x="8566440" y="2445611"/>
                  <a:pt x="8570730" y="2440130"/>
                  <a:pt x="8576039" y="2437004"/>
                </a:cubicBezTo>
                <a:cubicBezTo>
                  <a:pt x="8581348" y="2433879"/>
                  <a:pt x="8586630" y="2432316"/>
                  <a:pt x="8591889" y="2432316"/>
                </a:cubicBezTo>
                <a:close/>
                <a:moveTo>
                  <a:pt x="8296614" y="2432316"/>
                </a:moveTo>
                <a:cubicBezTo>
                  <a:pt x="8307528" y="2432316"/>
                  <a:pt x="8316508" y="2437079"/>
                  <a:pt x="8323552" y="2446604"/>
                </a:cubicBezTo>
                <a:cubicBezTo>
                  <a:pt x="8333970" y="2460494"/>
                  <a:pt x="8339179" y="2479544"/>
                  <a:pt x="8339179" y="2503754"/>
                </a:cubicBezTo>
                <a:cubicBezTo>
                  <a:pt x="8339179" y="2523101"/>
                  <a:pt x="8336054" y="2536744"/>
                  <a:pt x="8329803" y="2544681"/>
                </a:cubicBezTo>
                <a:cubicBezTo>
                  <a:pt x="8323552" y="2552619"/>
                  <a:pt x="8315615" y="2556588"/>
                  <a:pt x="8305991" y="2556588"/>
                </a:cubicBezTo>
                <a:cubicBezTo>
                  <a:pt x="8293092" y="2556588"/>
                  <a:pt x="8282699" y="2549394"/>
                  <a:pt x="8274811" y="2535008"/>
                </a:cubicBezTo>
                <a:cubicBezTo>
                  <a:pt x="8266923" y="2520621"/>
                  <a:pt x="8262979" y="2503505"/>
                  <a:pt x="8262979" y="2483662"/>
                </a:cubicBezTo>
                <a:cubicBezTo>
                  <a:pt x="8262979" y="2471359"/>
                  <a:pt x="8264616" y="2461288"/>
                  <a:pt x="8267891" y="2453450"/>
                </a:cubicBezTo>
                <a:cubicBezTo>
                  <a:pt x="8271165" y="2445611"/>
                  <a:pt x="8275456" y="2440130"/>
                  <a:pt x="8280764" y="2437004"/>
                </a:cubicBezTo>
                <a:cubicBezTo>
                  <a:pt x="8286073" y="2433879"/>
                  <a:pt x="8291356" y="2432316"/>
                  <a:pt x="8296614" y="2432316"/>
                </a:cubicBezTo>
                <a:close/>
                <a:moveTo>
                  <a:pt x="5305765" y="2432316"/>
                </a:moveTo>
                <a:cubicBezTo>
                  <a:pt x="5316679" y="2432316"/>
                  <a:pt x="5325658" y="2437079"/>
                  <a:pt x="5332703" y="2446604"/>
                </a:cubicBezTo>
                <a:cubicBezTo>
                  <a:pt x="5343121" y="2460494"/>
                  <a:pt x="5348329" y="2479544"/>
                  <a:pt x="5348329" y="2503754"/>
                </a:cubicBezTo>
                <a:cubicBezTo>
                  <a:pt x="5348329" y="2523101"/>
                  <a:pt x="5345204" y="2536744"/>
                  <a:pt x="5338954" y="2544681"/>
                </a:cubicBezTo>
                <a:cubicBezTo>
                  <a:pt x="5332703" y="2552619"/>
                  <a:pt x="5324765" y="2556588"/>
                  <a:pt x="5315141" y="2556588"/>
                </a:cubicBezTo>
                <a:cubicBezTo>
                  <a:pt x="5302243" y="2556588"/>
                  <a:pt x="5291849" y="2549394"/>
                  <a:pt x="5283962" y="2535008"/>
                </a:cubicBezTo>
                <a:cubicBezTo>
                  <a:pt x="5276073" y="2520621"/>
                  <a:pt x="5272129" y="2503505"/>
                  <a:pt x="5272129" y="2483662"/>
                </a:cubicBezTo>
                <a:cubicBezTo>
                  <a:pt x="5272129" y="2471359"/>
                  <a:pt x="5273767" y="2461288"/>
                  <a:pt x="5277041" y="2453450"/>
                </a:cubicBezTo>
                <a:cubicBezTo>
                  <a:pt x="5280315" y="2445611"/>
                  <a:pt x="5284607" y="2440130"/>
                  <a:pt x="5289915" y="2437004"/>
                </a:cubicBezTo>
                <a:cubicBezTo>
                  <a:pt x="5295223" y="2433879"/>
                  <a:pt x="5300507" y="2432316"/>
                  <a:pt x="5305765" y="2432316"/>
                </a:cubicBezTo>
                <a:close/>
                <a:moveTo>
                  <a:pt x="3591268" y="2432316"/>
                </a:moveTo>
                <a:cubicBezTo>
                  <a:pt x="3602181" y="2432316"/>
                  <a:pt x="3611161" y="2437079"/>
                  <a:pt x="3618205" y="2446604"/>
                </a:cubicBezTo>
                <a:cubicBezTo>
                  <a:pt x="3628623" y="2460494"/>
                  <a:pt x="3633832" y="2479544"/>
                  <a:pt x="3633832" y="2503754"/>
                </a:cubicBezTo>
                <a:cubicBezTo>
                  <a:pt x="3633832" y="2523101"/>
                  <a:pt x="3630706" y="2536744"/>
                  <a:pt x="3624456" y="2544681"/>
                </a:cubicBezTo>
                <a:cubicBezTo>
                  <a:pt x="3618205" y="2552619"/>
                  <a:pt x="3610267" y="2556588"/>
                  <a:pt x="3600643" y="2556588"/>
                </a:cubicBezTo>
                <a:cubicBezTo>
                  <a:pt x="3587745" y="2556588"/>
                  <a:pt x="3577352" y="2549394"/>
                  <a:pt x="3569464" y="2535008"/>
                </a:cubicBezTo>
                <a:cubicBezTo>
                  <a:pt x="3561576" y="2520621"/>
                  <a:pt x="3557632" y="2503505"/>
                  <a:pt x="3557632" y="2483662"/>
                </a:cubicBezTo>
                <a:cubicBezTo>
                  <a:pt x="3557632" y="2471359"/>
                  <a:pt x="3559270" y="2461288"/>
                  <a:pt x="3562544" y="2453450"/>
                </a:cubicBezTo>
                <a:cubicBezTo>
                  <a:pt x="3565817" y="2445611"/>
                  <a:pt x="3570108" y="2440130"/>
                  <a:pt x="3575417" y="2437004"/>
                </a:cubicBezTo>
                <a:cubicBezTo>
                  <a:pt x="3580725" y="2433879"/>
                  <a:pt x="3586008" y="2432316"/>
                  <a:pt x="3591268" y="2432316"/>
                </a:cubicBezTo>
                <a:close/>
                <a:moveTo>
                  <a:pt x="2705442" y="2432316"/>
                </a:moveTo>
                <a:cubicBezTo>
                  <a:pt x="2716355" y="2432316"/>
                  <a:pt x="2725336" y="2437079"/>
                  <a:pt x="2732379" y="2446604"/>
                </a:cubicBezTo>
                <a:cubicBezTo>
                  <a:pt x="2742799" y="2460494"/>
                  <a:pt x="2748007" y="2479544"/>
                  <a:pt x="2748007" y="2503754"/>
                </a:cubicBezTo>
                <a:cubicBezTo>
                  <a:pt x="2748007" y="2523101"/>
                  <a:pt x="2744881" y="2536744"/>
                  <a:pt x="2738631" y="2544681"/>
                </a:cubicBezTo>
                <a:cubicBezTo>
                  <a:pt x="2732379" y="2552619"/>
                  <a:pt x="2724442" y="2556588"/>
                  <a:pt x="2714819" y="2556588"/>
                </a:cubicBezTo>
                <a:cubicBezTo>
                  <a:pt x="2701920" y="2556588"/>
                  <a:pt x="2691527" y="2549394"/>
                  <a:pt x="2683639" y="2535008"/>
                </a:cubicBezTo>
                <a:cubicBezTo>
                  <a:pt x="2675750" y="2520621"/>
                  <a:pt x="2671807" y="2503505"/>
                  <a:pt x="2671807" y="2483662"/>
                </a:cubicBezTo>
                <a:cubicBezTo>
                  <a:pt x="2671807" y="2471359"/>
                  <a:pt x="2673444" y="2461288"/>
                  <a:pt x="2676718" y="2453450"/>
                </a:cubicBezTo>
                <a:cubicBezTo>
                  <a:pt x="2679991" y="2445611"/>
                  <a:pt x="2684283" y="2440130"/>
                  <a:pt x="2689592" y="2437004"/>
                </a:cubicBezTo>
                <a:cubicBezTo>
                  <a:pt x="2694900" y="2433879"/>
                  <a:pt x="2700184" y="2432316"/>
                  <a:pt x="2705442" y="2432316"/>
                </a:cubicBezTo>
                <a:close/>
                <a:moveTo>
                  <a:pt x="9718518" y="2431721"/>
                </a:moveTo>
                <a:cubicBezTo>
                  <a:pt x="9723181" y="2431721"/>
                  <a:pt x="9727969" y="2433135"/>
                  <a:pt x="9732880" y="2435962"/>
                </a:cubicBezTo>
                <a:cubicBezTo>
                  <a:pt x="9737791" y="2438790"/>
                  <a:pt x="9741735" y="2442982"/>
                  <a:pt x="9744712" y="2448538"/>
                </a:cubicBezTo>
                <a:cubicBezTo>
                  <a:pt x="9747688" y="2454095"/>
                  <a:pt x="9749474" y="2460246"/>
                  <a:pt x="9750070" y="2466993"/>
                </a:cubicBezTo>
                <a:lnTo>
                  <a:pt x="9750070" y="2537240"/>
                </a:lnTo>
                <a:cubicBezTo>
                  <a:pt x="9741636" y="2546269"/>
                  <a:pt x="9732905" y="2550783"/>
                  <a:pt x="9723876" y="2550783"/>
                </a:cubicBezTo>
                <a:cubicBezTo>
                  <a:pt x="9713160" y="2550783"/>
                  <a:pt x="9703437" y="2545450"/>
                  <a:pt x="9694706" y="2534784"/>
                </a:cubicBezTo>
                <a:cubicBezTo>
                  <a:pt x="9685974" y="2524118"/>
                  <a:pt x="9681609" y="2508764"/>
                  <a:pt x="9681609" y="2488722"/>
                </a:cubicBezTo>
                <a:cubicBezTo>
                  <a:pt x="9681609" y="2468878"/>
                  <a:pt x="9686123" y="2453797"/>
                  <a:pt x="9695152" y="2443478"/>
                </a:cubicBezTo>
                <a:cubicBezTo>
                  <a:pt x="9701998" y="2435640"/>
                  <a:pt x="9709787" y="2431721"/>
                  <a:pt x="9718518" y="2431721"/>
                </a:cubicBezTo>
                <a:close/>
                <a:moveTo>
                  <a:pt x="6641943" y="2431721"/>
                </a:moveTo>
                <a:cubicBezTo>
                  <a:pt x="6646606" y="2431721"/>
                  <a:pt x="6651394" y="2433135"/>
                  <a:pt x="6656305" y="2435962"/>
                </a:cubicBezTo>
                <a:cubicBezTo>
                  <a:pt x="6661216" y="2438790"/>
                  <a:pt x="6665160" y="2442982"/>
                  <a:pt x="6668137" y="2448538"/>
                </a:cubicBezTo>
                <a:cubicBezTo>
                  <a:pt x="6671114" y="2454095"/>
                  <a:pt x="6672900" y="2460246"/>
                  <a:pt x="6673495" y="2466993"/>
                </a:cubicBezTo>
                <a:lnTo>
                  <a:pt x="6673495" y="2537240"/>
                </a:lnTo>
                <a:cubicBezTo>
                  <a:pt x="6665061" y="2546269"/>
                  <a:pt x="6656330" y="2550783"/>
                  <a:pt x="6647301" y="2550783"/>
                </a:cubicBezTo>
                <a:cubicBezTo>
                  <a:pt x="6636585" y="2550783"/>
                  <a:pt x="6626862" y="2545450"/>
                  <a:pt x="6618131" y="2534784"/>
                </a:cubicBezTo>
                <a:cubicBezTo>
                  <a:pt x="6609399" y="2524118"/>
                  <a:pt x="6605034" y="2508764"/>
                  <a:pt x="6605034" y="2488722"/>
                </a:cubicBezTo>
                <a:cubicBezTo>
                  <a:pt x="6605034" y="2468878"/>
                  <a:pt x="6609548" y="2453797"/>
                  <a:pt x="6618577" y="2443478"/>
                </a:cubicBezTo>
                <a:cubicBezTo>
                  <a:pt x="6625423" y="2435640"/>
                  <a:pt x="6633212" y="2431721"/>
                  <a:pt x="6641943" y="2431721"/>
                </a:cubicBezTo>
                <a:close/>
                <a:moveTo>
                  <a:pt x="4060671" y="2431721"/>
                </a:moveTo>
                <a:cubicBezTo>
                  <a:pt x="4065334" y="2431721"/>
                  <a:pt x="4070122" y="2433135"/>
                  <a:pt x="4075032" y="2435962"/>
                </a:cubicBezTo>
                <a:cubicBezTo>
                  <a:pt x="4079945" y="2438790"/>
                  <a:pt x="4083888" y="2442982"/>
                  <a:pt x="4086865" y="2448538"/>
                </a:cubicBezTo>
                <a:cubicBezTo>
                  <a:pt x="4089842" y="2454095"/>
                  <a:pt x="4091627" y="2460246"/>
                  <a:pt x="4092222" y="2466993"/>
                </a:cubicBezTo>
                <a:lnTo>
                  <a:pt x="4092222" y="2537240"/>
                </a:lnTo>
                <a:cubicBezTo>
                  <a:pt x="4083790" y="2546269"/>
                  <a:pt x="4075058" y="2550783"/>
                  <a:pt x="4066028" y="2550783"/>
                </a:cubicBezTo>
                <a:cubicBezTo>
                  <a:pt x="4055314" y="2550783"/>
                  <a:pt x="4045590" y="2545450"/>
                  <a:pt x="4036858" y="2534784"/>
                </a:cubicBezTo>
                <a:cubicBezTo>
                  <a:pt x="4028128" y="2524118"/>
                  <a:pt x="4023762" y="2508764"/>
                  <a:pt x="4023762" y="2488722"/>
                </a:cubicBezTo>
                <a:cubicBezTo>
                  <a:pt x="4023762" y="2468878"/>
                  <a:pt x="4028276" y="2453797"/>
                  <a:pt x="4037305" y="2443478"/>
                </a:cubicBezTo>
                <a:cubicBezTo>
                  <a:pt x="4044151" y="2435640"/>
                  <a:pt x="4051940" y="2431721"/>
                  <a:pt x="4060671" y="2431721"/>
                </a:cubicBezTo>
                <a:close/>
                <a:moveTo>
                  <a:pt x="1546070" y="2431721"/>
                </a:moveTo>
                <a:cubicBezTo>
                  <a:pt x="1550734" y="2431721"/>
                  <a:pt x="1555521" y="2433135"/>
                  <a:pt x="1560432" y="2435962"/>
                </a:cubicBezTo>
                <a:cubicBezTo>
                  <a:pt x="1565343" y="2438790"/>
                  <a:pt x="1569288" y="2442982"/>
                  <a:pt x="1572264" y="2448538"/>
                </a:cubicBezTo>
                <a:cubicBezTo>
                  <a:pt x="1575241" y="2454095"/>
                  <a:pt x="1577026" y="2460246"/>
                  <a:pt x="1577622" y="2466993"/>
                </a:cubicBezTo>
                <a:lnTo>
                  <a:pt x="1577622" y="2537240"/>
                </a:lnTo>
                <a:cubicBezTo>
                  <a:pt x="1569188" y="2546269"/>
                  <a:pt x="1560457" y="2550783"/>
                  <a:pt x="1551428" y="2550783"/>
                </a:cubicBezTo>
                <a:cubicBezTo>
                  <a:pt x="1540713" y="2550783"/>
                  <a:pt x="1530989" y="2545450"/>
                  <a:pt x="1522257" y="2534784"/>
                </a:cubicBezTo>
                <a:cubicBezTo>
                  <a:pt x="1513526" y="2524118"/>
                  <a:pt x="1509161" y="2508764"/>
                  <a:pt x="1509161" y="2488722"/>
                </a:cubicBezTo>
                <a:cubicBezTo>
                  <a:pt x="1509161" y="2468878"/>
                  <a:pt x="1513675" y="2453797"/>
                  <a:pt x="1522704" y="2443478"/>
                </a:cubicBezTo>
                <a:cubicBezTo>
                  <a:pt x="1529550" y="2435640"/>
                  <a:pt x="1537339" y="2431721"/>
                  <a:pt x="1546070" y="2431721"/>
                </a:cubicBezTo>
                <a:close/>
                <a:moveTo>
                  <a:pt x="7731514" y="2426661"/>
                </a:moveTo>
                <a:lnTo>
                  <a:pt x="7731514" y="2432167"/>
                </a:lnTo>
                <a:cubicBezTo>
                  <a:pt x="7736574" y="2433358"/>
                  <a:pt x="7740245" y="2434747"/>
                  <a:pt x="7742527" y="2436334"/>
                </a:cubicBezTo>
                <a:cubicBezTo>
                  <a:pt x="7744115" y="2437525"/>
                  <a:pt x="7746149" y="2439857"/>
                  <a:pt x="7748629" y="2443329"/>
                </a:cubicBezTo>
                <a:cubicBezTo>
                  <a:pt x="7751903" y="2447893"/>
                  <a:pt x="7754285" y="2451713"/>
                  <a:pt x="7755773" y="2454789"/>
                </a:cubicBezTo>
                <a:lnTo>
                  <a:pt x="7804737" y="2557629"/>
                </a:lnTo>
                <a:lnTo>
                  <a:pt x="7795064" y="2581293"/>
                </a:lnTo>
                <a:cubicBezTo>
                  <a:pt x="7791492" y="2590124"/>
                  <a:pt x="7787945" y="2596077"/>
                  <a:pt x="7784422" y="2599153"/>
                </a:cubicBezTo>
                <a:cubicBezTo>
                  <a:pt x="7780900" y="2602228"/>
                  <a:pt x="7777651" y="2603766"/>
                  <a:pt x="7774674" y="2603766"/>
                </a:cubicBezTo>
                <a:cubicBezTo>
                  <a:pt x="7773682" y="2603766"/>
                  <a:pt x="7771202" y="2603022"/>
                  <a:pt x="7767233" y="2601534"/>
                </a:cubicBezTo>
                <a:cubicBezTo>
                  <a:pt x="7761577" y="2599351"/>
                  <a:pt x="7757112" y="2598259"/>
                  <a:pt x="7753838" y="2598259"/>
                </a:cubicBezTo>
                <a:cubicBezTo>
                  <a:pt x="7749076" y="2598259"/>
                  <a:pt x="7745330" y="2599524"/>
                  <a:pt x="7742602" y="2602055"/>
                </a:cubicBezTo>
                <a:cubicBezTo>
                  <a:pt x="7739873" y="2604585"/>
                  <a:pt x="7738509" y="2607933"/>
                  <a:pt x="7738509" y="2612100"/>
                </a:cubicBezTo>
                <a:cubicBezTo>
                  <a:pt x="7738509" y="2616466"/>
                  <a:pt x="7740394" y="2620336"/>
                  <a:pt x="7744164" y="2623709"/>
                </a:cubicBezTo>
                <a:cubicBezTo>
                  <a:pt x="7747934" y="2627082"/>
                  <a:pt x="7752747" y="2628769"/>
                  <a:pt x="7758601" y="2628769"/>
                </a:cubicBezTo>
                <a:cubicBezTo>
                  <a:pt x="7766637" y="2628769"/>
                  <a:pt x="7774997" y="2625396"/>
                  <a:pt x="7783678" y="2618649"/>
                </a:cubicBezTo>
                <a:cubicBezTo>
                  <a:pt x="7792360" y="2611902"/>
                  <a:pt x="7799380" y="2601931"/>
                  <a:pt x="7804737" y="2588735"/>
                </a:cubicBezTo>
                <a:lnTo>
                  <a:pt x="7860250" y="2452706"/>
                </a:lnTo>
                <a:cubicBezTo>
                  <a:pt x="7862731" y="2446455"/>
                  <a:pt x="7864417" y="2442635"/>
                  <a:pt x="7865310" y="2441246"/>
                </a:cubicBezTo>
                <a:cubicBezTo>
                  <a:pt x="7867692" y="2437972"/>
                  <a:pt x="7869875" y="2435739"/>
                  <a:pt x="7871859" y="2434549"/>
                </a:cubicBezTo>
                <a:cubicBezTo>
                  <a:pt x="7873843" y="2433358"/>
                  <a:pt x="7876671" y="2432564"/>
                  <a:pt x="7880342" y="2432167"/>
                </a:cubicBezTo>
                <a:lnTo>
                  <a:pt x="7880342" y="2426661"/>
                </a:lnTo>
                <a:lnTo>
                  <a:pt x="7835991" y="2426661"/>
                </a:lnTo>
                <a:lnTo>
                  <a:pt x="7835991" y="2432167"/>
                </a:lnTo>
                <a:cubicBezTo>
                  <a:pt x="7840258" y="2432167"/>
                  <a:pt x="7843234" y="2432490"/>
                  <a:pt x="7844921" y="2433135"/>
                </a:cubicBezTo>
                <a:cubicBezTo>
                  <a:pt x="7846608" y="2433780"/>
                  <a:pt x="7847848" y="2434648"/>
                  <a:pt x="7848642" y="2435739"/>
                </a:cubicBezTo>
                <a:cubicBezTo>
                  <a:pt x="7849336" y="2436632"/>
                  <a:pt x="7849683" y="2437972"/>
                  <a:pt x="7849683" y="2439757"/>
                </a:cubicBezTo>
                <a:cubicBezTo>
                  <a:pt x="7849683" y="2443726"/>
                  <a:pt x="7848840" y="2447745"/>
                  <a:pt x="7847153" y="2451813"/>
                </a:cubicBezTo>
                <a:lnTo>
                  <a:pt x="7816644" y="2527120"/>
                </a:lnTo>
                <a:lnTo>
                  <a:pt x="7783455" y="2458361"/>
                </a:lnTo>
                <a:cubicBezTo>
                  <a:pt x="7780181" y="2451515"/>
                  <a:pt x="7778544" y="2446157"/>
                  <a:pt x="7778544" y="2442288"/>
                </a:cubicBezTo>
                <a:cubicBezTo>
                  <a:pt x="7778544" y="2439410"/>
                  <a:pt x="7779660" y="2437004"/>
                  <a:pt x="7781892" y="2435070"/>
                </a:cubicBezTo>
                <a:cubicBezTo>
                  <a:pt x="7784125" y="2433135"/>
                  <a:pt x="7787473" y="2432167"/>
                  <a:pt x="7791938" y="2432167"/>
                </a:cubicBezTo>
                <a:lnTo>
                  <a:pt x="7795064" y="2432167"/>
                </a:lnTo>
                <a:lnTo>
                  <a:pt x="7795064" y="2426661"/>
                </a:lnTo>
                <a:close/>
                <a:moveTo>
                  <a:pt x="5386876" y="2426661"/>
                </a:moveTo>
                <a:lnTo>
                  <a:pt x="5386876" y="2432167"/>
                </a:lnTo>
                <a:cubicBezTo>
                  <a:pt x="5394019" y="2432068"/>
                  <a:pt x="5398956" y="2432688"/>
                  <a:pt x="5401684" y="2434028"/>
                </a:cubicBezTo>
                <a:cubicBezTo>
                  <a:pt x="5404413" y="2435367"/>
                  <a:pt x="5406472" y="2437277"/>
                  <a:pt x="5407861" y="2439757"/>
                </a:cubicBezTo>
                <a:cubicBezTo>
                  <a:pt x="5409251" y="2442238"/>
                  <a:pt x="5409945" y="2446703"/>
                  <a:pt x="5409945" y="2453152"/>
                </a:cubicBezTo>
                <a:lnTo>
                  <a:pt x="5409945" y="2514023"/>
                </a:lnTo>
                <a:cubicBezTo>
                  <a:pt x="5409945" y="2526723"/>
                  <a:pt x="5411036" y="2536546"/>
                  <a:pt x="5413219" y="2543491"/>
                </a:cubicBezTo>
                <a:cubicBezTo>
                  <a:pt x="5415402" y="2550436"/>
                  <a:pt x="5419296" y="2556116"/>
                  <a:pt x="5424901" y="2560531"/>
                </a:cubicBezTo>
                <a:cubicBezTo>
                  <a:pt x="5430507" y="2564947"/>
                  <a:pt x="5437131" y="2567155"/>
                  <a:pt x="5444770" y="2567155"/>
                </a:cubicBezTo>
                <a:cubicBezTo>
                  <a:pt x="5451616" y="2567155"/>
                  <a:pt x="5458115" y="2565517"/>
                  <a:pt x="5464267" y="2562243"/>
                </a:cubicBezTo>
                <a:cubicBezTo>
                  <a:pt x="5470418" y="2558969"/>
                  <a:pt x="5479348" y="2550982"/>
                  <a:pt x="5491056" y="2538282"/>
                </a:cubicBezTo>
                <a:lnTo>
                  <a:pt x="5491056" y="2567155"/>
                </a:lnTo>
                <a:lnTo>
                  <a:pt x="5497753" y="2567155"/>
                </a:lnTo>
                <a:lnTo>
                  <a:pt x="5538532" y="2550337"/>
                </a:lnTo>
                <a:lnTo>
                  <a:pt x="5536449" y="2545128"/>
                </a:lnTo>
                <a:cubicBezTo>
                  <a:pt x="5532579" y="2546815"/>
                  <a:pt x="5529107" y="2547658"/>
                  <a:pt x="5526031" y="2547658"/>
                </a:cubicBezTo>
                <a:cubicBezTo>
                  <a:pt x="5523848" y="2547658"/>
                  <a:pt x="5521937" y="2546963"/>
                  <a:pt x="5520300" y="2545574"/>
                </a:cubicBezTo>
                <a:cubicBezTo>
                  <a:pt x="5518664" y="2544185"/>
                  <a:pt x="5517473" y="2541730"/>
                  <a:pt x="5516729" y="2538207"/>
                </a:cubicBezTo>
                <a:cubicBezTo>
                  <a:pt x="5515985" y="2534685"/>
                  <a:pt x="5515613" y="2525036"/>
                  <a:pt x="5515613" y="2509260"/>
                </a:cubicBezTo>
                <a:lnTo>
                  <a:pt x="5515613" y="2426661"/>
                </a:lnTo>
                <a:lnTo>
                  <a:pt x="5469180" y="2426661"/>
                </a:lnTo>
                <a:lnTo>
                  <a:pt x="5469180" y="2432167"/>
                </a:lnTo>
                <a:cubicBezTo>
                  <a:pt x="5478107" y="2432366"/>
                  <a:pt x="5483987" y="2433829"/>
                  <a:pt x="5486814" y="2436558"/>
                </a:cubicBezTo>
                <a:cubicBezTo>
                  <a:pt x="5489642" y="2439286"/>
                  <a:pt x="5491056" y="2444520"/>
                  <a:pt x="5491056" y="2452259"/>
                </a:cubicBezTo>
                <a:lnTo>
                  <a:pt x="5491056" y="2529501"/>
                </a:lnTo>
                <a:cubicBezTo>
                  <a:pt x="5483614" y="2537041"/>
                  <a:pt x="5477190" y="2542151"/>
                  <a:pt x="5471782" y="2544830"/>
                </a:cubicBezTo>
                <a:cubicBezTo>
                  <a:pt x="5466376" y="2547509"/>
                  <a:pt x="5461538" y="2548849"/>
                  <a:pt x="5457272" y="2548849"/>
                </a:cubicBezTo>
                <a:cubicBezTo>
                  <a:pt x="5451021" y="2548849"/>
                  <a:pt x="5445688" y="2546864"/>
                  <a:pt x="5441274" y="2542896"/>
                </a:cubicBezTo>
                <a:cubicBezTo>
                  <a:pt x="5436858" y="2538927"/>
                  <a:pt x="5434650" y="2530592"/>
                  <a:pt x="5434650" y="2517892"/>
                </a:cubicBezTo>
                <a:lnTo>
                  <a:pt x="5434650" y="2426661"/>
                </a:lnTo>
                <a:close/>
                <a:moveTo>
                  <a:pt x="3672378" y="2426661"/>
                </a:moveTo>
                <a:lnTo>
                  <a:pt x="3672378" y="2432167"/>
                </a:lnTo>
                <a:cubicBezTo>
                  <a:pt x="3679523" y="2432068"/>
                  <a:pt x="3684458" y="2432688"/>
                  <a:pt x="3687188" y="2434028"/>
                </a:cubicBezTo>
                <a:cubicBezTo>
                  <a:pt x="3689915" y="2435367"/>
                  <a:pt x="3691974" y="2437277"/>
                  <a:pt x="3693363" y="2439757"/>
                </a:cubicBezTo>
                <a:cubicBezTo>
                  <a:pt x="3694753" y="2442238"/>
                  <a:pt x="3695446" y="2446703"/>
                  <a:pt x="3695446" y="2453152"/>
                </a:cubicBezTo>
                <a:lnTo>
                  <a:pt x="3695446" y="2514023"/>
                </a:lnTo>
                <a:cubicBezTo>
                  <a:pt x="3695446" y="2526723"/>
                  <a:pt x="3696538" y="2536546"/>
                  <a:pt x="3698721" y="2543491"/>
                </a:cubicBezTo>
                <a:cubicBezTo>
                  <a:pt x="3700904" y="2550436"/>
                  <a:pt x="3704798" y="2556116"/>
                  <a:pt x="3710403" y="2560531"/>
                </a:cubicBezTo>
                <a:cubicBezTo>
                  <a:pt x="3716010" y="2564947"/>
                  <a:pt x="3722633" y="2567155"/>
                  <a:pt x="3730273" y="2567155"/>
                </a:cubicBezTo>
                <a:cubicBezTo>
                  <a:pt x="3737119" y="2567155"/>
                  <a:pt x="3743618" y="2565517"/>
                  <a:pt x="3749769" y="2562243"/>
                </a:cubicBezTo>
                <a:cubicBezTo>
                  <a:pt x="3755921" y="2558969"/>
                  <a:pt x="3764851" y="2550982"/>
                  <a:pt x="3776558" y="2538282"/>
                </a:cubicBezTo>
                <a:lnTo>
                  <a:pt x="3776558" y="2567155"/>
                </a:lnTo>
                <a:lnTo>
                  <a:pt x="3783256" y="2567155"/>
                </a:lnTo>
                <a:lnTo>
                  <a:pt x="3824035" y="2550337"/>
                </a:lnTo>
                <a:lnTo>
                  <a:pt x="3821951" y="2545128"/>
                </a:lnTo>
                <a:cubicBezTo>
                  <a:pt x="3818081" y="2546815"/>
                  <a:pt x="3814608" y="2547658"/>
                  <a:pt x="3811532" y="2547658"/>
                </a:cubicBezTo>
                <a:cubicBezTo>
                  <a:pt x="3809350" y="2547658"/>
                  <a:pt x="3807440" y="2546963"/>
                  <a:pt x="3805803" y="2545574"/>
                </a:cubicBezTo>
                <a:cubicBezTo>
                  <a:pt x="3804166" y="2544185"/>
                  <a:pt x="3802975" y="2541730"/>
                  <a:pt x="3802231" y="2538207"/>
                </a:cubicBezTo>
                <a:cubicBezTo>
                  <a:pt x="3801486" y="2534685"/>
                  <a:pt x="3801115" y="2525036"/>
                  <a:pt x="3801115" y="2509260"/>
                </a:cubicBezTo>
                <a:lnTo>
                  <a:pt x="3801115" y="2426661"/>
                </a:lnTo>
                <a:lnTo>
                  <a:pt x="3754680" y="2426661"/>
                </a:lnTo>
                <a:lnTo>
                  <a:pt x="3754680" y="2432167"/>
                </a:lnTo>
                <a:cubicBezTo>
                  <a:pt x="3763610" y="2432366"/>
                  <a:pt x="3769488" y="2433829"/>
                  <a:pt x="3772316" y="2436558"/>
                </a:cubicBezTo>
                <a:cubicBezTo>
                  <a:pt x="3775144" y="2439286"/>
                  <a:pt x="3776558" y="2444520"/>
                  <a:pt x="3776558" y="2452259"/>
                </a:cubicBezTo>
                <a:lnTo>
                  <a:pt x="3776558" y="2529501"/>
                </a:lnTo>
                <a:cubicBezTo>
                  <a:pt x="3769117" y="2537041"/>
                  <a:pt x="3762692" y="2542151"/>
                  <a:pt x="3757285" y="2544830"/>
                </a:cubicBezTo>
                <a:cubicBezTo>
                  <a:pt x="3751877" y="2547509"/>
                  <a:pt x="3747041" y="2548849"/>
                  <a:pt x="3742775" y="2548849"/>
                </a:cubicBezTo>
                <a:cubicBezTo>
                  <a:pt x="3736523" y="2548849"/>
                  <a:pt x="3731190" y="2546864"/>
                  <a:pt x="3726775" y="2542896"/>
                </a:cubicBezTo>
                <a:cubicBezTo>
                  <a:pt x="3722359" y="2538927"/>
                  <a:pt x="3720153" y="2530592"/>
                  <a:pt x="3720153" y="2517892"/>
                </a:cubicBezTo>
                <a:lnTo>
                  <a:pt x="3720153" y="2426661"/>
                </a:lnTo>
                <a:close/>
                <a:moveTo>
                  <a:pt x="2788191" y="2426661"/>
                </a:moveTo>
                <a:lnTo>
                  <a:pt x="2788191" y="2432167"/>
                </a:lnTo>
                <a:cubicBezTo>
                  <a:pt x="2794144" y="2433457"/>
                  <a:pt x="2798509" y="2435367"/>
                  <a:pt x="2801287" y="2437897"/>
                </a:cubicBezTo>
                <a:cubicBezTo>
                  <a:pt x="2804065" y="2440427"/>
                  <a:pt x="2806893" y="2445314"/>
                  <a:pt x="2809770" y="2452557"/>
                </a:cubicBezTo>
                <a:lnTo>
                  <a:pt x="2853526" y="2567155"/>
                </a:lnTo>
                <a:lnTo>
                  <a:pt x="2859033" y="2567155"/>
                </a:lnTo>
                <a:lnTo>
                  <a:pt x="2898770" y="2480090"/>
                </a:lnTo>
                <a:lnTo>
                  <a:pt x="2932852" y="2567155"/>
                </a:lnTo>
                <a:lnTo>
                  <a:pt x="2938954" y="2567155"/>
                </a:lnTo>
                <a:lnTo>
                  <a:pt x="2984495" y="2449729"/>
                </a:lnTo>
                <a:cubicBezTo>
                  <a:pt x="2988563" y="2439311"/>
                  <a:pt x="2994913" y="2433457"/>
                  <a:pt x="3003545" y="2432167"/>
                </a:cubicBezTo>
                <a:lnTo>
                  <a:pt x="3003545" y="2426661"/>
                </a:lnTo>
                <a:lnTo>
                  <a:pt x="2960533" y="2426661"/>
                </a:lnTo>
                <a:lnTo>
                  <a:pt x="2960533" y="2432167"/>
                </a:lnTo>
                <a:cubicBezTo>
                  <a:pt x="2966188" y="2432366"/>
                  <a:pt x="2969984" y="2433209"/>
                  <a:pt x="2971919" y="2434698"/>
                </a:cubicBezTo>
                <a:cubicBezTo>
                  <a:pt x="2973854" y="2436186"/>
                  <a:pt x="2974821" y="2437872"/>
                  <a:pt x="2974821" y="2439757"/>
                </a:cubicBezTo>
                <a:cubicBezTo>
                  <a:pt x="2974821" y="2442932"/>
                  <a:pt x="2973829" y="2447199"/>
                  <a:pt x="2971845" y="2452557"/>
                </a:cubicBezTo>
                <a:lnTo>
                  <a:pt x="2943121" y="2528013"/>
                </a:lnTo>
                <a:lnTo>
                  <a:pt x="2912164" y="2449729"/>
                </a:lnTo>
                <a:cubicBezTo>
                  <a:pt x="2911371" y="2447645"/>
                  <a:pt x="2910973" y="2445611"/>
                  <a:pt x="2910973" y="2443627"/>
                </a:cubicBezTo>
                <a:cubicBezTo>
                  <a:pt x="2910973" y="2440154"/>
                  <a:pt x="2911966" y="2437624"/>
                  <a:pt x="2913950" y="2436037"/>
                </a:cubicBezTo>
                <a:cubicBezTo>
                  <a:pt x="2916926" y="2433755"/>
                  <a:pt x="2921987" y="2432465"/>
                  <a:pt x="2929130" y="2432167"/>
                </a:cubicBezTo>
                <a:lnTo>
                  <a:pt x="2929130" y="2426661"/>
                </a:lnTo>
                <a:lnTo>
                  <a:pt x="2864241" y="2426661"/>
                </a:lnTo>
                <a:lnTo>
                  <a:pt x="2864241" y="2432167"/>
                </a:lnTo>
                <a:cubicBezTo>
                  <a:pt x="2870195" y="2432465"/>
                  <a:pt x="2874263" y="2433308"/>
                  <a:pt x="2876446" y="2434698"/>
                </a:cubicBezTo>
                <a:cubicBezTo>
                  <a:pt x="2880314" y="2436979"/>
                  <a:pt x="2883440" y="2441097"/>
                  <a:pt x="2885822" y="2447050"/>
                </a:cubicBezTo>
                <a:lnTo>
                  <a:pt x="2893561" y="2467142"/>
                </a:lnTo>
                <a:lnTo>
                  <a:pt x="2864241" y="2530989"/>
                </a:lnTo>
                <a:lnTo>
                  <a:pt x="2835072" y="2452557"/>
                </a:lnTo>
                <a:cubicBezTo>
                  <a:pt x="2833385" y="2448191"/>
                  <a:pt x="2832540" y="2444470"/>
                  <a:pt x="2832540" y="2441395"/>
                </a:cubicBezTo>
                <a:cubicBezTo>
                  <a:pt x="2832540" y="2438616"/>
                  <a:pt x="2833360" y="2436483"/>
                  <a:pt x="2834997" y="2434995"/>
                </a:cubicBezTo>
                <a:cubicBezTo>
                  <a:pt x="2836634" y="2433507"/>
                  <a:pt x="2840083" y="2432564"/>
                  <a:pt x="2845341" y="2432167"/>
                </a:cubicBezTo>
                <a:lnTo>
                  <a:pt x="2845341" y="2426661"/>
                </a:lnTo>
                <a:close/>
                <a:moveTo>
                  <a:pt x="10405360" y="2422642"/>
                </a:moveTo>
                <a:cubicBezTo>
                  <a:pt x="10393156" y="2422642"/>
                  <a:pt x="10383210" y="2426413"/>
                  <a:pt x="10375520" y="2433953"/>
                </a:cubicBezTo>
                <a:cubicBezTo>
                  <a:pt x="10367831" y="2441494"/>
                  <a:pt x="10363986" y="2450870"/>
                  <a:pt x="10363986" y="2462082"/>
                </a:cubicBezTo>
                <a:cubicBezTo>
                  <a:pt x="10363986" y="2470714"/>
                  <a:pt x="10366218" y="2477857"/>
                  <a:pt x="10370683" y="2483513"/>
                </a:cubicBezTo>
                <a:cubicBezTo>
                  <a:pt x="10375148" y="2489268"/>
                  <a:pt x="10384574" y="2495717"/>
                  <a:pt x="10398960" y="2502861"/>
                </a:cubicBezTo>
                <a:cubicBezTo>
                  <a:pt x="10413348" y="2510004"/>
                  <a:pt x="10422947" y="2515908"/>
                  <a:pt x="10427758" y="2520571"/>
                </a:cubicBezTo>
                <a:cubicBezTo>
                  <a:pt x="10432571" y="2525234"/>
                  <a:pt x="10434977" y="2530989"/>
                  <a:pt x="10434977" y="2537835"/>
                </a:cubicBezTo>
                <a:cubicBezTo>
                  <a:pt x="10434977" y="2543491"/>
                  <a:pt x="10432819" y="2548328"/>
                  <a:pt x="10428503" y="2552346"/>
                </a:cubicBezTo>
                <a:cubicBezTo>
                  <a:pt x="10424187" y="2556364"/>
                  <a:pt x="10418606" y="2558373"/>
                  <a:pt x="10411759" y="2558373"/>
                </a:cubicBezTo>
                <a:cubicBezTo>
                  <a:pt x="10402037" y="2558373"/>
                  <a:pt x="10393256" y="2554851"/>
                  <a:pt x="10385417" y="2547807"/>
                </a:cubicBezTo>
                <a:cubicBezTo>
                  <a:pt x="10377579" y="2540762"/>
                  <a:pt x="10372271" y="2530295"/>
                  <a:pt x="10369492" y="2516404"/>
                </a:cubicBezTo>
                <a:lnTo>
                  <a:pt x="10364581" y="2516404"/>
                </a:lnTo>
                <a:lnTo>
                  <a:pt x="10364581" y="2565071"/>
                </a:lnTo>
                <a:lnTo>
                  <a:pt x="10369492" y="2565071"/>
                </a:lnTo>
                <a:cubicBezTo>
                  <a:pt x="10370783" y="2562491"/>
                  <a:pt x="10372569" y="2561201"/>
                  <a:pt x="10374850" y="2561201"/>
                </a:cubicBezTo>
                <a:cubicBezTo>
                  <a:pt x="10376934" y="2561201"/>
                  <a:pt x="10379613" y="2561697"/>
                  <a:pt x="10382887" y="2562690"/>
                </a:cubicBezTo>
                <a:cubicBezTo>
                  <a:pt x="10393602" y="2565666"/>
                  <a:pt x="10403127" y="2567155"/>
                  <a:pt x="10411462" y="2567155"/>
                </a:cubicBezTo>
                <a:cubicBezTo>
                  <a:pt x="10423070" y="2567155"/>
                  <a:pt x="10433563" y="2563359"/>
                  <a:pt x="10442939" y="2555769"/>
                </a:cubicBezTo>
                <a:cubicBezTo>
                  <a:pt x="10452315" y="2548179"/>
                  <a:pt x="10457003" y="2538183"/>
                  <a:pt x="10457003" y="2525780"/>
                </a:cubicBezTo>
                <a:cubicBezTo>
                  <a:pt x="10457003" y="2509707"/>
                  <a:pt x="10446933" y="2496759"/>
                  <a:pt x="10426791" y="2486936"/>
                </a:cubicBezTo>
                <a:lnTo>
                  <a:pt x="10405062" y="2476369"/>
                </a:lnTo>
                <a:cubicBezTo>
                  <a:pt x="10395637" y="2471805"/>
                  <a:pt x="10389386" y="2467489"/>
                  <a:pt x="10386310" y="2463421"/>
                </a:cubicBezTo>
                <a:cubicBezTo>
                  <a:pt x="10383136" y="2459452"/>
                  <a:pt x="10381547" y="2454690"/>
                  <a:pt x="10381547" y="2449134"/>
                </a:cubicBezTo>
                <a:cubicBezTo>
                  <a:pt x="10381547" y="2444669"/>
                  <a:pt x="10383681" y="2440601"/>
                  <a:pt x="10387947" y="2436930"/>
                </a:cubicBezTo>
                <a:cubicBezTo>
                  <a:pt x="10392214" y="2433259"/>
                  <a:pt x="10397820" y="2431423"/>
                  <a:pt x="10404764" y="2431423"/>
                </a:cubicBezTo>
                <a:cubicBezTo>
                  <a:pt x="10413893" y="2431423"/>
                  <a:pt x="10421409" y="2434052"/>
                  <a:pt x="10427312" y="2439311"/>
                </a:cubicBezTo>
                <a:cubicBezTo>
                  <a:pt x="10433216" y="2444570"/>
                  <a:pt x="10438053" y="2454491"/>
                  <a:pt x="10441823" y="2469077"/>
                </a:cubicBezTo>
                <a:lnTo>
                  <a:pt x="10446734" y="2469077"/>
                </a:lnTo>
                <a:lnTo>
                  <a:pt x="10446734" y="2422642"/>
                </a:lnTo>
                <a:lnTo>
                  <a:pt x="10441823" y="2422642"/>
                </a:lnTo>
                <a:cubicBezTo>
                  <a:pt x="10440632" y="2425024"/>
                  <a:pt x="10439590" y="2426561"/>
                  <a:pt x="10438697" y="2427256"/>
                </a:cubicBezTo>
                <a:cubicBezTo>
                  <a:pt x="10437804" y="2427950"/>
                  <a:pt x="10436565" y="2428298"/>
                  <a:pt x="10434977" y="2428298"/>
                </a:cubicBezTo>
                <a:cubicBezTo>
                  <a:pt x="10433291" y="2428298"/>
                  <a:pt x="10429916" y="2427554"/>
                  <a:pt x="10424856" y="2426065"/>
                </a:cubicBezTo>
                <a:cubicBezTo>
                  <a:pt x="10417217" y="2423783"/>
                  <a:pt x="10410718" y="2422642"/>
                  <a:pt x="10405360" y="2422642"/>
                </a:cubicBezTo>
                <a:close/>
                <a:moveTo>
                  <a:pt x="10249090" y="2422642"/>
                </a:moveTo>
                <a:lnTo>
                  <a:pt x="10208014" y="2439311"/>
                </a:lnTo>
                <a:lnTo>
                  <a:pt x="10210246" y="2444669"/>
                </a:lnTo>
                <a:cubicBezTo>
                  <a:pt x="10214116" y="2443180"/>
                  <a:pt x="10217439" y="2442436"/>
                  <a:pt x="10220218" y="2442436"/>
                </a:cubicBezTo>
                <a:cubicBezTo>
                  <a:pt x="10222797" y="2442436"/>
                  <a:pt x="10224856" y="2443081"/>
                  <a:pt x="10226394" y="2444371"/>
                </a:cubicBezTo>
                <a:cubicBezTo>
                  <a:pt x="10227932" y="2445661"/>
                  <a:pt x="10229073" y="2448092"/>
                  <a:pt x="10229817" y="2451664"/>
                </a:cubicBezTo>
                <a:cubicBezTo>
                  <a:pt x="10230561" y="2455236"/>
                  <a:pt x="10230933" y="2465207"/>
                  <a:pt x="10230933" y="2481578"/>
                </a:cubicBezTo>
                <a:lnTo>
                  <a:pt x="10230933" y="2532180"/>
                </a:lnTo>
                <a:cubicBezTo>
                  <a:pt x="10230933" y="2542102"/>
                  <a:pt x="10229718" y="2548824"/>
                  <a:pt x="10227287" y="2552346"/>
                </a:cubicBezTo>
                <a:cubicBezTo>
                  <a:pt x="10224856" y="2555868"/>
                  <a:pt x="10220168" y="2557629"/>
                  <a:pt x="10213223" y="2557629"/>
                </a:cubicBezTo>
                <a:lnTo>
                  <a:pt x="10210246" y="2557629"/>
                </a:lnTo>
                <a:lnTo>
                  <a:pt x="10210246" y="2562987"/>
                </a:lnTo>
                <a:lnTo>
                  <a:pt x="10277665" y="2562987"/>
                </a:lnTo>
                <a:lnTo>
                  <a:pt x="10277665" y="2557629"/>
                </a:lnTo>
                <a:cubicBezTo>
                  <a:pt x="10270224" y="2557629"/>
                  <a:pt x="10265288" y="2556960"/>
                  <a:pt x="10262857" y="2555620"/>
                </a:cubicBezTo>
                <a:cubicBezTo>
                  <a:pt x="10260427" y="2554281"/>
                  <a:pt x="10258516" y="2552172"/>
                  <a:pt x="10257127" y="2549295"/>
                </a:cubicBezTo>
                <a:cubicBezTo>
                  <a:pt x="10256036" y="2547112"/>
                  <a:pt x="10255490" y="2541407"/>
                  <a:pt x="10255490" y="2532180"/>
                </a:cubicBezTo>
                <a:lnTo>
                  <a:pt x="10255490" y="2460296"/>
                </a:lnTo>
                <a:cubicBezTo>
                  <a:pt x="10267198" y="2447397"/>
                  <a:pt x="10278956" y="2440948"/>
                  <a:pt x="10290762" y="2440948"/>
                </a:cubicBezTo>
                <a:cubicBezTo>
                  <a:pt x="10298402" y="2440948"/>
                  <a:pt x="10303835" y="2443751"/>
                  <a:pt x="10307059" y="2449357"/>
                </a:cubicBezTo>
                <a:cubicBezTo>
                  <a:pt x="10310284" y="2454963"/>
                  <a:pt x="10311896" y="2463967"/>
                  <a:pt x="10311896" y="2476369"/>
                </a:cubicBezTo>
                <a:lnTo>
                  <a:pt x="10311896" y="2532180"/>
                </a:lnTo>
                <a:cubicBezTo>
                  <a:pt x="10311896" y="2540018"/>
                  <a:pt x="10311698" y="2544681"/>
                  <a:pt x="10311300" y="2546170"/>
                </a:cubicBezTo>
                <a:cubicBezTo>
                  <a:pt x="10310309" y="2549940"/>
                  <a:pt x="10308547" y="2552793"/>
                  <a:pt x="10306017" y="2554727"/>
                </a:cubicBezTo>
                <a:cubicBezTo>
                  <a:pt x="10303487" y="2556662"/>
                  <a:pt x="10299048" y="2557629"/>
                  <a:pt x="10292697" y="2557629"/>
                </a:cubicBezTo>
                <a:lnTo>
                  <a:pt x="10289869" y="2557629"/>
                </a:lnTo>
                <a:lnTo>
                  <a:pt x="10289869" y="2562987"/>
                </a:lnTo>
                <a:lnTo>
                  <a:pt x="10357288" y="2562987"/>
                </a:lnTo>
                <a:lnTo>
                  <a:pt x="10357288" y="2557629"/>
                </a:lnTo>
                <a:cubicBezTo>
                  <a:pt x="10350740" y="2557629"/>
                  <a:pt x="10346251" y="2556935"/>
                  <a:pt x="10343819" y="2555546"/>
                </a:cubicBezTo>
                <a:cubicBezTo>
                  <a:pt x="10341389" y="2554157"/>
                  <a:pt x="10339628" y="2552222"/>
                  <a:pt x="10338536" y="2549741"/>
                </a:cubicBezTo>
                <a:cubicBezTo>
                  <a:pt x="10337148" y="2546666"/>
                  <a:pt x="10336452" y="2540812"/>
                  <a:pt x="10336452" y="2532180"/>
                </a:cubicBezTo>
                <a:lnTo>
                  <a:pt x="10336452" y="2473988"/>
                </a:lnTo>
                <a:cubicBezTo>
                  <a:pt x="10336452" y="2461685"/>
                  <a:pt x="10335362" y="2452557"/>
                  <a:pt x="10333178" y="2446604"/>
                </a:cubicBezTo>
                <a:cubicBezTo>
                  <a:pt x="10330004" y="2438071"/>
                  <a:pt x="10325737" y="2431944"/>
                  <a:pt x="10320379" y="2428223"/>
                </a:cubicBezTo>
                <a:cubicBezTo>
                  <a:pt x="10315021" y="2424503"/>
                  <a:pt x="10308622" y="2422642"/>
                  <a:pt x="10301180" y="2422642"/>
                </a:cubicBezTo>
                <a:cubicBezTo>
                  <a:pt x="10286695" y="2422642"/>
                  <a:pt x="10271464" y="2432266"/>
                  <a:pt x="10255490" y="2451515"/>
                </a:cubicBezTo>
                <a:lnTo>
                  <a:pt x="10255490" y="2422642"/>
                </a:lnTo>
                <a:close/>
                <a:moveTo>
                  <a:pt x="10130028" y="2422642"/>
                </a:moveTo>
                <a:cubicBezTo>
                  <a:pt x="10118717" y="2422642"/>
                  <a:pt x="10108001" y="2425594"/>
                  <a:pt x="10097881" y="2431497"/>
                </a:cubicBezTo>
                <a:cubicBezTo>
                  <a:pt x="10087761" y="2437401"/>
                  <a:pt x="10079600" y="2446529"/>
                  <a:pt x="10073399" y="2458882"/>
                </a:cubicBezTo>
                <a:cubicBezTo>
                  <a:pt x="10067197" y="2471235"/>
                  <a:pt x="10064097" y="2483662"/>
                  <a:pt x="10064097" y="2496163"/>
                </a:cubicBezTo>
                <a:cubicBezTo>
                  <a:pt x="10064097" y="2513328"/>
                  <a:pt x="10069206" y="2528806"/>
                  <a:pt x="10079426" y="2542598"/>
                </a:cubicBezTo>
                <a:cubicBezTo>
                  <a:pt x="10091531" y="2558969"/>
                  <a:pt x="10107852" y="2567155"/>
                  <a:pt x="10128391" y="2567155"/>
                </a:cubicBezTo>
                <a:cubicBezTo>
                  <a:pt x="10140992" y="2567155"/>
                  <a:pt x="10152426" y="2563979"/>
                  <a:pt x="10162696" y="2557629"/>
                </a:cubicBezTo>
                <a:cubicBezTo>
                  <a:pt x="10172965" y="2551279"/>
                  <a:pt x="10181026" y="2541854"/>
                  <a:pt x="10186880" y="2529352"/>
                </a:cubicBezTo>
                <a:cubicBezTo>
                  <a:pt x="10192734" y="2516851"/>
                  <a:pt x="10195661" y="2504498"/>
                  <a:pt x="10195661" y="2492294"/>
                </a:cubicBezTo>
                <a:cubicBezTo>
                  <a:pt x="10195661" y="2474930"/>
                  <a:pt x="10190353" y="2459552"/>
                  <a:pt x="10179736" y="2446157"/>
                </a:cubicBezTo>
                <a:cubicBezTo>
                  <a:pt x="10167235" y="2430480"/>
                  <a:pt x="10150665" y="2422642"/>
                  <a:pt x="10130028" y="2422642"/>
                </a:cubicBezTo>
                <a:close/>
                <a:moveTo>
                  <a:pt x="10018109" y="2422642"/>
                </a:moveTo>
                <a:lnTo>
                  <a:pt x="9977032" y="2439311"/>
                </a:lnTo>
                <a:lnTo>
                  <a:pt x="9979116" y="2444669"/>
                </a:lnTo>
                <a:cubicBezTo>
                  <a:pt x="9983085" y="2443180"/>
                  <a:pt x="9986458" y="2442436"/>
                  <a:pt x="9989236" y="2442436"/>
                </a:cubicBezTo>
                <a:cubicBezTo>
                  <a:pt x="9991816" y="2442436"/>
                  <a:pt x="9993850" y="2443056"/>
                  <a:pt x="9995338" y="2444297"/>
                </a:cubicBezTo>
                <a:cubicBezTo>
                  <a:pt x="9996827" y="2445537"/>
                  <a:pt x="9997918" y="2447745"/>
                  <a:pt x="9998613" y="2450920"/>
                </a:cubicBezTo>
                <a:cubicBezTo>
                  <a:pt x="9999506" y="2455285"/>
                  <a:pt x="9999952" y="2464860"/>
                  <a:pt x="9999952" y="2479643"/>
                </a:cubicBezTo>
                <a:lnTo>
                  <a:pt x="9999952" y="2532180"/>
                </a:lnTo>
                <a:cubicBezTo>
                  <a:pt x="9999952" y="2540613"/>
                  <a:pt x="9999282" y="2546318"/>
                  <a:pt x="9997943" y="2549295"/>
                </a:cubicBezTo>
                <a:cubicBezTo>
                  <a:pt x="9996603" y="2552272"/>
                  <a:pt x="9994792" y="2554405"/>
                  <a:pt x="9992511" y="2555695"/>
                </a:cubicBezTo>
                <a:cubicBezTo>
                  <a:pt x="9990229" y="2556984"/>
                  <a:pt x="9985764" y="2557629"/>
                  <a:pt x="9979116" y="2557629"/>
                </a:cubicBezTo>
                <a:lnTo>
                  <a:pt x="9979116" y="2562987"/>
                </a:lnTo>
                <a:lnTo>
                  <a:pt x="10045345" y="2562987"/>
                </a:lnTo>
                <a:lnTo>
                  <a:pt x="10045345" y="2557629"/>
                </a:lnTo>
                <a:cubicBezTo>
                  <a:pt x="10038896" y="2557629"/>
                  <a:pt x="10034455" y="2556935"/>
                  <a:pt x="10032024" y="2555546"/>
                </a:cubicBezTo>
                <a:cubicBezTo>
                  <a:pt x="10029594" y="2554157"/>
                  <a:pt x="10027758" y="2552048"/>
                  <a:pt x="10026518" y="2549221"/>
                </a:cubicBezTo>
                <a:cubicBezTo>
                  <a:pt x="10025278" y="2546393"/>
                  <a:pt x="10024657" y="2540713"/>
                  <a:pt x="10024657" y="2532180"/>
                </a:cubicBezTo>
                <a:lnTo>
                  <a:pt x="10024657" y="2422642"/>
                </a:lnTo>
                <a:close/>
                <a:moveTo>
                  <a:pt x="9846659" y="2422642"/>
                </a:moveTo>
                <a:lnTo>
                  <a:pt x="9805582" y="2439311"/>
                </a:lnTo>
                <a:lnTo>
                  <a:pt x="9807666" y="2444669"/>
                </a:lnTo>
                <a:cubicBezTo>
                  <a:pt x="9811635" y="2443180"/>
                  <a:pt x="9815008" y="2442436"/>
                  <a:pt x="9817786" y="2442436"/>
                </a:cubicBezTo>
                <a:cubicBezTo>
                  <a:pt x="9820366" y="2442436"/>
                  <a:pt x="9822400" y="2443056"/>
                  <a:pt x="9823888" y="2444297"/>
                </a:cubicBezTo>
                <a:cubicBezTo>
                  <a:pt x="9825377" y="2445537"/>
                  <a:pt x="9826468" y="2447745"/>
                  <a:pt x="9827163" y="2450920"/>
                </a:cubicBezTo>
                <a:cubicBezTo>
                  <a:pt x="9828056" y="2455285"/>
                  <a:pt x="9828502" y="2464860"/>
                  <a:pt x="9828502" y="2479643"/>
                </a:cubicBezTo>
                <a:lnTo>
                  <a:pt x="9828502" y="2532180"/>
                </a:lnTo>
                <a:cubicBezTo>
                  <a:pt x="9828502" y="2540613"/>
                  <a:pt x="9827832" y="2546318"/>
                  <a:pt x="9826493" y="2549295"/>
                </a:cubicBezTo>
                <a:cubicBezTo>
                  <a:pt x="9825153" y="2552272"/>
                  <a:pt x="9823342" y="2554405"/>
                  <a:pt x="9821061" y="2555695"/>
                </a:cubicBezTo>
                <a:cubicBezTo>
                  <a:pt x="9818779" y="2556984"/>
                  <a:pt x="9814314" y="2557629"/>
                  <a:pt x="9807666" y="2557629"/>
                </a:cubicBezTo>
                <a:lnTo>
                  <a:pt x="9807666" y="2562987"/>
                </a:lnTo>
                <a:lnTo>
                  <a:pt x="9873895" y="2562987"/>
                </a:lnTo>
                <a:lnTo>
                  <a:pt x="9873895" y="2557629"/>
                </a:lnTo>
                <a:cubicBezTo>
                  <a:pt x="9867446" y="2557629"/>
                  <a:pt x="9863005" y="2556935"/>
                  <a:pt x="9860574" y="2555546"/>
                </a:cubicBezTo>
                <a:cubicBezTo>
                  <a:pt x="9858144" y="2554157"/>
                  <a:pt x="9856308" y="2552048"/>
                  <a:pt x="9855068" y="2549221"/>
                </a:cubicBezTo>
                <a:cubicBezTo>
                  <a:pt x="9853828" y="2546393"/>
                  <a:pt x="9853207" y="2540713"/>
                  <a:pt x="9853207" y="2532180"/>
                </a:cubicBezTo>
                <a:lnTo>
                  <a:pt x="9853207" y="2422642"/>
                </a:lnTo>
                <a:close/>
                <a:moveTo>
                  <a:pt x="9544240" y="2422642"/>
                </a:moveTo>
                <a:lnTo>
                  <a:pt x="9503164" y="2439311"/>
                </a:lnTo>
                <a:lnTo>
                  <a:pt x="9505396" y="2444669"/>
                </a:lnTo>
                <a:cubicBezTo>
                  <a:pt x="9509266" y="2443180"/>
                  <a:pt x="9512589" y="2442436"/>
                  <a:pt x="9515368" y="2442436"/>
                </a:cubicBezTo>
                <a:cubicBezTo>
                  <a:pt x="9517947" y="2442436"/>
                  <a:pt x="9520006" y="2443081"/>
                  <a:pt x="9521544" y="2444371"/>
                </a:cubicBezTo>
                <a:cubicBezTo>
                  <a:pt x="9523082" y="2445661"/>
                  <a:pt x="9524223" y="2448092"/>
                  <a:pt x="9524967" y="2451664"/>
                </a:cubicBezTo>
                <a:cubicBezTo>
                  <a:pt x="9525711" y="2455236"/>
                  <a:pt x="9526083" y="2465207"/>
                  <a:pt x="9526083" y="2481578"/>
                </a:cubicBezTo>
                <a:lnTo>
                  <a:pt x="9526083" y="2532180"/>
                </a:lnTo>
                <a:cubicBezTo>
                  <a:pt x="9526083" y="2542102"/>
                  <a:pt x="9524868" y="2548824"/>
                  <a:pt x="9522437" y="2552346"/>
                </a:cubicBezTo>
                <a:cubicBezTo>
                  <a:pt x="9520006" y="2555868"/>
                  <a:pt x="9515318" y="2557629"/>
                  <a:pt x="9508373" y="2557629"/>
                </a:cubicBezTo>
                <a:lnTo>
                  <a:pt x="9505396" y="2557629"/>
                </a:lnTo>
                <a:lnTo>
                  <a:pt x="9505396" y="2562987"/>
                </a:lnTo>
                <a:lnTo>
                  <a:pt x="9572815" y="2562987"/>
                </a:lnTo>
                <a:lnTo>
                  <a:pt x="9572815" y="2557629"/>
                </a:lnTo>
                <a:cubicBezTo>
                  <a:pt x="9565374" y="2557629"/>
                  <a:pt x="9560438" y="2556960"/>
                  <a:pt x="9558007" y="2555620"/>
                </a:cubicBezTo>
                <a:cubicBezTo>
                  <a:pt x="9555576" y="2554281"/>
                  <a:pt x="9553666" y="2552172"/>
                  <a:pt x="9552277" y="2549295"/>
                </a:cubicBezTo>
                <a:cubicBezTo>
                  <a:pt x="9551186" y="2547112"/>
                  <a:pt x="9550640" y="2541407"/>
                  <a:pt x="9550640" y="2532180"/>
                </a:cubicBezTo>
                <a:lnTo>
                  <a:pt x="9550640" y="2460296"/>
                </a:lnTo>
                <a:cubicBezTo>
                  <a:pt x="9562348" y="2447397"/>
                  <a:pt x="9574105" y="2440948"/>
                  <a:pt x="9585912" y="2440948"/>
                </a:cubicBezTo>
                <a:cubicBezTo>
                  <a:pt x="9593552" y="2440948"/>
                  <a:pt x="9598984" y="2443751"/>
                  <a:pt x="9602209" y="2449357"/>
                </a:cubicBezTo>
                <a:cubicBezTo>
                  <a:pt x="9605434" y="2454963"/>
                  <a:pt x="9607046" y="2463967"/>
                  <a:pt x="9607046" y="2476369"/>
                </a:cubicBezTo>
                <a:lnTo>
                  <a:pt x="9607046" y="2532180"/>
                </a:lnTo>
                <a:cubicBezTo>
                  <a:pt x="9607046" y="2540018"/>
                  <a:pt x="9606847" y="2544681"/>
                  <a:pt x="9606450" y="2546170"/>
                </a:cubicBezTo>
                <a:cubicBezTo>
                  <a:pt x="9605458" y="2549940"/>
                  <a:pt x="9603697" y="2552793"/>
                  <a:pt x="9601167" y="2554727"/>
                </a:cubicBezTo>
                <a:cubicBezTo>
                  <a:pt x="9598637" y="2556662"/>
                  <a:pt x="9594197" y="2557629"/>
                  <a:pt x="9587847" y="2557629"/>
                </a:cubicBezTo>
                <a:lnTo>
                  <a:pt x="9585019" y="2557629"/>
                </a:lnTo>
                <a:lnTo>
                  <a:pt x="9585019" y="2562987"/>
                </a:lnTo>
                <a:lnTo>
                  <a:pt x="9652438" y="2562987"/>
                </a:lnTo>
                <a:lnTo>
                  <a:pt x="9652438" y="2557629"/>
                </a:lnTo>
                <a:cubicBezTo>
                  <a:pt x="9645890" y="2557629"/>
                  <a:pt x="9641400" y="2556935"/>
                  <a:pt x="9638969" y="2555546"/>
                </a:cubicBezTo>
                <a:cubicBezTo>
                  <a:pt x="9636539" y="2554157"/>
                  <a:pt x="9634777" y="2552222"/>
                  <a:pt x="9633686" y="2549741"/>
                </a:cubicBezTo>
                <a:cubicBezTo>
                  <a:pt x="9632297" y="2546666"/>
                  <a:pt x="9631602" y="2540812"/>
                  <a:pt x="9631602" y="2532180"/>
                </a:cubicBezTo>
                <a:lnTo>
                  <a:pt x="9631602" y="2473988"/>
                </a:lnTo>
                <a:cubicBezTo>
                  <a:pt x="9631602" y="2461685"/>
                  <a:pt x="9630511" y="2452557"/>
                  <a:pt x="9628328" y="2446604"/>
                </a:cubicBezTo>
                <a:cubicBezTo>
                  <a:pt x="9625153" y="2438071"/>
                  <a:pt x="9620887" y="2431944"/>
                  <a:pt x="9615529" y="2428223"/>
                </a:cubicBezTo>
                <a:cubicBezTo>
                  <a:pt x="9610171" y="2424503"/>
                  <a:pt x="9603772" y="2422642"/>
                  <a:pt x="9596330" y="2422642"/>
                </a:cubicBezTo>
                <a:cubicBezTo>
                  <a:pt x="9581844" y="2422642"/>
                  <a:pt x="9566614" y="2432266"/>
                  <a:pt x="9550640" y="2451515"/>
                </a:cubicBezTo>
                <a:lnTo>
                  <a:pt x="9550640" y="2422642"/>
                </a:lnTo>
                <a:close/>
                <a:moveTo>
                  <a:pt x="9425178" y="2422642"/>
                </a:moveTo>
                <a:cubicBezTo>
                  <a:pt x="9413867" y="2422642"/>
                  <a:pt x="9403151" y="2425594"/>
                  <a:pt x="9393031" y="2431497"/>
                </a:cubicBezTo>
                <a:cubicBezTo>
                  <a:pt x="9382911" y="2437401"/>
                  <a:pt x="9374750" y="2446529"/>
                  <a:pt x="9368549" y="2458882"/>
                </a:cubicBezTo>
                <a:cubicBezTo>
                  <a:pt x="9362347" y="2471235"/>
                  <a:pt x="9359247" y="2483662"/>
                  <a:pt x="9359247" y="2496163"/>
                </a:cubicBezTo>
                <a:cubicBezTo>
                  <a:pt x="9359247" y="2513328"/>
                  <a:pt x="9364356" y="2528806"/>
                  <a:pt x="9374576" y="2542598"/>
                </a:cubicBezTo>
                <a:cubicBezTo>
                  <a:pt x="9386681" y="2558969"/>
                  <a:pt x="9403002" y="2567155"/>
                  <a:pt x="9423541" y="2567155"/>
                </a:cubicBezTo>
                <a:cubicBezTo>
                  <a:pt x="9436142" y="2567155"/>
                  <a:pt x="9447576" y="2563979"/>
                  <a:pt x="9457846" y="2557629"/>
                </a:cubicBezTo>
                <a:cubicBezTo>
                  <a:pt x="9468115" y="2551279"/>
                  <a:pt x="9476176" y="2541854"/>
                  <a:pt x="9482030" y="2529352"/>
                </a:cubicBezTo>
                <a:cubicBezTo>
                  <a:pt x="9487884" y="2516851"/>
                  <a:pt x="9490811" y="2504498"/>
                  <a:pt x="9490811" y="2492294"/>
                </a:cubicBezTo>
                <a:cubicBezTo>
                  <a:pt x="9490811" y="2474930"/>
                  <a:pt x="9485503" y="2459552"/>
                  <a:pt x="9474886" y="2446157"/>
                </a:cubicBezTo>
                <a:cubicBezTo>
                  <a:pt x="9462385" y="2430480"/>
                  <a:pt x="9445815" y="2422642"/>
                  <a:pt x="9425178" y="2422642"/>
                </a:cubicBezTo>
                <a:close/>
                <a:moveTo>
                  <a:pt x="9291084" y="2422642"/>
                </a:moveTo>
                <a:cubicBezTo>
                  <a:pt x="9273224" y="2422642"/>
                  <a:pt x="9257920" y="2429339"/>
                  <a:pt x="9245170" y="2442734"/>
                </a:cubicBezTo>
                <a:cubicBezTo>
                  <a:pt x="9232420" y="2456129"/>
                  <a:pt x="9226046" y="2473541"/>
                  <a:pt x="9226046" y="2494973"/>
                </a:cubicBezTo>
                <a:cubicBezTo>
                  <a:pt x="9226046" y="2517098"/>
                  <a:pt x="9231801" y="2534660"/>
                  <a:pt x="9243310" y="2547658"/>
                </a:cubicBezTo>
                <a:cubicBezTo>
                  <a:pt x="9254819" y="2560656"/>
                  <a:pt x="9268313" y="2567155"/>
                  <a:pt x="9283791" y="2567155"/>
                </a:cubicBezTo>
                <a:cubicBezTo>
                  <a:pt x="9296789" y="2567155"/>
                  <a:pt x="9308645" y="2562317"/>
                  <a:pt x="9319361" y="2552644"/>
                </a:cubicBezTo>
                <a:cubicBezTo>
                  <a:pt x="9330077" y="2542970"/>
                  <a:pt x="9337270" y="2529154"/>
                  <a:pt x="9340941" y="2511195"/>
                </a:cubicBezTo>
                <a:lnTo>
                  <a:pt x="9336625" y="2509112"/>
                </a:lnTo>
                <a:cubicBezTo>
                  <a:pt x="9331465" y="2521117"/>
                  <a:pt x="9326158" y="2529402"/>
                  <a:pt x="9320700" y="2533966"/>
                </a:cubicBezTo>
                <a:cubicBezTo>
                  <a:pt x="9312961" y="2540613"/>
                  <a:pt x="9304230" y="2543937"/>
                  <a:pt x="9294507" y="2543937"/>
                </a:cubicBezTo>
                <a:cubicBezTo>
                  <a:pt x="9280914" y="2543937"/>
                  <a:pt x="9270124" y="2537711"/>
                  <a:pt x="9262137" y="2525259"/>
                </a:cubicBezTo>
                <a:cubicBezTo>
                  <a:pt x="9254149" y="2512807"/>
                  <a:pt x="9250156" y="2498446"/>
                  <a:pt x="9250156" y="2482173"/>
                </a:cubicBezTo>
                <a:cubicBezTo>
                  <a:pt x="9250156" y="2466199"/>
                  <a:pt x="9254174" y="2453350"/>
                  <a:pt x="9262211" y="2443627"/>
                </a:cubicBezTo>
                <a:cubicBezTo>
                  <a:pt x="9268264" y="2436285"/>
                  <a:pt x="9276250" y="2432614"/>
                  <a:pt x="9286172" y="2432614"/>
                </a:cubicBezTo>
                <a:cubicBezTo>
                  <a:pt x="9292324" y="2432614"/>
                  <a:pt x="9297136" y="2434102"/>
                  <a:pt x="9300609" y="2437079"/>
                </a:cubicBezTo>
                <a:cubicBezTo>
                  <a:pt x="9304081" y="2440154"/>
                  <a:pt x="9306090" y="2444619"/>
                  <a:pt x="9306636" y="2450473"/>
                </a:cubicBezTo>
                <a:cubicBezTo>
                  <a:pt x="9307182" y="2456327"/>
                  <a:pt x="9308298" y="2460296"/>
                  <a:pt x="9309985" y="2462379"/>
                </a:cubicBezTo>
                <a:cubicBezTo>
                  <a:pt x="9312961" y="2466150"/>
                  <a:pt x="9317377" y="2468035"/>
                  <a:pt x="9323231" y="2468035"/>
                </a:cubicBezTo>
                <a:cubicBezTo>
                  <a:pt x="9327596" y="2468035"/>
                  <a:pt x="9330995" y="2466869"/>
                  <a:pt x="9333425" y="2464537"/>
                </a:cubicBezTo>
                <a:cubicBezTo>
                  <a:pt x="9335856" y="2462206"/>
                  <a:pt x="9337072" y="2459155"/>
                  <a:pt x="9337072" y="2455384"/>
                </a:cubicBezTo>
                <a:cubicBezTo>
                  <a:pt x="9337072" y="2447745"/>
                  <a:pt x="9332756" y="2440378"/>
                  <a:pt x="9324123" y="2433283"/>
                </a:cubicBezTo>
                <a:cubicBezTo>
                  <a:pt x="9315491" y="2426190"/>
                  <a:pt x="9304478" y="2422642"/>
                  <a:pt x="9291084" y="2422642"/>
                </a:cubicBezTo>
                <a:close/>
                <a:moveTo>
                  <a:pt x="9052959" y="2422642"/>
                </a:moveTo>
                <a:cubicBezTo>
                  <a:pt x="9035099" y="2422642"/>
                  <a:pt x="9019795" y="2429339"/>
                  <a:pt x="9007045" y="2442734"/>
                </a:cubicBezTo>
                <a:cubicBezTo>
                  <a:pt x="8994295" y="2456129"/>
                  <a:pt x="8987921" y="2473541"/>
                  <a:pt x="8987921" y="2494973"/>
                </a:cubicBezTo>
                <a:cubicBezTo>
                  <a:pt x="8987921" y="2517098"/>
                  <a:pt x="8993676" y="2534660"/>
                  <a:pt x="9005185" y="2547658"/>
                </a:cubicBezTo>
                <a:cubicBezTo>
                  <a:pt x="9016694" y="2560656"/>
                  <a:pt x="9030188" y="2567155"/>
                  <a:pt x="9045666" y="2567155"/>
                </a:cubicBezTo>
                <a:cubicBezTo>
                  <a:pt x="9058664" y="2567155"/>
                  <a:pt x="9070520" y="2562317"/>
                  <a:pt x="9081236" y="2552644"/>
                </a:cubicBezTo>
                <a:cubicBezTo>
                  <a:pt x="9091952" y="2542970"/>
                  <a:pt x="9099145" y="2529154"/>
                  <a:pt x="9102816" y="2511195"/>
                </a:cubicBezTo>
                <a:lnTo>
                  <a:pt x="9098500" y="2509112"/>
                </a:lnTo>
                <a:cubicBezTo>
                  <a:pt x="9093340" y="2521117"/>
                  <a:pt x="9088033" y="2529402"/>
                  <a:pt x="9082575" y="2533966"/>
                </a:cubicBezTo>
                <a:cubicBezTo>
                  <a:pt x="9074836" y="2540613"/>
                  <a:pt x="9066105" y="2543937"/>
                  <a:pt x="9056382" y="2543937"/>
                </a:cubicBezTo>
                <a:cubicBezTo>
                  <a:pt x="9042789" y="2543937"/>
                  <a:pt x="9031999" y="2537711"/>
                  <a:pt x="9024012" y="2525259"/>
                </a:cubicBezTo>
                <a:cubicBezTo>
                  <a:pt x="9016024" y="2512807"/>
                  <a:pt x="9012031" y="2498446"/>
                  <a:pt x="9012031" y="2482173"/>
                </a:cubicBezTo>
                <a:cubicBezTo>
                  <a:pt x="9012031" y="2466199"/>
                  <a:pt x="9016049" y="2453350"/>
                  <a:pt x="9024086" y="2443627"/>
                </a:cubicBezTo>
                <a:cubicBezTo>
                  <a:pt x="9030139" y="2436285"/>
                  <a:pt x="9038125" y="2432614"/>
                  <a:pt x="9048047" y="2432614"/>
                </a:cubicBezTo>
                <a:cubicBezTo>
                  <a:pt x="9054199" y="2432614"/>
                  <a:pt x="9059011" y="2434102"/>
                  <a:pt x="9062484" y="2437079"/>
                </a:cubicBezTo>
                <a:cubicBezTo>
                  <a:pt x="9065956" y="2440154"/>
                  <a:pt x="9067965" y="2444619"/>
                  <a:pt x="9068511" y="2450473"/>
                </a:cubicBezTo>
                <a:cubicBezTo>
                  <a:pt x="9069057" y="2456327"/>
                  <a:pt x="9070173" y="2460296"/>
                  <a:pt x="9071860" y="2462379"/>
                </a:cubicBezTo>
                <a:cubicBezTo>
                  <a:pt x="9074836" y="2466150"/>
                  <a:pt x="9079252" y="2468035"/>
                  <a:pt x="9085106" y="2468035"/>
                </a:cubicBezTo>
                <a:cubicBezTo>
                  <a:pt x="9089471" y="2468035"/>
                  <a:pt x="9092870" y="2466869"/>
                  <a:pt x="9095300" y="2464537"/>
                </a:cubicBezTo>
                <a:cubicBezTo>
                  <a:pt x="9097731" y="2462206"/>
                  <a:pt x="9098947" y="2459155"/>
                  <a:pt x="9098947" y="2455384"/>
                </a:cubicBezTo>
                <a:cubicBezTo>
                  <a:pt x="9098947" y="2447745"/>
                  <a:pt x="9094631" y="2440378"/>
                  <a:pt x="9085998" y="2433283"/>
                </a:cubicBezTo>
                <a:cubicBezTo>
                  <a:pt x="9077366" y="2426190"/>
                  <a:pt x="9066353" y="2422642"/>
                  <a:pt x="9052959" y="2422642"/>
                </a:cubicBezTo>
                <a:close/>
                <a:moveTo>
                  <a:pt x="8716310" y="2422642"/>
                </a:moveTo>
                <a:lnTo>
                  <a:pt x="8675233" y="2439311"/>
                </a:lnTo>
                <a:lnTo>
                  <a:pt x="8677466" y="2444669"/>
                </a:lnTo>
                <a:cubicBezTo>
                  <a:pt x="8681335" y="2443180"/>
                  <a:pt x="8684658" y="2442436"/>
                  <a:pt x="8687437" y="2442436"/>
                </a:cubicBezTo>
                <a:cubicBezTo>
                  <a:pt x="8690016" y="2442436"/>
                  <a:pt x="8692050" y="2443056"/>
                  <a:pt x="8693538" y="2444297"/>
                </a:cubicBezTo>
                <a:cubicBezTo>
                  <a:pt x="8695027" y="2445537"/>
                  <a:pt x="8696118" y="2447794"/>
                  <a:pt x="8696813" y="2451069"/>
                </a:cubicBezTo>
                <a:cubicBezTo>
                  <a:pt x="8697706" y="2455434"/>
                  <a:pt x="8698152" y="2465108"/>
                  <a:pt x="8698152" y="2480090"/>
                </a:cubicBezTo>
                <a:lnTo>
                  <a:pt x="8698152" y="2532180"/>
                </a:lnTo>
                <a:cubicBezTo>
                  <a:pt x="8698152" y="2540613"/>
                  <a:pt x="8697508" y="2546294"/>
                  <a:pt x="8696218" y="2549221"/>
                </a:cubicBezTo>
                <a:cubicBezTo>
                  <a:pt x="8694928" y="2552147"/>
                  <a:pt x="8693043" y="2554281"/>
                  <a:pt x="8690562" y="2555620"/>
                </a:cubicBezTo>
                <a:cubicBezTo>
                  <a:pt x="8688082" y="2556960"/>
                  <a:pt x="8683716" y="2557629"/>
                  <a:pt x="8677466" y="2557629"/>
                </a:cubicBezTo>
                <a:lnTo>
                  <a:pt x="8677466" y="2562987"/>
                </a:lnTo>
                <a:lnTo>
                  <a:pt x="8744884" y="2562987"/>
                </a:lnTo>
                <a:lnTo>
                  <a:pt x="8744884" y="2557629"/>
                </a:lnTo>
                <a:cubicBezTo>
                  <a:pt x="8737443" y="2557629"/>
                  <a:pt x="8732506" y="2556960"/>
                  <a:pt x="8730076" y="2555620"/>
                </a:cubicBezTo>
                <a:cubicBezTo>
                  <a:pt x="8727646" y="2554281"/>
                  <a:pt x="8725810" y="2552272"/>
                  <a:pt x="8724570" y="2549593"/>
                </a:cubicBezTo>
                <a:cubicBezTo>
                  <a:pt x="8723330" y="2546914"/>
                  <a:pt x="8722709" y="2541110"/>
                  <a:pt x="8722709" y="2532180"/>
                </a:cubicBezTo>
                <a:lnTo>
                  <a:pt x="8722709" y="2459105"/>
                </a:lnTo>
                <a:cubicBezTo>
                  <a:pt x="8727174" y="2453648"/>
                  <a:pt x="8733524" y="2448737"/>
                  <a:pt x="8741759" y="2444371"/>
                </a:cubicBezTo>
                <a:cubicBezTo>
                  <a:pt x="8747018" y="2441494"/>
                  <a:pt x="8752326" y="2440055"/>
                  <a:pt x="8757684" y="2440055"/>
                </a:cubicBezTo>
                <a:cubicBezTo>
                  <a:pt x="8765522" y="2440055"/>
                  <a:pt x="8771624" y="2443230"/>
                  <a:pt x="8775990" y="2449580"/>
                </a:cubicBezTo>
                <a:cubicBezTo>
                  <a:pt x="8779264" y="2454442"/>
                  <a:pt x="8780901" y="2462429"/>
                  <a:pt x="8780901" y="2473541"/>
                </a:cubicBezTo>
                <a:lnTo>
                  <a:pt x="8780901" y="2532180"/>
                </a:lnTo>
                <a:cubicBezTo>
                  <a:pt x="8780901" y="2540316"/>
                  <a:pt x="8780652" y="2545227"/>
                  <a:pt x="8780156" y="2546914"/>
                </a:cubicBezTo>
                <a:cubicBezTo>
                  <a:pt x="8779066" y="2550486"/>
                  <a:pt x="8777106" y="2553165"/>
                  <a:pt x="8774278" y="2554951"/>
                </a:cubicBezTo>
                <a:cubicBezTo>
                  <a:pt x="8771450" y="2556737"/>
                  <a:pt x="8766266" y="2557629"/>
                  <a:pt x="8758726" y="2557629"/>
                </a:cubicBezTo>
                <a:lnTo>
                  <a:pt x="8758726" y="2562987"/>
                </a:lnTo>
                <a:lnTo>
                  <a:pt x="8827633" y="2562987"/>
                </a:lnTo>
                <a:lnTo>
                  <a:pt x="8827633" y="2557629"/>
                </a:lnTo>
                <a:cubicBezTo>
                  <a:pt x="8820688" y="2557629"/>
                  <a:pt x="8815776" y="2556860"/>
                  <a:pt x="8812899" y="2555322"/>
                </a:cubicBezTo>
                <a:cubicBezTo>
                  <a:pt x="8810022" y="2553785"/>
                  <a:pt x="8808062" y="2551875"/>
                  <a:pt x="8807020" y="2549593"/>
                </a:cubicBezTo>
                <a:cubicBezTo>
                  <a:pt x="8805978" y="2547311"/>
                  <a:pt x="8805458" y="2541507"/>
                  <a:pt x="8805458" y="2532180"/>
                </a:cubicBezTo>
                <a:lnTo>
                  <a:pt x="8805458" y="2467142"/>
                </a:lnTo>
                <a:lnTo>
                  <a:pt x="8805160" y="2460742"/>
                </a:lnTo>
                <a:lnTo>
                  <a:pt x="8805458" y="2459105"/>
                </a:lnTo>
                <a:cubicBezTo>
                  <a:pt x="8812998" y="2451961"/>
                  <a:pt x="8819422" y="2447075"/>
                  <a:pt x="8824730" y="2444446"/>
                </a:cubicBezTo>
                <a:cubicBezTo>
                  <a:pt x="8830039" y="2441816"/>
                  <a:pt x="8835322" y="2440502"/>
                  <a:pt x="8840581" y="2440502"/>
                </a:cubicBezTo>
                <a:cubicBezTo>
                  <a:pt x="8849114" y="2440502"/>
                  <a:pt x="8855315" y="2443677"/>
                  <a:pt x="8859184" y="2450027"/>
                </a:cubicBezTo>
                <a:cubicBezTo>
                  <a:pt x="8861864" y="2454591"/>
                  <a:pt x="8863203" y="2462429"/>
                  <a:pt x="8863203" y="2473541"/>
                </a:cubicBezTo>
                <a:lnTo>
                  <a:pt x="8863203" y="2532180"/>
                </a:lnTo>
                <a:cubicBezTo>
                  <a:pt x="8863203" y="2540117"/>
                  <a:pt x="8863004" y="2544929"/>
                  <a:pt x="8862608" y="2546616"/>
                </a:cubicBezTo>
                <a:cubicBezTo>
                  <a:pt x="8861615" y="2550089"/>
                  <a:pt x="8859978" y="2552619"/>
                  <a:pt x="8857696" y="2554206"/>
                </a:cubicBezTo>
                <a:cubicBezTo>
                  <a:pt x="8854422" y="2556489"/>
                  <a:pt x="8849858" y="2557629"/>
                  <a:pt x="8844004" y="2557629"/>
                </a:cubicBezTo>
                <a:lnTo>
                  <a:pt x="8841176" y="2557629"/>
                </a:lnTo>
                <a:lnTo>
                  <a:pt x="8841176" y="2562987"/>
                </a:lnTo>
                <a:lnTo>
                  <a:pt x="8902791" y="2562987"/>
                </a:lnTo>
                <a:lnTo>
                  <a:pt x="8908447" y="2562987"/>
                </a:lnTo>
                <a:lnTo>
                  <a:pt x="8969020" y="2562987"/>
                </a:lnTo>
                <a:lnTo>
                  <a:pt x="8969020" y="2557629"/>
                </a:lnTo>
                <a:cubicBezTo>
                  <a:pt x="8962571" y="2557629"/>
                  <a:pt x="8958130" y="2556935"/>
                  <a:pt x="8955699" y="2555546"/>
                </a:cubicBezTo>
                <a:cubicBezTo>
                  <a:pt x="8953269" y="2554157"/>
                  <a:pt x="8951433" y="2552048"/>
                  <a:pt x="8950193" y="2549221"/>
                </a:cubicBezTo>
                <a:cubicBezTo>
                  <a:pt x="8948953" y="2546393"/>
                  <a:pt x="8948332" y="2540713"/>
                  <a:pt x="8948332" y="2532180"/>
                </a:cubicBezTo>
                <a:lnTo>
                  <a:pt x="8948332" y="2422642"/>
                </a:lnTo>
                <a:lnTo>
                  <a:pt x="8941784" y="2422642"/>
                </a:lnTo>
                <a:lnTo>
                  <a:pt x="8900707" y="2439311"/>
                </a:lnTo>
                <a:lnTo>
                  <a:pt x="8902791" y="2444669"/>
                </a:lnTo>
                <a:cubicBezTo>
                  <a:pt x="8906760" y="2443180"/>
                  <a:pt x="8910133" y="2442436"/>
                  <a:pt x="8912911" y="2442436"/>
                </a:cubicBezTo>
                <a:cubicBezTo>
                  <a:pt x="8915491" y="2442436"/>
                  <a:pt x="8917525" y="2443056"/>
                  <a:pt x="8919013" y="2444297"/>
                </a:cubicBezTo>
                <a:cubicBezTo>
                  <a:pt x="8920502" y="2445537"/>
                  <a:pt x="8921593" y="2447745"/>
                  <a:pt x="8922288" y="2450920"/>
                </a:cubicBezTo>
                <a:cubicBezTo>
                  <a:pt x="8923181" y="2455285"/>
                  <a:pt x="8923627" y="2464860"/>
                  <a:pt x="8923627" y="2479643"/>
                </a:cubicBezTo>
                <a:lnTo>
                  <a:pt x="8923627" y="2532180"/>
                </a:lnTo>
                <a:cubicBezTo>
                  <a:pt x="8923627" y="2540613"/>
                  <a:pt x="8922957" y="2546318"/>
                  <a:pt x="8921618" y="2549295"/>
                </a:cubicBezTo>
                <a:cubicBezTo>
                  <a:pt x="8920278" y="2552272"/>
                  <a:pt x="8918467" y="2554405"/>
                  <a:pt x="8916186" y="2555695"/>
                </a:cubicBezTo>
                <a:lnTo>
                  <a:pt x="8905898" y="2557181"/>
                </a:lnTo>
                <a:lnTo>
                  <a:pt x="8895350" y="2555322"/>
                </a:lnTo>
                <a:cubicBezTo>
                  <a:pt x="8892671" y="2553785"/>
                  <a:pt x="8890835" y="2551924"/>
                  <a:pt x="8889843" y="2549741"/>
                </a:cubicBezTo>
                <a:cubicBezTo>
                  <a:pt x="8888553" y="2546566"/>
                  <a:pt x="8887908" y="2540713"/>
                  <a:pt x="8887908" y="2532180"/>
                </a:cubicBezTo>
                <a:lnTo>
                  <a:pt x="8887908" y="2473541"/>
                </a:lnTo>
                <a:cubicBezTo>
                  <a:pt x="8887908" y="2461238"/>
                  <a:pt x="8886817" y="2452209"/>
                  <a:pt x="8884634" y="2446455"/>
                </a:cubicBezTo>
                <a:cubicBezTo>
                  <a:pt x="8881360" y="2438021"/>
                  <a:pt x="8876920" y="2431944"/>
                  <a:pt x="8871314" y="2428223"/>
                </a:cubicBezTo>
                <a:cubicBezTo>
                  <a:pt x="8865708" y="2424503"/>
                  <a:pt x="8859284" y="2422642"/>
                  <a:pt x="8852040" y="2422642"/>
                </a:cubicBezTo>
                <a:cubicBezTo>
                  <a:pt x="8844600" y="2422642"/>
                  <a:pt x="8837356" y="2424503"/>
                  <a:pt x="8830312" y="2428223"/>
                </a:cubicBezTo>
                <a:cubicBezTo>
                  <a:pt x="8823268" y="2431944"/>
                  <a:pt x="8814636" y="2439757"/>
                  <a:pt x="8804416" y="2451664"/>
                </a:cubicBezTo>
                <a:cubicBezTo>
                  <a:pt x="8802332" y="2442238"/>
                  <a:pt x="8798214" y="2435045"/>
                  <a:pt x="8792063" y="2430084"/>
                </a:cubicBezTo>
                <a:cubicBezTo>
                  <a:pt x="8785912" y="2425123"/>
                  <a:pt x="8778569" y="2422642"/>
                  <a:pt x="8770036" y="2422642"/>
                </a:cubicBezTo>
                <a:cubicBezTo>
                  <a:pt x="8764976" y="2422642"/>
                  <a:pt x="8759866" y="2423684"/>
                  <a:pt x="8754707" y="2425768"/>
                </a:cubicBezTo>
                <a:cubicBezTo>
                  <a:pt x="8749548" y="2427851"/>
                  <a:pt x="8744736" y="2430778"/>
                  <a:pt x="8740270" y="2434549"/>
                </a:cubicBezTo>
                <a:cubicBezTo>
                  <a:pt x="8738485" y="2436037"/>
                  <a:pt x="8732631" y="2441742"/>
                  <a:pt x="8722709" y="2451664"/>
                </a:cubicBezTo>
                <a:lnTo>
                  <a:pt x="8722709" y="2422642"/>
                </a:lnTo>
                <a:close/>
                <a:moveTo>
                  <a:pt x="8596503" y="2422642"/>
                </a:moveTo>
                <a:cubicBezTo>
                  <a:pt x="8585192" y="2422642"/>
                  <a:pt x="8574476" y="2425594"/>
                  <a:pt x="8564356" y="2431497"/>
                </a:cubicBezTo>
                <a:cubicBezTo>
                  <a:pt x="8554236" y="2437401"/>
                  <a:pt x="8546075" y="2446529"/>
                  <a:pt x="8539874" y="2458882"/>
                </a:cubicBezTo>
                <a:cubicBezTo>
                  <a:pt x="8533672" y="2471235"/>
                  <a:pt x="8530572" y="2483662"/>
                  <a:pt x="8530572" y="2496163"/>
                </a:cubicBezTo>
                <a:cubicBezTo>
                  <a:pt x="8530572" y="2513328"/>
                  <a:pt x="8535682" y="2528806"/>
                  <a:pt x="8545901" y="2542598"/>
                </a:cubicBezTo>
                <a:cubicBezTo>
                  <a:pt x="8558006" y="2558969"/>
                  <a:pt x="8574328" y="2567155"/>
                  <a:pt x="8594866" y="2567155"/>
                </a:cubicBezTo>
                <a:cubicBezTo>
                  <a:pt x="8607466" y="2567155"/>
                  <a:pt x="8618902" y="2563979"/>
                  <a:pt x="8629170" y="2557629"/>
                </a:cubicBezTo>
                <a:cubicBezTo>
                  <a:pt x="8639440" y="2551279"/>
                  <a:pt x="8647502" y="2541854"/>
                  <a:pt x="8653355" y="2529352"/>
                </a:cubicBezTo>
                <a:cubicBezTo>
                  <a:pt x="8659209" y="2516851"/>
                  <a:pt x="8662136" y="2504498"/>
                  <a:pt x="8662136" y="2492294"/>
                </a:cubicBezTo>
                <a:cubicBezTo>
                  <a:pt x="8662136" y="2474930"/>
                  <a:pt x="8656828" y="2459552"/>
                  <a:pt x="8646212" y="2446157"/>
                </a:cubicBezTo>
                <a:cubicBezTo>
                  <a:pt x="8633710" y="2430480"/>
                  <a:pt x="8617140" y="2422642"/>
                  <a:pt x="8596503" y="2422642"/>
                </a:cubicBezTo>
                <a:close/>
                <a:moveTo>
                  <a:pt x="8420290" y="2422642"/>
                </a:moveTo>
                <a:lnTo>
                  <a:pt x="8379214" y="2439311"/>
                </a:lnTo>
                <a:lnTo>
                  <a:pt x="8381446" y="2444669"/>
                </a:lnTo>
                <a:cubicBezTo>
                  <a:pt x="8385316" y="2443180"/>
                  <a:pt x="8388640" y="2442436"/>
                  <a:pt x="8391418" y="2442436"/>
                </a:cubicBezTo>
                <a:cubicBezTo>
                  <a:pt x="8393997" y="2442436"/>
                  <a:pt x="8396056" y="2443081"/>
                  <a:pt x="8397594" y="2444371"/>
                </a:cubicBezTo>
                <a:cubicBezTo>
                  <a:pt x="8399132" y="2445661"/>
                  <a:pt x="8400273" y="2448092"/>
                  <a:pt x="8401017" y="2451664"/>
                </a:cubicBezTo>
                <a:cubicBezTo>
                  <a:pt x="8401761" y="2455236"/>
                  <a:pt x="8402133" y="2465207"/>
                  <a:pt x="8402133" y="2481578"/>
                </a:cubicBezTo>
                <a:lnTo>
                  <a:pt x="8402133" y="2532180"/>
                </a:lnTo>
                <a:cubicBezTo>
                  <a:pt x="8402133" y="2542102"/>
                  <a:pt x="8400918" y="2548824"/>
                  <a:pt x="8398487" y="2552346"/>
                </a:cubicBezTo>
                <a:cubicBezTo>
                  <a:pt x="8396056" y="2555868"/>
                  <a:pt x="8391368" y="2557629"/>
                  <a:pt x="8384423" y="2557629"/>
                </a:cubicBezTo>
                <a:lnTo>
                  <a:pt x="8381446" y="2557629"/>
                </a:lnTo>
                <a:lnTo>
                  <a:pt x="8381446" y="2562987"/>
                </a:lnTo>
                <a:lnTo>
                  <a:pt x="8448866" y="2562987"/>
                </a:lnTo>
                <a:lnTo>
                  <a:pt x="8448866" y="2557629"/>
                </a:lnTo>
                <a:cubicBezTo>
                  <a:pt x="8441424" y="2557629"/>
                  <a:pt x="8436488" y="2556960"/>
                  <a:pt x="8434057" y="2555620"/>
                </a:cubicBezTo>
                <a:cubicBezTo>
                  <a:pt x="8431626" y="2554281"/>
                  <a:pt x="8429716" y="2552172"/>
                  <a:pt x="8428327" y="2549295"/>
                </a:cubicBezTo>
                <a:cubicBezTo>
                  <a:pt x="8427236" y="2547112"/>
                  <a:pt x="8426690" y="2541407"/>
                  <a:pt x="8426690" y="2532180"/>
                </a:cubicBezTo>
                <a:lnTo>
                  <a:pt x="8426690" y="2460296"/>
                </a:lnTo>
                <a:cubicBezTo>
                  <a:pt x="8438398" y="2447397"/>
                  <a:pt x="8450156" y="2440948"/>
                  <a:pt x="8461962" y="2440948"/>
                </a:cubicBezTo>
                <a:cubicBezTo>
                  <a:pt x="8469602" y="2440948"/>
                  <a:pt x="8475034" y="2443751"/>
                  <a:pt x="8478259" y="2449357"/>
                </a:cubicBezTo>
                <a:cubicBezTo>
                  <a:pt x="8481484" y="2454963"/>
                  <a:pt x="8483096" y="2463967"/>
                  <a:pt x="8483096" y="2476369"/>
                </a:cubicBezTo>
                <a:lnTo>
                  <a:pt x="8483096" y="2532180"/>
                </a:lnTo>
                <a:cubicBezTo>
                  <a:pt x="8483096" y="2540018"/>
                  <a:pt x="8482898" y="2544681"/>
                  <a:pt x="8482500" y="2546170"/>
                </a:cubicBezTo>
                <a:cubicBezTo>
                  <a:pt x="8481508" y="2549940"/>
                  <a:pt x="8479747" y="2552793"/>
                  <a:pt x="8477217" y="2554727"/>
                </a:cubicBezTo>
                <a:cubicBezTo>
                  <a:pt x="8474687" y="2556662"/>
                  <a:pt x="8470247" y="2557629"/>
                  <a:pt x="8463897" y="2557629"/>
                </a:cubicBezTo>
                <a:lnTo>
                  <a:pt x="8461069" y="2557629"/>
                </a:lnTo>
                <a:lnTo>
                  <a:pt x="8461069" y="2562987"/>
                </a:lnTo>
                <a:lnTo>
                  <a:pt x="8528488" y="2562987"/>
                </a:lnTo>
                <a:lnTo>
                  <a:pt x="8528488" y="2557629"/>
                </a:lnTo>
                <a:cubicBezTo>
                  <a:pt x="8521940" y="2557629"/>
                  <a:pt x="8517450" y="2556935"/>
                  <a:pt x="8515020" y="2555546"/>
                </a:cubicBezTo>
                <a:cubicBezTo>
                  <a:pt x="8512588" y="2554157"/>
                  <a:pt x="8510827" y="2552222"/>
                  <a:pt x="8509736" y="2549741"/>
                </a:cubicBezTo>
                <a:cubicBezTo>
                  <a:pt x="8508347" y="2546666"/>
                  <a:pt x="8507652" y="2540812"/>
                  <a:pt x="8507652" y="2532180"/>
                </a:cubicBezTo>
                <a:lnTo>
                  <a:pt x="8507652" y="2473988"/>
                </a:lnTo>
                <a:cubicBezTo>
                  <a:pt x="8507652" y="2461685"/>
                  <a:pt x="8506561" y="2452557"/>
                  <a:pt x="8504378" y="2446604"/>
                </a:cubicBezTo>
                <a:cubicBezTo>
                  <a:pt x="8501204" y="2438071"/>
                  <a:pt x="8496937" y="2431944"/>
                  <a:pt x="8491579" y="2428223"/>
                </a:cubicBezTo>
                <a:cubicBezTo>
                  <a:pt x="8486221" y="2424503"/>
                  <a:pt x="8479822" y="2422642"/>
                  <a:pt x="8472380" y="2422642"/>
                </a:cubicBezTo>
                <a:cubicBezTo>
                  <a:pt x="8457894" y="2422642"/>
                  <a:pt x="8442664" y="2432266"/>
                  <a:pt x="8426690" y="2451515"/>
                </a:cubicBezTo>
                <a:lnTo>
                  <a:pt x="8426690" y="2422642"/>
                </a:lnTo>
                <a:close/>
                <a:moveTo>
                  <a:pt x="8301228" y="2422642"/>
                </a:moveTo>
                <a:cubicBezTo>
                  <a:pt x="8289917" y="2422642"/>
                  <a:pt x="8279201" y="2425594"/>
                  <a:pt x="8269081" y="2431497"/>
                </a:cubicBezTo>
                <a:cubicBezTo>
                  <a:pt x="8258961" y="2437401"/>
                  <a:pt x="8250800" y="2446529"/>
                  <a:pt x="8244599" y="2458882"/>
                </a:cubicBezTo>
                <a:cubicBezTo>
                  <a:pt x="8238398" y="2471235"/>
                  <a:pt x="8235297" y="2483662"/>
                  <a:pt x="8235297" y="2496163"/>
                </a:cubicBezTo>
                <a:cubicBezTo>
                  <a:pt x="8235297" y="2513328"/>
                  <a:pt x="8240407" y="2528806"/>
                  <a:pt x="8250626" y="2542598"/>
                </a:cubicBezTo>
                <a:cubicBezTo>
                  <a:pt x="8262731" y="2558969"/>
                  <a:pt x="8279053" y="2567155"/>
                  <a:pt x="8299591" y="2567155"/>
                </a:cubicBezTo>
                <a:cubicBezTo>
                  <a:pt x="8312192" y="2567155"/>
                  <a:pt x="8323627" y="2563979"/>
                  <a:pt x="8333896" y="2557629"/>
                </a:cubicBezTo>
                <a:cubicBezTo>
                  <a:pt x="8344165" y="2551279"/>
                  <a:pt x="8352227" y="2541854"/>
                  <a:pt x="8358080" y="2529352"/>
                </a:cubicBezTo>
                <a:cubicBezTo>
                  <a:pt x="8363934" y="2516851"/>
                  <a:pt x="8366861" y="2504498"/>
                  <a:pt x="8366861" y="2492294"/>
                </a:cubicBezTo>
                <a:cubicBezTo>
                  <a:pt x="8366861" y="2474930"/>
                  <a:pt x="8361553" y="2459552"/>
                  <a:pt x="8350937" y="2446157"/>
                </a:cubicBezTo>
                <a:cubicBezTo>
                  <a:pt x="8338435" y="2430480"/>
                  <a:pt x="8321866" y="2422642"/>
                  <a:pt x="8301228" y="2422642"/>
                </a:cubicBezTo>
                <a:close/>
                <a:moveTo>
                  <a:pt x="8167134" y="2422642"/>
                </a:moveTo>
                <a:cubicBezTo>
                  <a:pt x="8149275" y="2422642"/>
                  <a:pt x="8133970" y="2429339"/>
                  <a:pt x="8121220" y="2442734"/>
                </a:cubicBezTo>
                <a:cubicBezTo>
                  <a:pt x="8108471" y="2456129"/>
                  <a:pt x="8102096" y="2473541"/>
                  <a:pt x="8102096" y="2494973"/>
                </a:cubicBezTo>
                <a:cubicBezTo>
                  <a:pt x="8102096" y="2517098"/>
                  <a:pt x="8107851" y="2534660"/>
                  <a:pt x="8119360" y="2547658"/>
                </a:cubicBezTo>
                <a:cubicBezTo>
                  <a:pt x="8130869" y="2560656"/>
                  <a:pt x="8144363" y="2567155"/>
                  <a:pt x="8159841" y="2567155"/>
                </a:cubicBezTo>
                <a:cubicBezTo>
                  <a:pt x="8172839" y="2567155"/>
                  <a:pt x="8184696" y="2562317"/>
                  <a:pt x="8195411" y="2552644"/>
                </a:cubicBezTo>
                <a:cubicBezTo>
                  <a:pt x="8206127" y="2542970"/>
                  <a:pt x="8213320" y="2529154"/>
                  <a:pt x="8216991" y="2511195"/>
                </a:cubicBezTo>
                <a:lnTo>
                  <a:pt x="8212675" y="2509112"/>
                </a:lnTo>
                <a:cubicBezTo>
                  <a:pt x="8207516" y="2521117"/>
                  <a:pt x="8202208" y="2529402"/>
                  <a:pt x="8196751" y="2533966"/>
                </a:cubicBezTo>
                <a:cubicBezTo>
                  <a:pt x="8189012" y="2540613"/>
                  <a:pt x="8180280" y="2543937"/>
                  <a:pt x="8170557" y="2543937"/>
                </a:cubicBezTo>
                <a:cubicBezTo>
                  <a:pt x="8156964" y="2543937"/>
                  <a:pt x="8146174" y="2537711"/>
                  <a:pt x="8138187" y="2525259"/>
                </a:cubicBezTo>
                <a:cubicBezTo>
                  <a:pt x="8130200" y="2512807"/>
                  <a:pt x="8126206" y="2498446"/>
                  <a:pt x="8126206" y="2482173"/>
                </a:cubicBezTo>
                <a:cubicBezTo>
                  <a:pt x="8126206" y="2466199"/>
                  <a:pt x="8130225" y="2453350"/>
                  <a:pt x="8138261" y="2443627"/>
                </a:cubicBezTo>
                <a:cubicBezTo>
                  <a:pt x="8144314" y="2436285"/>
                  <a:pt x="8152300" y="2432614"/>
                  <a:pt x="8162223" y="2432614"/>
                </a:cubicBezTo>
                <a:cubicBezTo>
                  <a:pt x="8168374" y="2432614"/>
                  <a:pt x="8173186" y="2434102"/>
                  <a:pt x="8176659" y="2437079"/>
                </a:cubicBezTo>
                <a:cubicBezTo>
                  <a:pt x="8180131" y="2440154"/>
                  <a:pt x="8182141" y="2444619"/>
                  <a:pt x="8182686" y="2450473"/>
                </a:cubicBezTo>
                <a:cubicBezTo>
                  <a:pt x="8183232" y="2456327"/>
                  <a:pt x="8184349" y="2460296"/>
                  <a:pt x="8186035" y="2462379"/>
                </a:cubicBezTo>
                <a:cubicBezTo>
                  <a:pt x="8189012" y="2466150"/>
                  <a:pt x="8193427" y="2468035"/>
                  <a:pt x="8199281" y="2468035"/>
                </a:cubicBezTo>
                <a:cubicBezTo>
                  <a:pt x="8203646" y="2468035"/>
                  <a:pt x="8207045" y="2466869"/>
                  <a:pt x="8209475" y="2464537"/>
                </a:cubicBezTo>
                <a:cubicBezTo>
                  <a:pt x="8211906" y="2462206"/>
                  <a:pt x="8213122" y="2459155"/>
                  <a:pt x="8213122" y="2455384"/>
                </a:cubicBezTo>
                <a:cubicBezTo>
                  <a:pt x="8213122" y="2447745"/>
                  <a:pt x="8208806" y="2440378"/>
                  <a:pt x="8200174" y="2433283"/>
                </a:cubicBezTo>
                <a:cubicBezTo>
                  <a:pt x="8191542" y="2426190"/>
                  <a:pt x="8180528" y="2422642"/>
                  <a:pt x="8167134" y="2422642"/>
                </a:cubicBezTo>
                <a:close/>
                <a:moveTo>
                  <a:pt x="7296638" y="2422642"/>
                </a:moveTo>
                <a:lnTo>
                  <a:pt x="7255413" y="2439311"/>
                </a:lnTo>
                <a:lnTo>
                  <a:pt x="7256901" y="2444669"/>
                </a:lnTo>
                <a:cubicBezTo>
                  <a:pt x="7260771" y="2443180"/>
                  <a:pt x="7264243" y="2442436"/>
                  <a:pt x="7267319" y="2442436"/>
                </a:cubicBezTo>
                <a:cubicBezTo>
                  <a:pt x="7269899" y="2442436"/>
                  <a:pt x="7272057" y="2443131"/>
                  <a:pt x="7273793" y="2444520"/>
                </a:cubicBezTo>
                <a:cubicBezTo>
                  <a:pt x="7275530" y="2445909"/>
                  <a:pt x="7276720" y="2448117"/>
                  <a:pt x="7277365" y="2451143"/>
                </a:cubicBezTo>
                <a:cubicBezTo>
                  <a:pt x="7278010" y="2454169"/>
                  <a:pt x="7278332" y="2463620"/>
                  <a:pt x="7278332" y="2479495"/>
                </a:cubicBezTo>
                <a:lnTo>
                  <a:pt x="7278332" y="2532329"/>
                </a:lnTo>
                <a:cubicBezTo>
                  <a:pt x="7278332" y="2540266"/>
                  <a:pt x="7278084" y="2545078"/>
                  <a:pt x="7277588" y="2546765"/>
                </a:cubicBezTo>
                <a:cubicBezTo>
                  <a:pt x="7276596" y="2550238"/>
                  <a:pt x="7274860" y="2552768"/>
                  <a:pt x="7272379" y="2554355"/>
                </a:cubicBezTo>
                <a:cubicBezTo>
                  <a:pt x="7269006" y="2556538"/>
                  <a:pt x="7263847" y="2557629"/>
                  <a:pt x="7256901" y="2557629"/>
                </a:cubicBezTo>
                <a:lnTo>
                  <a:pt x="7256901" y="2562987"/>
                </a:lnTo>
                <a:lnTo>
                  <a:pt x="7326701" y="2562987"/>
                </a:lnTo>
                <a:lnTo>
                  <a:pt x="7326701" y="2557629"/>
                </a:lnTo>
                <a:cubicBezTo>
                  <a:pt x="7320550" y="2557629"/>
                  <a:pt x="7315837" y="2556737"/>
                  <a:pt x="7312563" y="2554951"/>
                </a:cubicBezTo>
                <a:cubicBezTo>
                  <a:pt x="7309289" y="2553165"/>
                  <a:pt x="7307007" y="2550932"/>
                  <a:pt x="7305717" y="2548253"/>
                </a:cubicBezTo>
                <a:cubicBezTo>
                  <a:pt x="7303831" y="2544384"/>
                  <a:pt x="7302889" y="2538679"/>
                  <a:pt x="7302889" y="2531138"/>
                </a:cubicBezTo>
                <a:lnTo>
                  <a:pt x="7302889" y="2465802"/>
                </a:lnTo>
                <a:cubicBezTo>
                  <a:pt x="7307651" y="2456476"/>
                  <a:pt x="7312265" y="2449779"/>
                  <a:pt x="7316730" y="2445711"/>
                </a:cubicBezTo>
                <a:cubicBezTo>
                  <a:pt x="7318814" y="2443726"/>
                  <a:pt x="7320748" y="2442734"/>
                  <a:pt x="7322534" y="2442734"/>
                </a:cubicBezTo>
                <a:cubicBezTo>
                  <a:pt x="7324618" y="2442734"/>
                  <a:pt x="7327818" y="2444446"/>
                  <a:pt x="7332134" y="2447869"/>
                </a:cubicBezTo>
                <a:cubicBezTo>
                  <a:pt x="7336450" y="2451292"/>
                  <a:pt x="7340344" y="2453003"/>
                  <a:pt x="7343817" y="2453003"/>
                </a:cubicBezTo>
                <a:cubicBezTo>
                  <a:pt x="7347389" y="2453003"/>
                  <a:pt x="7350465" y="2451664"/>
                  <a:pt x="7353044" y="2448985"/>
                </a:cubicBezTo>
                <a:cubicBezTo>
                  <a:pt x="7355624" y="2446306"/>
                  <a:pt x="7356914" y="2443032"/>
                  <a:pt x="7356914" y="2439162"/>
                </a:cubicBezTo>
                <a:cubicBezTo>
                  <a:pt x="7356914" y="2434797"/>
                  <a:pt x="7355128" y="2430952"/>
                  <a:pt x="7351556" y="2427628"/>
                </a:cubicBezTo>
                <a:cubicBezTo>
                  <a:pt x="7347984" y="2424304"/>
                  <a:pt x="7343470" y="2422642"/>
                  <a:pt x="7338012" y="2422642"/>
                </a:cubicBezTo>
                <a:cubicBezTo>
                  <a:pt x="7326007" y="2422642"/>
                  <a:pt x="7314299" y="2432862"/>
                  <a:pt x="7302889" y="2453301"/>
                </a:cubicBezTo>
                <a:lnTo>
                  <a:pt x="7302889" y="2422642"/>
                </a:lnTo>
                <a:close/>
                <a:moveTo>
                  <a:pt x="7217759" y="2422642"/>
                </a:moveTo>
                <a:lnTo>
                  <a:pt x="7176683" y="2439311"/>
                </a:lnTo>
                <a:lnTo>
                  <a:pt x="7178766" y="2444669"/>
                </a:lnTo>
                <a:cubicBezTo>
                  <a:pt x="7182735" y="2443180"/>
                  <a:pt x="7186108" y="2442436"/>
                  <a:pt x="7188887" y="2442436"/>
                </a:cubicBezTo>
                <a:cubicBezTo>
                  <a:pt x="7191466" y="2442436"/>
                  <a:pt x="7193500" y="2443056"/>
                  <a:pt x="7194989" y="2444297"/>
                </a:cubicBezTo>
                <a:cubicBezTo>
                  <a:pt x="7196477" y="2445537"/>
                  <a:pt x="7197568" y="2447745"/>
                  <a:pt x="7198263" y="2450920"/>
                </a:cubicBezTo>
                <a:cubicBezTo>
                  <a:pt x="7199156" y="2455285"/>
                  <a:pt x="7199602" y="2464860"/>
                  <a:pt x="7199602" y="2479643"/>
                </a:cubicBezTo>
                <a:lnTo>
                  <a:pt x="7199602" y="2532180"/>
                </a:lnTo>
                <a:cubicBezTo>
                  <a:pt x="7199602" y="2540613"/>
                  <a:pt x="7198933" y="2546318"/>
                  <a:pt x="7197593" y="2549295"/>
                </a:cubicBezTo>
                <a:cubicBezTo>
                  <a:pt x="7196254" y="2552272"/>
                  <a:pt x="7194443" y="2554405"/>
                  <a:pt x="7192161" y="2555695"/>
                </a:cubicBezTo>
                <a:cubicBezTo>
                  <a:pt x="7189879" y="2556984"/>
                  <a:pt x="7185414" y="2557629"/>
                  <a:pt x="7178766" y="2557629"/>
                </a:cubicBezTo>
                <a:lnTo>
                  <a:pt x="7178766" y="2562987"/>
                </a:lnTo>
                <a:lnTo>
                  <a:pt x="7244995" y="2562987"/>
                </a:lnTo>
                <a:lnTo>
                  <a:pt x="7244995" y="2557629"/>
                </a:lnTo>
                <a:cubicBezTo>
                  <a:pt x="7238546" y="2557629"/>
                  <a:pt x="7234105" y="2556935"/>
                  <a:pt x="7231675" y="2555546"/>
                </a:cubicBezTo>
                <a:cubicBezTo>
                  <a:pt x="7229244" y="2554157"/>
                  <a:pt x="7227408" y="2552048"/>
                  <a:pt x="7226168" y="2549221"/>
                </a:cubicBezTo>
                <a:cubicBezTo>
                  <a:pt x="7224928" y="2546393"/>
                  <a:pt x="7224308" y="2540713"/>
                  <a:pt x="7224308" y="2532180"/>
                </a:cubicBezTo>
                <a:lnTo>
                  <a:pt x="7224308" y="2422642"/>
                </a:lnTo>
                <a:close/>
                <a:moveTo>
                  <a:pt x="6467666" y="2422642"/>
                </a:moveTo>
                <a:lnTo>
                  <a:pt x="6426589" y="2439311"/>
                </a:lnTo>
                <a:lnTo>
                  <a:pt x="6428821" y="2444669"/>
                </a:lnTo>
                <a:cubicBezTo>
                  <a:pt x="6432691" y="2443180"/>
                  <a:pt x="6436015" y="2442436"/>
                  <a:pt x="6438793" y="2442436"/>
                </a:cubicBezTo>
                <a:cubicBezTo>
                  <a:pt x="6441372" y="2442436"/>
                  <a:pt x="6443432" y="2443081"/>
                  <a:pt x="6444969" y="2444371"/>
                </a:cubicBezTo>
                <a:cubicBezTo>
                  <a:pt x="6446507" y="2445661"/>
                  <a:pt x="6447648" y="2448092"/>
                  <a:pt x="6448392" y="2451664"/>
                </a:cubicBezTo>
                <a:cubicBezTo>
                  <a:pt x="6449136" y="2455236"/>
                  <a:pt x="6449508" y="2465207"/>
                  <a:pt x="6449508" y="2481578"/>
                </a:cubicBezTo>
                <a:lnTo>
                  <a:pt x="6449508" y="2532180"/>
                </a:lnTo>
                <a:cubicBezTo>
                  <a:pt x="6449508" y="2542102"/>
                  <a:pt x="6448293" y="2548824"/>
                  <a:pt x="6445862" y="2552346"/>
                </a:cubicBezTo>
                <a:cubicBezTo>
                  <a:pt x="6443432" y="2555868"/>
                  <a:pt x="6438743" y="2557629"/>
                  <a:pt x="6431798" y="2557629"/>
                </a:cubicBezTo>
                <a:lnTo>
                  <a:pt x="6428821" y="2557629"/>
                </a:lnTo>
                <a:lnTo>
                  <a:pt x="6428821" y="2562987"/>
                </a:lnTo>
                <a:lnTo>
                  <a:pt x="6496241" y="2562987"/>
                </a:lnTo>
                <a:lnTo>
                  <a:pt x="6496241" y="2557629"/>
                </a:lnTo>
                <a:cubicBezTo>
                  <a:pt x="6488799" y="2557629"/>
                  <a:pt x="6483863" y="2556960"/>
                  <a:pt x="6481432" y="2555620"/>
                </a:cubicBezTo>
                <a:cubicBezTo>
                  <a:pt x="6479001" y="2554281"/>
                  <a:pt x="6477091" y="2552172"/>
                  <a:pt x="6475702" y="2549295"/>
                </a:cubicBezTo>
                <a:cubicBezTo>
                  <a:pt x="6474611" y="2547112"/>
                  <a:pt x="6474065" y="2541407"/>
                  <a:pt x="6474065" y="2532180"/>
                </a:cubicBezTo>
                <a:lnTo>
                  <a:pt x="6474065" y="2460296"/>
                </a:lnTo>
                <a:cubicBezTo>
                  <a:pt x="6485773" y="2447397"/>
                  <a:pt x="6497531" y="2440948"/>
                  <a:pt x="6509337" y="2440948"/>
                </a:cubicBezTo>
                <a:cubicBezTo>
                  <a:pt x="6516977" y="2440948"/>
                  <a:pt x="6522409" y="2443751"/>
                  <a:pt x="6525634" y="2449357"/>
                </a:cubicBezTo>
                <a:cubicBezTo>
                  <a:pt x="6528859" y="2454963"/>
                  <a:pt x="6530471" y="2463967"/>
                  <a:pt x="6530471" y="2476369"/>
                </a:cubicBezTo>
                <a:lnTo>
                  <a:pt x="6530471" y="2532180"/>
                </a:lnTo>
                <a:cubicBezTo>
                  <a:pt x="6530471" y="2540018"/>
                  <a:pt x="6530273" y="2544681"/>
                  <a:pt x="6529876" y="2546170"/>
                </a:cubicBezTo>
                <a:cubicBezTo>
                  <a:pt x="6528883" y="2549940"/>
                  <a:pt x="6527122" y="2552793"/>
                  <a:pt x="6524592" y="2554727"/>
                </a:cubicBezTo>
                <a:cubicBezTo>
                  <a:pt x="6522062" y="2556662"/>
                  <a:pt x="6517622" y="2557629"/>
                  <a:pt x="6511272" y="2557629"/>
                </a:cubicBezTo>
                <a:lnTo>
                  <a:pt x="6508444" y="2557629"/>
                </a:lnTo>
                <a:lnTo>
                  <a:pt x="6508444" y="2562987"/>
                </a:lnTo>
                <a:lnTo>
                  <a:pt x="6575864" y="2562987"/>
                </a:lnTo>
                <a:lnTo>
                  <a:pt x="6575864" y="2557629"/>
                </a:lnTo>
                <a:cubicBezTo>
                  <a:pt x="6569315" y="2557629"/>
                  <a:pt x="6564825" y="2556935"/>
                  <a:pt x="6562395" y="2555546"/>
                </a:cubicBezTo>
                <a:cubicBezTo>
                  <a:pt x="6559964" y="2554157"/>
                  <a:pt x="6558202" y="2552222"/>
                  <a:pt x="6557111" y="2549741"/>
                </a:cubicBezTo>
                <a:cubicBezTo>
                  <a:pt x="6555722" y="2546666"/>
                  <a:pt x="6555028" y="2540812"/>
                  <a:pt x="6555028" y="2532180"/>
                </a:cubicBezTo>
                <a:lnTo>
                  <a:pt x="6555028" y="2473988"/>
                </a:lnTo>
                <a:cubicBezTo>
                  <a:pt x="6555028" y="2461685"/>
                  <a:pt x="6553936" y="2452557"/>
                  <a:pt x="6551753" y="2446604"/>
                </a:cubicBezTo>
                <a:cubicBezTo>
                  <a:pt x="6548579" y="2438071"/>
                  <a:pt x="6544312" y="2431944"/>
                  <a:pt x="6538954" y="2428223"/>
                </a:cubicBezTo>
                <a:cubicBezTo>
                  <a:pt x="6533596" y="2424503"/>
                  <a:pt x="6527197" y="2422642"/>
                  <a:pt x="6519755" y="2422642"/>
                </a:cubicBezTo>
                <a:cubicBezTo>
                  <a:pt x="6505270" y="2422642"/>
                  <a:pt x="6490039" y="2432266"/>
                  <a:pt x="6474065" y="2451515"/>
                </a:cubicBezTo>
                <a:lnTo>
                  <a:pt x="6474065" y="2422642"/>
                </a:lnTo>
                <a:close/>
                <a:moveTo>
                  <a:pt x="6357384" y="2422642"/>
                </a:moveTo>
                <a:cubicBezTo>
                  <a:pt x="6341608" y="2422642"/>
                  <a:pt x="6329355" y="2426214"/>
                  <a:pt x="6320623" y="2433358"/>
                </a:cubicBezTo>
                <a:cubicBezTo>
                  <a:pt x="6311892" y="2440502"/>
                  <a:pt x="6307526" y="2448340"/>
                  <a:pt x="6307526" y="2456873"/>
                </a:cubicBezTo>
                <a:cubicBezTo>
                  <a:pt x="6307526" y="2461338"/>
                  <a:pt x="6308692" y="2464860"/>
                  <a:pt x="6311024" y="2467439"/>
                </a:cubicBezTo>
                <a:cubicBezTo>
                  <a:pt x="6313356" y="2470019"/>
                  <a:pt x="6316357" y="2471309"/>
                  <a:pt x="6320028" y="2471309"/>
                </a:cubicBezTo>
                <a:cubicBezTo>
                  <a:pt x="6323798" y="2471309"/>
                  <a:pt x="6326849" y="2470069"/>
                  <a:pt x="6329181" y="2467588"/>
                </a:cubicBezTo>
                <a:cubicBezTo>
                  <a:pt x="6331513" y="2465108"/>
                  <a:pt x="6332678" y="2461586"/>
                  <a:pt x="6332678" y="2457022"/>
                </a:cubicBezTo>
                <a:lnTo>
                  <a:pt x="6332381" y="2448389"/>
                </a:lnTo>
                <a:cubicBezTo>
                  <a:pt x="6332381" y="2444024"/>
                  <a:pt x="6334266" y="2440154"/>
                  <a:pt x="6338036" y="2436781"/>
                </a:cubicBezTo>
                <a:cubicBezTo>
                  <a:pt x="6341708" y="2433407"/>
                  <a:pt x="6346668" y="2431721"/>
                  <a:pt x="6352919" y="2431721"/>
                </a:cubicBezTo>
                <a:cubicBezTo>
                  <a:pt x="6361154" y="2431721"/>
                  <a:pt x="6367430" y="2434251"/>
                  <a:pt x="6371746" y="2439311"/>
                </a:cubicBezTo>
                <a:cubicBezTo>
                  <a:pt x="6376062" y="2444371"/>
                  <a:pt x="6378220" y="2453698"/>
                  <a:pt x="6378220" y="2467291"/>
                </a:cubicBezTo>
                <a:lnTo>
                  <a:pt x="6378220" y="2472649"/>
                </a:lnTo>
                <a:cubicBezTo>
                  <a:pt x="6354804" y="2481181"/>
                  <a:pt x="6338061" y="2488424"/>
                  <a:pt x="6327990" y="2494377"/>
                </a:cubicBezTo>
                <a:cubicBezTo>
                  <a:pt x="6317919" y="2500330"/>
                  <a:pt x="6310850" y="2506681"/>
                  <a:pt x="6306782" y="2513427"/>
                </a:cubicBezTo>
                <a:cubicBezTo>
                  <a:pt x="6303806" y="2518289"/>
                  <a:pt x="6302317" y="2524044"/>
                  <a:pt x="6302317" y="2530692"/>
                </a:cubicBezTo>
                <a:cubicBezTo>
                  <a:pt x="6302317" y="2541209"/>
                  <a:pt x="6305368" y="2549692"/>
                  <a:pt x="6311470" y="2556141"/>
                </a:cubicBezTo>
                <a:cubicBezTo>
                  <a:pt x="6317572" y="2562591"/>
                  <a:pt x="6325336" y="2565815"/>
                  <a:pt x="6334762" y="2565815"/>
                </a:cubicBezTo>
                <a:cubicBezTo>
                  <a:pt x="6340815" y="2565815"/>
                  <a:pt x="6346519" y="2564575"/>
                  <a:pt x="6351877" y="2562094"/>
                </a:cubicBezTo>
                <a:cubicBezTo>
                  <a:pt x="6355449" y="2560407"/>
                  <a:pt x="6364230" y="2554157"/>
                  <a:pt x="6378220" y="2543342"/>
                </a:cubicBezTo>
                <a:cubicBezTo>
                  <a:pt x="6378319" y="2551478"/>
                  <a:pt x="6379808" y="2557232"/>
                  <a:pt x="6382685" y="2560606"/>
                </a:cubicBezTo>
                <a:cubicBezTo>
                  <a:pt x="6385562" y="2563979"/>
                  <a:pt x="6389431" y="2565666"/>
                  <a:pt x="6394293" y="2565666"/>
                </a:cubicBezTo>
                <a:cubicBezTo>
                  <a:pt x="6404414" y="2565666"/>
                  <a:pt x="6415030" y="2558225"/>
                  <a:pt x="6426142" y="2543342"/>
                </a:cubicBezTo>
                <a:lnTo>
                  <a:pt x="6426142" y="2535008"/>
                </a:lnTo>
                <a:cubicBezTo>
                  <a:pt x="6420189" y="2540961"/>
                  <a:pt x="6416171" y="2544582"/>
                  <a:pt x="6414087" y="2545872"/>
                </a:cubicBezTo>
                <a:cubicBezTo>
                  <a:pt x="6412897" y="2546566"/>
                  <a:pt x="6411508" y="2546914"/>
                  <a:pt x="6409920" y="2546914"/>
                </a:cubicBezTo>
                <a:cubicBezTo>
                  <a:pt x="6408432" y="2546914"/>
                  <a:pt x="6407117" y="2546418"/>
                  <a:pt x="6405976" y="2545425"/>
                </a:cubicBezTo>
                <a:cubicBezTo>
                  <a:pt x="6404835" y="2544433"/>
                  <a:pt x="6404016" y="2542474"/>
                  <a:pt x="6403521" y="2539547"/>
                </a:cubicBezTo>
                <a:cubicBezTo>
                  <a:pt x="6403025" y="2536620"/>
                  <a:pt x="6402776" y="2528657"/>
                  <a:pt x="6402776" y="2515660"/>
                </a:cubicBezTo>
                <a:lnTo>
                  <a:pt x="6402776" y="2469374"/>
                </a:lnTo>
                <a:cubicBezTo>
                  <a:pt x="6402776" y="2456178"/>
                  <a:pt x="6401883" y="2447447"/>
                  <a:pt x="6400098" y="2443180"/>
                </a:cubicBezTo>
                <a:cubicBezTo>
                  <a:pt x="6397319" y="2436632"/>
                  <a:pt x="6393003" y="2431820"/>
                  <a:pt x="6387150" y="2428744"/>
                </a:cubicBezTo>
                <a:cubicBezTo>
                  <a:pt x="6379410" y="2424676"/>
                  <a:pt x="6369488" y="2422642"/>
                  <a:pt x="6357384" y="2422642"/>
                </a:cubicBezTo>
                <a:close/>
                <a:moveTo>
                  <a:pt x="6138160" y="2422642"/>
                </a:moveTo>
                <a:cubicBezTo>
                  <a:pt x="6125956" y="2422642"/>
                  <a:pt x="6116010" y="2426413"/>
                  <a:pt x="6108320" y="2433953"/>
                </a:cubicBezTo>
                <a:cubicBezTo>
                  <a:pt x="6100630" y="2441494"/>
                  <a:pt x="6096786" y="2450870"/>
                  <a:pt x="6096786" y="2462082"/>
                </a:cubicBezTo>
                <a:cubicBezTo>
                  <a:pt x="6096786" y="2470714"/>
                  <a:pt x="6099018" y="2477857"/>
                  <a:pt x="6103483" y="2483513"/>
                </a:cubicBezTo>
                <a:cubicBezTo>
                  <a:pt x="6107948" y="2489268"/>
                  <a:pt x="6117374" y="2495717"/>
                  <a:pt x="6131760" y="2502861"/>
                </a:cubicBezTo>
                <a:cubicBezTo>
                  <a:pt x="6146147" y="2510004"/>
                  <a:pt x="6155747" y="2515908"/>
                  <a:pt x="6160559" y="2520571"/>
                </a:cubicBezTo>
                <a:cubicBezTo>
                  <a:pt x="6165371" y="2525234"/>
                  <a:pt x="6167777" y="2530989"/>
                  <a:pt x="6167777" y="2537835"/>
                </a:cubicBezTo>
                <a:cubicBezTo>
                  <a:pt x="6167777" y="2543491"/>
                  <a:pt x="6165619" y="2548328"/>
                  <a:pt x="6161303" y="2552346"/>
                </a:cubicBezTo>
                <a:cubicBezTo>
                  <a:pt x="6156987" y="2556364"/>
                  <a:pt x="6151406" y="2558373"/>
                  <a:pt x="6144560" y="2558373"/>
                </a:cubicBezTo>
                <a:cubicBezTo>
                  <a:pt x="6134836" y="2558373"/>
                  <a:pt x="6126056" y="2554851"/>
                  <a:pt x="6118217" y="2547807"/>
                </a:cubicBezTo>
                <a:cubicBezTo>
                  <a:pt x="6110379" y="2540762"/>
                  <a:pt x="6105071" y="2530295"/>
                  <a:pt x="6102292" y="2516404"/>
                </a:cubicBezTo>
                <a:lnTo>
                  <a:pt x="6097381" y="2516404"/>
                </a:lnTo>
                <a:lnTo>
                  <a:pt x="6097381" y="2565071"/>
                </a:lnTo>
                <a:lnTo>
                  <a:pt x="6102292" y="2565071"/>
                </a:lnTo>
                <a:cubicBezTo>
                  <a:pt x="6103583" y="2562491"/>
                  <a:pt x="6105368" y="2561201"/>
                  <a:pt x="6107650" y="2561201"/>
                </a:cubicBezTo>
                <a:cubicBezTo>
                  <a:pt x="6109734" y="2561201"/>
                  <a:pt x="6112413" y="2561697"/>
                  <a:pt x="6115687" y="2562690"/>
                </a:cubicBezTo>
                <a:cubicBezTo>
                  <a:pt x="6126403" y="2565666"/>
                  <a:pt x="6135928" y="2567155"/>
                  <a:pt x="6144262" y="2567155"/>
                </a:cubicBezTo>
                <a:cubicBezTo>
                  <a:pt x="6155871" y="2567155"/>
                  <a:pt x="6166363" y="2563359"/>
                  <a:pt x="6175739" y="2555769"/>
                </a:cubicBezTo>
                <a:cubicBezTo>
                  <a:pt x="6185115" y="2548179"/>
                  <a:pt x="6189803" y="2538183"/>
                  <a:pt x="6189803" y="2525780"/>
                </a:cubicBezTo>
                <a:cubicBezTo>
                  <a:pt x="6189803" y="2509707"/>
                  <a:pt x="6179733" y="2496759"/>
                  <a:pt x="6159591" y="2486936"/>
                </a:cubicBezTo>
                <a:lnTo>
                  <a:pt x="6137862" y="2476369"/>
                </a:lnTo>
                <a:cubicBezTo>
                  <a:pt x="6128437" y="2471805"/>
                  <a:pt x="6122186" y="2467489"/>
                  <a:pt x="6119110" y="2463421"/>
                </a:cubicBezTo>
                <a:cubicBezTo>
                  <a:pt x="6115935" y="2459452"/>
                  <a:pt x="6114348" y="2454690"/>
                  <a:pt x="6114348" y="2449134"/>
                </a:cubicBezTo>
                <a:cubicBezTo>
                  <a:pt x="6114348" y="2444669"/>
                  <a:pt x="6116481" y="2440601"/>
                  <a:pt x="6120747" y="2436930"/>
                </a:cubicBezTo>
                <a:cubicBezTo>
                  <a:pt x="6125014" y="2433259"/>
                  <a:pt x="6130619" y="2431423"/>
                  <a:pt x="6137565" y="2431423"/>
                </a:cubicBezTo>
                <a:cubicBezTo>
                  <a:pt x="6146693" y="2431423"/>
                  <a:pt x="6154208" y="2434052"/>
                  <a:pt x="6160112" y="2439311"/>
                </a:cubicBezTo>
                <a:cubicBezTo>
                  <a:pt x="6166016" y="2444570"/>
                  <a:pt x="6170853" y="2454491"/>
                  <a:pt x="6174623" y="2469077"/>
                </a:cubicBezTo>
                <a:lnTo>
                  <a:pt x="6179534" y="2469077"/>
                </a:lnTo>
                <a:lnTo>
                  <a:pt x="6179534" y="2422642"/>
                </a:lnTo>
                <a:lnTo>
                  <a:pt x="6174623" y="2422642"/>
                </a:lnTo>
                <a:cubicBezTo>
                  <a:pt x="6173432" y="2425024"/>
                  <a:pt x="6172391" y="2426561"/>
                  <a:pt x="6171498" y="2427256"/>
                </a:cubicBezTo>
                <a:cubicBezTo>
                  <a:pt x="6170605" y="2427950"/>
                  <a:pt x="6169365" y="2428298"/>
                  <a:pt x="6167777" y="2428298"/>
                </a:cubicBezTo>
                <a:cubicBezTo>
                  <a:pt x="6166090" y="2428298"/>
                  <a:pt x="6162717" y="2427554"/>
                  <a:pt x="6157657" y="2426065"/>
                </a:cubicBezTo>
                <a:cubicBezTo>
                  <a:pt x="6150017" y="2423783"/>
                  <a:pt x="6143518" y="2422642"/>
                  <a:pt x="6138160" y="2422642"/>
                </a:cubicBezTo>
                <a:close/>
                <a:moveTo>
                  <a:pt x="5912834" y="2422642"/>
                </a:moveTo>
                <a:lnTo>
                  <a:pt x="5871758" y="2439311"/>
                </a:lnTo>
                <a:lnTo>
                  <a:pt x="5873842" y="2444669"/>
                </a:lnTo>
                <a:cubicBezTo>
                  <a:pt x="5877810" y="2443180"/>
                  <a:pt x="5881185" y="2442436"/>
                  <a:pt x="5883963" y="2442436"/>
                </a:cubicBezTo>
                <a:cubicBezTo>
                  <a:pt x="5886542" y="2442436"/>
                  <a:pt x="5888576" y="2443056"/>
                  <a:pt x="5890064" y="2444297"/>
                </a:cubicBezTo>
                <a:cubicBezTo>
                  <a:pt x="5891553" y="2445537"/>
                  <a:pt x="5892643" y="2447745"/>
                  <a:pt x="5893338" y="2450920"/>
                </a:cubicBezTo>
                <a:cubicBezTo>
                  <a:pt x="5894231" y="2455285"/>
                  <a:pt x="5894677" y="2464860"/>
                  <a:pt x="5894677" y="2479643"/>
                </a:cubicBezTo>
                <a:lnTo>
                  <a:pt x="5894677" y="2532180"/>
                </a:lnTo>
                <a:cubicBezTo>
                  <a:pt x="5894677" y="2540613"/>
                  <a:pt x="5894008" y="2546318"/>
                  <a:pt x="5892668" y="2549295"/>
                </a:cubicBezTo>
                <a:cubicBezTo>
                  <a:pt x="5891330" y="2552272"/>
                  <a:pt x="5889518" y="2554405"/>
                  <a:pt x="5887236" y="2555695"/>
                </a:cubicBezTo>
                <a:cubicBezTo>
                  <a:pt x="5884954" y="2556984"/>
                  <a:pt x="5880490" y="2557629"/>
                  <a:pt x="5873842" y="2557629"/>
                </a:cubicBezTo>
                <a:lnTo>
                  <a:pt x="5873842" y="2562987"/>
                </a:lnTo>
                <a:lnTo>
                  <a:pt x="5940070" y="2562987"/>
                </a:lnTo>
                <a:lnTo>
                  <a:pt x="5940070" y="2557629"/>
                </a:lnTo>
                <a:cubicBezTo>
                  <a:pt x="5933621" y="2557629"/>
                  <a:pt x="5929180" y="2556935"/>
                  <a:pt x="5926750" y="2555546"/>
                </a:cubicBezTo>
                <a:cubicBezTo>
                  <a:pt x="5924320" y="2554157"/>
                  <a:pt x="5922484" y="2552048"/>
                  <a:pt x="5921243" y="2549221"/>
                </a:cubicBezTo>
                <a:cubicBezTo>
                  <a:pt x="5920004" y="2546393"/>
                  <a:pt x="5919383" y="2540713"/>
                  <a:pt x="5919383" y="2532180"/>
                </a:cubicBezTo>
                <a:lnTo>
                  <a:pt x="5919383" y="2422642"/>
                </a:lnTo>
                <a:close/>
                <a:moveTo>
                  <a:pt x="5801213" y="2422642"/>
                </a:moveTo>
                <a:lnTo>
                  <a:pt x="5759988" y="2439311"/>
                </a:lnTo>
                <a:lnTo>
                  <a:pt x="5761476" y="2444669"/>
                </a:lnTo>
                <a:cubicBezTo>
                  <a:pt x="5765346" y="2443180"/>
                  <a:pt x="5768818" y="2442436"/>
                  <a:pt x="5771894" y="2442436"/>
                </a:cubicBezTo>
                <a:cubicBezTo>
                  <a:pt x="5774474" y="2442436"/>
                  <a:pt x="5776632" y="2443131"/>
                  <a:pt x="5778368" y="2444520"/>
                </a:cubicBezTo>
                <a:cubicBezTo>
                  <a:pt x="5780105" y="2445909"/>
                  <a:pt x="5781295" y="2448117"/>
                  <a:pt x="5781940" y="2451143"/>
                </a:cubicBezTo>
                <a:cubicBezTo>
                  <a:pt x="5782585" y="2454169"/>
                  <a:pt x="5782907" y="2463620"/>
                  <a:pt x="5782907" y="2479495"/>
                </a:cubicBezTo>
                <a:lnTo>
                  <a:pt x="5782907" y="2532329"/>
                </a:lnTo>
                <a:cubicBezTo>
                  <a:pt x="5782907" y="2540266"/>
                  <a:pt x="5782659" y="2545078"/>
                  <a:pt x="5782163" y="2546765"/>
                </a:cubicBezTo>
                <a:cubicBezTo>
                  <a:pt x="5781171" y="2550238"/>
                  <a:pt x="5779436" y="2552768"/>
                  <a:pt x="5776954" y="2554355"/>
                </a:cubicBezTo>
                <a:cubicBezTo>
                  <a:pt x="5773581" y="2556538"/>
                  <a:pt x="5768422" y="2557629"/>
                  <a:pt x="5761476" y="2557629"/>
                </a:cubicBezTo>
                <a:lnTo>
                  <a:pt x="5761476" y="2562987"/>
                </a:lnTo>
                <a:lnTo>
                  <a:pt x="5831276" y="2562987"/>
                </a:lnTo>
                <a:lnTo>
                  <a:pt x="5831276" y="2557629"/>
                </a:lnTo>
                <a:cubicBezTo>
                  <a:pt x="5825125" y="2557629"/>
                  <a:pt x="5820413" y="2556737"/>
                  <a:pt x="5817138" y="2554951"/>
                </a:cubicBezTo>
                <a:cubicBezTo>
                  <a:pt x="5813865" y="2553165"/>
                  <a:pt x="5811582" y="2550932"/>
                  <a:pt x="5810293" y="2548253"/>
                </a:cubicBezTo>
                <a:cubicBezTo>
                  <a:pt x="5808406" y="2544384"/>
                  <a:pt x="5807464" y="2538679"/>
                  <a:pt x="5807464" y="2531138"/>
                </a:cubicBezTo>
                <a:lnTo>
                  <a:pt x="5807464" y="2465802"/>
                </a:lnTo>
                <a:cubicBezTo>
                  <a:pt x="5812226" y="2456476"/>
                  <a:pt x="5816840" y="2449779"/>
                  <a:pt x="5821305" y="2445711"/>
                </a:cubicBezTo>
                <a:cubicBezTo>
                  <a:pt x="5823389" y="2443726"/>
                  <a:pt x="5825323" y="2442734"/>
                  <a:pt x="5827109" y="2442734"/>
                </a:cubicBezTo>
                <a:cubicBezTo>
                  <a:pt x="5829194" y="2442734"/>
                  <a:pt x="5832394" y="2444446"/>
                  <a:pt x="5836709" y="2447869"/>
                </a:cubicBezTo>
                <a:cubicBezTo>
                  <a:pt x="5841025" y="2451292"/>
                  <a:pt x="5844919" y="2453003"/>
                  <a:pt x="5848392" y="2453003"/>
                </a:cubicBezTo>
                <a:cubicBezTo>
                  <a:pt x="5851964" y="2453003"/>
                  <a:pt x="5855040" y="2451664"/>
                  <a:pt x="5857619" y="2448985"/>
                </a:cubicBezTo>
                <a:cubicBezTo>
                  <a:pt x="5860199" y="2446306"/>
                  <a:pt x="5861490" y="2443032"/>
                  <a:pt x="5861490" y="2439162"/>
                </a:cubicBezTo>
                <a:cubicBezTo>
                  <a:pt x="5861490" y="2434797"/>
                  <a:pt x="5859703" y="2430952"/>
                  <a:pt x="5856131" y="2427628"/>
                </a:cubicBezTo>
                <a:cubicBezTo>
                  <a:pt x="5852559" y="2424304"/>
                  <a:pt x="5848045" y="2422642"/>
                  <a:pt x="5842587" y="2422642"/>
                </a:cubicBezTo>
                <a:cubicBezTo>
                  <a:pt x="5830583" y="2422642"/>
                  <a:pt x="5818874" y="2432862"/>
                  <a:pt x="5807464" y="2453301"/>
                </a:cubicBezTo>
                <a:lnTo>
                  <a:pt x="5807464" y="2422642"/>
                </a:lnTo>
                <a:close/>
                <a:moveTo>
                  <a:pt x="5572316" y="2422642"/>
                </a:moveTo>
                <a:lnTo>
                  <a:pt x="5531239" y="2439311"/>
                </a:lnTo>
                <a:lnTo>
                  <a:pt x="5533473" y="2444669"/>
                </a:lnTo>
                <a:cubicBezTo>
                  <a:pt x="5537341" y="2443180"/>
                  <a:pt x="5540665" y="2442436"/>
                  <a:pt x="5543443" y="2442436"/>
                </a:cubicBezTo>
                <a:cubicBezTo>
                  <a:pt x="5546024" y="2442436"/>
                  <a:pt x="5548082" y="2443081"/>
                  <a:pt x="5549620" y="2444371"/>
                </a:cubicBezTo>
                <a:cubicBezTo>
                  <a:pt x="5551158" y="2445661"/>
                  <a:pt x="5552299" y="2448092"/>
                  <a:pt x="5553042" y="2451664"/>
                </a:cubicBezTo>
                <a:cubicBezTo>
                  <a:pt x="5553787" y="2455236"/>
                  <a:pt x="5554160" y="2465207"/>
                  <a:pt x="5554160" y="2481578"/>
                </a:cubicBezTo>
                <a:lnTo>
                  <a:pt x="5554160" y="2532180"/>
                </a:lnTo>
                <a:cubicBezTo>
                  <a:pt x="5554160" y="2542102"/>
                  <a:pt x="5552943" y="2548824"/>
                  <a:pt x="5550512" y="2552346"/>
                </a:cubicBezTo>
                <a:cubicBezTo>
                  <a:pt x="5548082" y="2555868"/>
                  <a:pt x="5543393" y="2557629"/>
                  <a:pt x="5536449" y="2557629"/>
                </a:cubicBezTo>
                <a:lnTo>
                  <a:pt x="5533473" y="2557629"/>
                </a:lnTo>
                <a:lnTo>
                  <a:pt x="5533473" y="2562987"/>
                </a:lnTo>
                <a:lnTo>
                  <a:pt x="5600891" y="2562987"/>
                </a:lnTo>
                <a:lnTo>
                  <a:pt x="5600891" y="2557629"/>
                </a:lnTo>
                <a:cubicBezTo>
                  <a:pt x="5593450" y="2557629"/>
                  <a:pt x="5588514" y="2556960"/>
                  <a:pt x="5586083" y="2555620"/>
                </a:cubicBezTo>
                <a:cubicBezTo>
                  <a:pt x="5583651" y="2554281"/>
                  <a:pt x="5581742" y="2552172"/>
                  <a:pt x="5580353" y="2549295"/>
                </a:cubicBezTo>
                <a:cubicBezTo>
                  <a:pt x="5579261" y="2547112"/>
                  <a:pt x="5578716" y="2541407"/>
                  <a:pt x="5578716" y="2532180"/>
                </a:cubicBezTo>
                <a:lnTo>
                  <a:pt x="5578716" y="2460296"/>
                </a:lnTo>
                <a:cubicBezTo>
                  <a:pt x="5590423" y="2447397"/>
                  <a:pt x="5602182" y="2440948"/>
                  <a:pt x="5613988" y="2440948"/>
                </a:cubicBezTo>
                <a:cubicBezTo>
                  <a:pt x="5621628" y="2440948"/>
                  <a:pt x="5627061" y="2443751"/>
                  <a:pt x="5630285" y="2449357"/>
                </a:cubicBezTo>
                <a:cubicBezTo>
                  <a:pt x="5633509" y="2454963"/>
                  <a:pt x="5635122" y="2463967"/>
                  <a:pt x="5635122" y="2476369"/>
                </a:cubicBezTo>
                <a:lnTo>
                  <a:pt x="5635122" y="2532180"/>
                </a:lnTo>
                <a:cubicBezTo>
                  <a:pt x="5635122" y="2540018"/>
                  <a:pt x="5634923" y="2544681"/>
                  <a:pt x="5634527" y="2546170"/>
                </a:cubicBezTo>
                <a:cubicBezTo>
                  <a:pt x="5633534" y="2549940"/>
                  <a:pt x="5631773" y="2552793"/>
                  <a:pt x="5629243" y="2554727"/>
                </a:cubicBezTo>
                <a:cubicBezTo>
                  <a:pt x="5626712" y="2556662"/>
                  <a:pt x="5622272" y="2557629"/>
                  <a:pt x="5615923" y="2557629"/>
                </a:cubicBezTo>
                <a:lnTo>
                  <a:pt x="5613095" y="2557629"/>
                </a:lnTo>
                <a:lnTo>
                  <a:pt x="5613095" y="2562987"/>
                </a:lnTo>
                <a:lnTo>
                  <a:pt x="5680514" y="2562987"/>
                </a:lnTo>
                <a:lnTo>
                  <a:pt x="5680514" y="2557629"/>
                </a:lnTo>
                <a:cubicBezTo>
                  <a:pt x="5673966" y="2557629"/>
                  <a:pt x="5669476" y="2556935"/>
                  <a:pt x="5667045" y="2555546"/>
                </a:cubicBezTo>
                <a:cubicBezTo>
                  <a:pt x="5664614" y="2554157"/>
                  <a:pt x="5662853" y="2552222"/>
                  <a:pt x="5661761" y="2549741"/>
                </a:cubicBezTo>
                <a:cubicBezTo>
                  <a:pt x="5660373" y="2546666"/>
                  <a:pt x="5659678" y="2540812"/>
                  <a:pt x="5659678" y="2532180"/>
                </a:cubicBezTo>
                <a:lnTo>
                  <a:pt x="5659678" y="2473988"/>
                </a:lnTo>
                <a:cubicBezTo>
                  <a:pt x="5659678" y="2461685"/>
                  <a:pt x="5658586" y="2452557"/>
                  <a:pt x="5656403" y="2446604"/>
                </a:cubicBezTo>
                <a:cubicBezTo>
                  <a:pt x="5653229" y="2438071"/>
                  <a:pt x="5648962" y="2431944"/>
                  <a:pt x="5643604" y="2428223"/>
                </a:cubicBezTo>
                <a:cubicBezTo>
                  <a:pt x="5638247" y="2424503"/>
                  <a:pt x="5631847" y="2422642"/>
                  <a:pt x="5624405" y="2422642"/>
                </a:cubicBezTo>
                <a:cubicBezTo>
                  <a:pt x="5609920" y="2422642"/>
                  <a:pt x="5594690" y="2432266"/>
                  <a:pt x="5578716" y="2451515"/>
                </a:cubicBezTo>
                <a:lnTo>
                  <a:pt x="5578716" y="2422642"/>
                </a:lnTo>
                <a:close/>
                <a:moveTo>
                  <a:pt x="5310379" y="2422642"/>
                </a:moveTo>
                <a:cubicBezTo>
                  <a:pt x="5299067" y="2422642"/>
                  <a:pt x="5288352" y="2425594"/>
                  <a:pt x="5278231" y="2431497"/>
                </a:cubicBezTo>
                <a:cubicBezTo>
                  <a:pt x="5268111" y="2437401"/>
                  <a:pt x="5259951" y="2446529"/>
                  <a:pt x="5253749" y="2458882"/>
                </a:cubicBezTo>
                <a:cubicBezTo>
                  <a:pt x="5247549" y="2471235"/>
                  <a:pt x="5244448" y="2483662"/>
                  <a:pt x="5244448" y="2496163"/>
                </a:cubicBezTo>
                <a:cubicBezTo>
                  <a:pt x="5244448" y="2513328"/>
                  <a:pt x="5249558" y="2528806"/>
                  <a:pt x="5259777" y="2542598"/>
                </a:cubicBezTo>
                <a:cubicBezTo>
                  <a:pt x="5271882" y="2558969"/>
                  <a:pt x="5288203" y="2567155"/>
                  <a:pt x="5308741" y="2567155"/>
                </a:cubicBezTo>
                <a:cubicBezTo>
                  <a:pt x="5321342" y="2567155"/>
                  <a:pt x="5332777" y="2563979"/>
                  <a:pt x="5343046" y="2557629"/>
                </a:cubicBezTo>
                <a:cubicBezTo>
                  <a:pt x="5353316" y="2551279"/>
                  <a:pt x="5361377" y="2541854"/>
                  <a:pt x="5367232" y="2529352"/>
                </a:cubicBezTo>
                <a:cubicBezTo>
                  <a:pt x="5373085" y="2516851"/>
                  <a:pt x="5376012" y="2504498"/>
                  <a:pt x="5376012" y="2492294"/>
                </a:cubicBezTo>
                <a:cubicBezTo>
                  <a:pt x="5376012" y="2474930"/>
                  <a:pt x="5370703" y="2459552"/>
                  <a:pt x="5360087" y="2446157"/>
                </a:cubicBezTo>
                <a:cubicBezTo>
                  <a:pt x="5347585" y="2430480"/>
                  <a:pt x="5331016" y="2422642"/>
                  <a:pt x="5310379" y="2422642"/>
                </a:cubicBezTo>
                <a:close/>
                <a:moveTo>
                  <a:pt x="5176285" y="2422642"/>
                </a:moveTo>
                <a:cubicBezTo>
                  <a:pt x="5158425" y="2422642"/>
                  <a:pt x="5143120" y="2429339"/>
                  <a:pt x="5130371" y="2442734"/>
                </a:cubicBezTo>
                <a:cubicBezTo>
                  <a:pt x="5117621" y="2456129"/>
                  <a:pt x="5111247" y="2473541"/>
                  <a:pt x="5111247" y="2494973"/>
                </a:cubicBezTo>
                <a:cubicBezTo>
                  <a:pt x="5111247" y="2517098"/>
                  <a:pt x="5117001" y="2534660"/>
                  <a:pt x="5128511" y="2547658"/>
                </a:cubicBezTo>
                <a:cubicBezTo>
                  <a:pt x="5140020" y="2560656"/>
                  <a:pt x="5153513" y="2567155"/>
                  <a:pt x="5168992" y="2567155"/>
                </a:cubicBezTo>
                <a:cubicBezTo>
                  <a:pt x="5181990" y="2567155"/>
                  <a:pt x="5193846" y="2562317"/>
                  <a:pt x="5204562" y="2552644"/>
                </a:cubicBezTo>
                <a:cubicBezTo>
                  <a:pt x="5215277" y="2542970"/>
                  <a:pt x="5222471" y="2529154"/>
                  <a:pt x="5226142" y="2511195"/>
                </a:cubicBezTo>
                <a:lnTo>
                  <a:pt x="5221826" y="2509112"/>
                </a:lnTo>
                <a:cubicBezTo>
                  <a:pt x="5216666" y="2521117"/>
                  <a:pt x="5211358" y="2529402"/>
                  <a:pt x="5205902" y="2533966"/>
                </a:cubicBezTo>
                <a:cubicBezTo>
                  <a:pt x="5198163" y="2540613"/>
                  <a:pt x="5189431" y="2543937"/>
                  <a:pt x="5179707" y="2543937"/>
                </a:cubicBezTo>
                <a:cubicBezTo>
                  <a:pt x="5166114" y="2543937"/>
                  <a:pt x="5155324" y="2537711"/>
                  <a:pt x="5147338" y="2525259"/>
                </a:cubicBezTo>
                <a:cubicBezTo>
                  <a:pt x="5139350" y="2512807"/>
                  <a:pt x="5135356" y="2498446"/>
                  <a:pt x="5135356" y="2482173"/>
                </a:cubicBezTo>
                <a:cubicBezTo>
                  <a:pt x="5135356" y="2466199"/>
                  <a:pt x="5139376" y="2453350"/>
                  <a:pt x="5147412" y="2443627"/>
                </a:cubicBezTo>
                <a:cubicBezTo>
                  <a:pt x="5153464" y="2436285"/>
                  <a:pt x="5161451" y="2432614"/>
                  <a:pt x="5171373" y="2432614"/>
                </a:cubicBezTo>
                <a:cubicBezTo>
                  <a:pt x="5177525" y="2432614"/>
                  <a:pt x="5182336" y="2434102"/>
                  <a:pt x="5185809" y="2437079"/>
                </a:cubicBezTo>
                <a:cubicBezTo>
                  <a:pt x="5189282" y="2440154"/>
                  <a:pt x="5191291" y="2444619"/>
                  <a:pt x="5191837" y="2450473"/>
                </a:cubicBezTo>
                <a:cubicBezTo>
                  <a:pt x="5192384" y="2456327"/>
                  <a:pt x="5193499" y="2460296"/>
                  <a:pt x="5195186" y="2462379"/>
                </a:cubicBezTo>
                <a:cubicBezTo>
                  <a:pt x="5198163" y="2466150"/>
                  <a:pt x="5202577" y="2468035"/>
                  <a:pt x="5208431" y="2468035"/>
                </a:cubicBezTo>
                <a:cubicBezTo>
                  <a:pt x="5212797" y="2468035"/>
                  <a:pt x="5216195" y="2466869"/>
                  <a:pt x="5218626" y="2464537"/>
                </a:cubicBezTo>
                <a:cubicBezTo>
                  <a:pt x="5221058" y="2462206"/>
                  <a:pt x="5222272" y="2459155"/>
                  <a:pt x="5222272" y="2455384"/>
                </a:cubicBezTo>
                <a:cubicBezTo>
                  <a:pt x="5222272" y="2447745"/>
                  <a:pt x="5217956" y="2440378"/>
                  <a:pt x="5209324" y="2433283"/>
                </a:cubicBezTo>
                <a:cubicBezTo>
                  <a:pt x="5200692" y="2426190"/>
                  <a:pt x="5189679" y="2422642"/>
                  <a:pt x="5176285" y="2422642"/>
                </a:cubicBezTo>
                <a:close/>
                <a:moveTo>
                  <a:pt x="4819841" y="2422642"/>
                </a:moveTo>
                <a:lnTo>
                  <a:pt x="4778765" y="2439311"/>
                </a:lnTo>
                <a:lnTo>
                  <a:pt x="4780997" y="2444669"/>
                </a:lnTo>
                <a:cubicBezTo>
                  <a:pt x="4784866" y="2443180"/>
                  <a:pt x="4788190" y="2442436"/>
                  <a:pt x="4790968" y="2442436"/>
                </a:cubicBezTo>
                <a:cubicBezTo>
                  <a:pt x="4793548" y="2442436"/>
                  <a:pt x="4795607" y="2443081"/>
                  <a:pt x="4797145" y="2444371"/>
                </a:cubicBezTo>
                <a:cubicBezTo>
                  <a:pt x="4798683" y="2445661"/>
                  <a:pt x="4799824" y="2448092"/>
                  <a:pt x="4800568" y="2451664"/>
                </a:cubicBezTo>
                <a:cubicBezTo>
                  <a:pt x="4801312" y="2455236"/>
                  <a:pt x="4801684" y="2465207"/>
                  <a:pt x="4801684" y="2481578"/>
                </a:cubicBezTo>
                <a:lnTo>
                  <a:pt x="4801684" y="2532180"/>
                </a:lnTo>
                <a:cubicBezTo>
                  <a:pt x="4801684" y="2542102"/>
                  <a:pt x="4800470" y="2548824"/>
                  <a:pt x="4798037" y="2552346"/>
                </a:cubicBezTo>
                <a:cubicBezTo>
                  <a:pt x="4795607" y="2555868"/>
                  <a:pt x="4790920" y="2557629"/>
                  <a:pt x="4783974" y="2557629"/>
                </a:cubicBezTo>
                <a:lnTo>
                  <a:pt x="4780997" y="2557629"/>
                </a:lnTo>
                <a:lnTo>
                  <a:pt x="4780997" y="2562987"/>
                </a:lnTo>
                <a:lnTo>
                  <a:pt x="4848416" y="2562987"/>
                </a:lnTo>
                <a:lnTo>
                  <a:pt x="4848416" y="2557629"/>
                </a:lnTo>
                <a:cubicBezTo>
                  <a:pt x="4840974" y="2557629"/>
                  <a:pt x="4836039" y="2556960"/>
                  <a:pt x="4833607" y="2555620"/>
                </a:cubicBezTo>
                <a:cubicBezTo>
                  <a:pt x="4831177" y="2554281"/>
                  <a:pt x="4829267" y="2552172"/>
                  <a:pt x="4827878" y="2549295"/>
                </a:cubicBezTo>
                <a:cubicBezTo>
                  <a:pt x="4826786" y="2547112"/>
                  <a:pt x="4826241" y="2541407"/>
                  <a:pt x="4826241" y="2532180"/>
                </a:cubicBezTo>
                <a:lnTo>
                  <a:pt x="4826241" y="2460296"/>
                </a:lnTo>
                <a:cubicBezTo>
                  <a:pt x="4837949" y="2447397"/>
                  <a:pt x="4849706" y="2440948"/>
                  <a:pt x="4861513" y="2440948"/>
                </a:cubicBezTo>
                <a:cubicBezTo>
                  <a:pt x="4869153" y="2440948"/>
                  <a:pt x="4874585" y="2443751"/>
                  <a:pt x="4877810" y="2449357"/>
                </a:cubicBezTo>
                <a:cubicBezTo>
                  <a:pt x="4881034" y="2454963"/>
                  <a:pt x="4882647" y="2463967"/>
                  <a:pt x="4882647" y="2476369"/>
                </a:cubicBezTo>
                <a:lnTo>
                  <a:pt x="4882647" y="2532180"/>
                </a:lnTo>
                <a:cubicBezTo>
                  <a:pt x="4882647" y="2540018"/>
                  <a:pt x="4882448" y="2544681"/>
                  <a:pt x="4882051" y="2546170"/>
                </a:cubicBezTo>
                <a:cubicBezTo>
                  <a:pt x="4881059" y="2549940"/>
                  <a:pt x="4879298" y="2552793"/>
                  <a:pt x="4876768" y="2554727"/>
                </a:cubicBezTo>
                <a:cubicBezTo>
                  <a:pt x="4874237" y="2556662"/>
                  <a:pt x="4869797" y="2557629"/>
                  <a:pt x="4863448" y="2557629"/>
                </a:cubicBezTo>
                <a:lnTo>
                  <a:pt x="4860620" y="2557629"/>
                </a:lnTo>
                <a:lnTo>
                  <a:pt x="4860620" y="2562987"/>
                </a:lnTo>
                <a:lnTo>
                  <a:pt x="4928039" y="2562987"/>
                </a:lnTo>
                <a:lnTo>
                  <a:pt x="4928039" y="2557629"/>
                </a:lnTo>
                <a:cubicBezTo>
                  <a:pt x="4921491" y="2557629"/>
                  <a:pt x="4917001" y="2556935"/>
                  <a:pt x="4914571" y="2555546"/>
                </a:cubicBezTo>
                <a:cubicBezTo>
                  <a:pt x="4912139" y="2554157"/>
                  <a:pt x="4910380" y="2552222"/>
                  <a:pt x="4909287" y="2549741"/>
                </a:cubicBezTo>
                <a:cubicBezTo>
                  <a:pt x="4907897" y="2546666"/>
                  <a:pt x="4907204" y="2540812"/>
                  <a:pt x="4907204" y="2532180"/>
                </a:cubicBezTo>
                <a:lnTo>
                  <a:pt x="4907204" y="2473988"/>
                </a:lnTo>
                <a:cubicBezTo>
                  <a:pt x="4907204" y="2461685"/>
                  <a:pt x="4906112" y="2452557"/>
                  <a:pt x="4903929" y="2446604"/>
                </a:cubicBezTo>
                <a:cubicBezTo>
                  <a:pt x="4900754" y="2438071"/>
                  <a:pt x="4896487" y="2431944"/>
                  <a:pt x="4891129" y="2428223"/>
                </a:cubicBezTo>
                <a:cubicBezTo>
                  <a:pt x="4885772" y="2424503"/>
                  <a:pt x="4879372" y="2422642"/>
                  <a:pt x="4871931" y="2422642"/>
                </a:cubicBezTo>
                <a:cubicBezTo>
                  <a:pt x="4857445" y="2422642"/>
                  <a:pt x="4842215" y="2432266"/>
                  <a:pt x="4826241" y="2451515"/>
                </a:cubicBezTo>
                <a:lnTo>
                  <a:pt x="4826241" y="2422642"/>
                </a:lnTo>
                <a:close/>
                <a:moveTo>
                  <a:pt x="4582015" y="2422642"/>
                </a:moveTo>
                <a:lnTo>
                  <a:pt x="4540788" y="2439311"/>
                </a:lnTo>
                <a:lnTo>
                  <a:pt x="4542277" y="2444669"/>
                </a:lnTo>
                <a:cubicBezTo>
                  <a:pt x="4546147" y="2443180"/>
                  <a:pt x="4549619" y="2442436"/>
                  <a:pt x="4552694" y="2442436"/>
                </a:cubicBezTo>
                <a:cubicBezTo>
                  <a:pt x="4555274" y="2442436"/>
                  <a:pt x="4557432" y="2443131"/>
                  <a:pt x="4559168" y="2444520"/>
                </a:cubicBezTo>
                <a:cubicBezTo>
                  <a:pt x="4560905" y="2445909"/>
                  <a:pt x="4562095" y="2448117"/>
                  <a:pt x="4562740" y="2451143"/>
                </a:cubicBezTo>
                <a:cubicBezTo>
                  <a:pt x="4563386" y="2454169"/>
                  <a:pt x="4563709" y="2463620"/>
                  <a:pt x="4563709" y="2479495"/>
                </a:cubicBezTo>
                <a:lnTo>
                  <a:pt x="4563709" y="2532329"/>
                </a:lnTo>
                <a:cubicBezTo>
                  <a:pt x="4563709" y="2540266"/>
                  <a:pt x="4563460" y="2545078"/>
                  <a:pt x="4562964" y="2546765"/>
                </a:cubicBezTo>
                <a:cubicBezTo>
                  <a:pt x="4561971" y="2550238"/>
                  <a:pt x="4560235" y="2552768"/>
                  <a:pt x="4557755" y="2554355"/>
                </a:cubicBezTo>
                <a:cubicBezTo>
                  <a:pt x="4554381" y="2556538"/>
                  <a:pt x="4549222" y="2557629"/>
                  <a:pt x="4542277" y="2557629"/>
                </a:cubicBezTo>
                <a:lnTo>
                  <a:pt x="4542277" y="2562987"/>
                </a:lnTo>
                <a:lnTo>
                  <a:pt x="4612078" y="2562987"/>
                </a:lnTo>
                <a:lnTo>
                  <a:pt x="4612078" y="2557629"/>
                </a:lnTo>
                <a:cubicBezTo>
                  <a:pt x="4605925" y="2557629"/>
                  <a:pt x="4601212" y="2556737"/>
                  <a:pt x="4597939" y="2554951"/>
                </a:cubicBezTo>
                <a:cubicBezTo>
                  <a:pt x="4594664" y="2553165"/>
                  <a:pt x="4592383" y="2550932"/>
                  <a:pt x="4591092" y="2548253"/>
                </a:cubicBezTo>
                <a:cubicBezTo>
                  <a:pt x="4589207" y="2544384"/>
                  <a:pt x="4588264" y="2538679"/>
                  <a:pt x="4588264" y="2531138"/>
                </a:cubicBezTo>
                <a:lnTo>
                  <a:pt x="4588264" y="2465802"/>
                </a:lnTo>
                <a:cubicBezTo>
                  <a:pt x="4593027" y="2456476"/>
                  <a:pt x="4597641" y="2449779"/>
                  <a:pt x="4602106" y="2445711"/>
                </a:cubicBezTo>
                <a:cubicBezTo>
                  <a:pt x="4604189" y="2443726"/>
                  <a:pt x="4606124" y="2442734"/>
                  <a:pt x="4607911" y="2442734"/>
                </a:cubicBezTo>
                <a:cubicBezTo>
                  <a:pt x="4609994" y="2442734"/>
                  <a:pt x="4613193" y="2444446"/>
                  <a:pt x="4617509" y="2447869"/>
                </a:cubicBezTo>
                <a:cubicBezTo>
                  <a:pt x="4621825" y="2451292"/>
                  <a:pt x="4625719" y="2453003"/>
                  <a:pt x="4629192" y="2453003"/>
                </a:cubicBezTo>
                <a:cubicBezTo>
                  <a:pt x="4632764" y="2453003"/>
                  <a:pt x="4635840" y="2451664"/>
                  <a:pt x="4638419" y="2448985"/>
                </a:cubicBezTo>
                <a:cubicBezTo>
                  <a:pt x="4640999" y="2446306"/>
                  <a:pt x="4642289" y="2443032"/>
                  <a:pt x="4642289" y="2439162"/>
                </a:cubicBezTo>
                <a:cubicBezTo>
                  <a:pt x="4642289" y="2434797"/>
                  <a:pt x="4640503" y="2430952"/>
                  <a:pt x="4636931" y="2427628"/>
                </a:cubicBezTo>
                <a:cubicBezTo>
                  <a:pt x="4633359" y="2424304"/>
                  <a:pt x="4628844" y="2422642"/>
                  <a:pt x="4623388" y="2422642"/>
                </a:cubicBezTo>
                <a:cubicBezTo>
                  <a:pt x="4611382" y="2422642"/>
                  <a:pt x="4599674" y="2432862"/>
                  <a:pt x="4588264" y="2453301"/>
                </a:cubicBezTo>
                <a:lnTo>
                  <a:pt x="4588264" y="2422642"/>
                </a:lnTo>
                <a:close/>
                <a:moveTo>
                  <a:pt x="4188811" y="2422642"/>
                </a:moveTo>
                <a:lnTo>
                  <a:pt x="4147735" y="2439311"/>
                </a:lnTo>
                <a:lnTo>
                  <a:pt x="4149819" y="2444669"/>
                </a:lnTo>
                <a:cubicBezTo>
                  <a:pt x="4153787" y="2443180"/>
                  <a:pt x="4157161" y="2442436"/>
                  <a:pt x="4159940" y="2442436"/>
                </a:cubicBezTo>
                <a:cubicBezTo>
                  <a:pt x="4162519" y="2442436"/>
                  <a:pt x="4164553" y="2443056"/>
                  <a:pt x="4166041" y="2444297"/>
                </a:cubicBezTo>
                <a:cubicBezTo>
                  <a:pt x="4167529" y="2445537"/>
                  <a:pt x="4168620" y="2447745"/>
                  <a:pt x="4169315" y="2450920"/>
                </a:cubicBezTo>
                <a:cubicBezTo>
                  <a:pt x="4170208" y="2455285"/>
                  <a:pt x="4170654" y="2464860"/>
                  <a:pt x="4170654" y="2479643"/>
                </a:cubicBezTo>
                <a:lnTo>
                  <a:pt x="4170654" y="2532180"/>
                </a:lnTo>
                <a:cubicBezTo>
                  <a:pt x="4170654" y="2540613"/>
                  <a:pt x="4169985" y="2546318"/>
                  <a:pt x="4168646" y="2549295"/>
                </a:cubicBezTo>
                <a:cubicBezTo>
                  <a:pt x="4167307" y="2552272"/>
                  <a:pt x="4165496" y="2554405"/>
                  <a:pt x="4163213" y="2555695"/>
                </a:cubicBezTo>
                <a:cubicBezTo>
                  <a:pt x="4160932" y="2556984"/>
                  <a:pt x="4156467" y="2557629"/>
                  <a:pt x="4149819" y="2557629"/>
                </a:cubicBezTo>
                <a:lnTo>
                  <a:pt x="4149819" y="2562987"/>
                </a:lnTo>
                <a:lnTo>
                  <a:pt x="4216045" y="2562987"/>
                </a:lnTo>
                <a:lnTo>
                  <a:pt x="4216045" y="2557629"/>
                </a:lnTo>
                <a:cubicBezTo>
                  <a:pt x="4209597" y="2557629"/>
                  <a:pt x="4205156" y="2556935"/>
                  <a:pt x="4202725" y="2555546"/>
                </a:cubicBezTo>
                <a:cubicBezTo>
                  <a:pt x="4200294" y="2554157"/>
                  <a:pt x="4198459" y="2552048"/>
                  <a:pt x="4197218" y="2549221"/>
                </a:cubicBezTo>
                <a:cubicBezTo>
                  <a:pt x="4195978" y="2546393"/>
                  <a:pt x="4195358" y="2540713"/>
                  <a:pt x="4195358" y="2532180"/>
                </a:cubicBezTo>
                <a:lnTo>
                  <a:pt x="4195358" y="2422642"/>
                </a:lnTo>
                <a:close/>
                <a:moveTo>
                  <a:pt x="3595880" y="2422642"/>
                </a:moveTo>
                <a:cubicBezTo>
                  <a:pt x="3584570" y="2422642"/>
                  <a:pt x="3573854" y="2425594"/>
                  <a:pt x="3563733" y="2431497"/>
                </a:cubicBezTo>
                <a:cubicBezTo>
                  <a:pt x="3553613" y="2437401"/>
                  <a:pt x="3545452" y="2446529"/>
                  <a:pt x="3539251" y="2458882"/>
                </a:cubicBezTo>
                <a:cubicBezTo>
                  <a:pt x="3533051" y="2471235"/>
                  <a:pt x="3529950" y="2483662"/>
                  <a:pt x="3529950" y="2496163"/>
                </a:cubicBezTo>
                <a:cubicBezTo>
                  <a:pt x="3529950" y="2513328"/>
                  <a:pt x="3535060" y="2528806"/>
                  <a:pt x="3545279" y="2542598"/>
                </a:cubicBezTo>
                <a:cubicBezTo>
                  <a:pt x="3557384" y="2558969"/>
                  <a:pt x="3573706" y="2567155"/>
                  <a:pt x="3594244" y="2567155"/>
                </a:cubicBezTo>
                <a:cubicBezTo>
                  <a:pt x="3606845" y="2567155"/>
                  <a:pt x="3618280" y="2563979"/>
                  <a:pt x="3628548" y="2557629"/>
                </a:cubicBezTo>
                <a:cubicBezTo>
                  <a:pt x="3638817" y="2551279"/>
                  <a:pt x="3646879" y="2541854"/>
                  <a:pt x="3652733" y="2529352"/>
                </a:cubicBezTo>
                <a:cubicBezTo>
                  <a:pt x="3658588" y="2516851"/>
                  <a:pt x="3661514" y="2504498"/>
                  <a:pt x="3661514" y="2492294"/>
                </a:cubicBezTo>
                <a:cubicBezTo>
                  <a:pt x="3661514" y="2474930"/>
                  <a:pt x="3656205" y="2459552"/>
                  <a:pt x="3645589" y="2446157"/>
                </a:cubicBezTo>
                <a:cubicBezTo>
                  <a:pt x="3633088" y="2430480"/>
                  <a:pt x="3616518" y="2422642"/>
                  <a:pt x="3595880" y="2422642"/>
                </a:cubicBezTo>
                <a:close/>
                <a:moveTo>
                  <a:pt x="3299862" y="2422642"/>
                </a:moveTo>
                <a:cubicBezTo>
                  <a:pt x="3284085" y="2422642"/>
                  <a:pt x="3271832" y="2426214"/>
                  <a:pt x="3263100" y="2433358"/>
                </a:cubicBezTo>
                <a:cubicBezTo>
                  <a:pt x="3254370" y="2440502"/>
                  <a:pt x="3250004" y="2448340"/>
                  <a:pt x="3250004" y="2456873"/>
                </a:cubicBezTo>
                <a:cubicBezTo>
                  <a:pt x="3250004" y="2461338"/>
                  <a:pt x="3251170" y="2464860"/>
                  <a:pt x="3253502" y="2467439"/>
                </a:cubicBezTo>
                <a:cubicBezTo>
                  <a:pt x="3255834" y="2470019"/>
                  <a:pt x="3258835" y="2471309"/>
                  <a:pt x="3262505" y="2471309"/>
                </a:cubicBezTo>
                <a:cubicBezTo>
                  <a:pt x="3266277" y="2471309"/>
                  <a:pt x="3269327" y="2470069"/>
                  <a:pt x="3271659" y="2467588"/>
                </a:cubicBezTo>
                <a:cubicBezTo>
                  <a:pt x="3273990" y="2465108"/>
                  <a:pt x="3275156" y="2461586"/>
                  <a:pt x="3275156" y="2457022"/>
                </a:cubicBezTo>
                <a:lnTo>
                  <a:pt x="3274858" y="2448389"/>
                </a:lnTo>
                <a:cubicBezTo>
                  <a:pt x="3274858" y="2444024"/>
                  <a:pt x="3276744" y="2440154"/>
                  <a:pt x="3280514" y="2436781"/>
                </a:cubicBezTo>
                <a:cubicBezTo>
                  <a:pt x="3284185" y="2433407"/>
                  <a:pt x="3289146" y="2431721"/>
                  <a:pt x="3295396" y="2431721"/>
                </a:cubicBezTo>
                <a:cubicBezTo>
                  <a:pt x="3303633" y="2431721"/>
                  <a:pt x="3309908" y="2434251"/>
                  <a:pt x="3314223" y="2439311"/>
                </a:cubicBezTo>
                <a:cubicBezTo>
                  <a:pt x="3318539" y="2444371"/>
                  <a:pt x="3320697" y="2453698"/>
                  <a:pt x="3320697" y="2467291"/>
                </a:cubicBezTo>
                <a:lnTo>
                  <a:pt x="3320697" y="2472649"/>
                </a:lnTo>
                <a:cubicBezTo>
                  <a:pt x="3297282" y="2481181"/>
                  <a:pt x="3280539" y="2488424"/>
                  <a:pt x="3270468" y="2494377"/>
                </a:cubicBezTo>
                <a:cubicBezTo>
                  <a:pt x="3260397" y="2500330"/>
                  <a:pt x="3253328" y="2506681"/>
                  <a:pt x="3249260" y="2513427"/>
                </a:cubicBezTo>
                <a:cubicBezTo>
                  <a:pt x="3246283" y="2518289"/>
                  <a:pt x="3244795" y="2524044"/>
                  <a:pt x="3244795" y="2530692"/>
                </a:cubicBezTo>
                <a:cubicBezTo>
                  <a:pt x="3244795" y="2541209"/>
                  <a:pt x="3247846" y="2549692"/>
                  <a:pt x="3253948" y="2556141"/>
                </a:cubicBezTo>
                <a:cubicBezTo>
                  <a:pt x="3260050" y="2562591"/>
                  <a:pt x="3267814" y="2565815"/>
                  <a:pt x="3277239" y="2565815"/>
                </a:cubicBezTo>
                <a:cubicBezTo>
                  <a:pt x="3283292" y="2565815"/>
                  <a:pt x="3288996" y="2564575"/>
                  <a:pt x="3294355" y="2562094"/>
                </a:cubicBezTo>
                <a:cubicBezTo>
                  <a:pt x="3297927" y="2560407"/>
                  <a:pt x="3306707" y="2554157"/>
                  <a:pt x="3320697" y="2543342"/>
                </a:cubicBezTo>
                <a:cubicBezTo>
                  <a:pt x="3320797" y="2551478"/>
                  <a:pt x="3322285" y="2557232"/>
                  <a:pt x="3325162" y="2560606"/>
                </a:cubicBezTo>
                <a:cubicBezTo>
                  <a:pt x="3328039" y="2563979"/>
                  <a:pt x="3331910" y="2565666"/>
                  <a:pt x="3336770" y="2565666"/>
                </a:cubicBezTo>
                <a:cubicBezTo>
                  <a:pt x="3346891" y="2565666"/>
                  <a:pt x="3357508" y="2558225"/>
                  <a:pt x="3368621" y="2543342"/>
                </a:cubicBezTo>
                <a:lnTo>
                  <a:pt x="3368621" y="2535008"/>
                </a:lnTo>
                <a:cubicBezTo>
                  <a:pt x="3362667" y="2540961"/>
                  <a:pt x="3358649" y="2544582"/>
                  <a:pt x="3356565" y="2545872"/>
                </a:cubicBezTo>
                <a:cubicBezTo>
                  <a:pt x="3355374" y="2546566"/>
                  <a:pt x="3353986" y="2546914"/>
                  <a:pt x="3352398" y="2546914"/>
                </a:cubicBezTo>
                <a:cubicBezTo>
                  <a:pt x="3350909" y="2546914"/>
                  <a:pt x="3349594" y="2546418"/>
                  <a:pt x="3348454" y="2545425"/>
                </a:cubicBezTo>
                <a:cubicBezTo>
                  <a:pt x="3347313" y="2544433"/>
                  <a:pt x="3346494" y="2542474"/>
                  <a:pt x="3345998" y="2539547"/>
                </a:cubicBezTo>
                <a:cubicBezTo>
                  <a:pt x="3345503" y="2536620"/>
                  <a:pt x="3345254" y="2528657"/>
                  <a:pt x="3345254" y="2515660"/>
                </a:cubicBezTo>
                <a:lnTo>
                  <a:pt x="3345254" y="2469374"/>
                </a:lnTo>
                <a:cubicBezTo>
                  <a:pt x="3345254" y="2456178"/>
                  <a:pt x="3344361" y="2447447"/>
                  <a:pt x="3342575" y="2443180"/>
                </a:cubicBezTo>
                <a:cubicBezTo>
                  <a:pt x="3339797" y="2436632"/>
                  <a:pt x="3335482" y="2431820"/>
                  <a:pt x="3329627" y="2428744"/>
                </a:cubicBezTo>
                <a:cubicBezTo>
                  <a:pt x="3321888" y="2424676"/>
                  <a:pt x="3311967" y="2422642"/>
                  <a:pt x="3299862" y="2422642"/>
                </a:cubicBezTo>
                <a:close/>
                <a:moveTo>
                  <a:pt x="3061587" y="2422642"/>
                </a:moveTo>
                <a:cubicBezTo>
                  <a:pt x="3049383" y="2422642"/>
                  <a:pt x="3039437" y="2426413"/>
                  <a:pt x="3031747" y="2433953"/>
                </a:cubicBezTo>
                <a:cubicBezTo>
                  <a:pt x="3024059" y="2441494"/>
                  <a:pt x="3020214" y="2450870"/>
                  <a:pt x="3020214" y="2462082"/>
                </a:cubicBezTo>
                <a:cubicBezTo>
                  <a:pt x="3020214" y="2470714"/>
                  <a:pt x="3022446" y="2477857"/>
                  <a:pt x="3026911" y="2483513"/>
                </a:cubicBezTo>
                <a:cubicBezTo>
                  <a:pt x="3031376" y="2489268"/>
                  <a:pt x="3040801" y="2495717"/>
                  <a:pt x="3055188" y="2502861"/>
                </a:cubicBezTo>
                <a:cubicBezTo>
                  <a:pt x="3069575" y="2510004"/>
                  <a:pt x="3079175" y="2515908"/>
                  <a:pt x="3083986" y="2520571"/>
                </a:cubicBezTo>
                <a:cubicBezTo>
                  <a:pt x="3088799" y="2525234"/>
                  <a:pt x="3091205" y="2530989"/>
                  <a:pt x="3091205" y="2537835"/>
                </a:cubicBezTo>
                <a:cubicBezTo>
                  <a:pt x="3091205" y="2543491"/>
                  <a:pt x="3089046" y="2548328"/>
                  <a:pt x="3084730" y="2552346"/>
                </a:cubicBezTo>
                <a:cubicBezTo>
                  <a:pt x="3080414" y="2556364"/>
                  <a:pt x="3074833" y="2558373"/>
                  <a:pt x="3067987" y="2558373"/>
                </a:cubicBezTo>
                <a:cubicBezTo>
                  <a:pt x="3058264" y="2558373"/>
                  <a:pt x="3049483" y="2554851"/>
                  <a:pt x="3041645" y="2547807"/>
                </a:cubicBezTo>
                <a:cubicBezTo>
                  <a:pt x="3033806" y="2540762"/>
                  <a:pt x="3028498" y="2530295"/>
                  <a:pt x="3025720" y="2516404"/>
                </a:cubicBezTo>
                <a:lnTo>
                  <a:pt x="3020808" y="2516404"/>
                </a:lnTo>
                <a:lnTo>
                  <a:pt x="3020808" y="2565071"/>
                </a:lnTo>
                <a:lnTo>
                  <a:pt x="3025720" y="2565071"/>
                </a:lnTo>
                <a:cubicBezTo>
                  <a:pt x="3027010" y="2562491"/>
                  <a:pt x="3028796" y="2561201"/>
                  <a:pt x="3031078" y="2561201"/>
                </a:cubicBezTo>
                <a:cubicBezTo>
                  <a:pt x="3033162" y="2561201"/>
                  <a:pt x="3035840" y="2561697"/>
                  <a:pt x="3039114" y="2562690"/>
                </a:cubicBezTo>
                <a:cubicBezTo>
                  <a:pt x="3049831" y="2565666"/>
                  <a:pt x="3059355" y="2567155"/>
                  <a:pt x="3067690" y="2567155"/>
                </a:cubicBezTo>
                <a:cubicBezTo>
                  <a:pt x="3079298" y="2567155"/>
                  <a:pt x="3089791" y="2563359"/>
                  <a:pt x="3099167" y="2555769"/>
                </a:cubicBezTo>
                <a:cubicBezTo>
                  <a:pt x="3108543" y="2548179"/>
                  <a:pt x="3113231" y="2538183"/>
                  <a:pt x="3113231" y="2525780"/>
                </a:cubicBezTo>
                <a:cubicBezTo>
                  <a:pt x="3113231" y="2509707"/>
                  <a:pt x="3103161" y="2496759"/>
                  <a:pt x="3083019" y="2486936"/>
                </a:cubicBezTo>
                <a:lnTo>
                  <a:pt x="3061290" y="2476369"/>
                </a:lnTo>
                <a:cubicBezTo>
                  <a:pt x="3051864" y="2471805"/>
                  <a:pt x="3045614" y="2467489"/>
                  <a:pt x="3042538" y="2463421"/>
                </a:cubicBezTo>
                <a:cubicBezTo>
                  <a:pt x="3039363" y="2459452"/>
                  <a:pt x="3037775" y="2454690"/>
                  <a:pt x="3037775" y="2449134"/>
                </a:cubicBezTo>
                <a:cubicBezTo>
                  <a:pt x="3037775" y="2444669"/>
                  <a:pt x="3039908" y="2440601"/>
                  <a:pt x="3044174" y="2436930"/>
                </a:cubicBezTo>
                <a:cubicBezTo>
                  <a:pt x="3048441" y="2433259"/>
                  <a:pt x="3054047" y="2431423"/>
                  <a:pt x="3060993" y="2431423"/>
                </a:cubicBezTo>
                <a:cubicBezTo>
                  <a:pt x="3070121" y="2431423"/>
                  <a:pt x="3077636" y="2434052"/>
                  <a:pt x="3083540" y="2439311"/>
                </a:cubicBezTo>
                <a:cubicBezTo>
                  <a:pt x="3089444" y="2444570"/>
                  <a:pt x="3094280" y="2454491"/>
                  <a:pt x="3098050" y="2469077"/>
                </a:cubicBezTo>
                <a:lnTo>
                  <a:pt x="3102961" y="2469077"/>
                </a:lnTo>
                <a:lnTo>
                  <a:pt x="3102961" y="2422642"/>
                </a:lnTo>
                <a:lnTo>
                  <a:pt x="3098050" y="2422642"/>
                </a:lnTo>
                <a:cubicBezTo>
                  <a:pt x="3096860" y="2425024"/>
                  <a:pt x="3095818" y="2426561"/>
                  <a:pt x="3094925" y="2427256"/>
                </a:cubicBezTo>
                <a:cubicBezTo>
                  <a:pt x="3094032" y="2427950"/>
                  <a:pt x="3092793" y="2428298"/>
                  <a:pt x="3091205" y="2428298"/>
                </a:cubicBezTo>
                <a:cubicBezTo>
                  <a:pt x="3089517" y="2428298"/>
                  <a:pt x="3086145" y="2427554"/>
                  <a:pt x="3081084" y="2426065"/>
                </a:cubicBezTo>
                <a:cubicBezTo>
                  <a:pt x="3073445" y="2423783"/>
                  <a:pt x="3066945" y="2422642"/>
                  <a:pt x="3061587" y="2422642"/>
                </a:cubicBezTo>
                <a:close/>
                <a:moveTo>
                  <a:pt x="2710056" y="2422642"/>
                </a:moveTo>
                <a:cubicBezTo>
                  <a:pt x="2698745" y="2422642"/>
                  <a:pt x="2688030" y="2425594"/>
                  <a:pt x="2677909" y="2431497"/>
                </a:cubicBezTo>
                <a:cubicBezTo>
                  <a:pt x="2667788" y="2437401"/>
                  <a:pt x="2659628" y="2446529"/>
                  <a:pt x="2653427" y="2458882"/>
                </a:cubicBezTo>
                <a:cubicBezTo>
                  <a:pt x="2647225" y="2471235"/>
                  <a:pt x="2644125" y="2483662"/>
                  <a:pt x="2644125" y="2496163"/>
                </a:cubicBezTo>
                <a:cubicBezTo>
                  <a:pt x="2644125" y="2513328"/>
                  <a:pt x="2649234" y="2528806"/>
                  <a:pt x="2659454" y="2542598"/>
                </a:cubicBezTo>
                <a:cubicBezTo>
                  <a:pt x="2671559" y="2558969"/>
                  <a:pt x="2687880" y="2567155"/>
                  <a:pt x="2708418" y="2567155"/>
                </a:cubicBezTo>
                <a:cubicBezTo>
                  <a:pt x="2721019" y="2567155"/>
                  <a:pt x="2732454" y="2563979"/>
                  <a:pt x="2742724" y="2557629"/>
                </a:cubicBezTo>
                <a:cubicBezTo>
                  <a:pt x="2752992" y="2551279"/>
                  <a:pt x="2761054" y="2541854"/>
                  <a:pt x="2766909" y="2529352"/>
                </a:cubicBezTo>
                <a:cubicBezTo>
                  <a:pt x="2772762" y="2516851"/>
                  <a:pt x="2775689" y="2504498"/>
                  <a:pt x="2775689" y="2492294"/>
                </a:cubicBezTo>
                <a:cubicBezTo>
                  <a:pt x="2775689" y="2474930"/>
                  <a:pt x="2770380" y="2459552"/>
                  <a:pt x="2759765" y="2446157"/>
                </a:cubicBezTo>
                <a:cubicBezTo>
                  <a:pt x="2747263" y="2430480"/>
                  <a:pt x="2730693" y="2422642"/>
                  <a:pt x="2710056" y="2422642"/>
                </a:cubicBezTo>
                <a:close/>
                <a:moveTo>
                  <a:pt x="2442462" y="2422642"/>
                </a:moveTo>
                <a:cubicBezTo>
                  <a:pt x="2430259" y="2422642"/>
                  <a:pt x="2420312" y="2426413"/>
                  <a:pt x="2412622" y="2433953"/>
                </a:cubicBezTo>
                <a:cubicBezTo>
                  <a:pt x="2404933" y="2441494"/>
                  <a:pt x="2401089" y="2450870"/>
                  <a:pt x="2401089" y="2462082"/>
                </a:cubicBezTo>
                <a:cubicBezTo>
                  <a:pt x="2401089" y="2470714"/>
                  <a:pt x="2403320" y="2477857"/>
                  <a:pt x="2407785" y="2483513"/>
                </a:cubicBezTo>
                <a:cubicBezTo>
                  <a:pt x="2412250" y="2489268"/>
                  <a:pt x="2421676" y="2495717"/>
                  <a:pt x="2436063" y="2502861"/>
                </a:cubicBezTo>
                <a:cubicBezTo>
                  <a:pt x="2450450" y="2510004"/>
                  <a:pt x="2460049" y="2515908"/>
                  <a:pt x="2464862" y="2520571"/>
                </a:cubicBezTo>
                <a:cubicBezTo>
                  <a:pt x="2469673" y="2525234"/>
                  <a:pt x="2472080" y="2530989"/>
                  <a:pt x="2472080" y="2537835"/>
                </a:cubicBezTo>
                <a:cubicBezTo>
                  <a:pt x="2472080" y="2543491"/>
                  <a:pt x="2469922" y="2548328"/>
                  <a:pt x="2465605" y="2552346"/>
                </a:cubicBezTo>
                <a:cubicBezTo>
                  <a:pt x="2461290" y="2556364"/>
                  <a:pt x="2455708" y="2558373"/>
                  <a:pt x="2448863" y="2558373"/>
                </a:cubicBezTo>
                <a:cubicBezTo>
                  <a:pt x="2439139" y="2558373"/>
                  <a:pt x="2430358" y="2554851"/>
                  <a:pt x="2422520" y="2547807"/>
                </a:cubicBezTo>
                <a:cubicBezTo>
                  <a:pt x="2414682" y="2540762"/>
                  <a:pt x="2409374" y="2530295"/>
                  <a:pt x="2406594" y="2516404"/>
                </a:cubicBezTo>
                <a:lnTo>
                  <a:pt x="2401684" y="2516404"/>
                </a:lnTo>
                <a:lnTo>
                  <a:pt x="2401684" y="2565071"/>
                </a:lnTo>
                <a:lnTo>
                  <a:pt x="2406594" y="2565071"/>
                </a:lnTo>
                <a:cubicBezTo>
                  <a:pt x="2407885" y="2562491"/>
                  <a:pt x="2409670" y="2561201"/>
                  <a:pt x="2411953" y="2561201"/>
                </a:cubicBezTo>
                <a:cubicBezTo>
                  <a:pt x="2414036" y="2561201"/>
                  <a:pt x="2416714" y="2561697"/>
                  <a:pt x="2419990" y="2562690"/>
                </a:cubicBezTo>
                <a:cubicBezTo>
                  <a:pt x="2430706" y="2565666"/>
                  <a:pt x="2440231" y="2567155"/>
                  <a:pt x="2448565" y="2567155"/>
                </a:cubicBezTo>
                <a:cubicBezTo>
                  <a:pt x="2460173" y="2567155"/>
                  <a:pt x="2470665" y="2563359"/>
                  <a:pt x="2480043" y="2555769"/>
                </a:cubicBezTo>
                <a:cubicBezTo>
                  <a:pt x="2489418" y="2548179"/>
                  <a:pt x="2494106" y="2538183"/>
                  <a:pt x="2494106" y="2525780"/>
                </a:cubicBezTo>
                <a:cubicBezTo>
                  <a:pt x="2494106" y="2509707"/>
                  <a:pt x="2484035" y="2496759"/>
                  <a:pt x="2463894" y="2486936"/>
                </a:cubicBezTo>
                <a:lnTo>
                  <a:pt x="2442165" y="2476369"/>
                </a:lnTo>
                <a:cubicBezTo>
                  <a:pt x="2432740" y="2471805"/>
                  <a:pt x="2426488" y="2467489"/>
                  <a:pt x="2423412" y="2463421"/>
                </a:cubicBezTo>
                <a:cubicBezTo>
                  <a:pt x="2420238" y="2459452"/>
                  <a:pt x="2418650" y="2454690"/>
                  <a:pt x="2418650" y="2449134"/>
                </a:cubicBezTo>
                <a:cubicBezTo>
                  <a:pt x="2418650" y="2444669"/>
                  <a:pt x="2420784" y="2440601"/>
                  <a:pt x="2425050" y="2436930"/>
                </a:cubicBezTo>
                <a:cubicBezTo>
                  <a:pt x="2429316" y="2433259"/>
                  <a:pt x="2434922" y="2431423"/>
                  <a:pt x="2441867" y="2431423"/>
                </a:cubicBezTo>
                <a:cubicBezTo>
                  <a:pt x="2450995" y="2431423"/>
                  <a:pt x="2458512" y="2434052"/>
                  <a:pt x="2464414" y="2439311"/>
                </a:cubicBezTo>
                <a:cubicBezTo>
                  <a:pt x="2470319" y="2444570"/>
                  <a:pt x="2475156" y="2454491"/>
                  <a:pt x="2478926" y="2469077"/>
                </a:cubicBezTo>
                <a:lnTo>
                  <a:pt x="2483837" y="2469077"/>
                </a:lnTo>
                <a:lnTo>
                  <a:pt x="2483837" y="2422642"/>
                </a:lnTo>
                <a:lnTo>
                  <a:pt x="2478926" y="2422642"/>
                </a:lnTo>
                <a:cubicBezTo>
                  <a:pt x="2477735" y="2425024"/>
                  <a:pt x="2476693" y="2426561"/>
                  <a:pt x="2475800" y="2427256"/>
                </a:cubicBezTo>
                <a:cubicBezTo>
                  <a:pt x="2474908" y="2427950"/>
                  <a:pt x="2473667" y="2428298"/>
                  <a:pt x="2472080" y="2428298"/>
                </a:cubicBezTo>
                <a:cubicBezTo>
                  <a:pt x="2470393" y="2428298"/>
                  <a:pt x="2467019" y="2427554"/>
                  <a:pt x="2461959" y="2426065"/>
                </a:cubicBezTo>
                <a:cubicBezTo>
                  <a:pt x="2454319" y="2423783"/>
                  <a:pt x="2447821" y="2422642"/>
                  <a:pt x="2442462" y="2422642"/>
                </a:cubicBezTo>
                <a:close/>
                <a:moveTo>
                  <a:pt x="2032887" y="2422642"/>
                </a:moveTo>
                <a:cubicBezTo>
                  <a:pt x="2020683" y="2422642"/>
                  <a:pt x="2010737" y="2426413"/>
                  <a:pt x="2003047" y="2433953"/>
                </a:cubicBezTo>
                <a:cubicBezTo>
                  <a:pt x="1995358" y="2441494"/>
                  <a:pt x="1991513" y="2450870"/>
                  <a:pt x="1991513" y="2462082"/>
                </a:cubicBezTo>
                <a:cubicBezTo>
                  <a:pt x="1991513" y="2470714"/>
                  <a:pt x="1993745" y="2477857"/>
                  <a:pt x="1998210" y="2483513"/>
                </a:cubicBezTo>
                <a:cubicBezTo>
                  <a:pt x="2002675" y="2489268"/>
                  <a:pt x="2012101" y="2495717"/>
                  <a:pt x="2026487" y="2502861"/>
                </a:cubicBezTo>
                <a:cubicBezTo>
                  <a:pt x="2040874" y="2510004"/>
                  <a:pt x="2050474" y="2515908"/>
                  <a:pt x="2055286" y="2520571"/>
                </a:cubicBezTo>
                <a:cubicBezTo>
                  <a:pt x="2060098" y="2525234"/>
                  <a:pt x="2062504" y="2530989"/>
                  <a:pt x="2062504" y="2537835"/>
                </a:cubicBezTo>
                <a:cubicBezTo>
                  <a:pt x="2062504" y="2543491"/>
                  <a:pt x="2060346" y="2548328"/>
                  <a:pt x="2056030" y="2552346"/>
                </a:cubicBezTo>
                <a:cubicBezTo>
                  <a:pt x="2051714" y="2556364"/>
                  <a:pt x="2046133" y="2558373"/>
                  <a:pt x="2039287" y="2558373"/>
                </a:cubicBezTo>
                <a:cubicBezTo>
                  <a:pt x="2029563" y="2558373"/>
                  <a:pt x="2020782" y="2554851"/>
                  <a:pt x="2012944" y="2547807"/>
                </a:cubicBezTo>
                <a:cubicBezTo>
                  <a:pt x="2005106" y="2540762"/>
                  <a:pt x="1999798" y="2530295"/>
                  <a:pt x="1997019" y="2516404"/>
                </a:cubicBezTo>
                <a:lnTo>
                  <a:pt x="1992108" y="2516404"/>
                </a:lnTo>
                <a:lnTo>
                  <a:pt x="1992108" y="2565071"/>
                </a:lnTo>
                <a:lnTo>
                  <a:pt x="1997019" y="2565071"/>
                </a:lnTo>
                <a:cubicBezTo>
                  <a:pt x="1998309" y="2562491"/>
                  <a:pt x="2000095" y="2561201"/>
                  <a:pt x="2002377" y="2561201"/>
                </a:cubicBezTo>
                <a:cubicBezTo>
                  <a:pt x="2004461" y="2561201"/>
                  <a:pt x="2007140" y="2561697"/>
                  <a:pt x="2010414" y="2562690"/>
                </a:cubicBezTo>
                <a:cubicBezTo>
                  <a:pt x="2021130" y="2565666"/>
                  <a:pt x="2030654" y="2567155"/>
                  <a:pt x="2038989" y="2567155"/>
                </a:cubicBezTo>
                <a:cubicBezTo>
                  <a:pt x="2050598" y="2567155"/>
                  <a:pt x="2061090" y="2563359"/>
                  <a:pt x="2070466" y="2555769"/>
                </a:cubicBezTo>
                <a:cubicBezTo>
                  <a:pt x="2079843" y="2548179"/>
                  <a:pt x="2084530" y="2538183"/>
                  <a:pt x="2084530" y="2525780"/>
                </a:cubicBezTo>
                <a:cubicBezTo>
                  <a:pt x="2084530" y="2509707"/>
                  <a:pt x="2074460" y="2496759"/>
                  <a:pt x="2054318" y="2486936"/>
                </a:cubicBezTo>
                <a:lnTo>
                  <a:pt x="2032589" y="2476369"/>
                </a:lnTo>
                <a:cubicBezTo>
                  <a:pt x="2023163" y="2471805"/>
                  <a:pt x="2016913" y="2467489"/>
                  <a:pt x="2013837" y="2463421"/>
                </a:cubicBezTo>
                <a:cubicBezTo>
                  <a:pt x="2010662" y="2459452"/>
                  <a:pt x="2009074" y="2454690"/>
                  <a:pt x="2009074" y="2449134"/>
                </a:cubicBezTo>
                <a:cubicBezTo>
                  <a:pt x="2009074" y="2444669"/>
                  <a:pt x="2011208" y="2440601"/>
                  <a:pt x="2015474" y="2436930"/>
                </a:cubicBezTo>
                <a:cubicBezTo>
                  <a:pt x="2019741" y="2433259"/>
                  <a:pt x="2025346" y="2431423"/>
                  <a:pt x="2032292" y="2431423"/>
                </a:cubicBezTo>
                <a:cubicBezTo>
                  <a:pt x="2041420" y="2431423"/>
                  <a:pt x="2048936" y="2434052"/>
                  <a:pt x="2054839" y="2439311"/>
                </a:cubicBezTo>
                <a:cubicBezTo>
                  <a:pt x="2060743" y="2444570"/>
                  <a:pt x="2065580" y="2454491"/>
                  <a:pt x="2069350" y="2469077"/>
                </a:cubicBezTo>
                <a:lnTo>
                  <a:pt x="2074262" y="2469077"/>
                </a:lnTo>
                <a:lnTo>
                  <a:pt x="2074262" y="2422642"/>
                </a:lnTo>
                <a:lnTo>
                  <a:pt x="2069350" y="2422642"/>
                </a:lnTo>
                <a:cubicBezTo>
                  <a:pt x="2068159" y="2425024"/>
                  <a:pt x="2067117" y="2426561"/>
                  <a:pt x="2066224" y="2427256"/>
                </a:cubicBezTo>
                <a:cubicBezTo>
                  <a:pt x="2065331" y="2427950"/>
                  <a:pt x="2064091" y="2428298"/>
                  <a:pt x="2062504" y="2428298"/>
                </a:cubicBezTo>
                <a:cubicBezTo>
                  <a:pt x="2060817" y="2428298"/>
                  <a:pt x="2057444" y="2427554"/>
                  <a:pt x="2052384" y="2426065"/>
                </a:cubicBezTo>
                <a:cubicBezTo>
                  <a:pt x="2044744" y="2423783"/>
                  <a:pt x="2038245" y="2422642"/>
                  <a:pt x="2032887" y="2422642"/>
                </a:cubicBezTo>
                <a:close/>
                <a:moveTo>
                  <a:pt x="1909211" y="2422642"/>
                </a:moveTo>
                <a:cubicBezTo>
                  <a:pt x="1893435" y="2422642"/>
                  <a:pt x="1881182" y="2426214"/>
                  <a:pt x="1872450" y="2433358"/>
                </a:cubicBezTo>
                <a:cubicBezTo>
                  <a:pt x="1863719" y="2440502"/>
                  <a:pt x="1859353" y="2448340"/>
                  <a:pt x="1859353" y="2456873"/>
                </a:cubicBezTo>
                <a:cubicBezTo>
                  <a:pt x="1859353" y="2461338"/>
                  <a:pt x="1860519" y="2464860"/>
                  <a:pt x="1862851" y="2467439"/>
                </a:cubicBezTo>
                <a:cubicBezTo>
                  <a:pt x="1865183" y="2470019"/>
                  <a:pt x="1868184" y="2471309"/>
                  <a:pt x="1871855" y="2471309"/>
                </a:cubicBezTo>
                <a:cubicBezTo>
                  <a:pt x="1875626" y="2471309"/>
                  <a:pt x="1878676" y="2470069"/>
                  <a:pt x="1881008" y="2467588"/>
                </a:cubicBezTo>
                <a:cubicBezTo>
                  <a:pt x="1883339" y="2465108"/>
                  <a:pt x="1884506" y="2461586"/>
                  <a:pt x="1884506" y="2457022"/>
                </a:cubicBezTo>
                <a:lnTo>
                  <a:pt x="1884208" y="2448389"/>
                </a:lnTo>
                <a:cubicBezTo>
                  <a:pt x="1884208" y="2444024"/>
                  <a:pt x="1886093" y="2440154"/>
                  <a:pt x="1889863" y="2436781"/>
                </a:cubicBezTo>
                <a:cubicBezTo>
                  <a:pt x="1893534" y="2433407"/>
                  <a:pt x="1898495" y="2431721"/>
                  <a:pt x="1904746" y="2431721"/>
                </a:cubicBezTo>
                <a:cubicBezTo>
                  <a:pt x="1912981" y="2431721"/>
                  <a:pt x="1919257" y="2434251"/>
                  <a:pt x="1923573" y="2439311"/>
                </a:cubicBezTo>
                <a:cubicBezTo>
                  <a:pt x="1927889" y="2444371"/>
                  <a:pt x="1930047" y="2453698"/>
                  <a:pt x="1930047" y="2467291"/>
                </a:cubicBezTo>
                <a:lnTo>
                  <a:pt x="1930047" y="2472649"/>
                </a:lnTo>
                <a:cubicBezTo>
                  <a:pt x="1906631" y="2481181"/>
                  <a:pt x="1889888" y="2488424"/>
                  <a:pt x="1879817" y="2494377"/>
                </a:cubicBezTo>
                <a:cubicBezTo>
                  <a:pt x="1869747" y="2500330"/>
                  <a:pt x="1862677" y="2506681"/>
                  <a:pt x="1858610" y="2513427"/>
                </a:cubicBezTo>
                <a:cubicBezTo>
                  <a:pt x="1855632" y="2518289"/>
                  <a:pt x="1854144" y="2524044"/>
                  <a:pt x="1854144" y="2530692"/>
                </a:cubicBezTo>
                <a:cubicBezTo>
                  <a:pt x="1854144" y="2541209"/>
                  <a:pt x="1857196" y="2549692"/>
                  <a:pt x="1863297" y="2556141"/>
                </a:cubicBezTo>
                <a:cubicBezTo>
                  <a:pt x="1869399" y="2562591"/>
                  <a:pt x="1877163" y="2565815"/>
                  <a:pt x="1886589" y="2565815"/>
                </a:cubicBezTo>
                <a:cubicBezTo>
                  <a:pt x="1892641" y="2565815"/>
                  <a:pt x="1898346" y="2564575"/>
                  <a:pt x="1903704" y="2562094"/>
                </a:cubicBezTo>
                <a:cubicBezTo>
                  <a:pt x="1907276" y="2560407"/>
                  <a:pt x="1916057" y="2554157"/>
                  <a:pt x="1930047" y="2543342"/>
                </a:cubicBezTo>
                <a:cubicBezTo>
                  <a:pt x="1930146" y="2551478"/>
                  <a:pt x="1931634" y="2557232"/>
                  <a:pt x="1934511" y="2560606"/>
                </a:cubicBezTo>
                <a:cubicBezTo>
                  <a:pt x="1937389" y="2563979"/>
                  <a:pt x="1941259" y="2565666"/>
                  <a:pt x="1946121" y="2565666"/>
                </a:cubicBezTo>
                <a:cubicBezTo>
                  <a:pt x="1956241" y="2565666"/>
                  <a:pt x="1966857" y="2558225"/>
                  <a:pt x="1977969" y="2543342"/>
                </a:cubicBezTo>
                <a:lnTo>
                  <a:pt x="1977969" y="2535008"/>
                </a:lnTo>
                <a:cubicBezTo>
                  <a:pt x="1972016" y="2540961"/>
                  <a:pt x="1967998" y="2544582"/>
                  <a:pt x="1965914" y="2545872"/>
                </a:cubicBezTo>
                <a:cubicBezTo>
                  <a:pt x="1964724" y="2546566"/>
                  <a:pt x="1963335" y="2546914"/>
                  <a:pt x="1961747" y="2546914"/>
                </a:cubicBezTo>
                <a:cubicBezTo>
                  <a:pt x="1960259" y="2546914"/>
                  <a:pt x="1958944" y="2546418"/>
                  <a:pt x="1957803" y="2545425"/>
                </a:cubicBezTo>
                <a:cubicBezTo>
                  <a:pt x="1956662" y="2544433"/>
                  <a:pt x="1955844" y="2542474"/>
                  <a:pt x="1955347" y="2539547"/>
                </a:cubicBezTo>
                <a:cubicBezTo>
                  <a:pt x="1954851" y="2536620"/>
                  <a:pt x="1954603" y="2528657"/>
                  <a:pt x="1954603" y="2515660"/>
                </a:cubicBezTo>
                <a:lnTo>
                  <a:pt x="1954603" y="2469374"/>
                </a:lnTo>
                <a:cubicBezTo>
                  <a:pt x="1954603" y="2456178"/>
                  <a:pt x="1953710" y="2447447"/>
                  <a:pt x="1951925" y="2443180"/>
                </a:cubicBezTo>
                <a:cubicBezTo>
                  <a:pt x="1949146" y="2436632"/>
                  <a:pt x="1944831" y="2431820"/>
                  <a:pt x="1938976" y="2428744"/>
                </a:cubicBezTo>
                <a:cubicBezTo>
                  <a:pt x="1931237" y="2424676"/>
                  <a:pt x="1921315" y="2422642"/>
                  <a:pt x="1909211" y="2422642"/>
                </a:cubicBezTo>
                <a:close/>
                <a:moveTo>
                  <a:pt x="1690136" y="2422642"/>
                </a:moveTo>
                <a:cubicBezTo>
                  <a:pt x="1674360" y="2422642"/>
                  <a:pt x="1662106" y="2426214"/>
                  <a:pt x="1653375" y="2433358"/>
                </a:cubicBezTo>
                <a:cubicBezTo>
                  <a:pt x="1644645" y="2440502"/>
                  <a:pt x="1640279" y="2448340"/>
                  <a:pt x="1640279" y="2456873"/>
                </a:cubicBezTo>
                <a:cubicBezTo>
                  <a:pt x="1640279" y="2461338"/>
                  <a:pt x="1641444" y="2464860"/>
                  <a:pt x="1643776" y="2467439"/>
                </a:cubicBezTo>
                <a:cubicBezTo>
                  <a:pt x="1646108" y="2470019"/>
                  <a:pt x="1649109" y="2471309"/>
                  <a:pt x="1652780" y="2471309"/>
                </a:cubicBezTo>
                <a:cubicBezTo>
                  <a:pt x="1656550" y="2471309"/>
                  <a:pt x="1659601" y="2470069"/>
                  <a:pt x="1661933" y="2467588"/>
                </a:cubicBezTo>
                <a:cubicBezTo>
                  <a:pt x="1664264" y="2465108"/>
                  <a:pt x="1665430" y="2461586"/>
                  <a:pt x="1665430" y="2457022"/>
                </a:cubicBezTo>
                <a:lnTo>
                  <a:pt x="1665133" y="2448389"/>
                </a:lnTo>
                <a:cubicBezTo>
                  <a:pt x="1665133" y="2444024"/>
                  <a:pt x="1667018" y="2440154"/>
                  <a:pt x="1670788" y="2436781"/>
                </a:cubicBezTo>
                <a:cubicBezTo>
                  <a:pt x="1674459" y="2433407"/>
                  <a:pt x="1679420" y="2431721"/>
                  <a:pt x="1685671" y="2431721"/>
                </a:cubicBezTo>
                <a:cubicBezTo>
                  <a:pt x="1693906" y="2431721"/>
                  <a:pt x="1700182" y="2434251"/>
                  <a:pt x="1704498" y="2439311"/>
                </a:cubicBezTo>
                <a:cubicBezTo>
                  <a:pt x="1708814" y="2444371"/>
                  <a:pt x="1710972" y="2453698"/>
                  <a:pt x="1710972" y="2467291"/>
                </a:cubicBezTo>
                <a:lnTo>
                  <a:pt x="1710972" y="2472649"/>
                </a:lnTo>
                <a:cubicBezTo>
                  <a:pt x="1687557" y="2481181"/>
                  <a:pt x="1670813" y="2488424"/>
                  <a:pt x="1660742" y="2494377"/>
                </a:cubicBezTo>
                <a:cubicBezTo>
                  <a:pt x="1650672" y="2500330"/>
                  <a:pt x="1643602" y="2506681"/>
                  <a:pt x="1639534" y="2513427"/>
                </a:cubicBezTo>
                <a:cubicBezTo>
                  <a:pt x="1636557" y="2518289"/>
                  <a:pt x="1635070" y="2524044"/>
                  <a:pt x="1635070" y="2530692"/>
                </a:cubicBezTo>
                <a:cubicBezTo>
                  <a:pt x="1635070" y="2541209"/>
                  <a:pt x="1638120" y="2549692"/>
                  <a:pt x="1644222" y="2556141"/>
                </a:cubicBezTo>
                <a:cubicBezTo>
                  <a:pt x="1650324" y="2562591"/>
                  <a:pt x="1658088" y="2565815"/>
                  <a:pt x="1667514" y="2565815"/>
                </a:cubicBezTo>
                <a:cubicBezTo>
                  <a:pt x="1673566" y="2565815"/>
                  <a:pt x="1679272" y="2564575"/>
                  <a:pt x="1684629" y="2562094"/>
                </a:cubicBezTo>
                <a:cubicBezTo>
                  <a:pt x="1688201" y="2560407"/>
                  <a:pt x="1696982" y="2554157"/>
                  <a:pt x="1710972" y="2543342"/>
                </a:cubicBezTo>
                <a:cubicBezTo>
                  <a:pt x="1711071" y="2551478"/>
                  <a:pt x="1712559" y="2557232"/>
                  <a:pt x="1715437" y="2560606"/>
                </a:cubicBezTo>
                <a:cubicBezTo>
                  <a:pt x="1718314" y="2563979"/>
                  <a:pt x="1722184" y="2565666"/>
                  <a:pt x="1727045" y="2565666"/>
                </a:cubicBezTo>
                <a:cubicBezTo>
                  <a:pt x="1737166" y="2565666"/>
                  <a:pt x="1747782" y="2558225"/>
                  <a:pt x="1758895" y="2543342"/>
                </a:cubicBezTo>
                <a:lnTo>
                  <a:pt x="1758895" y="2535008"/>
                </a:lnTo>
                <a:cubicBezTo>
                  <a:pt x="1752942" y="2540961"/>
                  <a:pt x="1748923" y="2544582"/>
                  <a:pt x="1746839" y="2545872"/>
                </a:cubicBezTo>
                <a:cubicBezTo>
                  <a:pt x="1745649" y="2546566"/>
                  <a:pt x="1744259" y="2546914"/>
                  <a:pt x="1742672" y="2546914"/>
                </a:cubicBezTo>
                <a:cubicBezTo>
                  <a:pt x="1741184" y="2546914"/>
                  <a:pt x="1739869" y="2546418"/>
                  <a:pt x="1738729" y="2545425"/>
                </a:cubicBezTo>
                <a:cubicBezTo>
                  <a:pt x="1737587" y="2544433"/>
                  <a:pt x="1736769" y="2542474"/>
                  <a:pt x="1736273" y="2539547"/>
                </a:cubicBezTo>
                <a:cubicBezTo>
                  <a:pt x="1735777" y="2536620"/>
                  <a:pt x="1735528" y="2528657"/>
                  <a:pt x="1735528" y="2515660"/>
                </a:cubicBezTo>
                <a:lnTo>
                  <a:pt x="1735528" y="2469374"/>
                </a:lnTo>
                <a:cubicBezTo>
                  <a:pt x="1735528" y="2456178"/>
                  <a:pt x="1734635" y="2447447"/>
                  <a:pt x="1732850" y="2443180"/>
                </a:cubicBezTo>
                <a:cubicBezTo>
                  <a:pt x="1730072" y="2436632"/>
                  <a:pt x="1725756" y="2431820"/>
                  <a:pt x="1719901" y="2428744"/>
                </a:cubicBezTo>
                <a:cubicBezTo>
                  <a:pt x="1712162" y="2424676"/>
                  <a:pt x="1702240" y="2422642"/>
                  <a:pt x="1690136" y="2422642"/>
                </a:cubicBezTo>
                <a:close/>
                <a:moveTo>
                  <a:pt x="1318512" y="2422642"/>
                </a:moveTo>
                <a:cubicBezTo>
                  <a:pt x="1306308" y="2422642"/>
                  <a:pt x="1296362" y="2426413"/>
                  <a:pt x="1288672" y="2433953"/>
                </a:cubicBezTo>
                <a:cubicBezTo>
                  <a:pt x="1280983" y="2441494"/>
                  <a:pt x="1277138" y="2450870"/>
                  <a:pt x="1277138" y="2462082"/>
                </a:cubicBezTo>
                <a:cubicBezTo>
                  <a:pt x="1277138" y="2470714"/>
                  <a:pt x="1279370" y="2477857"/>
                  <a:pt x="1283835" y="2483513"/>
                </a:cubicBezTo>
                <a:cubicBezTo>
                  <a:pt x="1288300" y="2489268"/>
                  <a:pt x="1297725" y="2495717"/>
                  <a:pt x="1312112" y="2502861"/>
                </a:cubicBezTo>
                <a:cubicBezTo>
                  <a:pt x="1326499" y="2510004"/>
                  <a:pt x="1336099" y="2515908"/>
                  <a:pt x="1340911" y="2520571"/>
                </a:cubicBezTo>
                <a:cubicBezTo>
                  <a:pt x="1345723" y="2525234"/>
                  <a:pt x="1348129" y="2530989"/>
                  <a:pt x="1348129" y="2537835"/>
                </a:cubicBezTo>
                <a:cubicBezTo>
                  <a:pt x="1348129" y="2543491"/>
                  <a:pt x="1345971" y="2548328"/>
                  <a:pt x="1341655" y="2552346"/>
                </a:cubicBezTo>
                <a:cubicBezTo>
                  <a:pt x="1337339" y="2556364"/>
                  <a:pt x="1331758" y="2558373"/>
                  <a:pt x="1324912" y="2558373"/>
                </a:cubicBezTo>
                <a:cubicBezTo>
                  <a:pt x="1315188" y="2558373"/>
                  <a:pt x="1306408" y="2554851"/>
                  <a:pt x="1298569" y="2547807"/>
                </a:cubicBezTo>
                <a:cubicBezTo>
                  <a:pt x="1290731" y="2540762"/>
                  <a:pt x="1285422" y="2530295"/>
                  <a:pt x="1282644" y="2516404"/>
                </a:cubicBezTo>
                <a:lnTo>
                  <a:pt x="1277733" y="2516404"/>
                </a:lnTo>
                <a:lnTo>
                  <a:pt x="1277733" y="2565071"/>
                </a:lnTo>
                <a:lnTo>
                  <a:pt x="1282644" y="2565071"/>
                </a:lnTo>
                <a:cubicBezTo>
                  <a:pt x="1283934" y="2562491"/>
                  <a:pt x="1285720" y="2561201"/>
                  <a:pt x="1288002" y="2561201"/>
                </a:cubicBezTo>
                <a:cubicBezTo>
                  <a:pt x="1290086" y="2561201"/>
                  <a:pt x="1292765" y="2561697"/>
                  <a:pt x="1296039" y="2562690"/>
                </a:cubicBezTo>
                <a:cubicBezTo>
                  <a:pt x="1306755" y="2565666"/>
                  <a:pt x="1316280" y="2567155"/>
                  <a:pt x="1324614" y="2567155"/>
                </a:cubicBezTo>
                <a:cubicBezTo>
                  <a:pt x="1336222" y="2567155"/>
                  <a:pt x="1346715" y="2563359"/>
                  <a:pt x="1356091" y="2555769"/>
                </a:cubicBezTo>
                <a:cubicBezTo>
                  <a:pt x="1365468" y="2548179"/>
                  <a:pt x="1370156" y="2538183"/>
                  <a:pt x="1370156" y="2525780"/>
                </a:cubicBezTo>
                <a:cubicBezTo>
                  <a:pt x="1370156" y="2509707"/>
                  <a:pt x="1360085" y="2496759"/>
                  <a:pt x="1339943" y="2486936"/>
                </a:cubicBezTo>
                <a:lnTo>
                  <a:pt x="1318214" y="2476369"/>
                </a:lnTo>
                <a:cubicBezTo>
                  <a:pt x="1308789" y="2471805"/>
                  <a:pt x="1302538" y="2467489"/>
                  <a:pt x="1299462" y="2463421"/>
                </a:cubicBezTo>
                <a:cubicBezTo>
                  <a:pt x="1296287" y="2459452"/>
                  <a:pt x="1294700" y="2454690"/>
                  <a:pt x="1294700" y="2449134"/>
                </a:cubicBezTo>
                <a:cubicBezTo>
                  <a:pt x="1294700" y="2444669"/>
                  <a:pt x="1296832" y="2440601"/>
                  <a:pt x="1301099" y="2436930"/>
                </a:cubicBezTo>
                <a:cubicBezTo>
                  <a:pt x="1305365" y="2433259"/>
                  <a:pt x="1310971" y="2431423"/>
                  <a:pt x="1317917" y="2431423"/>
                </a:cubicBezTo>
                <a:cubicBezTo>
                  <a:pt x="1327045" y="2431423"/>
                  <a:pt x="1334560" y="2434052"/>
                  <a:pt x="1340464" y="2439311"/>
                </a:cubicBezTo>
                <a:cubicBezTo>
                  <a:pt x="1346368" y="2444570"/>
                  <a:pt x="1351205" y="2454491"/>
                  <a:pt x="1354975" y="2469077"/>
                </a:cubicBezTo>
                <a:lnTo>
                  <a:pt x="1359886" y="2469077"/>
                </a:lnTo>
                <a:lnTo>
                  <a:pt x="1359886" y="2422642"/>
                </a:lnTo>
                <a:lnTo>
                  <a:pt x="1354975" y="2422642"/>
                </a:lnTo>
                <a:cubicBezTo>
                  <a:pt x="1353784" y="2425024"/>
                  <a:pt x="1352743" y="2426561"/>
                  <a:pt x="1351850" y="2427256"/>
                </a:cubicBezTo>
                <a:cubicBezTo>
                  <a:pt x="1350957" y="2427950"/>
                  <a:pt x="1349717" y="2428298"/>
                  <a:pt x="1348129" y="2428298"/>
                </a:cubicBezTo>
                <a:cubicBezTo>
                  <a:pt x="1346442" y="2428298"/>
                  <a:pt x="1343069" y="2427554"/>
                  <a:pt x="1338008" y="2426065"/>
                </a:cubicBezTo>
                <a:cubicBezTo>
                  <a:pt x="1330368" y="2423783"/>
                  <a:pt x="1323870" y="2422642"/>
                  <a:pt x="1318512" y="2422642"/>
                </a:cubicBezTo>
                <a:close/>
                <a:moveTo>
                  <a:pt x="1226536" y="2422642"/>
                </a:moveTo>
                <a:lnTo>
                  <a:pt x="1185460" y="2439311"/>
                </a:lnTo>
                <a:lnTo>
                  <a:pt x="1187543" y="2444669"/>
                </a:lnTo>
                <a:cubicBezTo>
                  <a:pt x="1191512" y="2443180"/>
                  <a:pt x="1194885" y="2442436"/>
                  <a:pt x="1197663" y="2442436"/>
                </a:cubicBezTo>
                <a:cubicBezTo>
                  <a:pt x="1200243" y="2442436"/>
                  <a:pt x="1202277" y="2443056"/>
                  <a:pt x="1203766" y="2444297"/>
                </a:cubicBezTo>
                <a:cubicBezTo>
                  <a:pt x="1205254" y="2445537"/>
                  <a:pt x="1206345" y="2447745"/>
                  <a:pt x="1207040" y="2450920"/>
                </a:cubicBezTo>
                <a:cubicBezTo>
                  <a:pt x="1207933" y="2455285"/>
                  <a:pt x="1208379" y="2464860"/>
                  <a:pt x="1208379" y="2479643"/>
                </a:cubicBezTo>
                <a:lnTo>
                  <a:pt x="1208379" y="2532180"/>
                </a:lnTo>
                <a:cubicBezTo>
                  <a:pt x="1208379" y="2540613"/>
                  <a:pt x="1207710" y="2546318"/>
                  <a:pt x="1206370" y="2549295"/>
                </a:cubicBezTo>
                <a:cubicBezTo>
                  <a:pt x="1205030" y="2552272"/>
                  <a:pt x="1203220" y="2554405"/>
                  <a:pt x="1200938" y="2555695"/>
                </a:cubicBezTo>
                <a:cubicBezTo>
                  <a:pt x="1198656" y="2556984"/>
                  <a:pt x="1194191" y="2557629"/>
                  <a:pt x="1187543" y="2557629"/>
                </a:cubicBezTo>
                <a:lnTo>
                  <a:pt x="1187543" y="2562987"/>
                </a:lnTo>
                <a:lnTo>
                  <a:pt x="1253772" y="2562987"/>
                </a:lnTo>
                <a:lnTo>
                  <a:pt x="1253772" y="2557629"/>
                </a:lnTo>
                <a:cubicBezTo>
                  <a:pt x="1247323" y="2557629"/>
                  <a:pt x="1242883" y="2556935"/>
                  <a:pt x="1240452" y="2555546"/>
                </a:cubicBezTo>
                <a:cubicBezTo>
                  <a:pt x="1238021" y="2554157"/>
                  <a:pt x="1236185" y="2552048"/>
                  <a:pt x="1234946" y="2549221"/>
                </a:cubicBezTo>
                <a:cubicBezTo>
                  <a:pt x="1233705" y="2546393"/>
                  <a:pt x="1233085" y="2540713"/>
                  <a:pt x="1233085" y="2532180"/>
                </a:cubicBezTo>
                <a:lnTo>
                  <a:pt x="1233085" y="2422642"/>
                </a:lnTo>
                <a:close/>
                <a:moveTo>
                  <a:pt x="8032593" y="2422493"/>
                </a:moveTo>
                <a:cubicBezTo>
                  <a:pt x="8014536" y="2422493"/>
                  <a:pt x="7999528" y="2429017"/>
                  <a:pt x="7987573" y="2442064"/>
                </a:cubicBezTo>
                <a:cubicBezTo>
                  <a:pt x="7975617" y="2455112"/>
                  <a:pt x="7969639" y="2473293"/>
                  <a:pt x="7969639" y="2496610"/>
                </a:cubicBezTo>
                <a:cubicBezTo>
                  <a:pt x="7969639" y="2518140"/>
                  <a:pt x="7975468" y="2535280"/>
                  <a:pt x="7987126" y="2548030"/>
                </a:cubicBezTo>
                <a:cubicBezTo>
                  <a:pt x="7998784" y="2560780"/>
                  <a:pt x="8012799" y="2567155"/>
                  <a:pt x="8029170" y="2567155"/>
                </a:cubicBezTo>
                <a:cubicBezTo>
                  <a:pt x="8044251" y="2567155"/>
                  <a:pt x="8056803" y="2561573"/>
                  <a:pt x="8066824" y="2550411"/>
                </a:cubicBezTo>
                <a:cubicBezTo>
                  <a:pt x="8076845" y="2539249"/>
                  <a:pt x="8082897" y="2526872"/>
                  <a:pt x="8084981" y="2513279"/>
                </a:cubicBezTo>
                <a:lnTo>
                  <a:pt x="8080367" y="2510302"/>
                </a:lnTo>
                <a:cubicBezTo>
                  <a:pt x="8075902" y="2522208"/>
                  <a:pt x="8070371" y="2530617"/>
                  <a:pt x="8063773" y="2535528"/>
                </a:cubicBezTo>
                <a:cubicBezTo>
                  <a:pt x="8057175" y="2540440"/>
                  <a:pt x="8049411" y="2542896"/>
                  <a:pt x="8040481" y="2542896"/>
                </a:cubicBezTo>
                <a:cubicBezTo>
                  <a:pt x="8027087" y="2542896"/>
                  <a:pt x="8015429" y="2537141"/>
                  <a:pt x="8005507" y="2525631"/>
                </a:cubicBezTo>
                <a:cubicBezTo>
                  <a:pt x="7995584" y="2514122"/>
                  <a:pt x="7990673" y="2498247"/>
                  <a:pt x="7990773" y="2478006"/>
                </a:cubicBezTo>
                <a:lnTo>
                  <a:pt x="8084981" y="2478006"/>
                </a:lnTo>
                <a:cubicBezTo>
                  <a:pt x="8084981" y="2461139"/>
                  <a:pt x="8080069" y="2447670"/>
                  <a:pt x="8070247" y="2437599"/>
                </a:cubicBezTo>
                <a:cubicBezTo>
                  <a:pt x="8060424" y="2427529"/>
                  <a:pt x="8047873" y="2422493"/>
                  <a:pt x="8032593" y="2422493"/>
                </a:cubicBezTo>
                <a:close/>
                <a:moveTo>
                  <a:pt x="7670643" y="2422493"/>
                </a:moveTo>
                <a:cubicBezTo>
                  <a:pt x="7652586" y="2422493"/>
                  <a:pt x="7637578" y="2429017"/>
                  <a:pt x="7625623" y="2442064"/>
                </a:cubicBezTo>
                <a:cubicBezTo>
                  <a:pt x="7613667" y="2455112"/>
                  <a:pt x="7607689" y="2473293"/>
                  <a:pt x="7607689" y="2496610"/>
                </a:cubicBezTo>
                <a:cubicBezTo>
                  <a:pt x="7607689" y="2518140"/>
                  <a:pt x="7613518" y="2535280"/>
                  <a:pt x="7625176" y="2548030"/>
                </a:cubicBezTo>
                <a:cubicBezTo>
                  <a:pt x="7636834" y="2560780"/>
                  <a:pt x="7650849" y="2567155"/>
                  <a:pt x="7667220" y="2567155"/>
                </a:cubicBezTo>
                <a:cubicBezTo>
                  <a:pt x="7682301" y="2567155"/>
                  <a:pt x="7694853" y="2561573"/>
                  <a:pt x="7704874" y="2550411"/>
                </a:cubicBezTo>
                <a:cubicBezTo>
                  <a:pt x="7714895" y="2539249"/>
                  <a:pt x="7720947" y="2526872"/>
                  <a:pt x="7723031" y="2513279"/>
                </a:cubicBezTo>
                <a:lnTo>
                  <a:pt x="7718417" y="2510302"/>
                </a:lnTo>
                <a:cubicBezTo>
                  <a:pt x="7713952" y="2522208"/>
                  <a:pt x="7708421" y="2530617"/>
                  <a:pt x="7701823" y="2535528"/>
                </a:cubicBezTo>
                <a:cubicBezTo>
                  <a:pt x="7695225" y="2540440"/>
                  <a:pt x="7687461" y="2542896"/>
                  <a:pt x="7678531" y="2542896"/>
                </a:cubicBezTo>
                <a:cubicBezTo>
                  <a:pt x="7665137" y="2542896"/>
                  <a:pt x="7653479" y="2537141"/>
                  <a:pt x="7643557" y="2525631"/>
                </a:cubicBezTo>
                <a:cubicBezTo>
                  <a:pt x="7633634" y="2514122"/>
                  <a:pt x="7628723" y="2498247"/>
                  <a:pt x="7628823" y="2478006"/>
                </a:cubicBezTo>
                <a:lnTo>
                  <a:pt x="7723031" y="2478006"/>
                </a:lnTo>
                <a:cubicBezTo>
                  <a:pt x="7723031" y="2461139"/>
                  <a:pt x="7718119" y="2447670"/>
                  <a:pt x="7708297" y="2437599"/>
                </a:cubicBezTo>
                <a:cubicBezTo>
                  <a:pt x="7698474" y="2427529"/>
                  <a:pt x="7685923" y="2422493"/>
                  <a:pt x="7670643" y="2422493"/>
                </a:cubicBezTo>
                <a:close/>
                <a:moveTo>
                  <a:pt x="7108668" y="2422493"/>
                </a:moveTo>
                <a:cubicBezTo>
                  <a:pt x="7090611" y="2422493"/>
                  <a:pt x="7075603" y="2429017"/>
                  <a:pt x="7063648" y="2442064"/>
                </a:cubicBezTo>
                <a:cubicBezTo>
                  <a:pt x="7051692" y="2455112"/>
                  <a:pt x="7045714" y="2473293"/>
                  <a:pt x="7045714" y="2496610"/>
                </a:cubicBezTo>
                <a:cubicBezTo>
                  <a:pt x="7045714" y="2518140"/>
                  <a:pt x="7051543" y="2535280"/>
                  <a:pt x="7063201" y="2548030"/>
                </a:cubicBezTo>
                <a:cubicBezTo>
                  <a:pt x="7074859" y="2560780"/>
                  <a:pt x="7088874" y="2567155"/>
                  <a:pt x="7105245" y="2567155"/>
                </a:cubicBezTo>
                <a:cubicBezTo>
                  <a:pt x="7120326" y="2567155"/>
                  <a:pt x="7132878" y="2561573"/>
                  <a:pt x="7142899" y="2550411"/>
                </a:cubicBezTo>
                <a:cubicBezTo>
                  <a:pt x="7152920" y="2539249"/>
                  <a:pt x="7158972" y="2526872"/>
                  <a:pt x="7161056" y="2513279"/>
                </a:cubicBezTo>
                <a:lnTo>
                  <a:pt x="7156442" y="2510302"/>
                </a:lnTo>
                <a:cubicBezTo>
                  <a:pt x="7151977" y="2522208"/>
                  <a:pt x="7146446" y="2530617"/>
                  <a:pt x="7139848" y="2535528"/>
                </a:cubicBezTo>
                <a:cubicBezTo>
                  <a:pt x="7133250" y="2540440"/>
                  <a:pt x="7125486" y="2542896"/>
                  <a:pt x="7116556" y="2542896"/>
                </a:cubicBezTo>
                <a:cubicBezTo>
                  <a:pt x="7103162" y="2542896"/>
                  <a:pt x="7091504" y="2537141"/>
                  <a:pt x="7081582" y="2525631"/>
                </a:cubicBezTo>
                <a:cubicBezTo>
                  <a:pt x="7071659" y="2514122"/>
                  <a:pt x="7066748" y="2498247"/>
                  <a:pt x="7066848" y="2478006"/>
                </a:cubicBezTo>
                <a:lnTo>
                  <a:pt x="7161056" y="2478006"/>
                </a:lnTo>
                <a:cubicBezTo>
                  <a:pt x="7161056" y="2461139"/>
                  <a:pt x="7156144" y="2447670"/>
                  <a:pt x="7146322" y="2437599"/>
                </a:cubicBezTo>
                <a:cubicBezTo>
                  <a:pt x="7136499" y="2427529"/>
                  <a:pt x="7123948" y="2422493"/>
                  <a:pt x="7108668" y="2422493"/>
                </a:cubicBezTo>
                <a:close/>
                <a:moveTo>
                  <a:pt x="6022818" y="2422493"/>
                </a:moveTo>
                <a:cubicBezTo>
                  <a:pt x="6004761" y="2422493"/>
                  <a:pt x="5989753" y="2429017"/>
                  <a:pt x="5977798" y="2442064"/>
                </a:cubicBezTo>
                <a:cubicBezTo>
                  <a:pt x="5965842" y="2455112"/>
                  <a:pt x="5959864" y="2473293"/>
                  <a:pt x="5959864" y="2496610"/>
                </a:cubicBezTo>
                <a:cubicBezTo>
                  <a:pt x="5959864" y="2518140"/>
                  <a:pt x="5965693" y="2535280"/>
                  <a:pt x="5977352" y="2548030"/>
                </a:cubicBezTo>
                <a:cubicBezTo>
                  <a:pt x="5989009" y="2560780"/>
                  <a:pt x="6003024" y="2567155"/>
                  <a:pt x="6019395" y="2567155"/>
                </a:cubicBezTo>
                <a:cubicBezTo>
                  <a:pt x="6034476" y="2567155"/>
                  <a:pt x="6047028" y="2561573"/>
                  <a:pt x="6057049" y="2550411"/>
                </a:cubicBezTo>
                <a:cubicBezTo>
                  <a:pt x="6067070" y="2539249"/>
                  <a:pt x="6073122" y="2526872"/>
                  <a:pt x="6075206" y="2513279"/>
                </a:cubicBezTo>
                <a:lnTo>
                  <a:pt x="6070592" y="2510302"/>
                </a:lnTo>
                <a:cubicBezTo>
                  <a:pt x="6066127" y="2522208"/>
                  <a:pt x="6060596" y="2530617"/>
                  <a:pt x="6053998" y="2535528"/>
                </a:cubicBezTo>
                <a:cubicBezTo>
                  <a:pt x="6047400" y="2540440"/>
                  <a:pt x="6039636" y="2542896"/>
                  <a:pt x="6030706" y="2542896"/>
                </a:cubicBezTo>
                <a:cubicBezTo>
                  <a:pt x="6017312" y="2542896"/>
                  <a:pt x="6005654" y="2537141"/>
                  <a:pt x="5995732" y="2525631"/>
                </a:cubicBezTo>
                <a:cubicBezTo>
                  <a:pt x="5985809" y="2514122"/>
                  <a:pt x="5980898" y="2498247"/>
                  <a:pt x="5980998" y="2478006"/>
                </a:cubicBezTo>
                <a:lnTo>
                  <a:pt x="6075206" y="2478006"/>
                </a:lnTo>
                <a:cubicBezTo>
                  <a:pt x="6075206" y="2461139"/>
                  <a:pt x="6070294" y="2447670"/>
                  <a:pt x="6060472" y="2437599"/>
                </a:cubicBezTo>
                <a:cubicBezTo>
                  <a:pt x="6050650" y="2427529"/>
                  <a:pt x="6038099" y="2422493"/>
                  <a:pt x="6022818" y="2422493"/>
                </a:cubicBezTo>
                <a:close/>
                <a:moveTo>
                  <a:pt x="4717894" y="2422493"/>
                </a:moveTo>
                <a:cubicBezTo>
                  <a:pt x="4699836" y="2422493"/>
                  <a:pt x="4684829" y="2429017"/>
                  <a:pt x="4672873" y="2442064"/>
                </a:cubicBezTo>
                <a:cubicBezTo>
                  <a:pt x="4660917" y="2455112"/>
                  <a:pt x="4654940" y="2473293"/>
                  <a:pt x="4654940" y="2496610"/>
                </a:cubicBezTo>
                <a:cubicBezTo>
                  <a:pt x="4654940" y="2518140"/>
                  <a:pt x="4660768" y="2535280"/>
                  <a:pt x="4672427" y="2548030"/>
                </a:cubicBezTo>
                <a:cubicBezTo>
                  <a:pt x="4684085" y="2560780"/>
                  <a:pt x="4698100" y="2567155"/>
                  <a:pt x="4714470" y="2567155"/>
                </a:cubicBezTo>
                <a:cubicBezTo>
                  <a:pt x="4729552" y="2567155"/>
                  <a:pt x="4742103" y="2561573"/>
                  <a:pt x="4752124" y="2550411"/>
                </a:cubicBezTo>
                <a:cubicBezTo>
                  <a:pt x="4762145" y="2539249"/>
                  <a:pt x="4768198" y="2526872"/>
                  <a:pt x="4770281" y="2513279"/>
                </a:cubicBezTo>
                <a:lnTo>
                  <a:pt x="4765668" y="2510302"/>
                </a:lnTo>
                <a:cubicBezTo>
                  <a:pt x="4761203" y="2522208"/>
                  <a:pt x="4755671" y="2530617"/>
                  <a:pt x="4749074" y="2535528"/>
                </a:cubicBezTo>
                <a:cubicBezTo>
                  <a:pt x="4742475" y="2540440"/>
                  <a:pt x="4734711" y="2542896"/>
                  <a:pt x="4725781" y="2542896"/>
                </a:cubicBezTo>
                <a:cubicBezTo>
                  <a:pt x="4712387" y="2542896"/>
                  <a:pt x="4700729" y="2537141"/>
                  <a:pt x="4690807" y="2525631"/>
                </a:cubicBezTo>
                <a:cubicBezTo>
                  <a:pt x="4680885" y="2514122"/>
                  <a:pt x="4675975" y="2498247"/>
                  <a:pt x="4676073" y="2478006"/>
                </a:cubicBezTo>
                <a:lnTo>
                  <a:pt x="4770281" y="2478006"/>
                </a:lnTo>
                <a:cubicBezTo>
                  <a:pt x="4770281" y="2461139"/>
                  <a:pt x="4765370" y="2447670"/>
                  <a:pt x="4755547" y="2437599"/>
                </a:cubicBezTo>
                <a:cubicBezTo>
                  <a:pt x="4745725" y="2427529"/>
                  <a:pt x="4733174" y="2422493"/>
                  <a:pt x="4717894" y="2422493"/>
                </a:cubicBezTo>
                <a:close/>
                <a:moveTo>
                  <a:pt x="4479768" y="2422493"/>
                </a:moveTo>
                <a:cubicBezTo>
                  <a:pt x="4461711" y="2422493"/>
                  <a:pt x="4446704" y="2429017"/>
                  <a:pt x="4434748" y="2442064"/>
                </a:cubicBezTo>
                <a:cubicBezTo>
                  <a:pt x="4422792" y="2455112"/>
                  <a:pt x="4416814" y="2473293"/>
                  <a:pt x="4416814" y="2496610"/>
                </a:cubicBezTo>
                <a:cubicBezTo>
                  <a:pt x="4416814" y="2518140"/>
                  <a:pt x="4422643" y="2535280"/>
                  <a:pt x="4434302" y="2548030"/>
                </a:cubicBezTo>
                <a:cubicBezTo>
                  <a:pt x="4445960" y="2560780"/>
                  <a:pt x="4459974" y="2567155"/>
                  <a:pt x="4476346" y="2567155"/>
                </a:cubicBezTo>
                <a:cubicBezTo>
                  <a:pt x="4491428" y="2567155"/>
                  <a:pt x="4503978" y="2561573"/>
                  <a:pt x="4513999" y="2550411"/>
                </a:cubicBezTo>
                <a:cubicBezTo>
                  <a:pt x="4524020" y="2539249"/>
                  <a:pt x="4530073" y="2526872"/>
                  <a:pt x="4532157" y="2513279"/>
                </a:cubicBezTo>
                <a:lnTo>
                  <a:pt x="4527543" y="2510302"/>
                </a:lnTo>
                <a:cubicBezTo>
                  <a:pt x="4523079" y="2522208"/>
                  <a:pt x="4517546" y="2530617"/>
                  <a:pt x="4510948" y="2535528"/>
                </a:cubicBezTo>
                <a:cubicBezTo>
                  <a:pt x="4504351" y="2540440"/>
                  <a:pt x="4496586" y="2542896"/>
                  <a:pt x="4487656" y="2542896"/>
                </a:cubicBezTo>
                <a:cubicBezTo>
                  <a:pt x="4474264" y="2542896"/>
                  <a:pt x="4462604" y="2537141"/>
                  <a:pt x="4452682" y="2525631"/>
                </a:cubicBezTo>
                <a:cubicBezTo>
                  <a:pt x="4442760" y="2514122"/>
                  <a:pt x="4437849" y="2498247"/>
                  <a:pt x="4437948" y="2478006"/>
                </a:cubicBezTo>
                <a:lnTo>
                  <a:pt x="4532157" y="2478006"/>
                </a:lnTo>
                <a:cubicBezTo>
                  <a:pt x="4532157" y="2461139"/>
                  <a:pt x="4527246" y="2447670"/>
                  <a:pt x="4517422" y="2437599"/>
                </a:cubicBezTo>
                <a:cubicBezTo>
                  <a:pt x="4507599" y="2427529"/>
                  <a:pt x="4495048" y="2422493"/>
                  <a:pt x="4479768" y="2422493"/>
                </a:cubicBezTo>
                <a:close/>
                <a:moveTo>
                  <a:pt x="2155671" y="2422493"/>
                </a:moveTo>
                <a:cubicBezTo>
                  <a:pt x="2137613" y="2422493"/>
                  <a:pt x="2122606" y="2429017"/>
                  <a:pt x="2110650" y="2442064"/>
                </a:cubicBezTo>
                <a:cubicBezTo>
                  <a:pt x="2098694" y="2455112"/>
                  <a:pt x="2092716" y="2473293"/>
                  <a:pt x="2092716" y="2496610"/>
                </a:cubicBezTo>
                <a:cubicBezTo>
                  <a:pt x="2092716" y="2518140"/>
                  <a:pt x="2098546" y="2535280"/>
                  <a:pt x="2110203" y="2548030"/>
                </a:cubicBezTo>
                <a:cubicBezTo>
                  <a:pt x="2121861" y="2560780"/>
                  <a:pt x="2135876" y="2567155"/>
                  <a:pt x="2152248" y="2567155"/>
                </a:cubicBezTo>
                <a:cubicBezTo>
                  <a:pt x="2167329" y="2567155"/>
                  <a:pt x="2179880" y="2561573"/>
                  <a:pt x="2189901" y="2550411"/>
                </a:cubicBezTo>
                <a:cubicBezTo>
                  <a:pt x="2199922" y="2539249"/>
                  <a:pt x="2205975" y="2526872"/>
                  <a:pt x="2208058" y="2513279"/>
                </a:cubicBezTo>
                <a:lnTo>
                  <a:pt x="2203445" y="2510302"/>
                </a:lnTo>
                <a:cubicBezTo>
                  <a:pt x="2198980" y="2522208"/>
                  <a:pt x="2193447" y="2530617"/>
                  <a:pt x="2186851" y="2535528"/>
                </a:cubicBezTo>
                <a:cubicBezTo>
                  <a:pt x="2180252" y="2540440"/>
                  <a:pt x="2172488" y="2542896"/>
                  <a:pt x="2163558" y="2542896"/>
                </a:cubicBezTo>
                <a:cubicBezTo>
                  <a:pt x="2150164" y="2542896"/>
                  <a:pt x="2138505" y="2537141"/>
                  <a:pt x="2128583" y="2525631"/>
                </a:cubicBezTo>
                <a:cubicBezTo>
                  <a:pt x="2118661" y="2514122"/>
                  <a:pt x="2113750" y="2498247"/>
                  <a:pt x="2113850" y="2478006"/>
                </a:cubicBezTo>
                <a:lnTo>
                  <a:pt x="2208058" y="2478006"/>
                </a:lnTo>
                <a:cubicBezTo>
                  <a:pt x="2208058" y="2461139"/>
                  <a:pt x="2203147" y="2447670"/>
                  <a:pt x="2193324" y="2437599"/>
                </a:cubicBezTo>
                <a:cubicBezTo>
                  <a:pt x="2183501" y="2427529"/>
                  <a:pt x="2170950" y="2422493"/>
                  <a:pt x="2155671" y="2422493"/>
                </a:cubicBezTo>
                <a:close/>
                <a:moveTo>
                  <a:pt x="768294" y="2408206"/>
                </a:moveTo>
                <a:lnTo>
                  <a:pt x="723646" y="2452855"/>
                </a:lnTo>
                <a:lnTo>
                  <a:pt x="768294" y="2497503"/>
                </a:lnTo>
                <a:lnTo>
                  <a:pt x="812943" y="2452855"/>
                </a:lnTo>
                <a:close/>
                <a:moveTo>
                  <a:pt x="637326" y="2408206"/>
                </a:moveTo>
                <a:lnTo>
                  <a:pt x="592677" y="2452855"/>
                </a:lnTo>
                <a:lnTo>
                  <a:pt x="637326" y="2497503"/>
                </a:lnTo>
                <a:lnTo>
                  <a:pt x="682123" y="2452855"/>
                </a:lnTo>
                <a:close/>
                <a:moveTo>
                  <a:pt x="9926877" y="2381863"/>
                </a:moveTo>
                <a:cubicBezTo>
                  <a:pt x="9922810" y="2391885"/>
                  <a:pt x="9919634" y="2398780"/>
                  <a:pt x="9917352" y="2402551"/>
                </a:cubicBezTo>
                <a:cubicBezTo>
                  <a:pt x="9912888" y="2409694"/>
                  <a:pt x="9907802" y="2415871"/>
                  <a:pt x="9902097" y="2421080"/>
                </a:cubicBezTo>
                <a:cubicBezTo>
                  <a:pt x="9896393" y="2426288"/>
                  <a:pt x="9890812" y="2429985"/>
                  <a:pt x="9885354" y="2432167"/>
                </a:cubicBezTo>
                <a:lnTo>
                  <a:pt x="9885354" y="2437079"/>
                </a:lnTo>
                <a:lnTo>
                  <a:pt x="9906934" y="2437079"/>
                </a:lnTo>
                <a:lnTo>
                  <a:pt x="9906934" y="2528757"/>
                </a:lnTo>
                <a:cubicBezTo>
                  <a:pt x="9906934" y="2538579"/>
                  <a:pt x="9907976" y="2545847"/>
                  <a:pt x="9910060" y="2550560"/>
                </a:cubicBezTo>
                <a:cubicBezTo>
                  <a:pt x="9912143" y="2555273"/>
                  <a:pt x="9915368" y="2558895"/>
                  <a:pt x="9919734" y="2561424"/>
                </a:cubicBezTo>
                <a:cubicBezTo>
                  <a:pt x="9924099" y="2563955"/>
                  <a:pt x="9928564" y="2565220"/>
                  <a:pt x="9933128" y="2565220"/>
                </a:cubicBezTo>
                <a:cubicBezTo>
                  <a:pt x="9939875" y="2565220"/>
                  <a:pt x="9946423" y="2562764"/>
                  <a:pt x="9952773" y="2557853"/>
                </a:cubicBezTo>
                <a:cubicBezTo>
                  <a:pt x="9959124" y="2552941"/>
                  <a:pt x="9964035" y="2545624"/>
                  <a:pt x="9967507" y="2535900"/>
                </a:cubicBezTo>
                <a:lnTo>
                  <a:pt x="9961703" y="2535900"/>
                </a:lnTo>
                <a:cubicBezTo>
                  <a:pt x="9960017" y="2539869"/>
                  <a:pt x="9957635" y="2542871"/>
                  <a:pt x="9954559" y="2544905"/>
                </a:cubicBezTo>
                <a:cubicBezTo>
                  <a:pt x="9951483" y="2546939"/>
                  <a:pt x="9948309" y="2547955"/>
                  <a:pt x="9945034" y="2547955"/>
                </a:cubicBezTo>
                <a:cubicBezTo>
                  <a:pt x="9941065" y="2547955"/>
                  <a:pt x="9937816" y="2546418"/>
                  <a:pt x="9935286" y="2543342"/>
                </a:cubicBezTo>
                <a:cubicBezTo>
                  <a:pt x="9932756" y="2540266"/>
                  <a:pt x="9931491" y="2534313"/>
                  <a:pt x="9931491" y="2525482"/>
                </a:cubicBezTo>
                <a:lnTo>
                  <a:pt x="9931491" y="2437079"/>
                </a:lnTo>
                <a:lnTo>
                  <a:pt x="9963340" y="2437079"/>
                </a:lnTo>
                <a:lnTo>
                  <a:pt x="9963340" y="2426661"/>
                </a:lnTo>
                <a:lnTo>
                  <a:pt x="9931491" y="2426661"/>
                </a:lnTo>
                <a:lnTo>
                  <a:pt x="9931491" y="2381863"/>
                </a:lnTo>
                <a:close/>
                <a:moveTo>
                  <a:pt x="6850303" y="2381863"/>
                </a:moveTo>
                <a:cubicBezTo>
                  <a:pt x="6846235" y="2391885"/>
                  <a:pt x="6843059" y="2398780"/>
                  <a:pt x="6840778" y="2402551"/>
                </a:cubicBezTo>
                <a:cubicBezTo>
                  <a:pt x="6836313" y="2409694"/>
                  <a:pt x="6831228" y="2415871"/>
                  <a:pt x="6825523" y="2421080"/>
                </a:cubicBezTo>
                <a:cubicBezTo>
                  <a:pt x="6819818" y="2426288"/>
                  <a:pt x="6814237" y="2429985"/>
                  <a:pt x="6808780" y="2432167"/>
                </a:cubicBezTo>
                <a:lnTo>
                  <a:pt x="6808780" y="2437079"/>
                </a:lnTo>
                <a:lnTo>
                  <a:pt x="6830360" y="2437079"/>
                </a:lnTo>
                <a:lnTo>
                  <a:pt x="6830360" y="2528757"/>
                </a:lnTo>
                <a:cubicBezTo>
                  <a:pt x="6830360" y="2538579"/>
                  <a:pt x="6831401" y="2545847"/>
                  <a:pt x="6833485" y="2550560"/>
                </a:cubicBezTo>
                <a:cubicBezTo>
                  <a:pt x="6835569" y="2555273"/>
                  <a:pt x="6838793" y="2558895"/>
                  <a:pt x="6843159" y="2561424"/>
                </a:cubicBezTo>
                <a:cubicBezTo>
                  <a:pt x="6847524" y="2563955"/>
                  <a:pt x="6851989" y="2565220"/>
                  <a:pt x="6856553" y="2565220"/>
                </a:cubicBezTo>
                <a:cubicBezTo>
                  <a:pt x="6863300" y="2565220"/>
                  <a:pt x="6869849" y="2562764"/>
                  <a:pt x="6876199" y="2557853"/>
                </a:cubicBezTo>
                <a:cubicBezTo>
                  <a:pt x="6882549" y="2552941"/>
                  <a:pt x="6887460" y="2545624"/>
                  <a:pt x="6890933" y="2535900"/>
                </a:cubicBezTo>
                <a:lnTo>
                  <a:pt x="6885128" y="2535900"/>
                </a:lnTo>
                <a:cubicBezTo>
                  <a:pt x="6883442" y="2539869"/>
                  <a:pt x="6881061" y="2542871"/>
                  <a:pt x="6877985" y="2544905"/>
                </a:cubicBezTo>
                <a:cubicBezTo>
                  <a:pt x="6874909" y="2546939"/>
                  <a:pt x="6871734" y="2547955"/>
                  <a:pt x="6868460" y="2547955"/>
                </a:cubicBezTo>
                <a:cubicBezTo>
                  <a:pt x="6864491" y="2547955"/>
                  <a:pt x="6861241" y="2546418"/>
                  <a:pt x="6858711" y="2543342"/>
                </a:cubicBezTo>
                <a:cubicBezTo>
                  <a:pt x="6856181" y="2540266"/>
                  <a:pt x="6854916" y="2534313"/>
                  <a:pt x="6854916" y="2525482"/>
                </a:cubicBezTo>
                <a:lnTo>
                  <a:pt x="6854916" y="2437079"/>
                </a:lnTo>
                <a:lnTo>
                  <a:pt x="6886766" y="2437079"/>
                </a:lnTo>
                <a:lnTo>
                  <a:pt x="6886766" y="2426661"/>
                </a:lnTo>
                <a:lnTo>
                  <a:pt x="6854916" y="2426661"/>
                </a:lnTo>
                <a:lnTo>
                  <a:pt x="6854916" y="2381863"/>
                </a:lnTo>
                <a:close/>
                <a:moveTo>
                  <a:pt x="5716828" y="2381863"/>
                </a:moveTo>
                <a:cubicBezTo>
                  <a:pt x="5712760" y="2391885"/>
                  <a:pt x="5709585" y="2398780"/>
                  <a:pt x="5707303" y="2402551"/>
                </a:cubicBezTo>
                <a:cubicBezTo>
                  <a:pt x="5702838" y="2409694"/>
                  <a:pt x="5697753" y="2415871"/>
                  <a:pt x="5692048" y="2421080"/>
                </a:cubicBezTo>
                <a:cubicBezTo>
                  <a:pt x="5686343" y="2426288"/>
                  <a:pt x="5680762" y="2429985"/>
                  <a:pt x="5675305" y="2432167"/>
                </a:cubicBezTo>
                <a:lnTo>
                  <a:pt x="5675305" y="2437079"/>
                </a:lnTo>
                <a:lnTo>
                  <a:pt x="5696885" y="2437079"/>
                </a:lnTo>
                <a:lnTo>
                  <a:pt x="5696885" y="2528757"/>
                </a:lnTo>
                <a:cubicBezTo>
                  <a:pt x="5696885" y="2538579"/>
                  <a:pt x="5697926" y="2545847"/>
                  <a:pt x="5700010" y="2550560"/>
                </a:cubicBezTo>
                <a:cubicBezTo>
                  <a:pt x="5702094" y="2555273"/>
                  <a:pt x="5705318" y="2558895"/>
                  <a:pt x="5709684" y="2561424"/>
                </a:cubicBezTo>
                <a:cubicBezTo>
                  <a:pt x="5714050" y="2563955"/>
                  <a:pt x="5718515" y="2565220"/>
                  <a:pt x="5723079" y="2565220"/>
                </a:cubicBezTo>
                <a:cubicBezTo>
                  <a:pt x="5729825" y="2565220"/>
                  <a:pt x="5736374" y="2562764"/>
                  <a:pt x="5742724" y="2557853"/>
                </a:cubicBezTo>
                <a:cubicBezTo>
                  <a:pt x="5749074" y="2552941"/>
                  <a:pt x="5753985" y="2545624"/>
                  <a:pt x="5757458" y="2535900"/>
                </a:cubicBezTo>
                <a:lnTo>
                  <a:pt x="5751653" y="2535900"/>
                </a:lnTo>
                <a:cubicBezTo>
                  <a:pt x="5749968" y="2539869"/>
                  <a:pt x="5747586" y="2542871"/>
                  <a:pt x="5744510" y="2544905"/>
                </a:cubicBezTo>
                <a:cubicBezTo>
                  <a:pt x="5741434" y="2546939"/>
                  <a:pt x="5738259" y="2547955"/>
                  <a:pt x="5734985" y="2547955"/>
                </a:cubicBezTo>
                <a:cubicBezTo>
                  <a:pt x="5731017" y="2547955"/>
                  <a:pt x="5727766" y="2546418"/>
                  <a:pt x="5725236" y="2543342"/>
                </a:cubicBezTo>
                <a:cubicBezTo>
                  <a:pt x="5722706" y="2540266"/>
                  <a:pt x="5721441" y="2534313"/>
                  <a:pt x="5721441" y="2525482"/>
                </a:cubicBezTo>
                <a:lnTo>
                  <a:pt x="5721441" y="2437079"/>
                </a:lnTo>
                <a:lnTo>
                  <a:pt x="5753291" y="2437079"/>
                </a:lnTo>
                <a:lnTo>
                  <a:pt x="5753291" y="2426661"/>
                </a:lnTo>
                <a:lnTo>
                  <a:pt x="5721441" y="2426661"/>
                </a:lnTo>
                <a:lnTo>
                  <a:pt x="5721441" y="2381863"/>
                </a:lnTo>
                <a:close/>
                <a:moveTo>
                  <a:pt x="4964353" y="2381863"/>
                </a:moveTo>
                <a:cubicBezTo>
                  <a:pt x="4960285" y="2391885"/>
                  <a:pt x="4957110" y="2398780"/>
                  <a:pt x="4954828" y="2402551"/>
                </a:cubicBezTo>
                <a:cubicBezTo>
                  <a:pt x="4950363" y="2409694"/>
                  <a:pt x="4945278" y="2415871"/>
                  <a:pt x="4939573" y="2421080"/>
                </a:cubicBezTo>
                <a:cubicBezTo>
                  <a:pt x="4933868" y="2426288"/>
                  <a:pt x="4928288" y="2429985"/>
                  <a:pt x="4922831" y="2432167"/>
                </a:cubicBezTo>
                <a:lnTo>
                  <a:pt x="4922831" y="2437079"/>
                </a:lnTo>
                <a:lnTo>
                  <a:pt x="4944410" y="2437079"/>
                </a:lnTo>
                <a:lnTo>
                  <a:pt x="4944410" y="2528757"/>
                </a:lnTo>
                <a:cubicBezTo>
                  <a:pt x="4944410" y="2538579"/>
                  <a:pt x="4945452" y="2545847"/>
                  <a:pt x="4947535" y="2550560"/>
                </a:cubicBezTo>
                <a:cubicBezTo>
                  <a:pt x="4949619" y="2555273"/>
                  <a:pt x="4952844" y="2558895"/>
                  <a:pt x="4957209" y="2561424"/>
                </a:cubicBezTo>
                <a:cubicBezTo>
                  <a:pt x="4961575" y="2563955"/>
                  <a:pt x="4966040" y="2565220"/>
                  <a:pt x="4970604" y="2565220"/>
                </a:cubicBezTo>
                <a:cubicBezTo>
                  <a:pt x="4977351" y="2565220"/>
                  <a:pt x="4983899" y="2562764"/>
                  <a:pt x="4990249" y="2557853"/>
                </a:cubicBezTo>
                <a:cubicBezTo>
                  <a:pt x="4996599" y="2552941"/>
                  <a:pt x="5001511" y="2545624"/>
                  <a:pt x="5004983" y="2535900"/>
                </a:cubicBezTo>
                <a:lnTo>
                  <a:pt x="4999180" y="2535900"/>
                </a:lnTo>
                <a:cubicBezTo>
                  <a:pt x="4997492" y="2539869"/>
                  <a:pt x="4995111" y="2542871"/>
                  <a:pt x="4992036" y="2544905"/>
                </a:cubicBezTo>
                <a:cubicBezTo>
                  <a:pt x="4988959" y="2546939"/>
                  <a:pt x="4985785" y="2547955"/>
                  <a:pt x="4982510" y="2547955"/>
                </a:cubicBezTo>
                <a:cubicBezTo>
                  <a:pt x="4978542" y="2547955"/>
                  <a:pt x="4975292" y="2546418"/>
                  <a:pt x="4972762" y="2543342"/>
                </a:cubicBezTo>
                <a:cubicBezTo>
                  <a:pt x="4970232" y="2540266"/>
                  <a:pt x="4968967" y="2534313"/>
                  <a:pt x="4968967" y="2525482"/>
                </a:cubicBezTo>
                <a:lnTo>
                  <a:pt x="4968967" y="2437079"/>
                </a:lnTo>
                <a:lnTo>
                  <a:pt x="5000816" y="2437079"/>
                </a:lnTo>
                <a:lnTo>
                  <a:pt x="5000816" y="2426661"/>
                </a:lnTo>
                <a:lnTo>
                  <a:pt x="4968967" y="2426661"/>
                </a:lnTo>
                <a:lnTo>
                  <a:pt x="4968967" y="2381863"/>
                </a:lnTo>
                <a:close/>
                <a:moveTo>
                  <a:pt x="3859456" y="2381863"/>
                </a:moveTo>
                <a:cubicBezTo>
                  <a:pt x="3855387" y="2391885"/>
                  <a:pt x="3852213" y="2398780"/>
                  <a:pt x="3849931" y="2402551"/>
                </a:cubicBezTo>
                <a:cubicBezTo>
                  <a:pt x="3845465" y="2409694"/>
                  <a:pt x="3840381" y="2415871"/>
                  <a:pt x="3834676" y="2421080"/>
                </a:cubicBezTo>
                <a:cubicBezTo>
                  <a:pt x="3828971" y="2426288"/>
                  <a:pt x="3823389" y="2429985"/>
                  <a:pt x="3817933" y="2432167"/>
                </a:cubicBezTo>
                <a:lnTo>
                  <a:pt x="3817933" y="2437079"/>
                </a:lnTo>
                <a:lnTo>
                  <a:pt x="3839513" y="2437079"/>
                </a:lnTo>
                <a:lnTo>
                  <a:pt x="3839513" y="2528757"/>
                </a:lnTo>
                <a:cubicBezTo>
                  <a:pt x="3839513" y="2538579"/>
                  <a:pt x="3840554" y="2545847"/>
                  <a:pt x="3842638" y="2550560"/>
                </a:cubicBezTo>
                <a:cubicBezTo>
                  <a:pt x="3844721" y="2555273"/>
                  <a:pt x="3847946" y="2558895"/>
                  <a:pt x="3852312" y="2561424"/>
                </a:cubicBezTo>
                <a:cubicBezTo>
                  <a:pt x="3856678" y="2563955"/>
                  <a:pt x="3861142" y="2565220"/>
                  <a:pt x="3865706" y="2565220"/>
                </a:cubicBezTo>
                <a:cubicBezTo>
                  <a:pt x="3872453" y="2565220"/>
                  <a:pt x="3879002" y="2562764"/>
                  <a:pt x="3885351" y="2557853"/>
                </a:cubicBezTo>
                <a:cubicBezTo>
                  <a:pt x="3891701" y="2552941"/>
                  <a:pt x="3896613" y="2545624"/>
                  <a:pt x="3900086" y="2535900"/>
                </a:cubicBezTo>
                <a:lnTo>
                  <a:pt x="3894281" y="2535900"/>
                </a:lnTo>
                <a:cubicBezTo>
                  <a:pt x="3892594" y="2539869"/>
                  <a:pt x="3890213" y="2542871"/>
                  <a:pt x="3887137" y="2544905"/>
                </a:cubicBezTo>
                <a:cubicBezTo>
                  <a:pt x="3884062" y="2546939"/>
                  <a:pt x="3880886" y="2547955"/>
                  <a:pt x="3877612" y="2547955"/>
                </a:cubicBezTo>
                <a:cubicBezTo>
                  <a:pt x="3873644" y="2547955"/>
                  <a:pt x="3870394" y="2546418"/>
                  <a:pt x="3867864" y="2543342"/>
                </a:cubicBezTo>
                <a:cubicBezTo>
                  <a:pt x="3865334" y="2540266"/>
                  <a:pt x="3864069" y="2534313"/>
                  <a:pt x="3864069" y="2525482"/>
                </a:cubicBezTo>
                <a:lnTo>
                  <a:pt x="3864069" y="2437079"/>
                </a:lnTo>
                <a:lnTo>
                  <a:pt x="3895918" y="2437079"/>
                </a:lnTo>
                <a:lnTo>
                  <a:pt x="3895918" y="2426661"/>
                </a:lnTo>
                <a:lnTo>
                  <a:pt x="3864069" y="2426661"/>
                </a:lnTo>
                <a:lnTo>
                  <a:pt x="3864069" y="2381863"/>
                </a:lnTo>
                <a:close/>
                <a:moveTo>
                  <a:pt x="2259256" y="2381863"/>
                </a:moveTo>
                <a:cubicBezTo>
                  <a:pt x="2255187" y="2391885"/>
                  <a:pt x="2252012" y="2398780"/>
                  <a:pt x="2249731" y="2402551"/>
                </a:cubicBezTo>
                <a:cubicBezTo>
                  <a:pt x="2245265" y="2409694"/>
                  <a:pt x="2240180" y="2415871"/>
                  <a:pt x="2234475" y="2421080"/>
                </a:cubicBezTo>
                <a:cubicBezTo>
                  <a:pt x="2228770" y="2426288"/>
                  <a:pt x="2223189" y="2429985"/>
                  <a:pt x="2217732" y="2432167"/>
                </a:cubicBezTo>
                <a:lnTo>
                  <a:pt x="2217732" y="2437079"/>
                </a:lnTo>
                <a:lnTo>
                  <a:pt x="2239313" y="2437079"/>
                </a:lnTo>
                <a:lnTo>
                  <a:pt x="2239313" y="2528757"/>
                </a:lnTo>
                <a:cubicBezTo>
                  <a:pt x="2239313" y="2538579"/>
                  <a:pt x="2240354" y="2545847"/>
                  <a:pt x="2242438" y="2550560"/>
                </a:cubicBezTo>
                <a:cubicBezTo>
                  <a:pt x="2244521" y="2555273"/>
                  <a:pt x="2247746" y="2558895"/>
                  <a:pt x="2252110" y="2561424"/>
                </a:cubicBezTo>
                <a:cubicBezTo>
                  <a:pt x="2256477" y="2563955"/>
                  <a:pt x="2260942" y="2565220"/>
                  <a:pt x="2265506" y="2565220"/>
                </a:cubicBezTo>
                <a:cubicBezTo>
                  <a:pt x="2272252" y="2565220"/>
                  <a:pt x="2278801" y="2562764"/>
                  <a:pt x="2285151" y="2557853"/>
                </a:cubicBezTo>
                <a:cubicBezTo>
                  <a:pt x="2291501" y="2552941"/>
                  <a:pt x="2296413" y="2545624"/>
                  <a:pt x="2299885" y="2535900"/>
                </a:cubicBezTo>
                <a:lnTo>
                  <a:pt x="2294081" y="2535900"/>
                </a:lnTo>
                <a:cubicBezTo>
                  <a:pt x="2292394" y="2539869"/>
                  <a:pt x="2290013" y="2542871"/>
                  <a:pt x="2286938" y="2544905"/>
                </a:cubicBezTo>
                <a:cubicBezTo>
                  <a:pt x="2283861" y="2546939"/>
                  <a:pt x="2280687" y="2547955"/>
                  <a:pt x="2277412" y="2547955"/>
                </a:cubicBezTo>
                <a:cubicBezTo>
                  <a:pt x="2273443" y="2547955"/>
                  <a:pt x="2270194" y="2546418"/>
                  <a:pt x="2267663" y="2543342"/>
                </a:cubicBezTo>
                <a:cubicBezTo>
                  <a:pt x="2265134" y="2540266"/>
                  <a:pt x="2263868" y="2534313"/>
                  <a:pt x="2263868" y="2525482"/>
                </a:cubicBezTo>
                <a:lnTo>
                  <a:pt x="2263868" y="2437079"/>
                </a:lnTo>
                <a:lnTo>
                  <a:pt x="2295718" y="2437079"/>
                </a:lnTo>
                <a:lnTo>
                  <a:pt x="2295718" y="2426661"/>
                </a:lnTo>
                <a:lnTo>
                  <a:pt x="2263868" y="2426661"/>
                </a:lnTo>
                <a:lnTo>
                  <a:pt x="2263868" y="2381863"/>
                </a:lnTo>
                <a:close/>
                <a:moveTo>
                  <a:pt x="1802054" y="2381863"/>
                </a:moveTo>
                <a:cubicBezTo>
                  <a:pt x="1797987" y="2391885"/>
                  <a:pt x="1794812" y="2398780"/>
                  <a:pt x="1792530" y="2402551"/>
                </a:cubicBezTo>
                <a:cubicBezTo>
                  <a:pt x="1788065" y="2409694"/>
                  <a:pt x="1782980" y="2415871"/>
                  <a:pt x="1777275" y="2421080"/>
                </a:cubicBezTo>
                <a:cubicBezTo>
                  <a:pt x="1771570" y="2426288"/>
                  <a:pt x="1765989" y="2429985"/>
                  <a:pt x="1760532" y="2432167"/>
                </a:cubicBezTo>
                <a:lnTo>
                  <a:pt x="1760532" y="2437079"/>
                </a:lnTo>
                <a:lnTo>
                  <a:pt x="1782112" y="2437079"/>
                </a:lnTo>
                <a:lnTo>
                  <a:pt x="1782112" y="2528757"/>
                </a:lnTo>
                <a:cubicBezTo>
                  <a:pt x="1782112" y="2538579"/>
                  <a:pt x="1783153" y="2545847"/>
                  <a:pt x="1785237" y="2550560"/>
                </a:cubicBezTo>
                <a:cubicBezTo>
                  <a:pt x="1787320" y="2555273"/>
                  <a:pt x="1790545" y="2558895"/>
                  <a:pt x="1794911" y="2561424"/>
                </a:cubicBezTo>
                <a:cubicBezTo>
                  <a:pt x="1799276" y="2563955"/>
                  <a:pt x="1803741" y="2565220"/>
                  <a:pt x="1808305" y="2565220"/>
                </a:cubicBezTo>
                <a:cubicBezTo>
                  <a:pt x="1815053" y="2565220"/>
                  <a:pt x="1821601" y="2562764"/>
                  <a:pt x="1827951" y="2557853"/>
                </a:cubicBezTo>
                <a:cubicBezTo>
                  <a:pt x="1834301" y="2552941"/>
                  <a:pt x="1839212" y="2545624"/>
                  <a:pt x="1842684" y="2535900"/>
                </a:cubicBezTo>
                <a:lnTo>
                  <a:pt x="1836881" y="2535900"/>
                </a:lnTo>
                <a:cubicBezTo>
                  <a:pt x="1835193" y="2539869"/>
                  <a:pt x="1832812" y="2542871"/>
                  <a:pt x="1829737" y="2544905"/>
                </a:cubicBezTo>
                <a:cubicBezTo>
                  <a:pt x="1826661" y="2546939"/>
                  <a:pt x="1823486" y="2547955"/>
                  <a:pt x="1820211" y="2547955"/>
                </a:cubicBezTo>
                <a:cubicBezTo>
                  <a:pt x="1816243" y="2547955"/>
                  <a:pt x="1812993" y="2546418"/>
                  <a:pt x="1810463" y="2543342"/>
                </a:cubicBezTo>
                <a:cubicBezTo>
                  <a:pt x="1807933" y="2540266"/>
                  <a:pt x="1806668" y="2534313"/>
                  <a:pt x="1806668" y="2525482"/>
                </a:cubicBezTo>
                <a:lnTo>
                  <a:pt x="1806668" y="2437079"/>
                </a:lnTo>
                <a:lnTo>
                  <a:pt x="1838518" y="2437079"/>
                </a:lnTo>
                <a:lnTo>
                  <a:pt x="1838518" y="2426661"/>
                </a:lnTo>
                <a:lnTo>
                  <a:pt x="1806668" y="2426661"/>
                </a:lnTo>
                <a:lnTo>
                  <a:pt x="1806668" y="2381863"/>
                </a:lnTo>
                <a:close/>
                <a:moveTo>
                  <a:pt x="864289" y="2361176"/>
                </a:moveTo>
                <a:lnTo>
                  <a:pt x="861907" y="2408504"/>
                </a:lnTo>
                <a:lnTo>
                  <a:pt x="867563" y="2408504"/>
                </a:lnTo>
                <a:cubicBezTo>
                  <a:pt x="868257" y="2399376"/>
                  <a:pt x="870440" y="2392132"/>
                  <a:pt x="874111" y="2386775"/>
                </a:cubicBezTo>
                <a:cubicBezTo>
                  <a:pt x="877782" y="2381417"/>
                  <a:pt x="882198" y="2377795"/>
                  <a:pt x="887357" y="2375910"/>
                </a:cubicBezTo>
                <a:cubicBezTo>
                  <a:pt x="891326" y="2374521"/>
                  <a:pt x="898023" y="2373827"/>
                  <a:pt x="907449" y="2373827"/>
                </a:cubicBezTo>
                <a:lnTo>
                  <a:pt x="931708" y="2373827"/>
                </a:lnTo>
                <a:lnTo>
                  <a:pt x="931708" y="2528013"/>
                </a:lnTo>
                <a:cubicBezTo>
                  <a:pt x="931708" y="2539323"/>
                  <a:pt x="930616" y="2546566"/>
                  <a:pt x="928434" y="2549741"/>
                </a:cubicBezTo>
                <a:cubicBezTo>
                  <a:pt x="924862" y="2554901"/>
                  <a:pt x="918809" y="2557480"/>
                  <a:pt x="910276" y="2557480"/>
                </a:cubicBezTo>
                <a:lnTo>
                  <a:pt x="903133" y="2557480"/>
                </a:lnTo>
                <a:lnTo>
                  <a:pt x="903133" y="2562987"/>
                </a:lnTo>
                <a:lnTo>
                  <a:pt x="988709" y="2562987"/>
                </a:lnTo>
                <a:lnTo>
                  <a:pt x="988709" y="2557480"/>
                </a:lnTo>
                <a:lnTo>
                  <a:pt x="981714" y="2557480"/>
                </a:lnTo>
                <a:cubicBezTo>
                  <a:pt x="973876" y="2557480"/>
                  <a:pt x="968071" y="2555397"/>
                  <a:pt x="964301" y="2551230"/>
                </a:cubicBezTo>
                <a:cubicBezTo>
                  <a:pt x="961622" y="2548154"/>
                  <a:pt x="960283" y="2540415"/>
                  <a:pt x="960283" y="2528013"/>
                </a:cubicBezTo>
                <a:lnTo>
                  <a:pt x="960283" y="2373827"/>
                </a:lnTo>
                <a:lnTo>
                  <a:pt x="988709" y="2373827"/>
                </a:lnTo>
                <a:cubicBezTo>
                  <a:pt x="997043" y="2373827"/>
                  <a:pt x="1003765" y="2375191"/>
                  <a:pt x="1008875" y="2377919"/>
                </a:cubicBezTo>
                <a:cubicBezTo>
                  <a:pt x="1013985" y="2380648"/>
                  <a:pt x="1018078" y="2384889"/>
                  <a:pt x="1021154" y="2390644"/>
                </a:cubicBezTo>
                <a:cubicBezTo>
                  <a:pt x="1023039" y="2394216"/>
                  <a:pt x="1024527" y="2400169"/>
                  <a:pt x="1025618" y="2408504"/>
                </a:cubicBezTo>
                <a:lnTo>
                  <a:pt x="1031274" y="2408504"/>
                </a:lnTo>
                <a:lnTo>
                  <a:pt x="1029041" y="2361176"/>
                </a:lnTo>
                <a:close/>
                <a:moveTo>
                  <a:pt x="4319630" y="2351651"/>
                </a:moveTo>
                <a:cubicBezTo>
                  <a:pt x="4308418" y="2351651"/>
                  <a:pt x="4298323" y="2354554"/>
                  <a:pt x="4289343" y="2360358"/>
                </a:cubicBezTo>
                <a:cubicBezTo>
                  <a:pt x="4280364" y="2366162"/>
                  <a:pt x="4273691" y="2373777"/>
                  <a:pt x="4269325" y="2383203"/>
                </a:cubicBezTo>
                <a:cubicBezTo>
                  <a:pt x="4264961" y="2392629"/>
                  <a:pt x="4262778" y="2404138"/>
                  <a:pt x="4262778" y="2417731"/>
                </a:cubicBezTo>
                <a:lnTo>
                  <a:pt x="4262778" y="2426661"/>
                </a:lnTo>
                <a:lnTo>
                  <a:pt x="4236287" y="2426661"/>
                </a:lnTo>
                <a:lnTo>
                  <a:pt x="4236287" y="2437376"/>
                </a:lnTo>
                <a:lnTo>
                  <a:pt x="4262778" y="2437376"/>
                </a:lnTo>
                <a:lnTo>
                  <a:pt x="4262778" y="2526971"/>
                </a:lnTo>
                <a:cubicBezTo>
                  <a:pt x="4262778" y="2536694"/>
                  <a:pt x="4262157" y="2543243"/>
                  <a:pt x="4260917" y="2546616"/>
                </a:cubicBezTo>
                <a:cubicBezTo>
                  <a:pt x="4259676" y="2549989"/>
                  <a:pt x="4257419" y="2552668"/>
                  <a:pt x="4254145" y="2554653"/>
                </a:cubicBezTo>
                <a:cubicBezTo>
                  <a:pt x="4250871" y="2556637"/>
                  <a:pt x="4247250" y="2557629"/>
                  <a:pt x="4243282" y="2557629"/>
                </a:cubicBezTo>
                <a:lnTo>
                  <a:pt x="4237179" y="2557629"/>
                </a:lnTo>
                <a:lnTo>
                  <a:pt x="4237179" y="2562987"/>
                </a:lnTo>
                <a:lnTo>
                  <a:pt x="4318588" y="2562987"/>
                </a:lnTo>
                <a:lnTo>
                  <a:pt x="4318588" y="2557629"/>
                </a:lnTo>
                <a:lnTo>
                  <a:pt x="4306236" y="2557629"/>
                </a:lnTo>
                <a:cubicBezTo>
                  <a:pt x="4300083" y="2557629"/>
                  <a:pt x="4295172" y="2555447"/>
                  <a:pt x="4291502" y="2551081"/>
                </a:cubicBezTo>
                <a:cubicBezTo>
                  <a:pt x="4288724" y="2547707"/>
                  <a:pt x="4287334" y="2539671"/>
                  <a:pt x="4287334" y="2526971"/>
                </a:cubicBezTo>
                <a:lnTo>
                  <a:pt x="4287334" y="2437376"/>
                </a:lnTo>
                <a:lnTo>
                  <a:pt x="4322011" y="2437376"/>
                </a:lnTo>
                <a:lnTo>
                  <a:pt x="4322457" y="2437376"/>
                </a:lnTo>
                <a:lnTo>
                  <a:pt x="4348502" y="2437376"/>
                </a:lnTo>
                <a:lnTo>
                  <a:pt x="4348502" y="2526971"/>
                </a:lnTo>
                <a:cubicBezTo>
                  <a:pt x="4348502" y="2536694"/>
                  <a:pt x="4347883" y="2543243"/>
                  <a:pt x="4346643" y="2546616"/>
                </a:cubicBezTo>
                <a:cubicBezTo>
                  <a:pt x="4345402" y="2549989"/>
                  <a:pt x="4343144" y="2552668"/>
                  <a:pt x="4339871" y="2554653"/>
                </a:cubicBezTo>
                <a:cubicBezTo>
                  <a:pt x="4336596" y="2556637"/>
                  <a:pt x="4332974" y="2557629"/>
                  <a:pt x="4329006" y="2557629"/>
                </a:cubicBezTo>
                <a:lnTo>
                  <a:pt x="4322904" y="2557629"/>
                </a:lnTo>
                <a:lnTo>
                  <a:pt x="4322904" y="2562987"/>
                </a:lnTo>
                <a:lnTo>
                  <a:pt x="4404313" y="2562987"/>
                </a:lnTo>
                <a:lnTo>
                  <a:pt x="4404313" y="2557629"/>
                </a:lnTo>
                <a:lnTo>
                  <a:pt x="4391960" y="2557629"/>
                </a:lnTo>
                <a:cubicBezTo>
                  <a:pt x="4385808" y="2557629"/>
                  <a:pt x="4380897" y="2555447"/>
                  <a:pt x="4377226" y="2551081"/>
                </a:cubicBezTo>
                <a:cubicBezTo>
                  <a:pt x="4374448" y="2547707"/>
                  <a:pt x="4373059" y="2539671"/>
                  <a:pt x="4373059" y="2526971"/>
                </a:cubicBezTo>
                <a:lnTo>
                  <a:pt x="4373059" y="2437376"/>
                </a:lnTo>
                <a:lnTo>
                  <a:pt x="4408182" y="2437376"/>
                </a:lnTo>
                <a:lnTo>
                  <a:pt x="4408182" y="2426661"/>
                </a:lnTo>
                <a:lnTo>
                  <a:pt x="4373059" y="2426661"/>
                </a:lnTo>
                <a:lnTo>
                  <a:pt x="4373059" y="2416838"/>
                </a:lnTo>
                <a:cubicBezTo>
                  <a:pt x="4373059" y="2395605"/>
                  <a:pt x="4373753" y="2382434"/>
                  <a:pt x="4375143" y="2377324"/>
                </a:cubicBezTo>
                <a:cubicBezTo>
                  <a:pt x="4376532" y="2372214"/>
                  <a:pt x="4378814" y="2368444"/>
                  <a:pt x="4381988" y="2366013"/>
                </a:cubicBezTo>
                <a:cubicBezTo>
                  <a:pt x="4385164" y="2363582"/>
                  <a:pt x="4389034" y="2362367"/>
                  <a:pt x="4393597" y="2362367"/>
                </a:cubicBezTo>
                <a:cubicBezTo>
                  <a:pt x="4397368" y="2362367"/>
                  <a:pt x="4400791" y="2363309"/>
                  <a:pt x="4403866" y="2365195"/>
                </a:cubicBezTo>
                <a:cubicBezTo>
                  <a:pt x="4406942" y="2367080"/>
                  <a:pt x="4410315" y="2370726"/>
                  <a:pt x="4413986" y="2376133"/>
                </a:cubicBezTo>
                <a:cubicBezTo>
                  <a:pt x="4417658" y="2381541"/>
                  <a:pt x="4420759" y="2385063"/>
                  <a:pt x="4423290" y="2386700"/>
                </a:cubicBezTo>
                <a:cubicBezTo>
                  <a:pt x="4425819" y="2388337"/>
                  <a:pt x="4428224" y="2389156"/>
                  <a:pt x="4430506" y="2389156"/>
                </a:cubicBezTo>
                <a:cubicBezTo>
                  <a:pt x="4433483" y="2389156"/>
                  <a:pt x="4436261" y="2387841"/>
                  <a:pt x="4438842" y="2385212"/>
                </a:cubicBezTo>
                <a:cubicBezTo>
                  <a:pt x="4441421" y="2382583"/>
                  <a:pt x="4442711" y="2379780"/>
                  <a:pt x="4442711" y="2376803"/>
                </a:cubicBezTo>
                <a:cubicBezTo>
                  <a:pt x="4442711" y="2371247"/>
                  <a:pt x="4439833" y="2366236"/>
                  <a:pt x="4434078" y="2361772"/>
                </a:cubicBezTo>
                <a:cubicBezTo>
                  <a:pt x="4425347" y="2355025"/>
                  <a:pt x="4415773" y="2351651"/>
                  <a:pt x="4405356" y="2351651"/>
                </a:cubicBezTo>
                <a:cubicBezTo>
                  <a:pt x="4394143" y="2351651"/>
                  <a:pt x="4384047" y="2354554"/>
                  <a:pt x="4375068" y="2360358"/>
                </a:cubicBezTo>
                <a:cubicBezTo>
                  <a:pt x="4366089" y="2366162"/>
                  <a:pt x="4359417" y="2373777"/>
                  <a:pt x="4355050" y="2383203"/>
                </a:cubicBezTo>
                <a:cubicBezTo>
                  <a:pt x="4350685" y="2392629"/>
                  <a:pt x="4348502" y="2404138"/>
                  <a:pt x="4348502" y="2417731"/>
                </a:cubicBezTo>
                <a:lnTo>
                  <a:pt x="4348502" y="2426661"/>
                </a:lnTo>
                <a:lnTo>
                  <a:pt x="4322457" y="2426661"/>
                </a:lnTo>
                <a:lnTo>
                  <a:pt x="4322011" y="2426661"/>
                </a:lnTo>
                <a:lnTo>
                  <a:pt x="4287334" y="2426661"/>
                </a:lnTo>
                <a:lnTo>
                  <a:pt x="4287334" y="2416838"/>
                </a:lnTo>
                <a:cubicBezTo>
                  <a:pt x="4287334" y="2395605"/>
                  <a:pt x="4288028" y="2382434"/>
                  <a:pt x="4289418" y="2377324"/>
                </a:cubicBezTo>
                <a:cubicBezTo>
                  <a:pt x="4290807" y="2372214"/>
                  <a:pt x="4293088" y="2368444"/>
                  <a:pt x="4296264" y="2366013"/>
                </a:cubicBezTo>
                <a:cubicBezTo>
                  <a:pt x="4299440" y="2363582"/>
                  <a:pt x="4303308" y="2362367"/>
                  <a:pt x="4307872" y="2362367"/>
                </a:cubicBezTo>
                <a:cubicBezTo>
                  <a:pt x="4311642" y="2362367"/>
                  <a:pt x="4315065" y="2363309"/>
                  <a:pt x="4318142" y="2365195"/>
                </a:cubicBezTo>
                <a:cubicBezTo>
                  <a:pt x="4321217" y="2367080"/>
                  <a:pt x="4324591" y="2370726"/>
                  <a:pt x="4328262" y="2376133"/>
                </a:cubicBezTo>
                <a:cubicBezTo>
                  <a:pt x="4331933" y="2381541"/>
                  <a:pt x="4335033" y="2385063"/>
                  <a:pt x="4337563" y="2386700"/>
                </a:cubicBezTo>
                <a:cubicBezTo>
                  <a:pt x="4340094" y="2388337"/>
                  <a:pt x="4342499" y="2389156"/>
                  <a:pt x="4344781" y="2389156"/>
                </a:cubicBezTo>
                <a:cubicBezTo>
                  <a:pt x="4347758" y="2389156"/>
                  <a:pt x="4350536" y="2387841"/>
                  <a:pt x="4353116" y="2385212"/>
                </a:cubicBezTo>
                <a:cubicBezTo>
                  <a:pt x="4355695" y="2382583"/>
                  <a:pt x="4356987" y="2379780"/>
                  <a:pt x="4356987" y="2376803"/>
                </a:cubicBezTo>
                <a:cubicBezTo>
                  <a:pt x="4356987" y="2371247"/>
                  <a:pt x="4354109" y="2366236"/>
                  <a:pt x="4348353" y="2361772"/>
                </a:cubicBezTo>
                <a:cubicBezTo>
                  <a:pt x="4339622" y="2355025"/>
                  <a:pt x="4330048" y="2351651"/>
                  <a:pt x="4319630" y="2351651"/>
                </a:cubicBezTo>
                <a:close/>
                <a:moveTo>
                  <a:pt x="10012305" y="2351354"/>
                </a:moveTo>
                <a:cubicBezTo>
                  <a:pt x="10008038" y="2351354"/>
                  <a:pt x="10004442" y="2352817"/>
                  <a:pt x="10001515" y="2355744"/>
                </a:cubicBezTo>
                <a:cubicBezTo>
                  <a:pt x="9998588" y="2358671"/>
                  <a:pt x="9997124" y="2362218"/>
                  <a:pt x="9997124" y="2366385"/>
                </a:cubicBezTo>
                <a:cubicBezTo>
                  <a:pt x="9997124" y="2370553"/>
                  <a:pt x="9998613" y="2374124"/>
                  <a:pt x="10001589" y="2377101"/>
                </a:cubicBezTo>
                <a:cubicBezTo>
                  <a:pt x="10004566" y="2380077"/>
                  <a:pt x="10008138" y="2381566"/>
                  <a:pt x="10012305" y="2381566"/>
                </a:cubicBezTo>
                <a:cubicBezTo>
                  <a:pt x="10016472" y="2381566"/>
                  <a:pt x="10020019" y="2380077"/>
                  <a:pt x="10022946" y="2377101"/>
                </a:cubicBezTo>
                <a:cubicBezTo>
                  <a:pt x="10025873" y="2374124"/>
                  <a:pt x="10027336" y="2370553"/>
                  <a:pt x="10027336" y="2366385"/>
                </a:cubicBezTo>
                <a:cubicBezTo>
                  <a:pt x="10027336" y="2362218"/>
                  <a:pt x="10025873" y="2358671"/>
                  <a:pt x="10022946" y="2355744"/>
                </a:cubicBezTo>
                <a:cubicBezTo>
                  <a:pt x="10020019" y="2352817"/>
                  <a:pt x="10016472" y="2351354"/>
                  <a:pt x="10012305" y="2351354"/>
                </a:cubicBezTo>
                <a:close/>
                <a:moveTo>
                  <a:pt x="9840855" y="2351354"/>
                </a:moveTo>
                <a:cubicBezTo>
                  <a:pt x="9836588" y="2351354"/>
                  <a:pt x="9832992" y="2352817"/>
                  <a:pt x="9830065" y="2355744"/>
                </a:cubicBezTo>
                <a:cubicBezTo>
                  <a:pt x="9827138" y="2358671"/>
                  <a:pt x="9825674" y="2362218"/>
                  <a:pt x="9825674" y="2366385"/>
                </a:cubicBezTo>
                <a:cubicBezTo>
                  <a:pt x="9825674" y="2370553"/>
                  <a:pt x="9827163" y="2374124"/>
                  <a:pt x="9830139" y="2377101"/>
                </a:cubicBezTo>
                <a:cubicBezTo>
                  <a:pt x="9833116" y="2380077"/>
                  <a:pt x="9836688" y="2381566"/>
                  <a:pt x="9840855" y="2381566"/>
                </a:cubicBezTo>
                <a:cubicBezTo>
                  <a:pt x="9845022" y="2381566"/>
                  <a:pt x="9848569" y="2380077"/>
                  <a:pt x="9851496" y="2377101"/>
                </a:cubicBezTo>
                <a:cubicBezTo>
                  <a:pt x="9854423" y="2374124"/>
                  <a:pt x="9855886" y="2370553"/>
                  <a:pt x="9855886" y="2366385"/>
                </a:cubicBezTo>
                <a:cubicBezTo>
                  <a:pt x="9855886" y="2362218"/>
                  <a:pt x="9854423" y="2358671"/>
                  <a:pt x="9851496" y="2355744"/>
                </a:cubicBezTo>
                <a:cubicBezTo>
                  <a:pt x="9848569" y="2352817"/>
                  <a:pt x="9845022" y="2351354"/>
                  <a:pt x="9840855" y="2351354"/>
                </a:cubicBezTo>
                <a:close/>
                <a:moveTo>
                  <a:pt x="9767929" y="2351354"/>
                </a:moveTo>
                <a:lnTo>
                  <a:pt x="9727299" y="2368022"/>
                </a:lnTo>
                <a:lnTo>
                  <a:pt x="9729234" y="2373231"/>
                </a:lnTo>
                <a:cubicBezTo>
                  <a:pt x="9733500" y="2371644"/>
                  <a:pt x="9736923" y="2370850"/>
                  <a:pt x="9739503" y="2370850"/>
                </a:cubicBezTo>
                <a:cubicBezTo>
                  <a:pt x="9741884" y="2370850"/>
                  <a:pt x="9743868" y="2371495"/>
                  <a:pt x="9745456" y="2372785"/>
                </a:cubicBezTo>
                <a:cubicBezTo>
                  <a:pt x="9747044" y="2374075"/>
                  <a:pt x="9748209" y="2376506"/>
                  <a:pt x="9748953" y="2380077"/>
                </a:cubicBezTo>
                <a:cubicBezTo>
                  <a:pt x="9749697" y="2383649"/>
                  <a:pt x="9750070" y="2393224"/>
                  <a:pt x="9750070" y="2408801"/>
                </a:cubicBezTo>
                <a:lnTo>
                  <a:pt x="9750070" y="2433953"/>
                </a:lnTo>
                <a:cubicBezTo>
                  <a:pt x="9742231" y="2426313"/>
                  <a:pt x="9732310" y="2422493"/>
                  <a:pt x="9720304" y="2422493"/>
                </a:cubicBezTo>
                <a:cubicBezTo>
                  <a:pt x="9700956" y="2422493"/>
                  <a:pt x="9685131" y="2430605"/>
                  <a:pt x="9672828" y="2446827"/>
                </a:cubicBezTo>
                <a:cubicBezTo>
                  <a:pt x="9660524" y="2463049"/>
                  <a:pt x="9654373" y="2480933"/>
                  <a:pt x="9654373" y="2500479"/>
                </a:cubicBezTo>
                <a:cubicBezTo>
                  <a:pt x="9654373" y="2520026"/>
                  <a:pt x="9659929" y="2536025"/>
                  <a:pt x="9671042" y="2548476"/>
                </a:cubicBezTo>
                <a:cubicBezTo>
                  <a:pt x="9682155" y="2560928"/>
                  <a:pt x="9695152" y="2567155"/>
                  <a:pt x="9710035" y="2567155"/>
                </a:cubicBezTo>
                <a:cubicBezTo>
                  <a:pt x="9717377" y="2567155"/>
                  <a:pt x="9724223" y="2565641"/>
                  <a:pt x="9730573" y="2562615"/>
                </a:cubicBezTo>
                <a:cubicBezTo>
                  <a:pt x="9736923" y="2559589"/>
                  <a:pt x="9743422" y="2554603"/>
                  <a:pt x="9750070" y="2547658"/>
                </a:cubicBezTo>
                <a:lnTo>
                  <a:pt x="9750070" y="2567155"/>
                </a:lnTo>
                <a:lnTo>
                  <a:pt x="9756916" y="2567155"/>
                </a:lnTo>
                <a:lnTo>
                  <a:pt x="9797397" y="2550337"/>
                </a:lnTo>
                <a:lnTo>
                  <a:pt x="9795760" y="2545128"/>
                </a:lnTo>
                <a:cubicBezTo>
                  <a:pt x="9791295" y="2546815"/>
                  <a:pt x="9787723" y="2547658"/>
                  <a:pt x="9785044" y="2547658"/>
                </a:cubicBezTo>
                <a:cubicBezTo>
                  <a:pt x="9782861" y="2547658"/>
                  <a:pt x="9780951" y="2546963"/>
                  <a:pt x="9779314" y="2545574"/>
                </a:cubicBezTo>
                <a:cubicBezTo>
                  <a:pt x="9777677" y="2544185"/>
                  <a:pt x="9776487" y="2541730"/>
                  <a:pt x="9775742" y="2538207"/>
                </a:cubicBezTo>
                <a:cubicBezTo>
                  <a:pt x="9774998" y="2534685"/>
                  <a:pt x="9774626" y="2524937"/>
                  <a:pt x="9774626" y="2508963"/>
                </a:cubicBezTo>
                <a:lnTo>
                  <a:pt x="9774626" y="2351354"/>
                </a:lnTo>
                <a:close/>
                <a:moveTo>
                  <a:pt x="8935980" y="2351354"/>
                </a:moveTo>
                <a:cubicBezTo>
                  <a:pt x="8931713" y="2351354"/>
                  <a:pt x="8928117" y="2352817"/>
                  <a:pt x="8925190" y="2355744"/>
                </a:cubicBezTo>
                <a:cubicBezTo>
                  <a:pt x="8922263" y="2358671"/>
                  <a:pt x="8920799" y="2362218"/>
                  <a:pt x="8920799" y="2366385"/>
                </a:cubicBezTo>
                <a:cubicBezTo>
                  <a:pt x="8920799" y="2370553"/>
                  <a:pt x="8922288" y="2374124"/>
                  <a:pt x="8925264" y="2377101"/>
                </a:cubicBezTo>
                <a:cubicBezTo>
                  <a:pt x="8928241" y="2380077"/>
                  <a:pt x="8931813" y="2381566"/>
                  <a:pt x="8935980" y="2381566"/>
                </a:cubicBezTo>
                <a:cubicBezTo>
                  <a:pt x="8940147" y="2381566"/>
                  <a:pt x="8943694" y="2380077"/>
                  <a:pt x="8946621" y="2377101"/>
                </a:cubicBezTo>
                <a:cubicBezTo>
                  <a:pt x="8949548" y="2374124"/>
                  <a:pt x="8951011" y="2370553"/>
                  <a:pt x="8951011" y="2366385"/>
                </a:cubicBezTo>
                <a:cubicBezTo>
                  <a:pt x="8951011" y="2362218"/>
                  <a:pt x="8949548" y="2358671"/>
                  <a:pt x="8946621" y="2355744"/>
                </a:cubicBezTo>
                <a:cubicBezTo>
                  <a:pt x="8943694" y="2352817"/>
                  <a:pt x="8940147" y="2351354"/>
                  <a:pt x="8935980" y="2351354"/>
                </a:cubicBezTo>
                <a:close/>
                <a:moveTo>
                  <a:pt x="7486989" y="2351354"/>
                </a:moveTo>
                <a:lnTo>
                  <a:pt x="7446508" y="2368022"/>
                </a:lnTo>
                <a:lnTo>
                  <a:pt x="7449038" y="2373231"/>
                </a:lnTo>
                <a:cubicBezTo>
                  <a:pt x="7453205" y="2371545"/>
                  <a:pt x="7456331" y="2370701"/>
                  <a:pt x="7458414" y="2370701"/>
                </a:cubicBezTo>
                <a:cubicBezTo>
                  <a:pt x="7460994" y="2370701"/>
                  <a:pt x="7463077" y="2371371"/>
                  <a:pt x="7464665" y="2372711"/>
                </a:cubicBezTo>
                <a:cubicBezTo>
                  <a:pt x="7466253" y="2374050"/>
                  <a:pt x="7467393" y="2376481"/>
                  <a:pt x="7468088" y="2380003"/>
                </a:cubicBezTo>
                <a:cubicBezTo>
                  <a:pt x="7468783" y="2383525"/>
                  <a:pt x="7469130" y="2393174"/>
                  <a:pt x="7469130" y="2408950"/>
                </a:cubicBezTo>
                <a:lnTo>
                  <a:pt x="7469130" y="2533073"/>
                </a:lnTo>
                <a:cubicBezTo>
                  <a:pt x="7469130" y="2541110"/>
                  <a:pt x="7468386" y="2546765"/>
                  <a:pt x="7466898" y="2550039"/>
                </a:cubicBezTo>
                <a:cubicBezTo>
                  <a:pt x="7465806" y="2552321"/>
                  <a:pt x="7464219" y="2554008"/>
                  <a:pt x="7462135" y="2555099"/>
                </a:cubicBezTo>
                <a:cubicBezTo>
                  <a:pt x="7458663" y="2556786"/>
                  <a:pt x="7453454" y="2557629"/>
                  <a:pt x="7446508" y="2557629"/>
                </a:cubicBezTo>
                <a:lnTo>
                  <a:pt x="7446508" y="2562987"/>
                </a:lnTo>
                <a:lnTo>
                  <a:pt x="7515862" y="2562987"/>
                </a:lnTo>
                <a:lnTo>
                  <a:pt x="7515862" y="2557629"/>
                </a:lnTo>
                <a:cubicBezTo>
                  <a:pt x="7508222" y="2557530"/>
                  <a:pt x="7503261" y="2556885"/>
                  <a:pt x="7500979" y="2555695"/>
                </a:cubicBezTo>
                <a:cubicBezTo>
                  <a:pt x="7498697" y="2554504"/>
                  <a:pt x="7496936" y="2552520"/>
                  <a:pt x="7495696" y="2549741"/>
                </a:cubicBezTo>
                <a:cubicBezTo>
                  <a:pt x="7494456" y="2546963"/>
                  <a:pt x="7493835" y="2541159"/>
                  <a:pt x="7493835" y="2532329"/>
                </a:cubicBezTo>
                <a:lnTo>
                  <a:pt x="7493835" y="2487085"/>
                </a:lnTo>
                <a:lnTo>
                  <a:pt x="7535656" y="2540514"/>
                </a:lnTo>
                <a:cubicBezTo>
                  <a:pt x="7539625" y="2545574"/>
                  <a:pt x="7541609" y="2549245"/>
                  <a:pt x="7541609" y="2551527"/>
                </a:cubicBezTo>
                <a:cubicBezTo>
                  <a:pt x="7541609" y="2553413"/>
                  <a:pt x="7540940" y="2554876"/>
                  <a:pt x="7539600" y="2555918"/>
                </a:cubicBezTo>
                <a:cubicBezTo>
                  <a:pt x="7538261" y="2556960"/>
                  <a:pt x="7535706" y="2557530"/>
                  <a:pt x="7531935" y="2557629"/>
                </a:cubicBezTo>
                <a:lnTo>
                  <a:pt x="7531935" y="2562987"/>
                </a:lnTo>
                <a:lnTo>
                  <a:pt x="7598164" y="2562987"/>
                </a:lnTo>
                <a:lnTo>
                  <a:pt x="7598164" y="2557629"/>
                </a:lnTo>
                <a:cubicBezTo>
                  <a:pt x="7592013" y="2557629"/>
                  <a:pt x="7587697" y="2557133"/>
                  <a:pt x="7585216" y="2556141"/>
                </a:cubicBezTo>
                <a:cubicBezTo>
                  <a:pt x="7581644" y="2554752"/>
                  <a:pt x="7577477" y="2551726"/>
                  <a:pt x="7572714" y="2547063"/>
                </a:cubicBezTo>
                <a:cubicBezTo>
                  <a:pt x="7569341" y="2543788"/>
                  <a:pt x="7562792" y="2536049"/>
                  <a:pt x="7553069" y="2523845"/>
                </a:cubicBezTo>
                <a:lnTo>
                  <a:pt x="7518094" y="2479643"/>
                </a:lnTo>
                <a:lnTo>
                  <a:pt x="7553069" y="2447348"/>
                </a:lnTo>
                <a:cubicBezTo>
                  <a:pt x="7559518" y="2441494"/>
                  <a:pt x="7565447" y="2437426"/>
                  <a:pt x="7570854" y="2435144"/>
                </a:cubicBezTo>
                <a:cubicBezTo>
                  <a:pt x="7576261" y="2432862"/>
                  <a:pt x="7583033" y="2431622"/>
                  <a:pt x="7591169" y="2431423"/>
                </a:cubicBezTo>
                <a:lnTo>
                  <a:pt x="7591169" y="2426661"/>
                </a:lnTo>
                <a:lnTo>
                  <a:pt x="7531935" y="2426661"/>
                </a:lnTo>
                <a:lnTo>
                  <a:pt x="7531935" y="2431423"/>
                </a:lnTo>
                <a:cubicBezTo>
                  <a:pt x="7535706" y="2431622"/>
                  <a:pt x="7538409" y="2432440"/>
                  <a:pt x="7540047" y="2433879"/>
                </a:cubicBezTo>
                <a:cubicBezTo>
                  <a:pt x="7541684" y="2435318"/>
                  <a:pt x="7542502" y="2437029"/>
                  <a:pt x="7542502" y="2439014"/>
                </a:cubicBezTo>
                <a:cubicBezTo>
                  <a:pt x="7542502" y="2440204"/>
                  <a:pt x="7542105" y="2441395"/>
                  <a:pt x="7541312" y="2442585"/>
                </a:cubicBezTo>
                <a:cubicBezTo>
                  <a:pt x="7540121" y="2444371"/>
                  <a:pt x="7535854" y="2448638"/>
                  <a:pt x="7528512" y="2455384"/>
                </a:cubicBezTo>
                <a:lnTo>
                  <a:pt x="7493835" y="2486936"/>
                </a:lnTo>
                <a:lnTo>
                  <a:pt x="7493835" y="2351354"/>
                </a:lnTo>
                <a:close/>
                <a:moveTo>
                  <a:pt x="7211955" y="2351354"/>
                </a:moveTo>
                <a:cubicBezTo>
                  <a:pt x="7207688" y="2351354"/>
                  <a:pt x="7204092" y="2352817"/>
                  <a:pt x="7201165" y="2355744"/>
                </a:cubicBezTo>
                <a:cubicBezTo>
                  <a:pt x="7198238" y="2358671"/>
                  <a:pt x="7196775" y="2362218"/>
                  <a:pt x="7196775" y="2366385"/>
                </a:cubicBezTo>
                <a:cubicBezTo>
                  <a:pt x="7196775" y="2370553"/>
                  <a:pt x="7198263" y="2374124"/>
                  <a:pt x="7201239" y="2377101"/>
                </a:cubicBezTo>
                <a:cubicBezTo>
                  <a:pt x="7204216" y="2380077"/>
                  <a:pt x="7207788" y="2381566"/>
                  <a:pt x="7211955" y="2381566"/>
                </a:cubicBezTo>
                <a:cubicBezTo>
                  <a:pt x="7216122" y="2381566"/>
                  <a:pt x="7219669" y="2380077"/>
                  <a:pt x="7222596" y="2377101"/>
                </a:cubicBezTo>
                <a:cubicBezTo>
                  <a:pt x="7225523" y="2374124"/>
                  <a:pt x="7226987" y="2370553"/>
                  <a:pt x="7226987" y="2366385"/>
                </a:cubicBezTo>
                <a:cubicBezTo>
                  <a:pt x="7226987" y="2362218"/>
                  <a:pt x="7225523" y="2358671"/>
                  <a:pt x="7222596" y="2355744"/>
                </a:cubicBezTo>
                <a:cubicBezTo>
                  <a:pt x="7219669" y="2352817"/>
                  <a:pt x="7216122" y="2351354"/>
                  <a:pt x="7211955" y="2351354"/>
                </a:cubicBezTo>
                <a:close/>
                <a:moveTo>
                  <a:pt x="6934242" y="2351354"/>
                </a:moveTo>
                <a:lnTo>
                  <a:pt x="6893463" y="2368022"/>
                </a:lnTo>
                <a:lnTo>
                  <a:pt x="6895546" y="2373231"/>
                </a:lnTo>
                <a:cubicBezTo>
                  <a:pt x="6900209" y="2371644"/>
                  <a:pt x="6903583" y="2370850"/>
                  <a:pt x="6905667" y="2370850"/>
                </a:cubicBezTo>
                <a:cubicBezTo>
                  <a:pt x="6908246" y="2370850"/>
                  <a:pt x="6910305" y="2371495"/>
                  <a:pt x="6911843" y="2372785"/>
                </a:cubicBezTo>
                <a:cubicBezTo>
                  <a:pt x="6913381" y="2374075"/>
                  <a:pt x="6914522" y="2376506"/>
                  <a:pt x="6915266" y="2380077"/>
                </a:cubicBezTo>
                <a:cubicBezTo>
                  <a:pt x="6916010" y="2383649"/>
                  <a:pt x="6916382" y="2393224"/>
                  <a:pt x="6916382" y="2408801"/>
                </a:cubicBezTo>
                <a:lnTo>
                  <a:pt x="6916382" y="2532180"/>
                </a:lnTo>
                <a:cubicBezTo>
                  <a:pt x="6916382" y="2540713"/>
                  <a:pt x="6915787" y="2546368"/>
                  <a:pt x="6914596" y="2549146"/>
                </a:cubicBezTo>
                <a:cubicBezTo>
                  <a:pt x="6913406" y="2551924"/>
                  <a:pt x="6911818" y="2553809"/>
                  <a:pt x="6909834" y="2554802"/>
                </a:cubicBezTo>
                <a:cubicBezTo>
                  <a:pt x="6906361" y="2556687"/>
                  <a:pt x="6901599" y="2557629"/>
                  <a:pt x="6895546" y="2557629"/>
                </a:cubicBezTo>
                <a:lnTo>
                  <a:pt x="6895546" y="2562987"/>
                </a:lnTo>
                <a:lnTo>
                  <a:pt x="6963114" y="2562987"/>
                </a:lnTo>
                <a:lnTo>
                  <a:pt x="6963114" y="2557629"/>
                </a:lnTo>
                <a:cubicBezTo>
                  <a:pt x="6956169" y="2557629"/>
                  <a:pt x="6951283" y="2556860"/>
                  <a:pt x="6948455" y="2555322"/>
                </a:cubicBezTo>
                <a:cubicBezTo>
                  <a:pt x="6945627" y="2553785"/>
                  <a:pt x="6943692" y="2551875"/>
                  <a:pt x="6942650" y="2549593"/>
                </a:cubicBezTo>
                <a:cubicBezTo>
                  <a:pt x="6941609" y="2547311"/>
                  <a:pt x="6941088" y="2541507"/>
                  <a:pt x="6941088" y="2532180"/>
                </a:cubicBezTo>
                <a:lnTo>
                  <a:pt x="6941088" y="2460147"/>
                </a:lnTo>
                <a:cubicBezTo>
                  <a:pt x="6948430" y="2452309"/>
                  <a:pt x="6954731" y="2447100"/>
                  <a:pt x="6959989" y="2444520"/>
                </a:cubicBezTo>
                <a:cubicBezTo>
                  <a:pt x="6965247" y="2441940"/>
                  <a:pt x="6970308" y="2440651"/>
                  <a:pt x="6975169" y="2440651"/>
                </a:cubicBezTo>
                <a:cubicBezTo>
                  <a:pt x="6979932" y="2440651"/>
                  <a:pt x="6984000" y="2441816"/>
                  <a:pt x="6987373" y="2444148"/>
                </a:cubicBezTo>
                <a:cubicBezTo>
                  <a:pt x="6990747" y="2446480"/>
                  <a:pt x="6993203" y="2449977"/>
                  <a:pt x="6994740" y="2454640"/>
                </a:cubicBezTo>
                <a:cubicBezTo>
                  <a:pt x="6996278" y="2459304"/>
                  <a:pt x="6997047" y="2469077"/>
                  <a:pt x="6997047" y="2483959"/>
                </a:cubicBezTo>
                <a:lnTo>
                  <a:pt x="6997047" y="2532180"/>
                </a:lnTo>
                <a:cubicBezTo>
                  <a:pt x="6997047" y="2539919"/>
                  <a:pt x="6996898" y="2544582"/>
                  <a:pt x="6996601" y="2546170"/>
                </a:cubicBezTo>
                <a:cubicBezTo>
                  <a:pt x="6995608" y="2549940"/>
                  <a:pt x="6993872" y="2552793"/>
                  <a:pt x="6991392" y="2554727"/>
                </a:cubicBezTo>
                <a:cubicBezTo>
                  <a:pt x="6988911" y="2556662"/>
                  <a:pt x="6984496" y="2557629"/>
                  <a:pt x="6978146" y="2557629"/>
                </a:cubicBezTo>
                <a:lnTo>
                  <a:pt x="6975021" y="2557629"/>
                </a:lnTo>
                <a:lnTo>
                  <a:pt x="6975021" y="2562987"/>
                </a:lnTo>
                <a:lnTo>
                  <a:pt x="7041993" y="2562987"/>
                </a:lnTo>
                <a:lnTo>
                  <a:pt x="7041993" y="2557629"/>
                </a:lnTo>
                <a:cubicBezTo>
                  <a:pt x="7035643" y="2557629"/>
                  <a:pt x="7031278" y="2556935"/>
                  <a:pt x="7028896" y="2555546"/>
                </a:cubicBezTo>
                <a:cubicBezTo>
                  <a:pt x="7026515" y="2554157"/>
                  <a:pt x="7024829" y="2552272"/>
                  <a:pt x="7023836" y="2549890"/>
                </a:cubicBezTo>
                <a:cubicBezTo>
                  <a:pt x="7022447" y="2546715"/>
                  <a:pt x="7021753" y="2540812"/>
                  <a:pt x="7021753" y="2532180"/>
                </a:cubicBezTo>
                <a:lnTo>
                  <a:pt x="7021753" y="2483959"/>
                </a:lnTo>
                <a:cubicBezTo>
                  <a:pt x="7021753" y="2467092"/>
                  <a:pt x="7020810" y="2455484"/>
                  <a:pt x="7018925" y="2449134"/>
                </a:cubicBezTo>
                <a:cubicBezTo>
                  <a:pt x="7016246" y="2440005"/>
                  <a:pt x="7012128" y="2433308"/>
                  <a:pt x="7006572" y="2429042"/>
                </a:cubicBezTo>
                <a:cubicBezTo>
                  <a:pt x="7001016" y="2424775"/>
                  <a:pt x="6994368" y="2422642"/>
                  <a:pt x="6986629" y="2422642"/>
                </a:cubicBezTo>
                <a:cubicBezTo>
                  <a:pt x="6980180" y="2422642"/>
                  <a:pt x="6973731" y="2424354"/>
                  <a:pt x="6967282" y="2427777"/>
                </a:cubicBezTo>
                <a:cubicBezTo>
                  <a:pt x="6960833" y="2431200"/>
                  <a:pt x="6952101" y="2438964"/>
                  <a:pt x="6941088" y="2451069"/>
                </a:cubicBezTo>
                <a:lnTo>
                  <a:pt x="6941088" y="2351354"/>
                </a:lnTo>
                <a:close/>
                <a:moveTo>
                  <a:pt x="6691354" y="2351354"/>
                </a:moveTo>
                <a:lnTo>
                  <a:pt x="6650724" y="2368022"/>
                </a:lnTo>
                <a:lnTo>
                  <a:pt x="6652659" y="2373231"/>
                </a:lnTo>
                <a:cubicBezTo>
                  <a:pt x="6656925" y="2371644"/>
                  <a:pt x="6660349" y="2370850"/>
                  <a:pt x="6662928" y="2370850"/>
                </a:cubicBezTo>
                <a:cubicBezTo>
                  <a:pt x="6665309" y="2370850"/>
                  <a:pt x="6667293" y="2371495"/>
                  <a:pt x="6668881" y="2372785"/>
                </a:cubicBezTo>
                <a:cubicBezTo>
                  <a:pt x="6670469" y="2374075"/>
                  <a:pt x="6671634" y="2376506"/>
                  <a:pt x="6672379" y="2380077"/>
                </a:cubicBezTo>
                <a:cubicBezTo>
                  <a:pt x="6673123" y="2383649"/>
                  <a:pt x="6673495" y="2393224"/>
                  <a:pt x="6673495" y="2408801"/>
                </a:cubicBezTo>
                <a:lnTo>
                  <a:pt x="6673495" y="2433953"/>
                </a:lnTo>
                <a:cubicBezTo>
                  <a:pt x="6665656" y="2426313"/>
                  <a:pt x="6655735" y="2422493"/>
                  <a:pt x="6643729" y="2422493"/>
                </a:cubicBezTo>
                <a:cubicBezTo>
                  <a:pt x="6624382" y="2422493"/>
                  <a:pt x="6608556" y="2430605"/>
                  <a:pt x="6596253" y="2446827"/>
                </a:cubicBezTo>
                <a:cubicBezTo>
                  <a:pt x="6583950" y="2463049"/>
                  <a:pt x="6577798" y="2480933"/>
                  <a:pt x="6577798" y="2500479"/>
                </a:cubicBezTo>
                <a:cubicBezTo>
                  <a:pt x="6577798" y="2520026"/>
                  <a:pt x="6583354" y="2536025"/>
                  <a:pt x="6594467" y="2548476"/>
                </a:cubicBezTo>
                <a:cubicBezTo>
                  <a:pt x="6605580" y="2560928"/>
                  <a:pt x="6618577" y="2567155"/>
                  <a:pt x="6633460" y="2567155"/>
                </a:cubicBezTo>
                <a:cubicBezTo>
                  <a:pt x="6640802" y="2567155"/>
                  <a:pt x="6647648" y="2565641"/>
                  <a:pt x="6653998" y="2562615"/>
                </a:cubicBezTo>
                <a:cubicBezTo>
                  <a:pt x="6660349" y="2559589"/>
                  <a:pt x="6666847" y="2554603"/>
                  <a:pt x="6673495" y="2547658"/>
                </a:cubicBezTo>
                <a:lnTo>
                  <a:pt x="6673495" y="2567155"/>
                </a:lnTo>
                <a:lnTo>
                  <a:pt x="6680341" y="2567155"/>
                </a:lnTo>
                <a:lnTo>
                  <a:pt x="6720822" y="2550337"/>
                </a:lnTo>
                <a:lnTo>
                  <a:pt x="6719185" y="2545128"/>
                </a:lnTo>
                <a:cubicBezTo>
                  <a:pt x="6714720" y="2546815"/>
                  <a:pt x="6711148" y="2547658"/>
                  <a:pt x="6708469" y="2547658"/>
                </a:cubicBezTo>
                <a:cubicBezTo>
                  <a:pt x="6706286" y="2547658"/>
                  <a:pt x="6704377" y="2546963"/>
                  <a:pt x="6702740" y="2545574"/>
                </a:cubicBezTo>
                <a:cubicBezTo>
                  <a:pt x="6701102" y="2544185"/>
                  <a:pt x="6699912" y="2541730"/>
                  <a:pt x="6699168" y="2538207"/>
                </a:cubicBezTo>
                <a:cubicBezTo>
                  <a:pt x="6698424" y="2534685"/>
                  <a:pt x="6698051" y="2524937"/>
                  <a:pt x="6698051" y="2508963"/>
                </a:cubicBezTo>
                <a:lnTo>
                  <a:pt x="6698051" y="2351354"/>
                </a:lnTo>
                <a:close/>
                <a:moveTo>
                  <a:pt x="5907030" y="2351354"/>
                </a:moveTo>
                <a:cubicBezTo>
                  <a:pt x="5902763" y="2351354"/>
                  <a:pt x="5899168" y="2352817"/>
                  <a:pt x="5896240" y="2355744"/>
                </a:cubicBezTo>
                <a:cubicBezTo>
                  <a:pt x="5893314" y="2358671"/>
                  <a:pt x="5891850" y="2362218"/>
                  <a:pt x="5891850" y="2366385"/>
                </a:cubicBezTo>
                <a:cubicBezTo>
                  <a:pt x="5891850" y="2370553"/>
                  <a:pt x="5893338" y="2374124"/>
                  <a:pt x="5896315" y="2377101"/>
                </a:cubicBezTo>
                <a:cubicBezTo>
                  <a:pt x="5899292" y="2380077"/>
                  <a:pt x="5902863" y="2381566"/>
                  <a:pt x="5907030" y="2381566"/>
                </a:cubicBezTo>
                <a:cubicBezTo>
                  <a:pt x="5911197" y="2381566"/>
                  <a:pt x="5914745" y="2380077"/>
                  <a:pt x="5917671" y="2377101"/>
                </a:cubicBezTo>
                <a:cubicBezTo>
                  <a:pt x="5920599" y="2374124"/>
                  <a:pt x="5922062" y="2370553"/>
                  <a:pt x="5922062" y="2366385"/>
                </a:cubicBezTo>
                <a:cubicBezTo>
                  <a:pt x="5922062" y="2362218"/>
                  <a:pt x="5920599" y="2358671"/>
                  <a:pt x="5917671" y="2355744"/>
                </a:cubicBezTo>
                <a:cubicBezTo>
                  <a:pt x="5914745" y="2352817"/>
                  <a:pt x="5911197" y="2351354"/>
                  <a:pt x="5907030" y="2351354"/>
                </a:cubicBezTo>
                <a:close/>
                <a:moveTo>
                  <a:pt x="4183008" y="2351354"/>
                </a:moveTo>
                <a:cubicBezTo>
                  <a:pt x="4178742" y="2351354"/>
                  <a:pt x="4175145" y="2352817"/>
                  <a:pt x="4172218" y="2355744"/>
                </a:cubicBezTo>
                <a:cubicBezTo>
                  <a:pt x="4169290" y="2358671"/>
                  <a:pt x="4167827" y="2362218"/>
                  <a:pt x="4167827" y="2366385"/>
                </a:cubicBezTo>
                <a:cubicBezTo>
                  <a:pt x="4167827" y="2370553"/>
                  <a:pt x="4169315" y="2374124"/>
                  <a:pt x="4172292" y="2377101"/>
                </a:cubicBezTo>
                <a:cubicBezTo>
                  <a:pt x="4175268" y="2380077"/>
                  <a:pt x="4178840" y="2381566"/>
                  <a:pt x="4183008" y="2381566"/>
                </a:cubicBezTo>
                <a:cubicBezTo>
                  <a:pt x="4187175" y="2381566"/>
                  <a:pt x="4190722" y="2380077"/>
                  <a:pt x="4193649" y="2377101"/>
                </a:cubicBezTo>
                <a:cubicBezTo>
                  <a:pt x="4196573" y="2374124"/>
                  <a:pt x="4198037" y="2370553"/>
                  <a:pt x="4198037" y="2366385"/>
                </a:cubicBezTo>
                <a:cubicBezTo>
                  <a:pt x="4198037" y="2362218"/>
                  <a:pt x="4196573" y="2358671"/>
                  <a:pt x="4193649" y="2355744"/>
                </a:cubicBezTo>
                <a:cubicBezTo>
                  <a:pt x="4190722" y="2352817"/>
                  <a:pt x="4187175" y="2351354"/>
                  <a:pt x="4183008" y="2351354"/>
                </a:cubicBezTo>
                <a:close/>
                <a:moveTo>
                  <a:pt x="4110082" y="2351354"/>
                </a:moveTo>
                <a:lnTo>
                  <a:pt x="4069452" y="2368022"/>
                </a:lnTo>
                <a:lnTo>
                  <a:pt x="4071386" y="2373231"/>
                </a:lnTo>
                <a:cubicBezTo>
                  <a:pt x="4075653" y="2371644"/>
                  <a:pt x="4079076" y="2370850"/>
                  <a:pt x="4081656" y="2370850"/>
                </a:cubicBezTo>
                <a:cubicBezTo>
                  <a:pt x="4084037" y="2370850"/>
                  <a:pt x="4086022" y="2371495"/>
                  <a:pt x="4087609" y="2372785"/>
                </a:cubicBezTo>
                <a:cubicBezTo>
                  <a:pt x="4089196" y="2374075"/>
                  <a:pt x="4090362" y="2376506"/>
                  <a:pt x="4091106" y="2380077"/>
                </a:cubicBezTo>
                <a:cubicBezTo>
                  <a:pt x="4091851" y="2383649"/>
                  <a:pt x="4092222" y="2393224"/>
                  <a:pt x="4092222" y="2408801"/>
                </a:cubicBezTo>
                <a:lnTo>
                  <a:pt x="4092222" y="2433953"/>
                </a:lnTo>
                <a:cubicBezTo>
                  <a:pt x="4084385" y="2426313"/>
                  <a:pt x="4074462" y="2422493"/>
                  <a:pt x="4062457" y="2422493"/>
                </a:cubicBezTo>
                <a:cubicBezTo>
                  <a:pt x="4043110" y="2422493"/>
                  <a:pt x="4027284" y="2430605"/>
                  <a:pt x="4014981" y="2446827"/>
                </a:cubicBezTo>
                <a:cubicBezTo>
                  <a:pt x="4002678" y="2463049"/>
                  <a:pt x="3996526" y="2480933"/>
                  <a:pt x="3996526" y="2500479"/>
                </a:cubicBezTo>
                <a:cubicBezTo>
                  <a:pt x="3996526" y="2520026"/>
                  <a:pt x="4002083" y="2536025"/>
                  <a:pt x="4013194" y="2548476"/>
                </a:cubicBezTo>
                <a:cubicBezTo>
                  <a:pt x="4024307" y="2560928"/>
                  <a:pt x="4037305" y="2567155"/>
                  <a:pt x="4052187" y="2567155"/>
                </a:cubicBezTo>
                <a:cubicBezTo>
                  <a:pt x="4059530" y="2567155"/>
                  <a:pt x="4066376" y="2565641"/>
                  <a:pt x="4072726" y="2562615"/>
                </a:cubicBezTo>
                <a:cubicBezTo>
                  <a:pt x="4079076" y="2559589"/>
                  <a:pt x="4085575" y="2554603"/>
                  <a:pt x="4092222" y="2547658"/>
                </a:cubicBezTo>
                <a:lnTo>
                  <a:pt x="4092222" y="2567155"/>
                </a:lnTo>
                <a:lnTo>
                  <a:pt x="4099069" y="2567155"/>
                </a:lnTo>
                <a:lnTo>
                  <a:pt x="4139550" y="2550337"/>
                </a:lnTo>
                <a:lnTo>
                  <a:pt x="4137913" y="2545128"/>
                </a:lnTo>
                <a:cubicBezTo>
                  <a:pt x="4133448" y="2546815"/>
                  <a:pt x="4129876" y="2547658"/>
                  <a:pt x="4127197" y="2547658"/>
                </a:cubicBezTo>
                <a:cubicBezTo>
                  <a:pt x="4125015" y="2547658"/>
                  <a:pt x="4123104" y="2546963"/>
                  <a:pt x="4121467" y="2545574"/>
                </a:cubicBezTo>
                <a:cubicBezTo>
                  <a:pt x="4119830" y="2544185"/>
                  <a:pt x="4118639" y="2541730"/>
                  <a:pt x="4117895" y="2538207"/>
                </a:cubicBezTo>
                <a:cubicBezTo>
                  <a:pt x="4117151" y="2534685"/>
                  <a:pt x="4116779" y="2524937"/>
                  <a:pt x="4116779" y="2508963"/>
                </a:cubicBezTo>
                <a:lnTo>
                  <a:pt x="4116779" y="2351354"/>
                </a:lnTo>
                <a:close/>
                <a:moveTo>
                  <a:pt x="3407464" y="2351354"/>
                </a:moveTo>
                <a:lnTo>
                  <a:pt x="3366537" y="2368022"/>
                </a:lnTo>
                <a:lnTo>
                  <a:pt x="3368621" y="2373231"/>
                </a:lnTo>
                <a:cubicBezTo>
                  <a:pt x="3372787" y="2371644"/>
                  <a:pt x="3376260" y="2370850"/>
                  <a:pt x="3379038" y="2370850"/>
                </a:cubicBezTo>
                <a:cubicBezTo>
                  <a:pt x="3381419" y="2370850"/>
                  <a:pt x="3383403" y="2371495"/>
                  <a:pt x="3384991" y="2372785"/>
                </a:cubicBezTo>
                <a:cubicBezTo>
                  <a:pt x="3386579" y="2374075"/>
                  <a:pt x="3387745" y="2376506"/>
                  <a:pt x="3388489" y="2380077"/>
                </a:cubicBezTo>
                <a:cubicBezTo>
                  <a:pt x="3389232" y="2383649"/>
                  <a:pt x="3389605" y="2393174"/>
                  <a:pt x="3389605" y="2408653"/>
                </a:cubicBezTo>
                <a:lnTo>
                  <a:pt x="3389605" y="2549890"/>
                </a:lnTo>
                <a:cubicBezTo>
                  <a:pt x="3398138" y="2555645"/>
                  <a:pt x="3406497" y="2559961"/>
                  <a:pt x="3414683" y="2562839"/>
                </a:cubicBezTo>
                <a:cubicBezTo>
                  <a:pt x="3422867" y="2565716"/>
                  <a:pt x="3430929" y="2567155"/>
                  <a:pt x="3438866" y="2567155"/>
                </a:cubicBezTo>
                <a:cubicBezTo>
                  <a:pt x="3455834" y="2567155"/>
                  <a:pt x="3471212" y="2560804"/>
                  <a:pt x="3485004" y="2548104"/>
                </a:cubicBezTo>
                <a:cubicBezTo>
                  <a:pt x="3501077" y="2533321"/>
                  <a:pt x="3509114" y="2513824"/>
                  <a:pt x="3509114" y="2489615"/>
                </a:cubicBezTo>
                <a:cubicBezTo>
                  <a:pt x="3509114" y="2468878"/>
                  <a:pt x="3503905" y="2452532"/>
                  <a:pt x="3493487" y="2440576"/>
                </a:cubicBezTo>
                <a:cubicBezTo>
                  <a:pt x="3483069" y="2428620"/>
                  <a:pt x="3470865" y="2422642"/>
                  <a:pt x="3456876" y="2422642"/>
                </a:cubicBezTo>
                <a:cubicBezTo>
                  <a:pt x="3441595" y="2422642"/>
                  <a:pt x="3427358" y="2431820"/>
                  <a:pt x="3414162" y="2450175"/>
                </a:cubicBezTo>
                <a:lnTo>
                  <a:pt x="3414162" y="2351354"/>
                </a:lnTo>
                <a:close/>
                <a:moveTo>
                  <a:pt x="2533694" y="2351354"/>
                </a:moveTo>
                <a:lnTo>
                  <a:pt x="2492916" y="2368022"/>
                </a:lnTo>
                <a:lnTo>
                  <a:pt x="2494999" y="2373231"/>
                </a:lnTo>
                <a:cubicBezTo>
                  <a:pt x="2499662" y="2371644"/>
                  <a:pt x="2503035" y="2370850"/>
                  <a:pt x="2505119" y="2370850"/>
                </a:cubicBezTo>
                <a:cubicBezTo>
                  <a:pt x="2507699" y="2370850"/>
                  <a:pt x="2509758" y="2371495"/>
                  <a:pt x="2511296" y="2372785"/>
                </a:cubicBezTo>
                <a:cubicBezTo>
                  <a:pt x="2512833" y="2374075"/>
                  <a:pt x="2513974" y="2376506"/>
                  <a:pt x="2514718" y="2380077"/>
                </a:cubicBezTo>
                <a:cubicBezTo>
                  <a:pt x="2515463" y="2383649"/>
                  <a:pt x="2515835" y="2393224"/>
                  <a:pt x="2515835" y="2408801"/>
                </a:cubicBezTo>
                <a:lnTo>
                  <a:pt x="2515835" y="2532180"/>
                </a:lnTo>
                <a:cubicBezTo>
                  <a:pt x="2515835" y="2540713"/>
                  <a:pt x="2515239" y="2546368"/>
                  <a:pt x="2514048" y="2549146"/>
                </a:cubicBezTo>
                <a:cubicBezTo>
                  <a:pt x="2512858" y="2551924"/>
                  <a:pt x="2511270" y="2553809"/>
                  <a:pt x="2509286" y="2554802"/>
                </a:cubicBezTo>
                <a:cubicBezTo>
                  <a:pt x="2505814" y="2556687"/>
                  <a:pt x="2501051" y="2557629"/>
                  <a:pt x="2494999" y="2557629"/>
                </a:cubicBezTo>
                <a:lnTo>
                  <a:pt x="2494999" y="2562987"/>
                </a:lnTo>
                <a:lnTo>
                  <a:pt x="2562567" y="2562987"/>
                </a:lnTo>
                <a:lnTo>
                  <a:pt x="2562567" y="2557629"/>
                </a:lnTo>
                <a:cubicBezTo>
                  <a:pt x="2555622" y="2557629"/>
                  <a:pt x="2550736" y="2556860"/>
                  <a:pt x="2547907" y="2555322"/>
                </a:cubicBezTo>
                <a:cubicBezTo>
                  <a:pt x="2545080" y="2553785"/>
                  <a:pt x="2543145" y="2551875"/>
                  <a:pt x="2542103" y="2549593"/>
                </a:cubicBezTo>
                <a:cubicBezTo>
                  <a:pt x="2541061" y="2547311"/>
                  <a:pt x="2540540" y="2541507"/>
                  <a:pt x="2540540" y="2532180"/>
                </a:cubicBezTo>
                <a:lnTo>
                  <a:pt x="2540540" y="2460147"/>
                </a:lnTo>
                <a:cubicBezTo>
                  <a:pt x="2547883" y="2452309"/>
                  <a:pt x="2554183" y="2447100"/>
                  <a:pt x="2559441" y="2444520"/>
                </a:cubicBezTo>
                <a:cubicBezTo>
                  <a:pt x="2564700" y="2441940"/>
                  <a:pt x="2569761" y="2440651"/>
                  <a:pt x="2574622" y="2440651"/>
                </a:cubicBezTo>
                <a:cubicBezTo>
                  <a:pt x="2579385" y="2440651"/>
                  <a:pt x="2583452" y="2441816"/>
                  <a:pt x="2586826" y="2444148"/>
                </a:cubicBezTo>
                <a:cubicBezTo>
                  <a:pt x="2590199" y="2446480"/>
                  <a:pt x="2592655" y="2449977"/>
                  <a:pt x="2594193" y="2454640"/>
                </a:cubicBezTo>
                <a:cubicBezTo>
                  <a:pt x="2595731" y="2459304"/>
                  <a:pt x="2596499" y="2469077"/>
                  <a:pt x="2596499" y="2483959"/>
                </a:cubicBezTo>
                <a:lnTo>
                  <a:pt x="2596499" y="2532180"/>
                </a:lnTo>
                <a:cubicBezTo>
                  <a:pt x="2596499" y="2539919"/>
                  <a:pt x="2596351" y="2544582"/>
                  <a:pt x="2596053" y="2546170"/>
                </a:cubicBezTo>
                <a:cubicBezTo>
                  <a:pt x="2595061" y="2549940"/>
                  <a:pt x="2593325" y="2552793"/>
                  <a:pt x="2590844" y="2554727"/>
                </a:cubicBezTo>
                <a:cubicBezTo>
                  <a:pt x="2588363" y="2556662"/>
                  <a:pt x="2583949" y="2557629"/>
                  <a:pt x="2577599" y="2557629"/>
                </a:cubicBezTo>
                <a:lnTo>
                  <a:pt x="2574473" y="2557629"/>
                </a:lnTo>
                <a:lnTo>
                  <a:pt x="2574473" y="2562987"/>
                </a:lnTo>
                <a:lnTo>
                  <a:pt x="2641445" y="2562987"/>
                </a:lnTo>
                <a:lnTo>
                  <a:pt x="2641445" y="2557629"/>
                </a:lnTo>
                <a:cubicBezTo>
                  <a:pt x="2635095" y="2557629"/>
                  <a:pt x="2630730" y="2556935"/>
                  <a:pt x="2628349" y="2555546"/>
                </a:cubicBezTo>
                <a:cubicBezTo>
                  <a:pt x="2625968" y="2554157"/>
                  <a:pt x="2624281" y="2552272"/>
                  <a:pt x="2623289" y="2549890"/>
                </a:cubicBezTo>
                <a:cubicBezTo>
                  <a:pt x="2621900" y="2546715"/>
                  <a:pt x="2621205" y="2540812"/>
                  <a:pt x="2621205" y="2532180"/>
                </a:cubicBezTo>
                <a:lnTo>
                  <a:pt x="2621205" y="2483959"/>
                </a:lnTo>
                <a:cubicBezTo>
                  <a:pt x="2621205" y="2467092"/>
                  <a:pt x="2620263" y="2455484"/>
                  <a:pt x="2618378" y="2449134"/>
                </a:cubicBezTo>
                <a:cubicBezTo>
                  <a:pt x="2615699" y="2440005"/>
                  <a:pt x="2611581" y="2433308"/>
                  <a:pt x="2606024" y="2429042"/>
                </a:cubicBezTo>
                <a:cubicBezTo>
                  <a:pt x="2600469" y="2424775"/>
                  <a:pt x="2593822" y="2422642"/>
                  <a:pt x="2586082" y="2422642"/>
                </a:cubicBezTo>
                <a:cubicBezTo>
                  <a:pt x="2579633" y="2422642"/>
                  <a:pt x="2573183" y="2424354"/>
                  <a:pt x="2566734" y="2427777"/>
                </a:cubicBezTo>
                <a:cubicBezTo>
                  <a:pt x="2560285" y="2431200"/>
                  <a:pt x="2551553" y="2438964"/>
                  <a:pt x="2540540" y="2451069"/>
                </a:cubicBezTo>
                <a:lnTo>
                  <a:pt x="2540540" y="2351354"/>
                </a:lnTo>
                <a:close/>
                <a:moveTo>
                  <a:pt x="1595481" y="2351354"/>
                </a:moveTo>
                <a:lnTo>
                  <a:pt x="1554851" y="2368022"/>
                </a:lnTo>
                <a:lnTo>
                  <a:pt x="1556786" y="2373231"/>
                </a:lnTo>
                <a:cubicBezTo>
                  <a:pt x="1561052" y="2371644"/>
                  <a:pt x="1564475" y="2370850"/>
                  <a:pt x="1567055" y="2370850"/>
                </a:cubicBezTo>
                <a:cubicBezTo>
                  <a:pt x="1569436" y="2370850"/>
                  <a:pt x="1571421" y="2371495"/>
                  <a:pt x="1573008" y="2372785"/>
                </a:cubicBezTo>
                <a:cubicBezTo>
                  <a:pt x="1574596" y="2374075"/>
                  <a:pt x="1575761" y="2376506"/>
                  <a:pt x="1576505" y="2380077"/>
                </a:cubicBezTo>
                <a:cubicBezTo>
                  <a:pt x="1577249" y="2383649"/>
                  <a:pt x="1577622" y="2393224"/>
                  <a:pt x="1577622" y="2408801"/>
                </a:cubicBezTo>
                <a:lnTo>
                  <a:pt x="1577622" y="2433953"/>
                </a:lnTo>
                <a:cubicBezTo>
                  <a:pt x="1569784" y="2426313"/>
                  <a:pt x="1559862" y="2422493"/>
                  <a:pt x="1547856" y="2422493"/>
                </a:cubicBezTo>
                <a:cubicBezTo>
                  <a:pt x="1528508" y="2422493"/>
                  <a:pt x="1512683" y="2430605"/>
                  <a:pt x="1500380" y="2446827"/>
                </a:cubicBezTo>
                <a:cubicBezTo>
                  <a:pt x="1488077" y="2463049"/>
                  <a:pt x="1481925" y="2480933"/>
                  <a:pt x="1481925" y="2500479"/>
                </a:cubicBezTo>
                <a:cubicBezTo>
                  <a:pt x="1481925" y="2520026"/>
                  <a:pt x="1487482" y="2536025"/>
                  <a:pt x="1498594" y="2548476"/>
                </a:cubicBezTo>
                <a:cubicBezTo>
                  <a:pt x="1509707" y="2560928"/>
                  <a:pt x="1522704" y="2567155"/>
                  <a:pt x="1537587" y="2567155"/>
                </a:cubicBezTo>
                <a:cubicBezTo>
                  <a:pt x="1544929" y="2567155"/>
                  <a:pt x="1551775" y="2565641"/>
                  <a:pt x="1558125" y="2562615"/>
                </a:cubicBezTo>
                <a:cubicBezTo>
                  <a:pt x="1564475" y="2559589"/>
                  <a:pt x="1570974" y="2554603"/>
                  <a:pt x="1577622" y="2547658"/>
                </a:cubicBezTo>
                <a:lnTo>
                  <a:pt x="1577622" y="2567155"/>
                </a:lnTo>
                <a:lnTo>
                  <a:pt x="1584468" y="2567155"/>
                </a:lnTo>
                <a:lnTo>
                  <a:pt x="1624949" y="2550337"/>
                </a:lnTo>
                <a:lnTo>
                  <a:pt x="1623312" y="2545128"/>
                </a:lnTo>
                <a:cubicBezTo>
                  <a:pt x="1618847" y="2546815"/>
                  <a:pt x="1615275" y="2547658"/>
                  <a:pt x="1612596" y="2547658"/>
                </a:cubicBezTo>
                <a:cubicBezTo>
                  <a:pt x="1610414" y="2547658"/>
                  <a:pt x="1608504" y="2546963"/>
                  <a:pt x="1606867" y="2545574"/>
                </a:cubicBezTo>
                <a:cubicBezTo>
                  <a:pt x="1605229" y="2544185"/>
                  <a:pt x="1604039" y="2541730"/>
                  <a:pt x="1603294" y="2538207"/>
                </a:cubicBezTo>
                <a:cubicBezTo>
                  <a:pt x="1602551" y="2534685"/>
                  <a:pt x="1602178" y="2524937"/>
                  <a:pt x="1602178" y="2508963"/>
                </a:cubicBezTo>
                <a:lnTo>
                  <a:pt x="1602178" y="2351354"/>
                </a:lnTo>
                <a:close/>
                <a:moveTo>
                  <a:pt x="1220732" y="2351354"/>
                </a:moveTo>
                <a:cubicBezTo>
                  <a:pt x="1216465" y="2351354"/>
                  <a:pt x="1212869" y="2352817"/>
                  <a:pt x="1209942" y="2355744"/>
                </a:cubicBezTo>
                <a:cubicBezTo>
                  <a:pt x="1207015" y="2358671"/>
                  <a:pt x="1205551" y="2362218"/>
                  <a:pt x="1205551" y="2366385"/>
                </a:cubicBezTo>
                <a:cubicBezTo>
                  <a:pt x="1205551" y="2370553"/>
                  <a:pt x="1207040" y="2374124"/>
                  <a:pt x="1210016" y="2377101"/>
                </a:cubicBezTo>
                <a:cubicBezTo>
                  <a:pt x="1212993" y="2380077"/>
                  <a:pt x="1216565" y="2381566"/>
                  <a:pt x="1220732" y="2381566"/>
                </a:cubicBezTo>
                <a:cubicBezTo>
                  <a:pt x="1224899" y="2381566"/>
                  <a:pt x="1228447" y="2380077"/>
                  <a:pt x="1231373" y="2377101"/>
                </a:cubicBezTo>
                <a:cubicBezTo>
                  <a:pt x="1234300" y="2374124"/>
                  <a:pt x="1235763" y="2370553"/>
                  <a:pt x="1235763" y="2366385"/>
                </a:cubicBezTo>
                <a:cubicBezTo>
                  <a:pt x="1235763" y="2362218"/>
                  <a:pt x="1234300" y="2358671"/>
                  <a:pt x="1231373" y="2355744"/>
                </a:cubicBezTo>
                <a:cubicBezTo>
                  <a:pt x="1228447" y="2352817"/>
                  <a:pt x="1224899" y="2351354"/>
                  <a:pt x="1220732" y="2351354"/>
                </a:cubicBezTo>
                <a:close/>
                <a:moveTo>
                  <a:pt x="1076369" y="2351354"/>
                </a:moveTo>
                <a:lnTo>
                  <a:pt x="1035590" y="2368022"/>
                </a:lnTo>
                <a:lnTo>
                  <a:pt x="1037673" y="2373231"/>
                </a:lnTo>
                <a:cubicBezTo>
                  <a:pt x="1042337" y="2371644"/>
                  <a:pt x="1045710" y="2370850"/>
                  <a:pt x="1047794" y="2370850"/>
                </a:cubicBezTo>
                <a:cubicBezTo>
                  <a:pt x="1050373" y="2370850"/>
                  <a:pt x="1052432" y="2371495"/>
                  <a:pt x="1053970" y="2372785"/>
                </a:cubicBezTo>
                <a:cubicBezTo>
                  <a:pt x="1055508" y="2374075"/>
                  <a:pt x="1056649" y="2376506"/>
                  <a:pt x="1057393" y="2380077"/>
                </a:cubicBezTo>
                <a:cubicBezTo>
                  <a:pt x="1058137" y="2383649"/>
                  <a:pt x="1058509" y="2393224"/>
                  <a:pt x="1058509" y="2408801"/>
                </a:cubicBezTo>
                <a:lnTo>
                  <a:pt x="1058509" y="2532180"/>
                </a:lnTo>
                <a:cubicBezTo>
                  <a:pt x="1058509" y="2540713"/>
                  <a:pt x="1057914" y="2546368"/>
                  <a:pt x="1056723" y="2549146"/>
                </a:cubicBezTo>
                <a:cubicBezTo>
                  <a:pt x="1055532" y="2551924"/>
                  <a:pt x="1053945" y="2553809"/>
                  <a:pt x="1051961" y="2554802"/>
                </a:cubicBezTo>
                <a:cubicBezTo>
                  <a:pt x="1048488" y="2556687"/>
                  <a:pt x="1043726" y="2557629"/>
                  <a:pt x="1037673" y="2557629"/>
                </a:cubicBezTo>
                <a:lnTo>
                  <a:pt x="1037673" y="2562987"/>
                </a:lnTo>
                <a:lnTo>
                  <a:pt x="1105241" y="2562987"/>
                </a:lnTo>
                <a:lnTo>
                  <a:pt x="1105241" y="2557629"/>
                </a:lnTo>
                <a:cubicBezTo>
                  <a:pt x="1098296" y="2557629"/>
                  <a:pt x="1093410" y="2556860"/>
                  <a:pt x="1090582" y="2555322"/>
                </a:cubicBezTo>
                <a:cubicBezTo>
                  <a:pt x="1087754" y="2553785"/>
                  <a:pt x="1085819" y="2551875"/>
                  <a:pt x="1084778" y="2549593"/>
                </a:cubicBezTo>
                <a:cubicBezTo>
                  <a:pt x="1083735" y="2547311"/>
                  <a:pt x="1083215" y="2541507"/>
                  <a:pt x="1083215" y="2532180"/>
                </a:cubicBezTo>
                <a:lnTo>
                  <a:pt x="1083215" y="2460147"/>
                </a:lnTo>
                <a:cubicBezTo>
                  <a:pt x="1090557" y="2452309"/>
                  <a:pt x="1096857" y="2447100"/>
                  <a:pt x="1102116" y="2444520"/>
                </a:cubicBezTo>
                <a:cubicBezTo>
                  <a:pt x="1107375" y="2441940"/>
                  <a:pt x="1112435" y="2440651"/>
                  <a:pt x="1117297" y="2440651"/>
                </a:cubicBezTo>
                <a:cubicBezTo>
                  <a:pt x="1122059" y="2440651"/>
                  <a:pt x="1126127" y="2441816"/>
                  <a:pt x="1129501" y="2444148"/>
                </a:cubicBezTo>
                <a:cubicBezTo>
                  <a:pt x="1132874" y="2446480"/>
                  <a:pt x="1135329" y="2449977"/>
                  <a:pt x="1136867" y="2454640"/>
                </a:cubicBezTo>
                <a:cubicBezTo>
                  <a:pt x="1138405" y="2459304"/>
                  <a:pt x="1139174" y="2469077"/>
                  <a:pt x="1139174" y="2483959"/>
                </a:cubicBezTo>
                <a:lnTo>
                  <a:pt x="1139174" y="2532180"/>
                </a:lnTo>
                <a:cubicBezTo>
                  <a:pt x="1139174" y="2539919"/>
                  <a:pt x="1139025" y="2544582"/>
                  <a:pt x="1138728" y="2546170"/>
                </a:cubicBezTo>
                <a:cubicBezTo>
                  <a:pt x="1137736" y="2549940"/>
                  <a:pt x="1135999" y="2552793"/>
                  <a:pt x="1133519" y="2554727"/>
                </a:cubicBezTo>
                <a:cubicBezTo>
                  <a:pt x="1131038" y="2556662"/>
                  <a:pt x="1126623" y="2557629"/>
                  <a:pt x="1120273" y="2557629"/>
                </a:cubicBezTo>
                <a:lnTo>
                  <a:pt x="1117148" y="2557629"/>
                </a:lnTo>
                <a:lnTo>
                  <a:pt x="1117148" y="2562987"/>
                </a:lnTo>
                <a:lnTo>
                  <a:pt x="1184120" y="2562987"/>
                </a:lnTo>
                <a:lnTo>
                  <a:pt x="1184120" y="2557629"/>
                </a:lnTo>
                <a:cubicBezTo>
                  <a:pt x="1177770" y="2557629"/>
                  <a:pt x="1173405" y="2556935"/>
                  <a:pt x="1171023" y="2555546"/>
                </a:cubicBezTo>
                <a:cubicBezTo>
                  <a:pt x="1168642" y="2554157"/>
                  <a:pt x="1166956" y="2552272"/>
                  <a:pt x="1165963" y="2549890"/>
                </a:cubicBezTo>
                <a:cubicBezTo>
                  <a:pt x="1164574" y="2546715"/>
                  <a:pt x="1163880" y="2540812"/>
                  <a:pt x="1163880" y="2532180"/>
                </a:cubicBezTo>
                <a:lnTo>
                  <a:pt x="1163880" y="2483959"/>
                </a:lnTo>
                <a:cubicBezTo>
                  <a:pt x="1163880" y="2467092"/>
                  <a:pt x="1162937" y="2455484"/>
                  <a:pt x="1161052" y="2449134"/>
                </a:cubicBezTo>
                <a:cubicBezTo>
                  <a:pt x="1158373" y="2440005"/>
                  <a:pt x="1154255" y="2433308"/>
                  <a:pt x="1148699" y="2429042"/>
                </a:cubicBezTo>
                <a:cubicBezTo>
                  <a:pt x="1143143" y="2424775"/>
                  <a:pt x="1136496" y="2422642"/>
                  <a:pt x="1128756" y="2422642"/>
                </a:cubicBezTo>
                <a:cubicBezTo>
                  <a:pt x="1122307" y="2422642"/>
                  <a:pt x="1115858" y="2424354"/>
                  <a:pt x="1109409" y="2427777"/>
                </a:cubicBezTo>
                <a:cubicBezTo>
                  <a:pt x="1102959" y="2431200"/>
                  <a:pt x="1094228" y="2438964"/>
                  <a:pt x="1083215" y="2451069"/>
                </a:cubicBezTo>
                <a:lnTo>
                  <a:pt x="1083215" y="2351354"/>
                </a:lnTo>
                <a:close/>
                <a:moveTo>
                  <a:pt x="702810" y="2342722"/>
                </a:moveTo>
                <a:lnTo>
                  <a:pt x="658162" y="2387370"/>
                </a:lnTo>
                <a:lnTo>
                  <a:pt x="702810" y="2432167"/>
                </a:lnTo>
                <a:lnTo>
                  <a:pt x="747607" y="2387370"/>
                </a:lnTo>
                <a:close/>
                <a:moveTo>
                  <a:pt x="9822362" y="799361"/>
                </a:moveTo>
                <a:lnTo>
                  <a:pt x="9897520" y="973118"/>
                </a:lnTo>
                <a:lnTo>
                  <a:pt x="9744972" y="973118"/>
                </a:lnTo>
                <a:close/>
                <a:moveTo>
                  <a:pt x="8879387" y="799361"/>
                </a:moveTo>
                <a:lnTo>
                  <a:pt x="8954545" y="973118"/>
                </a:lnTo>
                <a:lnTo>
                  <a:pt x="8801997" y="973118"/>
                </a:lnTo>
                <a:close/>
                <a:moveTo>
                  <a:pt x="8300148" y="668392"/>
                </a:moveTo>
                <a:cubicBezTo>
                  <a:pt x="8341573" y="668144"/>
                  <a:pt x="8371214" y="671865"/>
                  <a:pt x="8389073" y="679554"/>
                </a:cubicBezTo>
                <a:cubicBezTo>
                  <a:pt x="8414374" y="690468"/>
                  <a:pt x="8435086" y="711056"/>
                  <a:pt x="8451209" y="741318"/>
                </a:cubicBezTo>
                <a:cubicBezTo>
                  <a:pt x="8471548" y="780013"/>
                  <a:pt x="8481718" y="831731"/>
                  <a:pt x="8481718" y="896471"/>
                </a:cubicBezTo>
                <a:cubicBezTo>
                  <a:pt x="8481718" y="976839"/>
                  <a:pt x="8466836" y="1036122"/>
                  <a:pt x="8437070" y="1074321"/>
                </a:cubicBezTo>
                <a:cubicBezTo>
                  <a:pt x="8415242" y="1102598"/>
                  <a:pt x="8383617" y="1116737"/>
                  <a:pt x="8342192" y="1116737"/>
                </a:cubicBezTo>
                <a:cubicBezTo>
                  <a:pt x="8329542" y="1116737"/>
                  <a:pt x="8319868" y="1114877"/>
                  <a:pt x="8313171" y="1111156"/>
                </a:cubicBezTo>
                <a:cubicBezTo>
                  <a:pt x="8308458" y="1108676"/>
                  <a:pt x="8305110" y="1105079"/>
                  <a:pt x="8303125" y="1100366"/>
                </a:cubicBezTo>
                <a:cubicBezTo>
                  <a:pt x="8301140" y="1095653"/>
                  <a:pt x="8300148" y="1082879"/>
                  <a:pt x="8300148" y="1062043"/>
                </a:cubicBezTo>
                <a:close/>
                <a:moveTo>
                  <a:pt x="2470849" y="666904"/>
                </a:moveTo>
                <a:lnTo>
                  <a:pt x="2510660" y="666904"/>
                </a:lnTo>
                <a:cubicBezTo>
                  <a:pt x="2550596" y="666904"/>
                  <a:pt x="2579555" y="676082"/>
                  <a:pt x="2597539" y="694437"/>
                </a:cubicBezTo>
                <a:cubicBezTo>
                  <a:pt x="2615522" y="712793"/>
                  <a:pt x="2624514" y="741194"/>
                  <a:pt x="2624514" y="779641"/>
                </a:cubicBezTo>
                <a:cubicBezTo>
                  <a:pt x="2624514" y="806182"/>
                  <a:pt x="2619615" y="827700"/>
                  <a:pt x="2609817" y="844195"/>
                </a:cubicBezTo>
                <a:cubicBezTo>
                  <a:pt x="2600020" y="860691"/>
                  <a:pt x="2586563" y="872101"/>
                  <a:pt x="2569448" y="878426"/>
                </a:cubicBezTo>
                <a:cubicBezTo>
                  <a:pt x="2552332" y="884751"/>
                  <a:pt x="2526535" y="887914"/>
                  <a:pt x="2492057" y="887914"/>
                </a:cubicBezTo>
                <a:lnTo>
                  <a:pt x="2470849" y="887914"/>
                </a:lnTo>
                <a:close/>
                <a:moveTo>
                  <a:pt x="5386615" y="656486"/>
                </a:moveTo>
                <a:cubicBezTo>
                  <a:pt x="5411668" y="656486"/>
                  <a:pt x="5433806" y="663307"/>
                  <a:pt x="5453031" y="676950"/>
                </a:cubicBezTo>
                <a:cubicBezTo>
                  <a:pt x="5472253" y="690592"/>
                  <a:pt x="5488067" y="713971"/>
                  <a:pt x="5500468" y="747085"/>
                </a:cubicBezTo>
                <a:cubicBezTo>
                  <a:pt x="5512871" y="780199"/>
                  <a:pt x="5519072" y="830119"/>
                  <a:pt x="5519072" y="896843"/>
                </a:cubicBezTo>
                <a:cubicBezTo>
                  <a:pt x="5519072" y="952902"/>
                  <a:pt x="5512996" y="998357"/>
                  <a:pt x="5500841" y="1033207"/>
                </a:cubicBezTo>
                <a:cubicBezTo>
                  <a:pt x="5488686" y="1068058"/>
                  <a:pt x="5471695" y="1093421"/>
                  <a:pt x="5449867" y="1109296"/>
                </a:cubicBezTo>
                <a:cubicBezTo>
                  <a:pt x="5432752" y="1121698"/>
                  <a:pt x="5411420" y="1127899"/>
                  <a:pt x="5385871" y="1127899"/>
                </a:cubicBezTo>
                <a:cubicBezTo>
                  <a:pt x="5347920" y="1127899"/>
                  <a:pt x="5318403" y="1113513"/>
                  <a:pt x="5297319" y="1084739"/>
                </a:cubicBezTo>
                <a:cubicBezTo>
                  <a:pt x="5267057" y="1043563"/>
                  <a:pt x="5251925" y="979939"/>
                  <a:pt x="5251925" y="893867"/>
                </a:cubicBezTo>
                <a:cubicBezTo>
                  <a:pt x="5251925" y="821437"/>
                  <a:pt x="5261724" y="765875"/>
                  <a:pt x="5281320" y="727179"/>
                </a:cubicBezTo>
                <a:cubicBezTo>
                  <a:pt x="5305380" y="680050"/>
                  <a:pt x="5340479" y="656486"/>
                  <a:pt x="5386615" y="656486"/>
                </a:cubicBezTo>
                <a:close/>
                <a:moveTo>
                  <a:pt x="919390" y="656486"/>
                </a:moveTo>
                <a:cubicBezTo>
                  <a:pt x="944443" y="656486"/>
                  <a:pt x="966581" y="663307"/>
                  <a:pt x="985805" y="676950"/>
                </a:cubicBezTo>
                <a:cubicBezTo>
                  <a:pt x="1005028" y="690592"/>
                  <a:pt x="1020841" y="713971"/>
                  <a:pt x="1033243" y="747085"/>
                </a:cubicBezTo>
                <a:cubicBezTo>
                  <a:pt x="1045646" y="780199"/>
                  <a:pt x="1051847" y="830119"/>
                  <a:pt x="1051847" y="896843"/>
                </a:cubicBezTo>
                <a:cubicBezTo>
                  <a:pt x="1051847" y="952902"/>
                  <a:pt x="1045770" y="998357"/>
                  <a:pt x="1033616" y="1033207"/>
                </a:cubicBezTo>
                <a:cubicBezTo>
                  <a:pt x="1021461" y="1068058"/>
                  <a:pt x="1004470" y="1093421"/>
                  <a:pt x="982642" y="1109296"/>
                </a:cubicBezTo>
                <a:cubicBezTo>
                  <a:pt x="965527" y="1121698"/>
                  <a:pt x="944195" y="1127899"/>
                  <a:pt x="918646" y="1127899"/>
                </a:cubicBezTo>
                <a:cubicBezTo>
                  <a:pt x="880695" y="1127899"/>
                  <a:pt x="851177" y="1113513"/>
                  <a:pt x="830093" y="1084739"/>
                </a:cubicBezTo>
                <a:cubicBezTo>
                  <a:pt x="799831" y="1043563"/>
                  <a:pt x="784700" y="979939"/>
                  <a:pt x="784700" y="893867"/>
                </a:cubicBezTo>
                <a:cubicBezTo>
                  <a:pt x="784700" y="821437"/>
                  <a:pt x="794498" y="765875"/>
                  <a:pt x="814094" y="727179"/>
                </a:cubicBezTo>
                <a:cubicBezTo>
                  <a:pt x="838155" y="680050"/>
                  <a:pt x="873253" y="656486"/>
                  <a:pt x="919390" y="656486"/>
                </a:cubicBezTo>
                <a:close/>
                <a:moveTo>
                  <a:pt x="11097075" y="639743"/>
                </a:moveTo>
                <a:lnTo>
                  <a:pt x="11097075" y="776293"/>
                </a:lnTo>
                <a:lnTo>
                  <a:pt x="11111214" y="776293"/>
                </a:lnTo>
                <a:cubicBezTo>
                  <a:pt x="11116919" y="739086"/>
                  <a:pt x="11130561" y="710436"/>
                  <a:pt x="11152142" y="690344"/>
                </a:cubicBezTo>
                <a:cubicBezTo>
                  <a:pt x="11167521" y="675958"/>
                  <a:pt x="11192202" y="668764"/>
                  <a:pt x="11226184" y="668764"/>
                </a:cubicBezTo>
                <a:lnTo>
                  <a:pt x="11262646" y="668764"/>
                </a:lnTo>
                <a:lnTo>
                  <a:pt x="11262646" y="1057950"/>
                </a:lnTo>
                <a:cubicBezTo>
                  <a:pt x="11262646" y="1083251"/>
                  <a:pt x="11261283" y="1098878"/>
                  <a:pt x="11258554" y="1104831"/>
                </a:cubicBezTo>
                <a:cubicBezTo>
                  <a:pt x="11254833" y="1113264"/>
                  <a:pt x="11249748" y="1119218"/>
                  <a:pt x="11243299" y="1122690"/>
                </a:cubicBezTo>
                <a:cubicBezTo>
                  <a:pt x="11234369" y="1127899"/>
                  <a:pt x="11222587" y="1130504"/>
                  <a:pt x="11207952" y="1130504"/>
                </a:cubicBezTo>
                <a:lnTo>
                  <a:pt x="11191209" y="1130504"/>
                </a:lnTo>
                <a:lnTo>
                  <a:pt x="11191209" y="1144270"/>
                </a:lnTo>
                <a:lnTo>
                  <a:pt x="11455379" y="1144270"/>
                </a:lnTo>
                <a:lnTo>
                  <a:pt x="11455379" y="1130504"/>
                </a:lnTo>
                <a:lnTo>
                  <a:pt x="11438636" y="1130504"/>
                </a:lnTo>
                <a:cubicBezTo>
                  <a:pt x="11424249" y="1130504"/>
                  <a:pt x="11412901" y="1128085"/>
                  <a:pt x="11404591" y="1123248"/>
                </a:cubicBezTo>
                <a:cubicBezTo>
                  <a:pt x="11396282" y="1118411"/>
                  <a:pt x="11390701" y="1112768"/>
                  <a:pt x="11387848" y="1106319"/>
                </a:cubicBezTo>
                <a:cubicBezTo>
                  <a:pt x="11384996" y="1099870"/>
                  <a:pt x="11383569" y="1083747"/>
                  <a:pt x="11383569" y="1057950"/>
                </a:cubicBezTo>
                <a:lnTo>
                  <a:pt x="11383569" y="668764"/>
                </a:lnTo>
                <a:lnTo>
                  <a:pt x="11421148" y="668764"/>
                </a:lnTo>
                <a:cubicBezTo>
                  <a:pt x="11444713" y="668764"/>
                  <a:pt x="11461209" y="670997"/>
                  <a:pt x="11470634" y="675462"/>
                </a:cubicBezTo>
                <a:cubicBezTo>
                  <a:pt x="11487501" y="683647"/>
                  <a:pt x="11500771" y="694623"/>
                  <a:pt x="11510445" y="708390"/>
                </a:cubicBezTo>
                <a:cubicBezTo>
                  <a:pt x="11520119" y="722156"/>
                  <a:pt x="11528926" y="744791"/>
                  <a:pt x="11536862" y="776293"/>
                </a:cubicBezTo>
                <a:lnTo>
                  <a:pt x="11550257" y="776293"/>
                </a:lnTo>
                <a:lnTo>
                  <a:pt x="11550257" y="639743"/>
                </a:lnTo>
                <a:close/>
                <a:moveTo>
                  <a:pt x="10579972" y="639743"/>
                </a:moveTo>
                <a:lnTo>
                  <a:pt x="10579972" y="653510"/>
                </a:lnTo>
                <a:lnTo>
                  <a:pt x="10596715" y="653510"/>
                </a:lnTo>
                <a:cubicBezTo>
                  <a:pt x="10613086" y="653510"/>
                  <a:pt x="10625984" y="656982"/>
                  <a:pt x="10635410" y="663927"/>
                </a:cubicBezTo>
                <a:cubicBezTo>
                  <a:pt x="10642108" y="668640"/>
                  <a:pt x="10646697" y="675338"/>
                  <a:pt x="10649177" y="684019"/>
                </a:cubicBezTo>
                <a:cubicBezTo>
                  <a:pt x="10650416" y="689228"/>
                  <a:pt x="10651037" y="703243"/>
                  <a:pt x="10651037" y="726063"/>
                </a:cubicBezTo>
                <a:lnTo>
                  <a:pt x="10651037" y="1057950"/>
                </a:lnTo>
                <a:cubicBezTo>
                  <a:pt x="10651037" y="1083251"/>
                  <a:pt x="10649673" y="1098878"/>
                  <a:pt x="10646944" y="1104831"/>
                </a:cubicBezTo>
                <a:cubicBezTo>
                  <a:pt x="10643471" y="1113264"/>
                  <a:pt x="10638511" y="1119218"/>
                  <a:pt x="10632062" y="1122690"/>
                </a:cubicBezTo>
                <a:cubicBezTo>
                  <a:pt x="10623132" y="1127899"/>
                  <a:pt x="10611350" y="1130504"/>
                  <a:pt x="10596715" y="1130504"/>
                </a:cubicBezTo>
                <a:lnTo>
                  <a:pt x="10579972" y="1130504"/>
                </a:lnTo>
                <a:lnTo>
                  <a:pt x="10579972" y="1144270"/>
                </a:lnTo>
                <a:lnTo>
                  <a:pt x="11016038" y="1144270"/>
                </a:lnTo>
                <a:lnTo>
                  <a:pt x="11038735" y="983908"/>
                </a:lnTo>
                <a:lnTo>
                  <a:pt x="11024968" y="983908"/>
                </a:lnTo>
                <a:cubicBezTo>
                  <a:pt x="11012565" y="1028556"/>
                  <a:pt x="10992164" y="1061795"/>
                  <a:pt x="10963762" y="1083623"/>
                </a:cubicBezTo>
                <a:cubicBezTo>
                  <a:pt x="10935361" y="1105451"/>
                  <a:pt x="10897595" y="1116365"/>
                  <a:pt x="10850467" y="1116365"/>
                </a:cubicBezTo>
                <a:lnTo>
                  <a:pt x="10820329" y="1116365"/>
                </a:lnTo>
                <a:cubicBezTo>
                  <a:pt x="10805942" y="1116365"/>
                  <a:pt x="10795525" y="1114381"/>
                  <a:pt x="10789075" y="1110412"/>
                </a:cubicBezTo>
                <a:cubicBezTo>
                  <a:pt x="10782626" y="1106443"/>
                  <a:pt x="10778224" y="1101358"/>
                  <a:pt x="10775867" y="1095157"/>
                </a:cubicBezTo>
                <a:cubicBezTo>
                  <a:pt x="10773510" y="1088956"/>
                  <a:pt x="10772332" y="1071965"/>
                  <a:pt x="10772332" y="1044183"/>
                </a:cubicBezTo>
                <a:lnTo>
                  <a:pt x="10772332" y="902052"/>
                </a:lnTo>
                <a:cubicBezTo>
                  <a:pt x="10796392" y="902052"/>
                  <a:pt x="10814748" y="905215"/>
                  <a:pt x="10827399" y="911540"/>
                </a:cubicBezTo>
                <a:cubicBezTo>
                  <a:pt x="10840049" y="917865"/>
                  <a:pt x="10851149" y="930206"/>
                  <a:pt x="10860699" y="948561"/>
                </a:cubicBezTo>
                <a:cubicBezTo>
                  <a:pt x="10870248" y="966917"/>
                  <a:pt x="10876512" y="990481"/>
                  <a:pt x="10879488" y="1019255"/>
                </a:cubicBezTo>
                <a:lnTo>
                  <a:pt x="10893627" y="1019255"/>
                </a:lnTo>
                <a:lnTo>
                  <a:pt x="10893627" y="755085"/>
                </a:lnTo>
                <a:lnTo>
                  <a:pt x="10879488" y="755085"/>
                </a:lnTo>
                <a:cubicBezTo>
                  <a:pt x="10875519" y="794276"/>
                  <a:pt x="10866342" y="823918"/>
                  <a:pt x="10851955" y="844009"/>
                </a:cubicBezTo>
                <a:cubicBezTo>
                  <a:pt x="10837568" y="864101"/>
                  <a:pt x="10814376" y="874147"/>
                  <a:pt x="10782378" y="874147"/>
                </a:cubicBezTo>
                <a:lnTo>
                  <a:pt x="10772332" y="874147"/>
                </a:lnTo>
                <a:lnTo>
                  <a:pt x="10772332" y="668764"/>
                </a:lnTo>
                <a:lnTo>
                  <a:pt x="10824422" y="668764"/>
                </a:lnTo>
                <a:cubicBezTo>
                  <a:pt x="10862621" y="668764"/>
                  <a:pt x="10888666" y="670997"/>
                  <a:pt x="10902557" y="675462"/>
                </a:cubicBezTo>
                <a:cubicBezTo>
                  <a:pt x="10926369" y="682903"/>
                  <a:pt x="10944787" y="694561"/>
                  <a:pt x="10957809" y="710436"/>
                </a:cubicBezTo>
                <a:cubicBezTo>
                  <a:pt x="10970832" y="726311"/>
                  <a:pt x="10980939" y="752480"/>
                  <a:pt x="10988133" y="788943"/>
                </a:cubicBezTo>
                <a:lnTo>
                  <a:pt x="11002272" y="788943"/>
                </a:lnTo>
                <a:lnTo>
                  <a:pt x="11002272" y="639743"/>
                </a:lnTo>
                <a:close/>
                <a:moveTo>
                  <a:pt x="9173025" y="639743"/>
                </a:moveTo>
                <a:lnTo>
                  <a:pt x="9173025" y="776293"/>
                </a:lnTo>
                <a:lnTo>
                  <a:pt x="9187164" y="776293"/>
                </a:lnTo>
                <a:cubicBezTo>
                  <a:pt x="9192869" y="739086"/>
                  <a:pt x="9206511" y="710436"/>
                  <a:pt x="9228092" y="690344"/>
                </a:cubicBezTo>
                <a:cubicBezTo>
                  <a:pt x="9243471" y="675958"/>
                  <a:pt x="9268151" y="668764"/>
                  <a:pt x="9302134" y="668764"/>
                </a:cubicBezTo>
                <a:lnTo>
                  <a:pt x="9338596" y="668764"/>
                </a:lnTo>
                <a:lnTo>
                  <a:pt x="9338596" y="1057950"/>
                </a:lnTo>
                <a:cubicBezTo>
                  <a:pt x="9338596" y="1083251"/>
                  <a:pt x="9337233" y="1098878"/>
                  <a:pt x="9334504" y="1104831"/>
                </a:cubicBezTo>
                <a:cubicBezTo>
                  <a:pt x="9330783" y="1113264"/>
                  <a:pt x="9325698" y="1119218"/>
                  <a:pt x="9319249" y="1122690"/>
                </a:cubicBezTo>
                <a:cubicBezTo>
                  <a:pt x="9310319" y="1127899"/>
                  <a:pt x="9298537" y="1130504"/>
                  <a:pt x="9283902" y="1130504"/>
                </a:cubicBezTo>
                <a:lnTo>
                  <a:pt x="9267159" y="1130504"/>
                </a:lnTo>
                <a:lnTo>
                  <a:pt x="9267159" y="1144270"/>
                </a:lnTo>
                <a:lnTo>
                  <a:pt x="9531329" y="1144270"/>
                </a:lnTo>
                <a:lnTo>
                  <a:pt x="9531329" y="1130504"/>
                </a:lnTo>
                <a:lnTo>
                  <a:pt x="9514586" y="1130504"/>
                </a:lnTo>
                <a:cubicBezTo>
                  <a:pt x="9500199" y="1130504"/>
                  <a:pt x="9488851" y="1128085"/>
                  <a:pt x="9480541" y="1123248"/>
                </a:cubicBezTo>
                <a:cubicBezTo>
                  <a:pt x="9472231" y="1118411"/>
                  <a:pt x="9466650" y="1112768"/>
                  <a:pt x="9463798" y="1106319"/>
                </a:cubicBezTo>
                <a:cubicBezTo>
                  <a:pt x="9460946" y="1099870"/>
                  <a:pt x="9459519" y="1083747"/>
                  <a:pt x="9459519" y="1057950"/>
                </a:cubicBezTo>
                <a:lnTo>
                  <a:pt x="9459519" y="668764"/>
                </a:lnTo>
                <a:lnTo>
                  <a:pt x="9497098" y="668764"/>
                </a:lnTo>
                <a:cubicBezTo>
                  <a:pt x="9520663" y="668764"/>
                  <a:pt x="9537158" y="670997"/>
                  <a:pt x="9546584" y="675462"/>
                </a:cubicBezTo>
                <a:cubicBezTo>
                  <a:pt x="9563451" y="683647"/>
                  <a:pt x="9576721" y="694623"/>
                  <a:pt x="9586395" y="708390"/>
                </a:cubicBezTo>
                <a:cubicBezTo>
                  <a:pt x="9596069" y="722156"/>
                  <a:pt x="9604874" y="744791"/>
                  <a:pt x="9612812" y="776293"/>
                </a:cubicBezTo>
                <a:lnTo>
                  <a:pt x="9626207" y="776293"/>
                </a:lnTo>
                <a:lnTo>
                  <a:pt x="9626207" y="639743"/>
                </a:lnTo>
                <a:close/>
                <a:moveTo>
                  <a:pt x="8107788" y="639743"/>
                </a:moveTo>
                <a:lnTo>
                  <a:pt x="8107788" y="653510"/>
                </a:lnTo>
                <a:lnTo>
                  <a:pt x="8124531" y="653510"/>
                </a:lnTo>
                <a:cubicBezTo>
                  <a:pt x="8138670" y="653510"/>
                  <a:pt x="8149894" y="655928"/>
                  <a:pt x="8158204" y="660765"/>
                </a:cubicBezTo>
                <a:cubicBezTo>
                  <a:pt x="8166514" y="665602"/>
                  <a:pt x="8172032" y="671245"/>
                  <a:pt x="8174761" y="677694"/>
                </a:cubicBezTo>
                <a:cubicBezTo>
                  <a:pt x="8177490" y="684143"/>
                  <a:pt x="8178854" y="700266"/>
                  <a:pt x="8178854" y="726063"/>
                </a:cubicBezTo>
                <a:lnTo>
                  <a:pt x="8178854" y="1057950"/>
                </a:lnTo>
                <a:cubicBezTo>
                  <a:pt x="8178854" y="1083995"/>
                  <a:pt x="8177737" y="1099622"/>
                  <a:pt x="8175505" y="1104831"/>
                </a:cubicBezTo>
                <a:cubicBezTo>
                  <a:pt x="8171784" y="1112768"/>
                  <a:pt x="8166017" y="1119032"/>
                  <a:pt x="8158204" y="1123620"/>
                </a:cubicBezTo>
                <a:cubicBezTo>
                  <a:pt x="8150390" y="1128209"/>
                  <a:pt x="8139166" y="1130504"/>
                  <a:pt x="8124531" y="1130504"/>
                </a:cubicBezTo>
                <a:lnTo>
                  <a:pt x="8107788" y="1130504"/>
                </a:lnTo>
                <a:lnTo>
                  <a:pt x="8107788" y="1144270"/>
                </a:lnTo>
                <a:lnTo>
                  <a:pt x="8333635" y="1144270"/>
                </a:lnTo>
                <a:cubicBezTo>
                  <a:pt x="8366129" y="1144270"/>
                  <a:pt x="8389942" y="1142782"/>
                  <a:pt x="8405072" y="1139805"/>
                </a:cubicBezTo>
                <a:cubicBezTo>
                  <a:pt x="8439302" y="1133356"/>
                  <a:pt x="8468262" y="1124240"/>
                  <a:pt x="8491950" y="1112458"/>
                </a:cubicBezTo>
                <a:cubicBezTo>
                  <a:pt x="8515638" y="1100676"/>
                  <a:pt x="8536538" y="1085049"/>
                  <a:pt x="8554644" y="1065577"/>
                </a:cubicBezTo>
                <a:cubicBezTo>
                  <a:pt x="8572752" y="1046106"/>
                  <a:pt x="8587511" y="1021425"/>
                  <a:pt x="8598920" y="991535"/>
                </a:cubicBezTo>
                <a:cubicBezTo>
                  <a:pt x="8610330" y="961646"/>
                  <a:pt x="8616036" y="928966"/>
                  <a:pt x="8616036" y="893495"/>
                </a:cubicBezTo>
                <a:cubicBezTo>
                  <a:pt x="8616036" y="842149"/>
                  <a:pt x="8604440" y="796136"/>
                  <a:pt x="8581248" y="755457"/>
                </a:cubicBezTo>
                <a:cubicBezTo>
                  <a:pt x="8558054" y="714777"/>
                  <a:pt x="8524010" y="684391"/>
                  <a:pt x="8479114" y="664299"/>
                </a:cubicBezTo>
                <a:cubicBezTo>
                  <a:pt x="8442404" y="647928"/>
                  <a:pt x="8393910" y="639743"/>
                  <a:pt x="8333635" y="639743"/>
                </a:cubicBezTo>
                <a:close/>
                <a:moveTo>
                  <a:pt x="7408147" y="639743"/>
                </a:moveTo>
                <a:lnTo>
                  <a:pt x="7408147" y="653510"/>
                </a:lnTo>
                <a:lnTo>
                  <a:pt x="7424890" y="653510"/>
                </a:lnTo>
                <a:cubicBezTo>
                  <a:pt x="7441261" y="653510"/>
                  <a:pt x="7454159" y="656982"/>
                  <a:pt x="7463586" y="663927"/>
                </a:cubicBezTo>
                <a:cubicBezTo>
                  <a:pt x="7470283" y="668640"/>
                  <a:pt x="7474872" y="675338"/>
                  <a:pt x="7477352" y="684019"/>
                </a:cubicBezTo>
                <a:cubicBezTo>
                  <a:pt x="7478593" y="689228"/>
                  <a:pt x="7479213" y="703243"/>
                  <a:pt x="7479213" y="726063"/>
                </a:cubicBezTo>
                <a:lnTo>
                  <a:pt x="7479213" y="1057950"/>
                </a:lnTo>
                <a:cubicBezTo>
                  <a:pt x="7479213" y="1083251"/>
                  <a:pt x="7477849" y="1098878"/>
                  <a:pt x="7475120" y="1104831"/>
                </a:cubicBezTo>
                <a:cubicBezTo>
                  <a:pt x="7471647" y="1113264"/>
                  <a:pt x="7466687" y="1119218"/>
                  <a:pt x="7460237" y="1122690"/>
                </a:cubicBezTo>
                <a:cubicBezTo>
                  <a:pt x="7451307" y="1127899"/>
                  <a:pt x="7439525" y="1130504"/>
                  <a:pt x="7424890" y="1130504"/>
                </a:cubicBezTo>
                <a:lnTo>
                  <a:pt x="7408147" y="1130504"/>
                </a:lnTo>
                <a:lnTo>
                  <a:pt x="7408147" y="1144270"/>
                </a:lnTo>
                <a:lnTo>
                  <a:pt x="7844213" y="1144270"/>
                </a:lnTo>
                <a:lnTo>
                  <a:pt x="7866910" y="983908"/>
                </a:lnTo>
                <a:lnTo>
                  <a:pt x="7853143" y="983908"/>
                </a:lnTo>
                <a:cubicBezTo>
                  <a:pt x="7840741" y="1028556"/>
                  <a:pt x="7820339" y="1061795"/>
                  <a:pt x="7791938" y="1083623"/>
                </a:cubicBezTo>
                <a:cubicBezTo>
                  <a:pt x="7763536" y="1105451"/>
                  <a:pt x="7725771" y="1116365"/>
                  <a:pt x="7678642" y="1116365"/>
                </a:cubicBezTo>
                <a:lnTo>
                  <a:pt x="7648505" y="1116365"/>
                </a:lnTo>
                <a:cubicBezTo>
                  <a:pt x="7634118" y="1116365"/>
                  <a:pt x="7623700" y="1114381"/>
                  <a:pt x="7617251" y="1110412"/>
                </a:cubicBezTo>
                <a:cubicBezTo>
                  <a:pt x="7610802" y="1106443"/>
                  <a:pt x="7606399" y="1101358"/>
                  <a:pt x="7604042" y="1095157"/>
                </a:cubicBezTo>
                <a:cubicBezTo>
                  <a:pt x="7601686" y="1088956"/>
                  <a:pt x="7600507" y="1071965"/>
                  <a:pt x="7600507" y="1044183"/>
                </a:cubicBezTo>
                <a:lnTo>
                  <a:pt x="7600507" y="902052"/>
                </a:lnTo>
                <a:cubicBezTo>
                  <a:pt x="7624568" y="902052"/>
                  <a:pt x="7642923" y="905215"/>
                  <a:pt x="7655574" y="911540"/>
                </a:cubicBezTo>
                <a:cubicBezTo>
                  <a:pt x="7668224" y="917865"/>
                  <a:pt x="7679325" y="930206"/>
                  <a:pt x="7688874" y="948561"/>
                </a:cubicBezTo>
                <a:cubicBezTo>
                  <a:pt x="7698424" y="966917"/>
                  <a:pt x="7704687" y="990481"/>
                  <a:pt x="7707664" y="1019255"/>
                </a:cubicBezTo>
                <a:lnTo>
                  <a:pt x="7721802" y="1019255"/>
                </a:lnTo>
                <a:lnTo>
                  <a:pt x="7721802" y="755085"/>
                </a:lnTo>
                <a:lnTo>
                  <a:pt x="7707664" y="755085"/>
                </a:lnTo>
                <a:cubicBezTo>
                  <a:pt x="7703695" y="794276"/>
                  <a:pt x="7694517" y="823918"/>
                  <a:pt x="7680130" y="844009"/>
                </a:cubicBezTo>
                <a:cubicBezTo>
                  <a:pt x="7665744" y="864101"/>
                  <a:pt x="7642551" y="874147"/>
                  <a:pt x="7610553" y="874147"/>
                </a:cubicBezTo>
                <a:lnTo>
                  <a:pt x="7600507" y="874147"/>
                </a:lnTo>
                <a:lnTo>
                  <a:pt x="7600507" y="668764"/>
                </a:lnTo>
                <a:lnTo>
                  <a:pt x="7652597" y="668764"/>
                </a:lnTo>
                <a:cubicBezTo>
                  <a:pt x="7690797" y="668764"/>
                  <a:pt x="7716841" y="670997"/>
                  <a:pt x="7730732" y="675462"/>
                </a:cubicBezTo>
                <a:cubicBezTo>
                  <a:pt x="7754545" y="682903"/>
                  <a:pt x="7772962" y="694561"/>
                  <a:pt x="7785984" y="710436"/>
                </a:cubicBezTo>
                <a:cubicBezTo>
                  <a:pt x="7799007" y="726311"/>
                  <a:pt x="7809114" y="752480"/>
                  <a:pt x="7816308" y="788943"/>
                </a:cubicBezTo>
                <a:lnTo>
                  <a:pt x="7830447" y="788943"/>
                </a:lnTo>
                <a:lnTo>
                  <a:pt x="7830447" y="639743"/>
                </a:lnTo>
                <a:close/>
                <a:moveTo>
                  <a:pt x="6818341" y="639743"/>
                </a:moveTo>
                <a:lnTo>
                  <a:pt x="6818341" y="653510"/>
                </a:lnTo>
                <a:lnTo>
                  <a:pt x="6835084" y="653510"/>
                </a:lnTo>
                <a:cubicBezTo>
                  <a:pt x="6849223" y="653510"/>
                  <a:pt x="6860447" y="655928"/>
                  <a:pt x="6868757" y="660765"/>
                </a:cubicBezTo>
                <a:cubicBezTo>
                  <a:pt x="6877066" y="665602"/>
                  <a:pt x="6882585" y="671245"/>
                  <a:pt x="6885314" y="677694"/>
                </a:cubicBezTo>
                <a:cubicBezTo>
                  <a:pt x="6888042" y="684143"/>
                  <a:pt x="6889407" y="700266"/>
                  <a:pt x="6889407" y="726063"/>
                </a:cubicBezTo>
                <a:lnTo>
                  <a:pt x="6889407" y="1057950"/>
                </a:lnTo>
                <a:cubicBezTo>
                  <a:pt x="6889407" y="1083251"/>
                  <a:pt x="6888043" y="1098878"/>
                  <a:pt x="6885314" y="1104831"/>
                </a:cubicBezTo>
                <a:cubicBezTo>
                  <a:pt x="6881841" y="1113264"/>
                  <a:pt x="6876881" y="1119218"/>
                  <a:pt x="6870431" y="1122690"/>
                </a:cubicBezTo>
                <a:cubicBezTo>
                  <a:pt x="6861501" y="1127899"/>
                  <a:pt x="6849720" y="1130504"/>
                  <a:pt x="6835084" y="1130504"/>
                </a:cubicBezTo>
                <a:lnTo>
                  <a:pt x="6818341" y="1130504"/>
                </a:lnTo>
                <a:lnTo>
                  <a:pt x="6818341" y="1144270"/>
                </a:lnTo>
                <a:lnTo>
                  <a:pt x="7082139" y="1144270"/>
                </a:lnTo>
                <a:lnTo>
                  <a:pt x="7082139" y="1130504"/>
                </a:lnTo>
                <a:lnTo>
                  <a:pt x="7065396" y="1130504"/>
                </a:lnTo>
                <a:cubicBezTo>
                  <a:pt x="7051257" y="1130504"/>
                  <a:pt x="7040034" y="1128085"/>
                  <a:pt x="7031724" y="1123248"/>
                </a:cubicBezTo>
                <a:cubicBezTo>
                  <a:pt x="7023414" y="1118411"/>
                  <a:pt x="7017833" y="1112768"/>
                  <a:pt x="7014980" y="1106319"/>
                </a:cubicBezTo>
                <a:cubicBezTo>
                  <a:pt x="7012128" y="1099870"/>
                  <a:pt x="7010702" y="1083747"/>
                  <a:pt x="7010702" y="1057950"/>
                </a:cubicBezTo>
                <a:lnTo>
                  <a:pt x="7010702" y="901680"/>
                </a:lnTo>
                <a:lnTo>
                  <a:pt x="7188923" y="901680"/>
                </a:lnTo>
                <a:lnTo>
                  <a:pt x="7188923" y="1057950"/>
                </a:lnTo>
                <a:cubicBezTo>
                  <a:pt x="7188923" y="1083251"/>
                  <a:pt x="7187559" y="1098878"/>
                  <a:pt x="7184830" y="1104831"/>
                </a:cubicBezTo>
                <a:cubicBezTo>
                  <a:pt x="7181110" y="1113264"/>
                  <a:pt x="7176025" y="1119218"/>
                  <a:pt x="7169576" y="1122690"/>
                </a:cubicBezTo>
                <a:cubicBezTo>
                  <a:pt x="7160894" y="1127899"/>
                  <a:pt x="7149112" y="1130504"/>
                  <a:pt x="7134229" y="1130504"/>
                </a:cubicBezTo>
                <a:lnTo>
                  <a:pt x="7117858" y="1130504"/>
                </a:lnTo>
                <a:lnTo>
                  <a:pt x="7117858" y="1144270"/>
                </a:lnTo>
                <a:lnTo>
                  <a:pt x="7381284" y="1144270"/>
                </a:lnTo>
                <a:lnTo>
                  <a:pt x="7381284" y="1130504"/>
                </a:lnTo>
                <a:lnTo>
                  <a:pt x="7364913" y="1130504"/>
                </a:lnTo>
                <a:cubicBezTo>
                  <a:pt x="7350774" y="1130504"/>
                  <a:pt x="7339487" y="1128085"/>
                  <a:pt x="7331054" y="1123248"/>
                </a:cubicBezTo>
                <a:cubicBezTo>
                  <a:pt x="7322620" y="1118411"/>
                  <a:pt x="7317040" y="1112768"/>
                  <a:pt x="7314311" y="1106319"/>
                </a:cubicBezTo>
                <a:cubicBezTo>
                  <a:pt x="7311582" y="1099870"/>
                  <a:pt x="7310218" y="1083747"/>
                  <a:pt x="7310218" y="1057950"/>
                </a:cubicBezTo>
                <a:lnTo>
                  <a:pt x="7310218" y="726063"/>
                </a:lnTo>
                <a:cubicBezTo>
                  <a:pt x="7310218" y="700762"/>
                  <a:pt x="7311582" y="685135"/>
                  <a:pt x="7314311" y="679182"/>
                </a:cubicBezTo>
                <a:cubicBezTo>
                  <a:pt x="7318032" y="670749"/>
                  <a:pt x="7323116" y="664796"/>
                  <a:pt x="7329566" y="661323"/>
                </a:cubicBezTo>
                <a:cubicBezTo>
                  <a:pt x="7338247" y="656114"/>
                  <a:pt x="7350030" y="653510"/>
                  <a:pt x="7364913" y="653510"/>
                </a:cubicBezTo>
                <a:lnTo>
                  <a:pt x="7381284" y="653510"/>
                </a:lnTo>
                <a:lnTo>
                  <a:pt x="7381284" y="639743"/>
                </a:lnTo>
                <a:lnTo>
                  <a:pt x="7117858" y="639743"/>
                </a:lnTo>
                <a:lnTo>
                  <a:pt x="7117858" y="653510"/>
                </a:lnTo>
                <a:lnTo>
                  <a:pt x="7134229" y="653510"/>
                </a:lnTo>
                <a:cubicBezTo>
                  <a:pt x="7148368" y="653510"/>
                  <a:pt x="7159654" y="655928"/>
                  <a:pt x="7168087" y="660765"/>
                </a:cubicBezTo>
                <a:cubicBezTo>
                  <a:pt x="7176521" y="665602"/>
                  <a:pt x="7182102" y="671245"/>
                  <a:pt x="7184830" y="677694"/>
                </a:cubicBezTo>
                <a:cubicBezTo>
                  <a:pt x="7187559" y="684143"/>
                  <a:pt x="7188923" y="700266"/>
                  <a:pt x="7188923" y="726063"/>
                </a:cubicBezTo>
                <a:lnTo>
                  <a:pt x="7188923" y="868938"/>
                </a:lnTo>
                <a:lnTo>
                  <a:pt x="7010702" y="868938"/>
                </a:lnTo>
                <a:lnTo>
                  <a:pt x="7010702" y="726063"/>
                </a:lnTo>
                <a:cubicBezTo>
                  <a:pt x="7010702" y="700762"/>
                  <a:pt x="7012065" y="685135"/>
                  <a:pt x="7014794" y="679182"/>
                </a:cubicBezTo>
                <a:cubicBezTo>
                  <a:pt x="7018515" y="670749"/>
                  <a:pt x="7023600" y="664796"/>
                  <a:pt x="7030049" y="661323"/>
                </a:cubicBezTo>
                <a:cubicBezTo>
                  <a:pt x="7038979" y="656114"/>
                  <a:pt x="7050761" y="653510"/>
                  <a:pt x="7065396" y="653510"/>
                </a:cubicBezTo>
                <a:lnTo>
                  <a:pt x="7082139" y="653510"/>
                </a:lnTo>
                <a:lnTo>
                  <a:pt x="7082139" y="639743"/>
                </a:lnTo>
                <a:close/>
                <a:moveTo>
                  <a:pt x="6325050" y="639743"/>
                </a:moveTo>
                <a:lnTo>
                  <a:pt x="6325050" y="776293"/>
                </a:lnTo>
                <a:lnTo>
                  <a:pt x="6339189" y="776293"/>
                </a:lnTo>
                <a:cubicBezTo>
                  <a:pt x="6344895" y="739086"/>
                  <a:pt x="6358537" y="710436"/>
                  <a:pt x="6380117" y="690344"/>
                </a:cubicBezTo>
                <a:cubicBezTo>
                  <a:pt x="6395496" y="675958"/>
                  <a:pt x="6420177" y="668764"/>
                  <a:pt x="6454159" y="668764"/>
                </a:cubicBezTo>
                <a:lnTo>
                  <a:pt x="6490622" y="668764"/>
                </a:lnTo>
                <a:lnTo>
                  <a:pt x="6490622" y="1057950"/>
                </a:lnTo>
                <a:cubicBezTo>
                  <a:pt x="6490622" y="1083251"/>
                  <a:pt x="6489258" y="1098878"/>
                  <a:pt x="6486529" y="1104831"/>
                </a:cubicBezTo>
                <a:cubicBezTo>
                  <a:pt x="6482808" y="1113264"/>
                  <a:pt x="6477724" y="1119218"/>
                  <a:pt x="6471274" y="1122690"/>
                </a:cubicBezTo>
                <a:cubicBezTo>
                  <a:pt x="6462344" y="1127899"/>
                  <a:pt x="6450563" y="1130504"/>
                  <a:pt x="6435927" y="1130504"/>
                </a:cubicBezTo>
                <a:lnTo>
                  <a:pt x="6419184" y="1130504"/>
                </a:lnTo>
                <a:lnTo>
                  <a:pt x="6419184" y="1144270"/>
                </a:lnTo>
                <a:lnTo>
                  <a:pt x="6683354" y="1144270"/>
                </a:lnTo>
                <a:lnTo>
                  <a:pt x="6683354" y="1130504"/>
                </a:lnTo>
                <a:lnTo>
                  <a:pt x="6666611" y="1130504"/>
                </a:lnTo>
                <a:cubicBezTo>
                  <a:pt x="6652225" y="1130504"/>
                  <a:pt x="6640876" y="1128085"/>
                  <a:pt x="6632567" y="1123248"/>
                </a:cubicBezTo>
                <a:cubicBezTo>
                  <a:pt x="6624257" y="1118411"/>
                  <a:pt x="6618676" y="1112768"/>
                  <a:pt x="6615823" y="1106319"/>
                </a:cubicBezTo>
                <a:cubicBezTo>
                  <a:pt x="6612971" y="1099870"/>
                  <a:pt x="6611545" y="1083747"/>
                  <a:pt x="6611545" y="1057950"/>
                </a:cubicBezTo>
                <a:lnTo>
                  <a:pt x="6611545" y="668764"/>
                </a:lnTo>
                <a:lnTo>
                  <a:pt x="6649124" y="668764"/>
                </a:lnTo>
                <a:cubicBezTo>
                  <a:pt x="6672688" y="668764"/>
                  <a:pt x="6689183" y="670997"/>
                  <a:pt x="6698609" y="675462"/>
                </a:cubicBezTo>
                <a:cubicBezTo>
                  <a:pt x="6715477" y="683647"/>
                  <a:pt x="6728747" y="694623"/>
                  <a:pt x="6738421" y="708390"/>
                </a:cubicBezTo>
                <a:cubicBezTo>
                  <a:pt x="6748094" y="722156"/>
                  <a:pt x="6756900" y="744791"/>
                  <a:pt x="6764838" y="776293"/>
                </a:cubicBezTo>
                <a:lnTo>
                  <a:pt x="6778232" y="776293"/>
                </a:lnTo>
                <a:lnTo>
                  <a:pt x="6778232" y="639743"/>
                </a:lnTo>
                <a:close/>
                <a:moveTo>
                  <a:pt x="5695507" y="639743"/>
                </a:moveTo>
                <a:lnTo>
                  <a:pt x="5695507" y="653510"/>
                </a:lnTo>
                <a:lnTo>
                  <a:pt x="5712251" y="653510"/>
                </a:lnTo>
                <a:cubicBezTo>
                  <a:pt x="5726389" y="653510"/>
                  <a:pt x="5737614" y="655928"/>
                  <a:pt x="5745923" y="660765"/>
                </a:cubicBezTo>
                <a:cubicBezTo>
                  <a:pt x="5754233" y="665602"/>
                  <a:pt x="5759752" y="671245"/>
                  <a:pt x="5762481" y="677694"/>
                </a:cubicBezTo>
                <a:cubicBezTo>
                  <a:pt x="5765209" y="684143"/>
                  <a:pt x="5766573" y="700266"/>
                  <a:pt x="5766573" y="726063"/>
                </a:cubicBezTo>
                <a:lnTo>
                  <a:pt x="5766573" y="1057950"/>
                </a:lnTo>
                <a:cubicBezTo>
                  <a:pt x="5766573" y="1083251"/>
                  <a:pt x="5765209" y="1098878"/>
                  <a:pt x="5762481" y="1104831"/>
                </a:cubicBezTo>
                <a:cubicBezTo>
                  <a:pt x="5759008" y="1113264"/>
                  <a:pt x="5754047" y="1119218"/>
                  <a:pt x="5747597" y="1122690"/>
                </a:cubicBezTo>
                <a:cubicBezTo>
                  <a:pt x="5738668" y="1127899"/>
                  <a:pt x="5726886" y="1130504"/>
                  <a:pt x="5712251" y="1130504"/>
                </a:cubicBezTo>
                <a:lnTo>
                  <a:pt x="5695507" y="1130504"/>
                </a:lnTo>
                <a:lnTo>
                  <a:pt x="5695507" y="1144270"/>
                </a:lnTo>
                <a:lnTo>
                  <a:pt x="5959305" y="1144270"/>
                </a:lnTo>
                <a:lnTo>
                  <a:pt x="5959305" y="1130504"/>
                </a:lnTo>
                <a:lnTo>
                  <a:pt x="5942562" y="1130504"/>
                </a:lnTo>
                <a:cubicBezTo>
                  <a:pt x="5928423" y="1130504"/>
                  <a:pt x="5917200" y="1128085"/>
                  <a:pt x="5908890" y="1123248"/>
                </a:cubicBezTo>
                <a:cubicBezTo>
                  <a:pt x="5900580" y="1118411"/>
                  <a:pt x="5894999" y="1112768"/>
                  <a:pt x="5892148" y="1106319"/>
                </a:cubicBezTo>
                <a:cubicBezTo>
                  <a:pt x="5889294" y="1099870"/>
                  <a:pt x="5887868" y="1083747"/>
                  <a:pt x="5887868" y="1057950"/>
                </a:cubicBezTo>
                <a:lnTo>
                  <a:pt x="5887868" y="903541"/>
                </a:lnTo>
                <a:lnTo>
                  <a:pt x="5902379" y="903541"/>
                </a:lnTo>
                <a:cubicBezTo>
                  <a:pt x="5928920" y="903541"/>
                  <a:pt x="5952672" y="911168"/>
                  <a:pt x="5973630" y="926423"/>
                </a:cubicBezTo>
                <a:cubicBezTo>
                  <a:pt x="5994590" y="941678"/>
                  <a:pt x="6007427" y="973242"/>
                  <a:pt x="6012139" y="1021115"/>
                </a:cubicBezTo>
                <a:lnTo>
                  <a:pt x="6025162" y="1021115"/>
                </a:lnTo>
                <a:lnTo>
                  <a:pt x="6025162" y="767735"/>
                </a:lnTo>
                <a:lnTo>
                  <a:pt x="6012139" y="767735"/>
                </a:lnTo>
                <a:cubicBezTo>
                  <a:pt x="6009163" y="794772"/>
                  <a:pt x="6002776" y="816228"/>
                  <a:pt x="5992978" y="832103"/>
                </a:cubicBezTo>
                <a:cubicBezTo>
                  <a:pt x="5983180" y="847978"/>
                  <a:pt x="5971213" y="859264"/>
                  <a:pt x="5957074" y="865962"/>
                </a:cubicBezTo>
                <a:cubicBezTo>
                  <a:pt x="5942935" y="872659"/>
                  <a:pt x="5924703" y="876008"/>
                  <a:pt x="5902379" y="876008"/>
                </a:cubicBezTo>
                <a:lnTo>
                  <a:pt x="5887868" y="876008"/>
                </a:lnTo>
                <a:lnTo>
                  <a:pt x="5887868" y="668764"/>
                </a:lnTo>
                <a:lnTo>
                  <a:pt x="5934750" y="668764"/>
                </a:lnTo>
                <a:cubicBezTo>
                  <a:pt x="5974933" y="668764"/>
                  <a:pt x="6002466" y="670625"/>
                  <a:pt x="6017348" y="674345"/>
                </a:cubicBezTo>
                <a:cubicBezTo>
                  <a:pt x="6044386" y="681043"/>
                  <a:pt x="6065035" y="692577"/>
                  <a:pt x="6079298" y="708948"/>
                </a:cubicBezTo>
                <a:cubicBezTo>
                  <a:pt x="6093561" y="725319"/>
                  <a:pt x="6102429" y="750496"/>
                  <a:pt x="6105901" y="784478"/>
                </a:cubicBezTo>
                <a:lnTo>
                  <a:pt x="6121156" y="784478"/>
                </a:lnTo>
                <a:lnTo>
                  <a:pt x="6121156" y="639743"/>
                </a:lnTo>
                <a:close/>
                <a:moveTo>
                  <a:pt x="4151565" y="639743"/>
                </a:moveTo>
                <a:lnTo>
                  <a:pt x="4151565" y="653510"/>
                </a:lnTo>
                <a:cubicBezTo>
                  <a:pt x="4167440" y="654998"/>
                  <a:pt x="4178726" y="660083"/>
                  <a:pt x="4185423" y="668764"/>
                </a:cubicBezTo>
                <a:cubicBezTo>
                  <a:pt x="4192121" y="677446"/>
                  <a:pt x="4203903" y="702499"/>
                  <a:pt x="4220771" y="743923"/>
                </a:cubicBezTo>
                <a:lnTo>
                  <a:pt x="4386713" y="1155804"/>
                </a:lnTo>
                <a:lnTo>
                  <a:pt x="4400480" y="1155804"/>
                </a:lnTo>
                <a:lnTo>
                  <a:pt x="4538146" y="830615"/>
                </a:lnTo>
                <a:lnTo>
                  <a:pt x="4663161" y="1155804"/>
                </a:lnTo>
                <a:lnTo>
                  <a:pt x="4677672" y="1155804"/>
                </a:lnTo>
                <a:lnTo>
                  <a:pt x="4835802" y="739458"/>
                </a:lnTo>
                <a:cubicBezTo>
                  <a:pt x="4849941" y="703987"/>
                  <a:pt x="4857754" y="684763"/>
                  <a:pt x="4859242" y="681787"/>
                </a:cubicBezTo>
                <a:cubicBezTo>
                  <a:pt x="4864204" y="672609"/>
                  <a:pt x="4869908" y="665788"/>
                  <a:pt x="4876358" y="661323"/>
                </a:cubicBezTo>
                <a:cubicBezTo>
                  <a:pt x="4882807" y="656858"/>
                  <a:pt x="4890745" y="654254"/>
                  <a:pt x="4900170" y="653510"/>
                </a:cubicBezTo>
                <a:lnTo>
                  <a:pt x="4900170" y="639743"/>
                </a:lnTo>
                <a:lnTo>
                  <a:pt x="4769203" y="639743"/>
                </a:lnTo>
                <a:lnTo>
                  <a:pt x="4769203" y="653510"/>
                </a:lnTo>
                <a:cubicBezTo>
                  <a:pt x="4788798" y="654006"/>
                  <a:pt x="4802068" y="657168"/>
                  <a:pt x="4809015" y="662997"/>
                </a:cubicBezTo>
                <a:cubicBezTo>
                  <a:pt x="4815959" y="668826"/>
                  <a:pt x="4819431" y="676826"/>
                  <a:pt x="4819431" y="686996"/>
                </a:cubicBezTo>
                <a:cubicBezTo>
                  <a:pt x="4819431" y="693941"/>
                  <a:pt x="4818439" y="701507"/>
                  <a:pt x="4816454" y="709692"/>
                </a:cubicBezTo>
                <a:cubicBezTo>
                  <a:pt x="4814470" y="717878"/>
                  <a:pt x="4809137" y="733133"/>
                  <a:pt x="4800456" y="755457"/>
                </a:cubicBezTo>
                <a:lnTo>
                  <a:pt x="4718229" y="971630"/>
                </a:lnTo>
                <a:lnTo>
                  <a:pt x="4626327" y="732760"/>
                </a:lnTo>
                <a:cubicBezTo>
                  <a:pt x="4615165" y="703491"/>
                  <a:pt x="4609583" y="686004"/>
                  <a:pt x="4609583" y="680299"/>
                </a:cubicBezTo>
                <a:cubicBezTo>
                  <a:pt x="4609583" y="675090"/>
                  <a:pt x="4611073" y="670439"/>
                  <a:pt x="4614048" y="666346"/>
                </a:cubicBezTo>
                <a:cubicBezTo>
                  <a:pt x="4617025" y="662253"/>
                  <a:pt x="4621117" y="659339"/>
                  <a:pt x="4626327" y="657602"/>
                </a:cubicBezTo>
                <a:cubicBezTo>
                  <a:pt x="4633769" y="655122"/>
                  <a:pt x="4646046" y="653758"/>
                  <a:pt x="4663161" y="653510"/>
                </a:cubicBezTo>
                <a:lnTo>
                  <a:pt x="4663161" y="639743"/>
                </a:lnTo>
                <a:lnTo>
                  <a:pt x="4418711" y="639743"/>
                </a:lnTo>
                <a:lnTo>
                  <a:pt x="4418711" y="653510"/>
                </a:lnTo>
                <a:cubicBezTo>
                  <a:pt x="4434338" y="653510"/>
                  <a:pt x="4446183" y="655618"/>
                  <a:pt x="4454244" y="659835"/>
                </a:cubicBezTo>
                <a:cubicBezTo>
                  <a:pt x="4462306" y="664051"/>
                  <a:pt x="4469437" y="671059"/>
                  <a:pt x="4475639" y="680857"/>
                </a:cubicBezTo>
                <a:cubicBezTo>
                  <a:pt x="4481840" y="690655"/>
                  <a:pt x="4490645" y="710188"/>
                  <a:pt x="4502056" y="739458"/>
                </a:cubicBezTo>
                <a:lnTo>
                  <a:pt x="4522892" y="793036"/>
                </a:lnTo>
                <a:lnTo>
                  <a:pt x="4443640" y="984280"/>
                </a:lnTo>
                <a:lnTo>
                  <a:pt x="4344669" y="739458"/>
                </a:lnTo>
                <a:cubicBezTo>
                  <a:pt x="4332515" y="708948"/>
                  <a:pt x="4326439" y="688980"/>
                  <a:pt x="4326439" y="679554"/>
                </a:cubicBezTo>
                <a:cubicBezTo>
                  <a:pt x="4326439" y="672361"/>
                  <a:pt x="4329352" y="666346"/>
                  <a:pt x="4335181" y="661509"/>
                </a:cubicBezTo>
                <a:cubicBezTo>
                  <a:pt x="4341010" y="656672"/>
                  <a:pt x="4352731" y="654006"/>
                  <a:pt x="4370344" y="653510"/>
                </a:cubicBezTo>
                <a:lnTo>
                  <a:pt x="4370344" y="639743"/>
                </a:lnTo>
                <a:close/>
                <a:moveTo>
                  <a:pt x="3655297" y="639743"/>
                </a:moveTo>
                <a:lnTo>
                  <a:pt x="3655297" y="653510"/>
                </a:lnTo>
                <a:lnTo>
                  <a:pt x="3672041" y="653510"/>
                </a:lnTo>
                <a:cubicBezTo>
                  <a:pt x="3688412" y="653510"/>
                  <a:pt x="3701310" y="656982"/>
                  <a:pt x="3710736" y="663927"/>
                </a:cubicBezTo>
                <a:cubicBezTo>
                  <a:pt x="3717433" y="668640"/>
                  <a:pt x="3722022" y="675338"/>
                  <a:pt x="3724503" y="684019"/>
                </a:cubicBezTo>
                <a:cubicBezTo>
                  <a:pt x="3725742" y="689228"/>
                  <a:pt x="3726363" y="703243"/>
                  <a:pt x="3726363" y="726063"/>
                </a:cubicBezTo>
                <a:lnTo>
                  <a:pt x="3726363" y="1057950"/>
                </a:lnTo>
                <a:cubicBezTo>
                  <a:pt x="3726363" y="1083251"/>
                  <a:pt x="3724998" y="1098878"/>
                  <a:pt x="3722270" y="1104831"/>
                </a:cubicBezTo>
                <a:cubicBezTo>
                  <a:pt x="3718798" y="1113264"/>
                  <a:pt x="3713836" y="1119218"/>
                  <a:pt x="3707388" y="1122690"/>
                </a:cubicBezTo>
                <a:cubicBezTo>
                  <a:pt x="3698458" y="1127899"/>
                  <a:pt x="3686675" y="1130504"/>
                  <a:pt x="3672041" y="1130504"/>
                </a:cubicBezTo>
                <a:lnTo>
                  <a:pt x="3655297" y="1130504"/>
                </a:lnTo>
                <a:lnTo>
                  <a:pt x="3655297" y="1144270"/>
                </a:lnTo>
                <a:lnTo>
                  <a:pt x="4091364" y="1144270"/>
                </a:lnTo>
                <a:lnTo>
                  <a:pt x="4114060" y="983908"/>
                </a:lnTo>
                <a:lnTo>
                  <a:pt x="4100294" y="983908"/>
                </a:lnTo>
                <a:cubicBezTo>
                  <a:pt x="4087891" y="1028556"/>
                  <a:pt x="4067489" y="1061795"/>
                  <a:pt x="4039088" y="1083623"/>
                </a:cubicBezTo>
                <a:cubicBezTo>
                  <a:pt x="4010687" y="1105451"/>
                  <a:pt x="3972922" y="1116365"/>
                  <a:pt x="3925793" y="1116365"/>
                </a:cubicBezTo>
                <a:lnTo>
                  <a:pt x="3895655" y="1116365"/>
                </a:lnTo>
                <a:cubicBezTo>
                  <a:pt x="3881268" y="1116365"/>
                  <a:pt x="3870850" y="1114381"/>
                  <a:pt x="3864401" y="1110412"/>
                </a:cubicBezTo>
                <a:cubicBezTo>
                  <a:pt x="3857951" y="1106443"/>
                  <a:pt x="3853549" y="1101358"/>
                  <a:pt x="3851192" y="1095157"/>
                </a:cubicBezTo>
                <a:cubicBezTo>
                  <a:pt x="3848836" y="1088956"/>
                  <a:pt x="3847658" y="1071965"/>
                  <a:pt x="3847658" y="1044183"/>
                </a:cubicBezTo>
                <a:lnTo>
                  <a:pt x="3847658" y="902052"/>
                </a:lnTo>
                <a:cubicBezTo>
                  <a:pt x="3871718" y="902052"/>
                  <a:pt x="3890074" y="905215"/>
                  <a:pt x="3902724" y="911540"/>
                </a:cubicBezTo>
                <a:cubicBezTo>
                  <a:pt x="3915375" y="917865"/>
                  <a:pt x="3926475" y="930206"/>
                  <a:pt x="3936025" y="948561"/>
                </a:cubicBezTo>
                <a:cubicBezTo>
                  <a:pt x="3945574" y="966917"/>
                  <a:pt x="3951837" y="990481"/>
                  <a:pt x="3954814" y="1019255"/>
                </a:cubicBezTo>
                <a:lnTo>
                  <a:pt x="3968953" y="1019255"/>
                </a:lnTo>
                <a:lnTo>
                  <a:pt x="3968953" y="755085"/>
                </a:lnTo>
                <a:lnTo>
                  <a:pt x="3954814" y="755085"/>
                </a:lnTo>
                <a:cubicBezTo>
                  <a:pt x="3950845" y="794276"/>
                  <a:pt x="3941668" y="823918"/>
                  <a:pt x="3927281" y="844009"/>
                </a:cubicBezTo>
                <a:cubicBezTo>
                  <a:pt x="3912894" y="864101"/>
                  <a:pt x="3889702" y="874147"/>
                  <a:pt x="3857704" y="874147"/>
                </a:cubicBezTo>
                <a:lnTo>
                  <a:pt x="3847658" y="874147"/>
                </a:lnTo>
                <a:lnTo>
                  <a:pt x="3847658" y="668764"/>
                </a:lnTo>
                <a:lnTo>
                  <a:pt x="3899748" y="668764"/>
                </a:lnTo>
                <a:cubicBezTo>
                  <a:pt x="3937947" y="668764"/>
                  <a:pt x="3963992" y="670997"/>
                  <a:pt x="3977883" y="675462"/>
                </a:cubicBezTo>
                <a:cubicBezTo>
                  <a:pt x="4001695" y="682903"/>
                  <a:pt x="4020112" y="694561"/>
                  <a:pt x="4033135" y="710436"/>
                </a:cubicBezTo>
                <a:cubicBezTo>
                  <a:pt x="4046157" y="726311"/>
                  <a:pt x="4056266" y="752480"/>
                  <a:pt x="4063459" y="788943"/>
                </a:cubicBezTo>
                <a:lnTo>
                  <a:pt x="4077597" y="788943"/>
                </a:lnTo>
                <a:lnTo>
                  <a:pt x="4077597" y="639743"/>
                </a:lnTo>
                <a:close/>
                <a:moveTo>
                  <a:pt x="3360022" y="639743"/>
                </a:moveTo>
                <a:lnTo>
                  <a:pt x="3360022" y="653510"/>
                </a:lnTo>
                <a:lnTo>
                  <a:pt x="3376766" y="653510"/>
                </a:lnTo>
                <a:cubicBezTo>
                  <a:pt x="3390904" y="653510"/>
                  <a:pt x="3402128" y="655928"/>
                  <a:pt x="3410438" y="660765"/>
                </a:cubicBezTo>
                <a:cubicBezTo>
                  <a:pt x="3418748" y="665602"/>
                  <a:pt x="3424267" y="671245"/>
                  <a:pt x="3426995" y="677694"/>
                </a:cubicBezTo>
                <a:cubicBezTo>
                  <a:pt x="3429724" y="684143"/>
                  <a:pt x="3431088" y="700266"/>
                  <a:pt x="3431088" y="726063"/>
                </a:cubicBezTo>
                <a:lnTo>
                  <a:pt x="3431088" y="1057950"/>
                </a:lnTo>
                <a:cubicBezTo>
                  <a:pt x="3431088" y="1083251"/>
                  <a:pt x="3429724" y="1098878"/>
                  <a:pt x="3426995" y="1104831"/>
                </a:cubicBezTo>
                <a:cubicBezTo>
                  <a:pt x="3423522" y="1113264"/>
                  <a:pt x="3418562" y="1119218"/>
                  <a:pt x="3412112" y="1122690"/>
                </a:cubicBezTo>
                <a:cubicBezTo>
                  <a:pt x="3403183" y="1127899"/>
                  <a:pt x="3391401" y="1130504"/>
                  <a:pt x="3376766" y="1130504"/>
                </a:cubicBezTo>
                <a:lnTo>
                  <a:pt x="3360022" y="1130504"/>
                </a:lnTo>
                <a:lnTo>
                  <a:pt x="3360022" y="1144270"/>
                </a:lnTo>
                <a:lnTo>
                  <a:pt x="3623820" y="1144270"/>
                </a:lnTo>
                <a:lnTo>
                  <a:pt x="3623820" y="1130504"/>
                </a:lnTo>
                <a:lnTo>
                  <a:pt x="3607077" y="1130504"/>
                </a:lnTo>
                <a:cubicBezTo>
                  <a:pt x="3592939" y="1130504"/>
                  <a:pt x="3581715" y="1128085"/>
                  <a:pt x="3573405" y="1123248"/>
                </a:cubicBezTo>
                <a:cubicBezTo>
                  <a:pt x="3565095" y="1118411"/>
                  <a:pt x="3559514" y="1112768"/>
                  <a:pt x="3556662" y="1106319"/>
                </a:cubicBezTo>
                <a:cubicBezTo>
                  <a:pt x="3553809" y="1099870"/>
                  <a:pt x="3552383" y="1083747"/>
                  <a:pt x="3552383" y="1057950"/>
                </a:cubicBezTo>
                <a:lnTo>
                  <a:pt x="3552383" y="726063"/>
                </a:lnTo>
                <a:cubicBezTo>
                  <a:pt x="3552383" y="700762"/>
                  <a:pt x="3553747" y="685135"/>
                  <a:pt x="3556476" y="679182"/>
                </a:cubicBezTo>
                <a:cubicBezTo>
                  <a:pt x="3560197" y="670749"/>
                  <a:pt x="3565281" y="664796"/>
                  <a:pt x="3571730" y="661323"/>
                </a:cubicBezTo>
                <a:cubicBezTo>
                  <a:pt x="3580660" y="656114"/>
                  <a:pt x="3592442" y="653510"/>
                  <a:pt x="3607077" y="653510"/>
                </a:cubicBezTo>
                <a:lnTo>
                  <a:pt x="3623820" y="653510"/>
                </a:lnTo>
                <a:lnTo>
                  <a:pt x="3623820" y="639743"/>
                </a:lnTo>
                <a:close/>
                <a:moveTo>
                  <a:pt x="2798271" y="639743"/>
                </a:moveTo>
                <a:lnTo>
                  <a:pt x="2798271" y="653510"/>
                </a:lnTo>
                <a:cubicBezTo>
                  <a:pt x="2817867" y="655742"/>
                  <a:pt x="2831199" y="661075"/>
                  <a:pt x="2838269" y="669509"/>
                </a:cubicBezTo>
                <a:cubicBezTo>
                  <a:pt x="2845338" y="677942"/>
                  <a:pt x="2859290" y="706343"/>
                  <a:pt x="2880126" y="754713"/>
                </a:cubicBezTo>
                <a:lnTo>
                  <a:pt x="3053139" y="1155804"/>
                </a:lnTo>
                <a:lnTo>
                  <a:pt x="3065417" y="1155804"/>
                </a:lnTo>
                <a:lnTo>
                  <a:pt x="3239174" y="770340"/>
                </a:lnTo>
                <a:cubicBezTo>
                  <a:pt x="3259762" y="724451"/>
                  <a:pt x="3275265" y="695305"/>
                  <a:pt x="3285683" y="682903"/>
                </a:cubicBezTo>
                <a:cubicBezTo>
                  <a:pt x="3300069" y="666284"/>
                  <a:pt x="3316441" y="656486"/>
                  <a:pt x="3334796" y="653510"/>
                </a:cubicBezTo>
                <a:lnTo>
                  <a:pt x="3334796" y="639743"/>
                </a:lnTo>
                <a:lnTo>
                  <a:pt x="3169225" y="639743"/>
                </a:lnTo>
                <a:lnTo>
                  <a:pt x="3169225" y="653510"/>
                </a:lnTo>
                <a:cubicBezTo>
                  <a:pt x="3186837" y="653510"/>
                  <a:pt x="3200975" y="655618"/>
                  <a:pt x="3211641" y="659835"/>
                </a:cubicBezTo>
                <a:cubicBezTo>
                  <a:pt x="3219330" y="662811"/>
                  <a:pt x="3225159" y="667152"/>
                  <a:pt x="3229128" y="672857"/>
                </a:cubicBezTo>
                <a:cubicBezTo>
                  <a:pt x="3233097" y="678562"/>
                  <a:pt x="3235081" y="685135"/>
                  <a:pt x="3235081" y="692577"/>
                </a:cubicBezTo>
                <a:cubicBezTo>
                  <a:pt x="3235081" y="699026"/>
                  <a:pt x="3233717" y="706840"/>
                  <a:pt x="3230989" y="716017"/>
                </a:cubicBezTo>
                <a:cubicBezTo>
                  <a:pt x="3228260" y="725195"/>
                  <a:pt x="3220943" y="743302"/>
                  <a:pt x="3209037" y="770340"/>
                </a:cubicBezTo>
                <a:lnTo>
                  <a:pt x="3109322" y="993954"/>
                </a:lnTo>
                <a:lnTo>
                  <a:pt x="3001793" y="742806"/>
                </a:lnTo>
                <a:cubicBezTo>
                  <a:pt x="2990383" y="716265"/>
                  <a:pt x="2983686" y="699956"/>
                  <a:pt x="2981702" y="693879"/>
                </a:cubicBezTo>
                <a:cubicBezTo>
                  <a:pt x="2979717" y="687802"/>
                  <a:pt x="2978725" y="682531"/>
                  <a:pt x="2978725" y="678066"/>
                </a:cubicBezTo>
                <a:cubicBezTo>
                  <a:pt x="2978725" y="670873"/>
                  <a:pt x="2981577" y="665416"/>
                  <a:pt x="2987282" y="661695"/>
                </a:cubicBezTo>
                <a:cubicBezTo>
                  <a:pt x="2995220" y="656238"/>
                  <a:pt x="3010103" y="653510"/>
                  <a:pt x="3031931" y="653510"/>
                </a:cubicBezTo>
                <a:lnTo>
                  <a:pt x="3040116" y="653510"/>
                </a:lnTo>
                <a:lnTo>
                  <a:pt x="3040116" y="639743"/>
                </a:lnTo>
                <a:close/>
                <a:moveTo>
                  <a:pt x="2282581" y="639743"/>
                </a:moveTo>
                <a:lnTo>
                  <a:pt x="2282581" y="653510"/>
                </a:lnTo>
                <a:cubicBezTo>
                  <a:pt x="2305650" y="653510"/>
                  <a:pt x="2321400" y="655618"/>
                  <a:pt x="2329834" y="659835"/>
                </a:cubicBezTo>
                <a:cubicBezTo>
                  <a:pt x="2338268" y="664051"/>
                  <a:pt x="2344159" y="669694"/>
                  <a:pt x="2347508" y="676764"/>
                </a:cubicBezTo>
                <a:cubicBezTo>
                  <a:pt x="2350856" y="683833"/>
                  <a:pt x="2352530" y="701010"/>
                  <a:pt x="2352530" y="728296"/>
                </a:cubicBezTo>
                <a:lnTo>
                  <a:pt x="2352530" y="1055718"/>
                </a:lnTo>
                <a:cubicBezTo>
                  <a:pt x="2352530" y="1083003"/>
                  <a:pt x="2350856" y="1100118"/>
                  <a:pt x="2347508" y="1107063"/>
                </a:cubicBezTo>
                <a:cubicBezTo>
                  <a:pt x="2344159" y="1114009"/>
                  <a:pt x="2338330" y="1119652"/>
                  <a:pt x="2330020" y="1123993"/>
                </a:cubicBezTo>
                <a:cubicBezTo>
                  <a:pt x="2321711" y="1128333"/>
                  <a:pt x="2305898" y="1130504"/>
                  <a:pt x="2282581" y="1130504"/>
                </a:cubicBezTo>
                <a:lnTo>
                  <a:pt x="2282581" y="1144270"/>
                </a:lnTo>
                <a:lnTo>
                  <a:pt x="2540798" y="1144270"/>
                </a:lnTo>
                <a:lnTo>
                  <a:pt x="2540798" y="1130504"/>
                </a:lnTo>
                <a:cubicBezTo>
                  <a:pt x="2517730" y="1130504"/>
                  <a:pt x="2501979" y="1128395"/>
                  <a:pt x="2493545" y="1124179"/>
                </a:cubicBezTo>
                <a:cubicBezTo>
                  <a:pt x="2485111" y="1119962"/>
                  <a:pt x="2479220" y="1114319"/>
                  <a:pt x="2475872" y="1107249"/>
                </a:cubicBezTo>
                <a:cubicBezTo>
                  <a:pt x="2472523" y="1100180"/>
                  <a:pt x="2470849" y="1083003"/>
                  <a:pt x="2470849" y="1055718"/>
                </a:cubicBezTo>
                <a:lnTo>
                  <a:pt x="2470849" y="914331"/>
                </a:lnTo>
                <a:lnTo>
                  <a:pt x="2503963" y="914331"/>
                </a:lnTo>
                <a:lnTo>
                  <a:pt x="2666558" y="1144270"/>
                </a:lnTo>
                <a:lnTo>
                  <a:pt x="2825432" y="1144270"/>
                </a:lnTo>
                <a:lnTo>
                  <a:pt x="2825432" y="1130504"/>
                </a:lnTo>
                <a:cubicBezTo>
                  <a:pt x="2812037" y="1129759"/>
                  <a:pt x="2800255" y="1125543"/>
                  <a:pt x="2790085" y="1117853"/>
                </a:cubicBezTo>
                <a:cubicBezTo>
                  <a:pt x="2783388" y="1112396"/>
                  <a:pt x="2772102" y="1098630"/>
                  <a:pt x="2756227" y="1076554"/>
                </a:cubicBezTo>
                <a:lnTo>
                  <a:pt x="2634932" y="905773"/>
                </a:lnTo>
                <a:cubicBezTo>
                  <a:pt x="2665690" y="898084"/>
                  <a:pt x="2689626" y="886549"/>
                  <a:pt x="2706741" y="871171"/>
                </a:cubicBezTo>
                <a:cubicBezTo>
                  <a:pt x="2733531" y="846862"/>
                  <a:pt x="2746925" y="816104"/>
                  <a:pt x="2746925" y="778897"/>
                </a:cubicBezTo>
                <a:cubicBezTo>
                  <a:pt x="2746925" y="748387"/>
                  <a:pt x="2737995" y="721784"/>
                  <a:pt x="2720136" y="699088"/>
                </a:cubicBezTo>
                <a:cubicBezTo>
                  <a:pt x="2702277" y="676392"/>
                  <a:pt x="2679208" y="660827"/>
                  <a:pt x="2650931" y="652393"/>
                </a:cubicBezTo>
                <a:cubicBezTo>
                  <a:pt x="2622654" y="643960"/>
                  <a:pt x="2578005" y="639743"/>
                  <a:pt x="2516986" y="639743"/>
                </a:cubicBezTo>
                <a:close/>
                <a:moveTo>
                  <a:pt x="1778873" y="639743"/>
                </a:moveTo>
                <a:lnTo>
                  <a:pt x="1778873" y="653510"/>
                </a:lnTo>
                <a:lnTo>
                  <a:pt x="1795616" y="653510"/>
                </a:lnTo>
                <a:cubicBezTo>
                  <a:pt x="1811987" y="653510"/>
                  <a:pt x="1824885" y="656982"/>
                  <a:pt x="1834311" y="663927"/>
                </a:cubicBezTo>
                <a:cubicBezTo>
                  <a:pt x="1841008" y="668640"/>
                  <a:pt x="1845597" y="675338"/>
                  <a:pt x="1848077" y="684019"/>
                </a:cubicBezTo>
                <a:cubicBezTo>
                  <a:pt x="1849318" y="689228"/>
                  <a:pt x="1849938" y="703243"/>
                  <a:pt x="1849938" y="726063"/>
                </a:cubicBezTo>
                <a:lnTo>
                  <a:pt x="1849938" y="1057950"/>
                </a:lnTo>
                <a:cubicBezTo>
                  <a:pt x="1849938" y="1083251"/>
                  <a:pt x="1848574" y="1098878"/>
                  <a:pt x="1845845" y="1104831"/>
                </a:cubicBezTo>
                <a:cubicBezTo>
                  <a:pt x="1842372" y="1113264"/>
                  <a:pt x="1837412" y="1119218"/>
                  <a:pt x="1830962" y="1122690"/>
                </a:cubicBezTo>
                <a:cubicBezTo>
                  <a:pt x="1822033" y="1127899"/>
                  <a:pt x="1810250" y="1130504"/>
                  <a:pt x="1795616" y="1130504"/>
                </a:cubicBezTo>
                <a:lnTo>
                  <a:pt x="1778873" y="1130504"/>
                </a:lnTo>
                <a:lnTo>
                  <a:pt x="1778873" y="1144270"/>
                </a:lnTo>
                <a:lnTo>
                  <a:pt x="2214939" y="1144270"/>
                </a:lnTo>
                <a:lnTo>
                  <a:pt x="2237635" y="983908"/>
                </a:lnTo>
                <a:lnTo>
                  <a:pt x="2223869" y="983908"/>
                </a:lnTo>
                <a:cubicBezTo>
                  <a:pt x="2211466" y="1028556"/>
                  <a:pt x="2191064" y="1061795"/>
                  <a:pt x="2162663" y="1083623"/>
                </a:cubicBezTo>
                <a:cubicBezTo>
                  <a:pt x="2134262" y="1105451"/>
                  <a:pt x="2096496" y="1116365"/>
                  <a:pt x="2049367" y="1116365"/>
                </a:cubicBezTo>
                <a:lnTo>
                  <a:pt x="2019230" y="1116365"/>
                </a:lnTo>
                <a:cubicBezTo>
                  <a:pt x="2004843" y="1116365"/>
                  <a:pt x="1994425" y="1114381"/>
                  <a:pt x="1987976" y="1110412"/>
                </a:cubicBezTo>
                <a:cubicBezTo>
                  <a:pt x="1981527" y="1106443"/>
                  <a:pt x="1977124" y="1101358"/>
                  <a:pt x="1974768" y="1095157"/>
                </a:cubicBezTo>
                <a:cubicBezTo>
                  <a:pt x="1972411" y="1088956"/>
                  <a:pt x="1971233" y="1071965"/>
                  <a:pt x="1971233" y="1044183"/>
                </a:cubicBezTo>
                <a:lnTo>
                  <a:pt x="1971233" y="902052"/>
                </a:lnTo>
                <a:cubicBezTo>
                  <a:pt x="1995294" y="902052"/>
                  <a:pt x="2013649" y="905215"/>
                  <a:pt x="2026299" y="911540"/>
                </a:cubicBezTo>
                <a:cubicBezTo>
                  <a:pt x="2038950" y="917865"/>
                  <a:pt x="2050049" y="930206"/>
                  <a:pt x="2059599" y="948561"/>
                </a:cubicBezTo>
                <a:cubicBezTo>
                  <a:pt x="2069149" y="966917"/>
                  <a:pt x="2075413" y="990481"/>
                  <a:pt x="2078389" y="1019255"/>
                </a:cubicBezTo>
                <a:lnTo>
                  <a:pt x="2092528" y="1019255"/>
                </a:lnTo>
                <a:lnTo>
                  <a:pt x="2092528" y="755085"/>
                </a:lnTo>
                <a:lnTo>
                  <a:pt x="2078389" y="755085"/>
                </a:lnTo>
                <a:cubicBezTo>
                  <a:pt x="2074420" y="794276"/>
                  <a:pt x="2065242" y="823918"/>
                  <a:pt x="2050856" y="844009"/>
                </a:cubicBezTo>
                <a:cubicBezTo>
                  <a:pt x="2036469" y="864101"/>
                  <a:pt x="2013277" y="874147"/>
                  <a:pt x="1981279" y="874147"/>
                </a:cubicBezTo>
                <a:lnTo>
                  <a:pt x="1971233" y="874147"/>
                </a:lnTo>
                <a:lnTo>
                  <a:pt x="1971233" y="668764"/>
                </a:lnTo>
                <a:lnTo>
                  <a:pt x="2023323" y="668764"/>
                </a:lnTo>
                <a:cubicBezTo>
                  <a:pt x="2061522" y="668764"/>
                  <a:pt x="2087567" y="670997"/>
                  <a:pt x="2101457" y="675462"/>
                </a:cubicBezTo>
                <a:cubicBezTo>
                  <a:pt x="2125270" y="682903"/>
                  <a:pt x="2143687" y="694561"/>
                  <a:pt x="2156710" y="710436"/>
                </a:cubicBezTo>
                <a:cubicBezTo>
                  <a:pt x="2169732" y="726311"/>
                  <a:pt x="2179840" y="752480"/>
                  <a:pt x="2187034" y="788943"/>
                </a:cubicBezTo>
                <a:lnTo>
                  <a:pt x="2201172" y="788943"/>
                </a:lnTo>
                <a:lnTo>
                  <a:pt x="2201172" y="639743"/>
                </a:lnTo>
                <a:close/>
                <a:moveTo>
                  <a:pt x="1217121" y="639743"/>
                </a:moveTo>
                <a:lnTo>
                  <a:pt x="1217121" y="653510"/>
                </a:lnTo>
                <a:cubicBezTo>
                  <a:pt x="1236717" y="655742"/>
                  <a:pt x="1250049" y="661075"/>
                  <a:pt x="1257118" y="669509"/>
                </a:cubicBezTo>
                <a:cubicBezTo>
                  <a:pt x="1264188" y="677942"/>
                  <a:pt x="1278140" y="706343"/>
                  <a:pt x="1298976" y="754713"/>
                </a:cubicBezTo>
                <a:lnTo>
                  <a:pt x="1471989" y="1155804"/>
                </a:lnTo>
                <a:lnTo>
                  <a:pt x="1484267" y="1155804"/>
                </a:lnTo>
                <a:lnTo>
                  <a:pt x="1658024" y="770340"/>
                </a:lnTo>
                <a:cubicBezTo>
                  <a:pt x="1678612" y="724451"/>
                  <a:pt x="1694115" y="695305"/>
                  <a:pt x="1704533" y="682903"/>
                </a:cubicBezTo>
                <a:cubicBezTo>
                  <a:pt x="1718919" y="666284"/>
                  <a:pt x="1735291" y="656486"/>
                  <a:pt x="1753646" y="653510"/>
                </a:cubicBezTo>
                <a:lnTo>
                  <a:pt x="1753646" y="639743"/>
                </a:lnTo>
                <a:lnTo>
                  <a:pt x="1588075" y="639743"/>
                </a:lnTo>
                <a:lnTo>
                  <a:pt x="1588075" y="653510"/>
                </a:lnTo>
                <a:cubicBezTo>
                  <a:pt x="1605686" y="653510"/>
                  <a:pt x="1619825" y="655618"/>
                  <a:pt x="1630491" y="659835"/>
                </a:cubicBezTo>
                <a:cubicBezTo>
                  <a:pt x="1638180" y="662811"/>
                  <a:pt x="1644009" y="667152"/>
                  <a:pt x="1647978" y="672857"/>
                </a:cubicBezTo>
                <a:cubicBezTo>
                  <a:pt x="1651947" y="678562"/>
                  <a:pt x="1653931" y="685135"/>
                  <a:pt x="1653931" y="692577"/>
                </a:cubicBezTo>
                <a:cubicBezTo>
                  <a:pt x="1653931" y="699026"/>
                  <a:pt x="1652567" y="706840"/>
                  <a:pt x="1649838" y="716017"/>
                </a:cubicBezTo>
                <a:cubicBezTo>
                  <a:pt x="1647110" y="725195"/>
                  <a:pt x="1639793" y="743302"/>
                  <a:pt x="1627886" y="770340"/>
                </a:cubicBezTo>
                <a:lnTo>
                  <a:pt x="1528171" y="993954"/>
                </a:lnTo>
                <a:lnTo>
                  <a:pt x="1420643" y="742806"/>
                </a:lnTo>
                <a:cubicBezTo>
                  <a:pt x="1409233" y="716265"/>
                  <a:pt x="1402536" y="699956"/>
                  <a:pt x="1400551" y="693879"/>
                </a:cubicBezTo>
                <a:cubicBezTo>
                  <a:pt x="1398567" y="687802"/>
                  <a:pt x="1397575" y="682531"/>
                  <a:pt x="1397575" y="678066"/>
                </a:cubicBezTo>
                <a:cubicBezTo>
                  <a:pt x="1397575" y="670873"/>
                  <a:pt x="1400427" y="665416"/>
                  <a:pt x="1406132" y="661695"/>
                </a:cubicBezTo>
                <a:cubicBezTo>
                  <a:pt x="1414070" y="656238"/>
                  <a:pt x="1428953" y="653510"/>
                  <a:pt x="1450781" y="653510"/>
                </a:cubicBezTo>
                <a:lnTo>
                  <a:pt x="1458966" y="653510"/>
                </a:lnTo>
                <a:lnTo>
                  <a:pt x="1458966" y="639743"/>
                </a:lnTo>
                <a:close/>
                <a:moveTo>
                  <a:pt x="5382151" y="632674"/>
                </a:moveTo>
                <a:cubicBezTo>
                  <a:pt x="5307736" y="629697"/>
                  <a:pt x="5245042" y="653199"/>
                  <a:pt x="5194069" y="703181"/>
                </a:cubicBezTo>
                <a:cubicBezTo>
                  <a:pt x="5143095" y="753162"/>
                  <a:pt x="5117608" y="815608"/>
                  <a:pt x="5117608" y="890518"/>
                </a:cubicBezTo>
                <a:cubicBezTo>
                  <a:pt x="5117608" y="957243"/>
                  <a:pt x="5137205" y="1014914"/>
                  <a:pt x="5176396" y="1063531"/>
                </a:cubicBezTo>
                <a:cubicBezTo>
                  <a:pt x="5226005" y="1125047"/>
                  <a:pt x="5296202" y="1155804"/>
                  <a:pt x="5386987" y="1155804"/>
                </a:cubicBezTo>
                <a:cubicBezTo>
                  <a:pt x="5477524" y="1155804"/>
                  <a:pt x="5547597" y="1123558"/>
                  <a:pt x="5597207" y="1059066"/>
                </a:cubicBezTo>
                <a:cubicBezTo>
                  <a:pt x="5634663" y="1010449"/>
                  <a:pt x="5653389" y="954142"/>
                  <a:pt x="5653389" y="890146"/>
                </a:cubicBezTo>
                <a:cubicBezTo>
                  <a:pt x="5653389" y="815236"/>
                  <a:pt x="5628275" y="752852"/>
                  <a:pt x="5578045" y="702995"/>
                </a:cubicBezTo>
                <a:cubicBezTo>
                  <a:pt x="5527815" y="653137"/>
                  <a:pt x="5462518" y="629697"/>
                  <a:pt x="5382151" y="632674"/>
                </a:cubicBezTo>
                <a:close/>
                <a:moveTo>
                  <a:pt x="914925" y="632674"/>
                </a:moveTo>
                <a:cubicBezTo>
                  <a:pt x="840511" y="629697"/>
                  <a:pt x="777817" y="653199"/>
                  <a:pt x="726844" y="703181"/>
                </a:cubicBezTo>
                <a:cubicBezTo>
                  <a:pt x="675870" y="753162"/>
                  <a:pt x="650383" y="815608"/>
                  <a:pt x="650383" y="890518"/>
                </a:cubicBezTo>
                <a:cubicBezTo>
                  <a:pt x="650383" y="957243"/>
                  <a:pt x="669979" y="1014914"/>
                  <a:pt x="709170" y="1063531"/>
                </a:cubicBezTo>
                <a:cubicBezTo>
                  <a:pt x="758780" y="1125047"/>
                  <a:pt x="828977" y="1155804"/>
                  <a:pt x="919762" y="1155804"/>
                </a:cubicBezTo>
                <a:cubicBezTo>
                  <a:pt x="1010299" y="1155804"/>
                  <a:pt x="1080373" y="1123558"/>
                  <a:pt x="1129982" y="1059066"/>
                </a:cubicBezTo>
                <a:cubicBezTo>
                  <a:pt x="1167437" y="1010449"/>
                  <a:pt x="1186164" y="954142"/>
                  <a:pt x="1186164" y="890146"/>
                </a:cubicBezTo>
                <a:cubicBezTo>
                  <a:pt x="1186164" y="815236"/>
                  <a:pt x="1161050" y="752852"/>
                  <a:pt x="1110820" y="702995"/>
                </a:cubicBezTo>
                <a:cubicBezTo>
                  <a:pt x="1060591" y="653137"/>
                  <a:pt x="995292" y="629697"/>
                  <a:pt x="914925" y="632674"/>
                </a:cubicBezTo>
                <a:close/>
                <a:moveTo>
                  <a:pt x="9867383" y="629325"/>
                </a:moveTo>
                <a:lnTo>
                  <a:pt x="9686929" y="1031905"/>
                </a:lnTo>
                <a:cubicBezTo>
                  <a:pt x="9669813" y="1070352"/>
                  <a:pt x="9655427" y="1095715"/>
                  <a:pt x="9643769" y="1107994"/>
                </a:cubicBezTo>
                <a:cubicBezTo>
                  <a:pt x="9632111" y="1120272"/>
                  <a:pt x="9617228" y="1127775"/>
                  <a:pt x="9599120" y="1130504"/>
                </a:cubicBezTo>
                <a:lnTo>
                  <a:pt x="9599120" y="1144270"/>
                </a:lnTo>
                <a:lnTo>
                  <a:pt x="9766924" y="1144270"/>
                </a:lnTo>
                <a:lnTo>
                  <a:pt x="9766924" y="1130504"/>
                </a:lnTo>
                <a:cubicBezTo>
                  <a:pt x="9740631" y="1128519"/>
                  <a:pt x="9724136" y="1125543"/>
                  <a:pt x="9717438" y="1121574"/>
                </a:cubicBezTo>
                <a:cubicBezTo>
                  <a:pt x="9706028" y="1114877"/>
                  <a:pt x="9700323" y="1104459"/>
                  <a:pt x="9700323" y="1090320"/>
                </a:cubicBezTo>
                <a:cubicBezTo>
                  <a:pt x="9700323" y="1079654"/>
                  <a:pt x="9703796" y="1066136"/>
                  <a:pt x="9710741" y="1049765"/>
                </a:cubicBezTo>
                <a:lnTo>
                  <a:pt x="9731949" y="1000651"/>
                </a:lnTo>
                <a:lnTo>
                  <a:pt x="9910171" y="1000651"/>
                </a:lnTo>
                <a:lnTo>
                  <a:pt x="9936960" y="1063531"/>
                </a:lnTo>
                <a:cubicBezTo>
                  <a:pt x="9943905" y="1079902"/>
                  <a:pt x="9947626" y="1089204"/>
                  <a:pt x="9948122" y="1091436"/>
                </a:cubicBezTo>
                <a:cubicBezTo>
                  <a:pt x="9949610" y="1096149"/>
                  <a:pt x="9950354" y="1100738"/>
                  <a:pt x="9950354" y="1105203"/>
                </a:cubicBezTo>
                <a:cubicBezTo>
                  <a:pt x="9950354" y="1112644"/>
                  <a:pt x="9947626" y="1118349"/>
                  <a:pt x="9942169" y="1122318"/>
                </a:cubicBezTo>
                <a:cubicBezTo>
                  <a:pt x="9934232" y="1127775"/>
                  <a:pt x="9920465" y="1130504"/>
                  <a:pt x="9900869" y="1130504"/>
                </a:cubicBezTo>
                <a:lnTo>
                  <a:pt x="9890823" y="1130504"/>
                </a:lnTo>
                <a:lnTo>
                  <a:pt x="9890823" y="1144270"/>
                </a:lnTo>
                <a:lnTo>
                  <a:pt x="10134901" y="1144270"/>
                </a:lnTo>
                <a:lnTo>
                  <a:pt x="10134901" y="1130504"/>
                </a:lnTo>
                <a:cubicBezTo>
                  <a:pt x="10119523" y="1129264"/>
                  <a:pt x="10107617" y="1124799"/>
                  <a:pt x="10099183" y="1117109"/>
                </a:cubicBezTo>
                <a:cubicBezTo>
                  <a:pt x="10088020" y="1106939"/>
                  <a:pt x="10073758" y="1082258"/>
                  <a:pt x="10056394" y="1043067"/>
                </a:cubicBezTo>
                <a:lnTo>
                  <a:pt x="9874452" y="629325"/>
                </a:lnTo>
                <a:close/>
                <a:moveTo>
                  <a:pt x="8924408" y="629325"/>
                </a:moveTo>
                <a:lnTo>
                  <a:pt x="8743954" y="1031905"/>
                </a:lnTo>
                <a:cubicBezTo>
                  <a:pt x="8726838" y="1070352"/>
                  <a:pt x="8712452" y="1095715"/>
                  <a:pt x="8700794" y="1107994"/>
                </a:cubicBezTo>
                <a:cubicBezTo>
                  <a:pt x="8689136" y="1120272"/>
                  <a:pt x="8674252" y="1127775"/>
                  <a:pt x="8656145" y="1130504"/>
                </a:cubicBezTo>
                <a:lnTo>
                  <a:pt x="8656145" y="1144270"/>
                </a:lnTo>
                <a:lnTo>
                  <a:pt x="8823949" y="1144270"/>
                </a:lnTo>
                <a:lnTo>
                  <a:pt x="8823949" y="1130504"/>
                </a:lnTo>
                <a:cubicBezTo>
                  <a:pt x="8797656" y="1128519"/>
                  <a:pt x="8781161" y="1125543"/>
                  <a:pt x="8774463" y="1121574"/>
                </a:cubicBezTo>
                <a:cubicBezTo>
                  <a:pt x="8763053" y="1114877"/>
                  <a:pt x="8757348" y="1104459"/>
                  <a:pt x="8757348" y="1090320"/>
                </a:cubicBezTo>
                <a:cubicBezTo>
                  <a:pt x="8757348" y="1079654"/>
                  <a:pt x="8760821" y="1066136"/>
                  <a:pt x="8767766" y="1049765"/>
                </a:cubicBezTo>
                <a:lnTo>
                  <a:pt x="8788974" y="1000651"/>
                </a:lnTo>
                <a:lnTo>
                  <a:pt x="8967196" y="1000651"/>
                </a:lnTo>
                <a:lnTo>
                  <a:pt x="8993985" y="1063531"/>
                </a:lnTo>
                <a:cubicBezTo>
                  <a:pt x="9000930" y="1079902"/>
                  <a:pt x="9004651" y="1089204"/>
                  <a:pt x="9005147" y="1091436"/>
                </a:cubicBezTo>
                <a:cubicBezTo>
                  <a:pt x="9006635" y="1096149"/>
                  <a:pt x="9007379" y="1100738"/>
                  <a:pt x="9007379" y="1105203"/>
                </a:cubicBezTo>
                <a:cubicBezTo>
                  <a:pt x="9007379" y="1112644"/>
                  <a:pt x="9004651" y="1118349"/>
                  <a:pt x="8999194" y="1122318"/>
                </a:cubicBezTo>
                <a:cubicBezTo>
                  <a:pt x="8991257" y="1127775"/>
                  <a:pt x="8977490" y="1130504"/>
                  <a:pt x="8957894" y="1130504"/>
                </a:cubicBezTo>
                <a:lnTo>
                  <a:pt x="8947848" y="1130504"/>
                </a:lnTo>
                <a:lnTo>
                  <a:pt x="8947848" y="1144270"/>
                </a:lnTo>
                <a:lnTo>
                  <a:pt x="9191926" y="1144270"/>
                </a:lnTo>
                <a:lnTo>
                  <a:pt x="9191926" y="1130504"/>
                </a:lnTo>
                <a:cubicBezTo>
                  <a:pt x="9176548" y="1129264"/>
                  <a:pt x="9164641" y="1124799"/>
                  <a:pt x="9156208" y="1117109"/>
                </a:cubicBezTo>
                <a:cubicBezTo>
                  <a:pt x="9145045" y="1106939"/>
                  <a:pt x="9130783" y="1082258"/>
                  <a:pt x="9113419" y="1043067"/>
                </a:cubicBezTo>
                <a:lnTo>
                  <a:pt x="8931477" y="629325"/>
                </a:lnTo>
                <a:close/>
                <a:moveTo>
                  <a:pt x="10341326" y="628209"/>
                </a:moveTo>
                <a:cubicBezTo>
                  <a:pt x="10296430" y="628209"/>
                  <a:pt x="10259223" y="642347"/>
                  <a:pt x="10229705" y="670625"/>
                </a:cubicBezTo>
                <a:cubicBezTo>
                  <a:pt x="10200187" y="698902"/>
                  <a:pt x="10185428" y="733133"/>
                  <a:pt x="10185428" y="773316"/>
                </a:cubicBezTo>
                <a:cubicBezTo>
                  <a:pt x="10185428" y="796881"/>
                  <a:pt x="10190823" y="818461"/>
                  <a:pt x="10201614" y="838056"/>
                </a:cubicBezTo>
                <a:cubicBezTo>
                  <a:pt x="10212404" y="857652"/>
                  <a:pt x="10227844" y="875387"/>
                  <a:pt x="10247936" y="891262"/>
                </a:cubicBezTo>
                <a:cubicBezTo>
                  <a:pt x="10268028" y="907137"/>
                  <a:pt x="10301018" y="926361"/>
                  <a:pt x="10346907" y="948933"/>
                </a:cubicBezTo>
                <a:cubicBezTo>
                  <a:pt x="10379649" y="965056"/>
                  <a:pt x="10402470" y="978141"/>
                  <a:pt x="10415368" y="988187"/>
                </a:cubicBezTo>
                <a:cubicBezTo>
                  <a:pt x="10428266" y="998233"/>
                  <a:pt x="10437878" y="1008837"/>
                  <a:pt x="10444203" y="1019999"/>
                </a:cubicBezTo>
                <a:cubicBezTo>
                  <a:pt x="10450529" y="1031161"/>
                  <a:pt x="10453691" y="1042695"/>
                  <a:pt x="10453691" y="1054601"/>
                </a:cubicBezTo>
                <a:cubicBezTo>
                  <a:pt x="10453691" y="1074693"/>
                  <a:pt x="10445444" y="1092304"/>
                  <a:pt x="10428948" y="1107435"/>
                </a:cubicBezTo>
                <a:cubicBezTo>
                  <a:pt x="10412453" y="1122566"/>
                  <a:pt x="10390315" y="1130132"/>
                  <a:pt x="10362534" y="1130132"/>
                </a:cubicBezTo>
                <a:cubicBezTo>
                  <a:pt x="10326568" y="1130132"/>
                  <a:pt x="10293018" y="1116055"/>
                  <a:pt x="10261889" y="1087902"/>
                </a:cubicBezTo>
                <a:cubicBezTo>
                  <a:pt x="10230759" y="1059748"/>
                  <a:pt x="10209737" y="1018883"/>
                  <a:pt x="10198823" y="965304"/>
                </a:cubicBezTo>
                <a:lnTo>
                  <a:pt x="10185056" y="965304"/>
                </a:lnTo>
                <a:lnTo>
                  <a:pt x="10185056" y="1155804"/>
                </a:lnTo>
                <a:lnTo>
                  <a:pt x="10198823" y="1155804"/>
                </a:lnTo>
                <a:cubicBezTo>
                  <a:pt x="10203288" y="1145634"/>
                  <a:pt x="10209117" y="1138069"/>
                  <a:pt x="10216310" y="1133108"/>
                </a:cubicBezTo>
                <a:cubicBezTo>
                  <a:pt x="10223504" y="1128147"/>
                  <a:pt x="10230325" y="1125667"/>
                  <a:pt x="10236774" y="1125667"/>
                </a:cubicBezTo>
                <a:cubicBezTo>
                  <a:pt x="10244463" y="1125667"/>
                  <a:pt x="10254261" y="1128147"/>
                  <a:pt x="10266168" y="1133108"/>
                </a:cubicBezTo>
                <a:cubicBezTo>
                  <a:pt x="10287500" y="1142038"/>
                  <a:pt x="10305235" y="1148115"/>
                  <a:pt x="10319374" y="1151340"/>
                </a:cubicBezTo>
                <a:cubicBezTo>
                  <a:pt x="10333512" y="1154564"/>
                  <a:pt x="10348520" y="1156177"/>
                  <a:pt x="10364394" y="1156177"/>
                </a:cubicBezTo>
                <a:cubicBezTo>
                  <a:pt x="10414996" y="1156177"/>
                  <a:pt x="10456729" y="1140984"/>
                  <a:pt x="10489596" y="1110598"/>
                </a:cubicBezTo>
                <a:cubicBezTo>
                  <a:pt x="10522463" y="1080212"/>
                  <a:pt x="10538895" y="1043935"/>
                  <a:pt x="10538895" y="1001767"/>
                </a:cubicBezTo>
                <a:cubicBezTo>
                  <a:pt x="10538895" y="968529"/>
                  <a:pt x="10528725" y="939011"/>
                  <a:pt x="10508386" y="913215"/>
                </a:cubicBezTo>
                <a:cubicBezTo>
                  <a:pt x="10487797" y="887418"/>
                  <a:pt x="10447986" y="860008"/>
                  <a:pt x="10388951" y="830987"/>
                </a:cubicBezTo>
                <a:cubicBezTo>
                  <a:pt x="10346783" y="810151"/>
                  <a:pt x="10319870" y="795640"/>
                  <a:pt x="10308212" y="787455"/>
                </a:cubicBezTo>
                <a:cubicBezTo>
                  <a:pt x="10292337" y="776045"/>
                  <a:pt x="10280803" y="764510"/>
                  <a:pt x="10273609" y="752852"/>
                </a:cubicBezTo>
                <a:cubicBezTo>
                  <a:pt x="10268400" y="744171"/>
                  <a:pt x="10265796" y="734249"/>
                  <a:pt x="10265796" y="723087"/>
                </a:cubicBezTo>
                <a:cubicBezTo>
                  <a:pt x="10265796" y="705475"/>
                  <a:pt x="10273175" y="689910"/>
                  <a:pt x="10287934" y="676392"/>
                </a:cubicBezTo>
                <a:cubicBezTo>
                  <a:pt x="10302692" y="662873"/>
                  <a:pt x="10322722" y="656114"/>
                  <a:pt x="10348023" y="656114"/>
                </a:cubicBezTo>
                <a:cubicBezTo>
                  <a:pt x="10380765" y="656114"/>
                  <a:pt x="10411214" y="668950"/>
                  <a:pt x="10439366" y="694623"/>
                </a:cubicBezTo>
                <a:cubicBezTo>
                  <a:pt x="10467519" y="720296"/>
                  <a:pt x="10485193" y="754217"/>
                  <a:pt x="10492386" y="796384"/>
                </a:cubicBezTo>
                <a:lnTo>
                  <a:pt x="10507641" y="796384"/>
                </a:lnTo>
                <a:lnTo>
                  <a:pt x="10503549" y="628209"/>
                </a:lnTo>
                <a:lnTo>
                  <a:pt x="10492386" y="628209"/>
                </a:lnTo>
                <a:cubicBezTo>
                  <a:pt x="10489162" y="643340"/>
                  <a:pt x="10485689" y="652889"/>
                  <a:pt x="10481969" y="656858"/>
                </a:cubicBezTo>
                <a:cubicBezTo>
                  <a:pt x="10478248" y="660827"/>
                  <a:pt x="10473163" y="662811"/>
                  <a:pt x="10466714" y="662811"/>
                </a:cubicBezTo>
                <a:cubicBezTo>
                  <a:pt x="10460016" y="662811"/>
                  <a:pt x="10448296" y="658780"/>
                  <a:pt x="10431553" y="650719"/>
                </a:cubicBezTo>
                <a:cubicBezTo>
                  <a:pt x="10414810" y="642658"/>
                  <a:pt x="10400610" y="637138"/>
                  <a:pt x="10388951" y="634162"/>
                </a:cubicBezTo>
                <a:cubicBezTo>
                  <a:pt x="10373572" y="630193"/>
                  <a:pt x="10357697" y="628209"/>
                  <a:pt x="10341326" y="62820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282349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0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>
            <a:extLst>
              <a:ext uri="{FF2B5EF4-FFF2-40B4-BE49-F238E27FC236}">
                <a16:creationId xmlns:a16="http://schemas.microsoft.com/office/drawing/2014/main" id="{83DE70D6-A22B-1A24-9CE3-7FDCAC86E886}"/>
              </a:ext>
            </a:extLst>
          </p:cNvPr>
          <p:cNvGrpSpPr/>
          <p:nvPr/>
        </p:nvGrpSpPr>
        <p:grpSpPr>
          <a:xfrm>
            <a:off x="9269755" y="1939164"/>
            <a:ext cx="2121407" cy="3611245"/>
            <a:chOff x="9269754" y="1939163"/>
            <a:chExt cx="2121407" cy="3611245"/>
          </a:xfrm>
        </p:grpSpPr>
        <p:sp>
          <p:nvSpPr>
            <p:cNvPr id="55" name="Rectangle: Top Corners Rounded 54">
              <a:extLst>
                <a:ext uri="{FF2B5EF4-FFF2-40B4-BE49-F238E27FC236}">
                  <a16:creationId xmlns:a16="http://schemas.microsoft.com/office/drawing/2014/main" id="{AFE0BEC8-BCF7-E2C5-4E7C-10687AB4B49A}"/>
                </a:ext>
              </a:extLst>
            </p:cNvPr>
            <p:cNvSpPr/>
            <p:nvPr/>
          </p:nvSpPr>
          <p:spPr>
            <a:xfrm rot="10800000">
              <a:off x="9269754" y="1939163"/>
              <a:ext cx="2121407" cy="3611245"/>
            </a:xfrm>
            <a:prstGeom prst="round2SameRect">
              <a:avLst/>
            </a:prstGeom>
            <a:solidFill>
              <a:schemeClr val="bg2"/>
            </a:solidFill>
            <a:ln>
              <a:noFill/>
            </a:ln>
            <a:effectLst>
              <a:outerShdw blurRad="127000" dist="38100" dir="2700000" algn="tl" rotWithShape="0">
                <a:schemeClr val="bg1">
                  <a:lumMod val="95000"/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799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BBCBB22-456D-0CB0-C4BF-D33F1A8ADE9C}"/>
                </a:ext>
              </a:extLst>
            </p:cNvPr>
            <p:cNvSpPr txBox="1"/>
            <p:nvPr/>
          </p:nvSpPr>
          <p:spPr>
            <a:xfrm>
              <a:off x="9457208" y="3227832"/>
              <a:ext cx="1709928" cy="1385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Health systems are the organized efforts and resources of a country to deliver healthcare services to its population.</a:t>
              </a:r>
              <a:endParaRPr lang="en-IN" sz="140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8" name="Graphic 77" descr="Medical with solid fill">
              <a:extLst>
                <a:ext uri="{FF2B5EF4-FFF2-40B4-BE49-F238E27FC236}">
                  <a16:creationId xmlns:a16="http://schemas.microsoft.com/office/drawing/2014/main" id="{CCDF403A-C732-2637-51E8-52129DE2C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17170" y="4624417"/>
              <a:ext cx="914400" cy="9144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0B6244E-9F98-4D3C-5400-75331785E4E7}"/>
              </a:ext>
            </a:extLst>
          </p:cNvPr>
          <p:cNvGrpSpPr/>
          <p:nvPr/>
        </p:nvGrpSpPr>
        <p:grpSpPr>
          <a:xfrm>
            <a:off x="6513594" y="1966961"/>
            <a:ext cx="2121407" cy="3611245"/>
            <a:chOff x="6513593" y="1966960"/>
            <a:chExt cx="2121407" cy="3611245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5C7B1B99-AB43-ACB4-4EB7-F05102CEBE11}"/>
                </a:ext>
              </a:extLst>
            </p:cNvPr>
            <p:cNvSpPr/>
            <p:nvPr/>
          </p:nvSpPr>
          <p:spPr>
            <a:xfrm rot="10800000">
              <a:off x="6513593" y="1966960"/>
              <a:ext cx="2121407" cy="3611245"/>
            </a:xfrm>
            <a:prstGeom prst="round2SameRect">
              <a:avLst/>
            </a:prstGeom>
            <a:solidFill>
              <a:schemeClr val="bg2"/>
            </a:solidFill>
            <a:ln>
              <a:noFill/>
            </a:ln>
            <a:effectLst>
              <a:outerShdw blurRad="127000" dist="38100" dir="2700000" algn="tl" rotWithShape="0">
                <a:schemeClr val="bg1">
                  <a:lumMod val="95000"/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799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B362C99-AEB7-FF7B-D62A-668E7DD7C487}"/>
                </a:ext>
              </a:extLst>
            </p:cNvPr>
            <p:cNvSpPr txBox="1"/>
            <p:nvPr/>
          </p:nvSpPr>
          <p:spPr>
            <a:xfrm>
              <a:off x="6701046" y="3225486"/>
              <a:ext cx="1709928" cy="1385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Exports are the goods and services that a country sells to other countries, contributing to its economy.</a:t>
              </a:r>
              <a:endParaRPr lang="en-IN" sz="140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1" name="Graphic 70" descr="Truck with solid fill">
              <a:extLst>
                <a:ext uri="{FF2B5EF4-FFF2-40B4-BE49-F238E27FC236}">
                  <a16:creationId xmlns:a16="http://schemas.microsoft.com/office/drawing/2014/main" id="{24071534-76D5-101B-DE85-E5C5D96B1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98810" y="4636008"/>
              <a:ext cx="914400" cy="9144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17F95F6-EE1F-C42F-0288-9B6DC32D73B5}"/>
              </a:ext>
            </a:extLst>
          </p:cNvPr>
          <p:cNvGrpSpPr/>
          <p:nvPr/>
        </p:nvGrpSpPr>
        <p:grpSpPr>
          <a:xfrm>
            <a:off x="1001267" y="1939164"/>
            <a:ext cx="2121407" cy="3611245"/>
            <a:chOff x="1001266" y="1939163"/>
            <a:chExt cx="2121407" cy="3611245"/>
          </a:xfrm>
        </p:grpSpPr>
        <p:sp>
          <p:nvSpPr>
            <p:cNvPr id="15" name="Rectangle: Top Corners Rounded 14">
              <a:extLst>
                <a:ext uri="{FF2B5EF4-FFF2-40B4-BE49-F238E27FC236}">
                  <a16:creationId xmlns:a16="http://schemas.microsoft.com/office/drawing/2014/main" id="{A94B786D-9B99-3EEA-902F-DA47891335A3}"/>
                </a:ext>
              </a:extLst>
            </p:cNvPr>
            <p:cNvSpPr/>
            <p:nvPr/>
          </p:nvSpPr>
          <p:spPr>
            <a:xfrm rot="10800000">
              <a:off x="1001266" y="1939163"/>
              <a:ext cx="2121407" cy="3611245"/>
            </a:xfrm>
            <a:prstGeom prst="round2SameRect">
              <a:avLst/>
            </a:prstGeom>
            <a:solidFill>
              <a:schemeClr val="bg2"/>
            </a:solidFill>
            <a:ln>
              <a:noFill/>
            </a:ln>
            <a:effectLst>
              <a:outerShdw blurRad="127000" dist="38100" dir="2700000" algn="tl" rotWithShape="0">
                <a:schemeClr val="bg1">
                  <a:lumMod val="95000"/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799" dirty="0"/>
            </a:p>
          </p:txBody>
        </p:sp>
        <p:grpSp>
          <p:nvGrpSpPr>
            <p:cNvPr id="22" name="Content Placeholder 19" descr="Earth globe: Asia and Australia with solid fill">
              <a:extLst>
                <a:ext uri="{FF2B5EF4-FFF2-40B4-BE49-F238E27FC236}">
                  <a16:creationId xmlns:a16="http://schemas.microsoft.com/office/drawing/2014/main" id="{2FF80A12-F332-F47A-1C72-549A55CCCFC5}"/>
                </a:ext>
              </a:extLst>
            </p:cNvPr>
            <p:cNvGrpSpPr/>
            <p:nvPr/>
          </p:nvGrpSpPr>
          <p:grpSpPr>
            <a:xfrm>
              <a:off x="1684190" y="4845185"/>
              <a:ext cx="539154" cy="539154"/>
              <a:chOff x="1684190" y="4845185"/>
              <a:chExt cx="539154" cy="539154"/>
            </a:xfrm>
            <a:solidFill>
              <a:srgbClr val="BB35FD"/>
            </a:solidFill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4CF914F7-B118-3F38-EF2C-68B1046FE1BC}"/>
                  </a:ext>
                </a:extLst>
              </p:cNvPr>
              <p:cNvSpPr/>
              <p:nvPr/>
            </p:nvSpPr>
            <p:spPr>
              <a:xfrm>
                <a:off x="1684190" y="4845185"/>
                <a:ext cx="539154" cy="539154"/>
              </a:xfrm>
              <a:custGeom>
                <a:avLst/>
                <a:gdLst>
                  <a:gd name="connsiteX0" fmla="*/ 269577 w 539154"/>
                  <a:gd name="connsiteY0" fmla="*/ 0 h 539154"/>
                  <a:gd name="connsiteX1" fmla="*/ 0 w 539154"/>
                  <a:gd name="connsiteY1" fmla="*/ 269577 h 539154"/>
                  <a:gd name="connsiteX2" fmla="*/ 269577 w 539154"/>
                  <a:gd name="connsiteY2" fmla="*/ 539154 h 539154"/>
                  <a:gd name="connsiteX3" fmla="*/ 539154 w 539154"/>
                  <a:gd name="connsiteY3" fmla="*/ 269577 h 539154"/>
                  <a:gd name="connsiteX4" fmla="*/ 269577 w 539154"/>
                  <a:gd name="connsiteY4" fmla="*/ 0 h 539154"/>
                  <a:gd name="connsiteX5" fmla="*/ 269577 w 539154"/>
                  <a:gd name="connsiteY5" fmla="*/ 510778 h 539154"/>
                  <a:gd name="connsiteX6" fmla="*/ 28377 w 539154"/>
                  <a:gd name="connsiteY6" fmla="*/ 269577 h 539154"/>
                  <a:gd name="connsiteX7" fmla="*/ 28377 w 539154"/>
                  <a:gd name="connsiteY7" fmla="*/ 259645 h 539154"/>
                  <a:gd name="connsiteX8" fmla="*/ 38308 w 539154"/>
                  <a:gd name="connsiteY8" fmla="*/ 246876 h 539154"/>
                  <a:gd name="connsiteX9" fmla="*/ 49659 w 539154"/>
                  <a:gd name="connsiteY9" fmla="*/ 241201 h 539154"/>
                  <a:gd name="connsiteX10" fmla="*/ 73779 w 539154"/>
                  <a:gd name="connsiteY10" fmla="*/ 241201 h 539154"/>
                  <a:gd name="connsiteX11" fmla="*/ 80164 w 539154"/>
                  <a:gd name="connsiteY11" fmla="*/ 245457 h 539154"/>
                  <a:gd name="connsiteX12" fmla="*/ 105703 w 539154"/>
                  <a:gd name="connsiteY12" fmla="*/ 296535 h 539154"/>
                  <a:gd name="connsiteX13" fmla="*/ 107831 w 539154"/>
                  <a:gd name="connsiteY13" fmla="*/ 299373 h 539154"/>
                  <a:gd name="connsiteX14" fmla="*/ 116344 w 539154"/>
                  <a:gd name="connsiteY14" fmla="*/ 305048 h 539154"/>
                  <a:gd name="connsiteX15" fmla="*/ 127694 w 539154"/>
                  <a:gd name="connsiteY15" fmla="*/ 299373 h 539154"/>
                  <a:gd name="connsiteX16" fmla="*/ 127694 w 539154"/>
                  <a:gd name="connsiteY16" fmla="*/ 275962 h 539154"/>
                  <a:gd name="connsiteX17" fmla="*/ 131951 w 539154"/>
                  <a:gd name="connsiteY17" fmla="*/ 266030 h 539154"/>
                  <a:gd name="connsiteX18" fmla="*/ 150396 w 539154"/>
                  <a:gd name="connsiteY18" fmla="*/ 247585 h 539154"/>
                  <a:gd name="connsiteX19" fmla="*/ 161037 w 539154"/>
                  <a:gd name="connsiteY19" fmla="*/ 248295 h 539154"/>
                  <a:gd name="connsiteX20" fmla="*/ 182319 w 539154"/>
                  <a:gd name="connsiteY20" fmla="*/ 275252 h 539154"/>
                  <a:gd name="connsiteX21" fmla="*/ 187995 w 539154"/>
                  <a:gd name="connsiteY21" fmla="*/ 278090 h 539154"/>
                  <a:gd name="connsiteX22" fmla="*/ 192960 w 539154"/>
                  <a:gd name="connsiteY22" fmla="*/ 278090 h 539154"/>
                  <a:gd name="connsiteX23" fmla="*/ 202892 w 539154"/>
                  <a:gd name="connsiteY23" fmla="*/ 282347 h 539154"/>
                  <a:gd name="connsiteX24" fmla="*/ 208568 w 539154"/>
                  <a:gd name="connsiteY24" fmla="*/ 288022 h 539154"/>
                  <a:gd name="connsiteX25" fmla="*/ 218499 w 539154"/>
                  <a:gd name="connsiteY25" fmla="*/ 292278 h 539154"/>
                  <a:gd name="connsiteX26" fmla="*/ 219918 w 539154"/>
                  <a:gd name="connsiteY26" fmla="*/ 292278 h 539154"/>
                  <a:gd name="connsiteX27" fmla="*/ 227012 w 539154"/>
                  <a:gd name="connsiteY27" fmla="*/ 285184 h 539154"/>
                  <a:gd name="connsiteX28" fmla="*/ 227012 w 539154"/>
                  <a:gd name="connsiteY28" fmla="*/ 268158 h 539154"/>
                  <a:gd name="connsiteX29" fmla="*/ 222756 w 539154"/>
                  <a:gd name="connsiteY29" fmla="*/ 261774 h 539154"/>
                  <a:gd name="connsiteX30" fmla="*/ 216371 w 539154"/>
                  <a:gd name="connsiteY30" fmla="*/ 258936 h 539154"/>
                  <a:gd name="connsiteX31" fmla="*/ 212115 w 539154"/>
                  <a:gd name="connsiteY31" fmla="*/ 252551 h 539154"/>
                  <a:gd name="connsiteX32" fmla="*/ 212115 w 539154"/>
                  <a:gd name="connsiteY32" fmla="*/ 241201 h 539154"/>
                  <a:gd name="connsiteX33" fmla="*/ 219209 w 539154"/>
                  <a:gd name="connsiteY33" fmla="*/ 234106 h 539154"/>
                  <a:gd name="connsiteX34" fmla="*/ 236944 w 539154"/>
                  <a:gd name="connsiteY34" fmla="*/ 234106 h 539154"/>
                  <a:gd name="connsiteX35" fmla="*/ 242619 w 539154"/>
                  <a:gd name="connsiteY35" fmla="*/ 231269 h 539154"/>
                  <a:gd name="connsiteX36" fmla="*/ 252551 w 539154"/>
                  <a:gd name="connsiteY36" fmla="*/ 216371 h 539154"/>
                  <a:gd name="connsiteX37" fmla="*/ 254679 w 539154"/>
                  <a:gd name="connsiteY37" fmla="*/ 208568 h 539154"/>
                  <a:gd name="connsiteX38" fmla="*/ 254679 w 539154"/>
                  <a:gd name="connsiteY38" fmla="*/ 193670 h 539154"/>
                  <a:gd name="connsiteX39" fmla="*/ 253970 w 539154"/>
                  <a:gd name="connsiteY39" fmla="*/ 190123 h 539154"/>
                  <a:gd name="connsiteX40" fmla="*/ 249004 w 539154"/>
                  <a:gd name="connsiteY40" fmla="*/ 168840 h 539154"/>
                  <a:gd name="connsiteX41" fmla="*/ 252551 w 539154"/>
                  <a:gd name="connsiteY41" fmla="*/ 161037 h 539154"/>
                  <a:gd name="connsiteX42" fmla="*/ 256098 w 539154"/>
                  <a:gd name="connsiteY42" fmla="*/ 159618 h 539154"/>
                  <a:gd name="connsiteX43" fmla="*/ 265321 w 539154"/>
                  <a:gd name="connsiteY43" fmla="*/ 161746 h 539154"/>
                  <a:gd name="connsiteX44" fmla="*/ 275962 w 539154"/>
                  <a:gd name="connsiteY44" fmla="*/ 178063 h 539154"/>
                  <a:gd name="connsiteX45" fmla="*/ 283056 w 539154"/>
                  <a:gd name="connsiteY45" fmla="*/ 178063 h 539154"/>
                  <a:gd name="connsiteX46" fmla="*/ 284475 w 539154"/>
                  <a:gd name="connsiteY46" fmla="*/ 150396 h 539154"/>
                  <a:gd name="connsiteX47" fmla="*/ 290150 w 539154"/>
                  <a:gd name="connsiteY47" fmla="*/ 136917 h 539154"/>
                  <a:gd name="connsiteX48" fmla="*/ 308595 w 539154"/>
                  <a:gd name="connsiteY48" fmla="*/ 122729 h 539154"/>
                  <a:gd name="connsiteX49" fmla="*/ 311433 w 539154"/>
                  <a:gd name="connsiteY49" fmla="*/ 117053 h 539154"/>
                  <a:gd name="connsiteX50" fmla="*/ 311433 w 539154"/>
                  <a:gd name="connsiteY50" fmla="*/ 113506 h 539154"/>
                  <a:gd name="connsiteX51" fmla="*/ 318527 w 539154"/>
                  <a:gd name="connsiteY51" fmla="*/ 106412 h 539154"/>
                  <a:gd name="connsiteX52" fmla="*/ 325621 w 539154"/>
                  <a:gd name="connsiteY52" fmla="*/ 99318 h 539154"/>
                  <a:gd name="connsiteX53" fmla="*/ 325621 w 539154"/>
                  <a:gd name="connsiteY53" fmla="*/ 97899 h 539154"/>
                  <a:gd name="connsiteX54" fmla="*/ 319946 w 539154"/>
                  <a:gd name="connsiteY54" fmla="*/ 90805 h 539154"/>
                  <a:gd name="connsiteX55" fmla="*/ 307176 w 539154"/>
                  <a:gd name="connsiteY55" fmla="*/ 87967 h 539154"/>
                  <a:gd name="connsiteX56" fmla="*/ 302920 w 539154"/>
                  <a:gd name="connsiteY56" fmla="*/ 76617 h 539154"/>
                  <a:gd name="connsiteX57" fmla="*/ 311433 w 539154"/>
                  <a:gd name="connsiteY57" fmla="*/ 65266 h 539154"/>
                  <a:gd name="connsiteX58" fmla="*/ 328458 w 539154"/>
                  <a:gd name="connsiteY58" fmla="*/ 56753 h 539154"/>
                  <a:gd name="connsiteX59" fmla="*/ 350450 w 539154"/>
                  <a:gd name="connsiteY59" fmla="*/ 56753 h 539154"/>
                  <a:gd name="connsiteX60" fmla="*/ 363220 w 539154"/>
                  <a:gd name="connsiteY60" fmla="*/ 48240 h 539154"/>
                  <a:gd name="connsiteX61" fmla="*/ 510778 w 539154"/>
                  <a:gd name="connsiteY61" fmla="*/ 269577 h 539154"/>
                  <a:gd name="connsiteX62" fmla="*/ 269577 w 539154"/>
                  <a:gd name="connsiteY62" fmla="*/ 510778 h 53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539154" h="539154">
                    <a:moveTo>
                      <a:pt x="269577" y="0"/>
                    </a:moveTo>
                    <a:cubicBezTo>
                      <a:pt x="120600" y="0"/>
                      <a:pt x="0" y="120600"/>
                      <a:pt x="0" y="269577"/>
                    </a:cubicBezTo>
                    <a:cubicBezTo>
                      <a:pt x="0" y="418554"/>
                      <a:pt x="120600" y="539154"/>
                      <a:pt x="269577" y="539154"/>
                    </a:cubicBezTo>
                    <a:cubicBezTo>
                      <a:pt x="418554" y="539154"/>
                      <a:pt x="539154" y="418554"/>
                      <a:pt x="539154" y="269577"/>
                    </a:cubicBezTo>
                    <a:cubicBezTo>
                      <a:pt x="539154" y="120600"/>
                      <a:pt x="418554" y="0"/>
                      <a:pt x="269577" y="0"/>
                    </a:cubicBezTo>
                    <a:close/>
                    <a:moveTo>
                      <a:pt x="269577" y="510778"/>
                    </a:moveTo>
                    <a:cubicBezTo>
                      <a:pt x="136917" y="510778"/>
                      <a:pt x="28377" y="402237"/>
                      <a:pt x="28377" y="269577"/>
                    </a:cubicBezTo>
                    <a:cubicBezTo>
                      <a:pt x="28377" y="266030"/>
                      <a:pt x="28377" y="263192"/>
                      <a:pt x="28377" y="259645"/>
                    </a:cubicBezTo>
                    <a:lnTo>
                      <a:pt x="38308" y="246876"/>
                    </a:lnTo>
                    <a:cubicBezTo>
                      <a:pt x="41146" y="243329"/>
                      <a:pt x="45402" y="241201"/>
                      <a:pt x="49659" y="241201"/>
                    </a:cubicBezTo>
                    <a:lnTo>
                      <a:pt x="73779" y="241201"/>
                    </a:lnTo>
                    <a:cubicBezTo>
                      <a:pt x="76617" y="241201"/>
                      <a:pt x="78745" y="242619"/>
                      <a:pt x="80164" y="245457"/>
                    </a:cubicBezTo>
                    <a:lnTo>
                      <a:pt x="105703" y="296535"/>
                    </a:lnTo>
                    <a:cubicBezTo>
                      <a:pt x="106412" y="297954"/>
                      <a:pt x="107121" y="298663"/>
                      <a:pt x="107831" y="299373"/>
                    </a:cubicBezTo>
                    <a:lnTo>
                      <a:pt x="116344" y="305048"/>
                    </a:lnTo>
                    <a:cubicBezTo>
                      <a:pt x="121310" y="307886"/>
                      <a:pt x="127694" y="305048"/>
                      <a:pt x="127694" y="299373"/>
                    </a:cubicBezTo>
                    <a:lnTo>
                      <a:pt x="127694" y="275962"/>
                    </a:lnTo>
                    <a:cubicBezTo>
                      <a:pt x="127694" y="272415"/>
                      <a:pt x="129113" y="268868"/>
                      <a:pt x="131951" y="266030"/>
                    </a:cubicBezTo>
                    <a:lnTo>
                      <a:pt x="150396" y="247585"/>
                    </a:lnTo>
                    <a:cubicBezTo>
                      <a:pt x="153233" y="244748"/>
                      <a:pt x="158199" y="244748"/>
                      <a:pt x="161037" y="248295"/>
                    </a:cubicBezTo>
                    <a:lnTo>
                      <a:pt x="182319" y="275252"/>
                    </a:lnTo>
                    <a:cubicBezTo>
                      <a:pt x="183738" y="276671"/>
                      <a:pt x="185866" y="278090"/>
                      <a:pt x="187995" y="278090"/>
                    </a:cubicBezTo>
                    <a:lnTo>
                      <a:pt x="192960" y="278090"/>
                    </a:lnTo>
                    <a:cubicBezTo>
                      <a:pt x="196508" y="278090"/>
                      <a:pt x="200055" y="279509"/>
                      <a:pt x="202892" y="282347"/>
                    </a:cubicBezTo>
                    <a:lnTo>
                      <a:pt x="208568" y="288022"/>
                    </a:lnTo>
                    <a:cubicBezTo>
                      <a:pt x="211405" y="290860"/>
                      <a:pt x="214952" y="292278"/>
                      <a:pt x="218499" y="292278"/>
                    </a:cubicBezTo>
                    <a:lnTo>
                      <a:pt x="219918" y="292278"/>
                    </a:lnTo>
                    <a:cubicBezTo>
                      <a:pt x="224175" y="292278"/>
                      <a:pt x="227012" y="289441"/>
                      <a:pt x="227012" y="285184"/>
                    </a:cubicBezTo>
                    <a:lnTo>
                      <a:pt x="227012" y="268158"/>
                    </a:lnTo>
                    <a:cubicBezTo>
                      <a:pt x="227012" y="265321"/>
                      <a:pt x="225594" y="263192"/>
                      <a:pt x="222756" y="261774"/>
                    </a:cubicBezTo>
                    <a:lnTo>
                      <a:pt x="216371" y="258936"/>
                    </a:lnTo>
                    <a:cubicBezTo>
                      <a:pt x="214243" y="257517"/>
                      <a:pt x="212115" y="255389"/>
                      <a:pt x="212115" y="252551"/>
                    </a:cubicBezTo>
                    <a:lnTo>
                      <a:pt x="212115" y="241201"/>
                    </a:lnTo>
                    <a:cubicBezTo>
                      <a:pt x="212115" y="236944"/>
                      <a:pt x="214952" y="234106"/>
                      <a:pt x="219209" y="234106"/>
                    </a:cubicBezTo>
                    <a:lnTo>
                      <a:pt x="236944" y="234106"/>
                    </a:lnTo>
                    <a:cubicBezTo>
                      <a:pt x="239072" y="234106"/>
                      <a:pt x="241201" y="232688"/>
                      <a:pt x="242619" y="231269"/>
                    </a:cubicBezTo>
                    <a:lnTo>
                      <a:pt x="252551" y="216371"/>
                    </a:lnTo>
                    <a:cubicBezTo>
                      <a:pt x="253970" y="214243"/>
                      <a:pt x="254679" y="211405"/>
                      <a:pt x="254679" y="208568"/>
                    </a:cubicBezTo>
                    <a:lnTo>
                      <a:pt x="254679" y="193670"/>
                    </a:lnTo>
                    <a:cubicBezTo>
                      <a:pt x="254679" y="192251"/>
                      <a:pt x="254679" y="191542"/>
                      <a:pt x="253970" y="190123"/>
                    </a:cubicBezTo>
                    <a:lnTo>
                      <a:pt x="249004" y="168840"/>
                    </a:lnTo>
                    <a:cubicBezTo>
                      <a:pt x="248295" y="165293"/>
                      <a:pt x="249714" y="162456"/>
                      <a:pt x="252551" y="161037"/>
                    </a:cubicBezTo>
                    <a:lnTo>
                      <a:pt x="256098" y="159618"/>
                    </a:lnTo>
                    <a:cubicBezTo>
                      <a:pt x="259645" y="158199"/>
                      <a:pt x="263192" y="158909"/>
                      <a:pt x="265321" y="161746"/>
                    </a:cubicBezTo>
                    <a:cubicBezTo>
                      <a:pt x="265321" y="161746"/>
                      <a:pt x="271705" y="175225"/>
                      <a:pt x="275962" y="178063"/>
                    </a:cubicBezTo>
                    <a:cubicBezTo>
                      <a:pt x="277381" y="178772"/>
                      <a:pt x="281637" y="179482"/>
                      <a:pt x="283056" y="178063"/>
                    </a:cubicBezTo>
                    <a:cubicBezTo>
                      <a:pt x="287313" y="173806"/>
                      <a:pt x="285894" y="159618"/>
                      <a:pt x="284475" y="150396"/>
                    </a:cubicBezTo>
                    <a:cubicBezTo>
                      <a:pt x="283765" y="145430"/>
                      <a:pt x="285894" y="140464"/>
                      <a:pt x="290150" y="136917"/>
                    </a:cubicBezTo>
                    <a:lnTo>
                      <a:pt x="308595" y="122729"/>
                    </a:lnTo>
                    <a:cubicBezTo>
                      <a:pt x="310723" y="121310"/>
                      <a:pt x="311433" y="119181"/>
                      <a:pt x="311433" y="117053"/>
                    </a:cubicBezTo>
                    <a:lnTo>
                      <a:pt x="311433" y="113506"/>
                    </a:lnTo>
                    <a:cubicBezTo>
                      <a:pt x="311433" y="109250"/>
                      <a:pt x="314270" y="106412"/>
                      <a:pt x="318527" y="106412"/>
                    </a:cubicBezTo>
                    <a:cubicBezTo>
                      <a:pt x="322783" y="106412"/>
                      <a:pt x="325621" y="103574"/>
                      <a:pt x="325621" y="99318"/>
                    </a:cubicBezTo>
                    <a:lnTo>
                      <a:pt x="325621" y="97899"/>
                    </a:lnTo>
                    <a:cubicBezTo>
                      <a:pt x="325621" y="94352"/>
                      <a:pt x="323493" y="91514"/>
                      <a:pt x="319946" y="90805"/>
                    </a:cubicBezTo>
                    <a:lnTo>
                      <a:pt x="307176" y="87967"/>
                    </a:lnTo>
                    <a:cubicBezTo>
                      <a:pt x="302210" y="86548"/>
                      <a:pt x="300082" y="80873"/>
                      <a:pt x="302920" y="76617"/>
                    </a:cubicBezTo>
                    <a:lnTo>
                      <a:pt x="311433" y="65266"/>
                    </a:lnTo>
                    <a:cubicBezTo>
                      <a:pt x="315689" y="59591"/>
                      <a:pt x="322074" y="56753"/>
                      <a:pt x="328458" y="56753"/>
                    </a:cubicBezTo>
                    <a:lnTo>
                      <a:pt x="350450" y="56753"/>
                    </a:lnTo>
                    <a:cubicBezTo>
                      <a:pt x="356126" y="56753"/>
                      <a:pt x="361092" y="53206"/>
                      <a:pt x="363220" y="48240"/>
                    </a:cubicBezTo>
                    <a:cubicBezTo>
                      <a:pt x="450478" y="85130"/>
                      <a:pt x="510778" y="170259"/>
                      <a:pt x="510778" y="269577"/>
                    </a:cubicBezTo>
                    <a:cubicBezTo>
                      <a:pt x="510778" y="402237"/>
                      <a:pt x="402237" y="510778"/>
                      <a:pt x="269577" y="510778"/>
                    </a:cubicBezTo>
                    <a:close/>
                  </a:path>
                </a:pathLst>
              </a:custGeom>
              <a:solidFill>
                <a:srgbClr val="BB35FD"/>
              </a:solidFill>
              <a:ln w="70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1799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8226DA35-3E96-BE0D-056B-B1950A524E39}"/>
                  </a:ext>
                </a:extLst>
              </p:cNvPr>
              <p:cNvSpPr/>
              <p:nvPr/>
            </p:nvSpPr>
            <p:spPr>
              <a:xfrm>
                <a:off x="1937813" y="5208227"/>
                <a:ext cx="142680" cy="98076"/>
              </a:xfrm>
              <a:custGeom>
                <a:avLst/>
                <a:gdLst>
                  <a:gd name="connsiteX0" fmla="*/ 137263 w 142680"/>
                  <a:gd name="connsiteY0" fmla="*/ 51255 h 98076"/>
                  <a:gd name="connsiteX1" fmla="*/ 134426 w 142680"/>
                  <a:gd name="connsiteY1" fmla="*/ 46289 h 98076"/>
                  <a:gd name="connsiteX2" fmla="*/ 106759 w 142680"/>
                  <a:gd name="connsiteY2" fmla="*/ 4434 h 98076"/>
                  <a:gd name="connsiteX3" fmla="*/ 93989 w 142680"/>
                  <a:gd name="connsiteY3" fmla="*/ 7981 h 98076"/>
                  <a:gd name="connsiteX4" fmla="*/ 93989 w 142680"/>
                  <a:gd name="connsiteY4" fmla="*/ 12947 h 98076"/>
                  <a:gd name="connsiteX5" fmla="*/ 86895 w 142680"/>
                  <a:gd name="connsiteY5" fmla="*/ 20041 h 98076"/>
                  <a:gd name="connsiteX6" fmla="*/ 84057 w 142680"/>
                  <a:gd name="connsiteY6" fmla="*/ 20041 h 98076"/>
                  <a:gd name="connsiteX7" fmla="*/ 77673 w 142680"/>
                  <a:gd name="connsiteY7" fmla="*/ 15784 h 98076"/>
                  <a:gd name="connsiteX8" fmla="*/ 71997 w 142680"/>
                  <a:gd name="connsiteY8" fmla="*/ 3724 h 98076"/>
                  <a:gd name="connsiteX9" fmla="*/ 59228 w 142680"/>
                  <a:gd name="connsiteY9" fmla="*/ 3724 h 98076"/>
                  <a:gd name="connsiteX10" fmla="*/ 53553 w 142680"/>
                  <a:gd name="connsiteY10" fmla="*/ 10109 h 98076"/>
                  <a:gd name="connsiteX11" fmla="*/ 48587 w 142680"/>
                  <a:gd name="connsiteY11" fmla="*/ 12237 h 98076"/>
                  <a:gd name="connsiteX12" fmla="*/ 43621 w 142680"/>
                  <a:gd name="connsiteY12" fmla="*/ 12237 h 98076"/>
                  <a:gd name="connsiteX13" fmla="*/ 33689 w 142680"/>
                  <a:gd name="connsiteY13" fmla="*/ 16494 h 98076"/>
                  <a:gd name="connsiteX14" fmla="*/ 5313 w 142680"/>
                  <a:gd name="connsiteY14" fmla="*/ 39195 h 98076"/>
                  <a:gd name="connsiteX15" fmla="*/ 2475 w 142680"/>
                  <a:gd name="connsiteY15" fmla="*/ 58349 h 98076"/>
                  <a:gd name="connsiteX16" fmla="*/ 20920 w 142680"/>
                  <a:gd name="connsiteY16" fmla="*/ 88854 h 98076"/>
                  <a:gd name="connsiteX17" fmla="*/ 42911 w 142680"/>
                  <a:gd name="connsiteY17" fmla="*/ 91692 h 98076"/>
                  <a:gd name="connsiteX18" fmla="*/ 56390 w 142680"/>
                  <a:gd name="connsiteY18" fmla="*/ 78213 h 98076"/>
                  <a:gd name="connsiteX19" fmla="*/ 75545 w 142680"/>
                  <a:gd name="connsiteY19" fmla="*/ 77503 h 98076"/>
                  <a:gd name="connsiteX20" fmla="*/ 98955 w 142680"/>
                  <a:gd name="connsiteY20" fmla="*/ 96658 h 98076"/>
                  <a:gd name="connsiteX21" fmla="*/ 103212 w 142680"/>
                  <a:gd name="connsiteY21" fmla="*/ 98076 h 98076"/>
                  <a:gd name="connsiteX22" fmla="*/ 122366 w 142680"/>
                  <a:gd name="connsiteY22" fmla="*/ 98076 h 98076"/>
                  <a:gd name="connsiteX23" fmla="*/ 129460 w 142680"/>
                  <a:gd name="connsiteY23" fmla="*/ 90982 h 98076"/>
                  <a:gd name="connsiteX24" fmla="*/ 129460 w 142680"/>
                  <a:gd name="connsiteY24" fmla="*/ 81050 h 98076"/>
                  <a:gd name="connsiteX25" fmla="*/ 133716 w 142680"/>
                  <a:gd name="connsiteY25" fmla="*/ 74666 h 98076"/>
                  <a:gd name="connsiteX26" fmla="*/ 138682 w 142680"/>
                  <a:gd name="connsiteY26" fmla="*/ 72538 h 98076"/>
                  <a:gd name="connsiteX27" fmla="*/ 142229 w 142680"/>
                  <a:gd name="connsiteY27" fmla="*/ 64025 h 98076"/>
                  <a:gd name="connsiteX28" fmla="*/ 137263 w 142680"/>
                  <a:gd name="connsiteY28" fmla="*/ 51255 h 98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2680" h="98076">
                    <a:moveTo>
                      <a:pt x="137263" y="51255"/>
                    </a:moveTo>
                    <a:cubicBezTo>
                      <a:pt x="136554" y="49836"/>
                      <a:pt x="135845" y="47708"/>
                      <a:pt x="134426" y="46289"/>
                    </a:cubicBezTo>
                    <a:lnTo>
                      <a:pt x="106759" y="4434"/>
                    </a:lnTo>
                    <a:cubicBezTo>
                      <a:pt x="103212" y="-1241"/>
                      <a:pt x="93989" y="887"/>
                      <a:pt x="93989" y="7981"/>
                    </a:cubicBezTo>
                    <a:lnTo>
                      <a:pt x="93989" y="12947"/>
                    </a:lnTo>
                    <a:cubicBezTo>
                      <a:pt x="93989" y="17203"/>
                      <a:pt x="91152" y="20041"/>
                      <a:pt x="86895" y="20041"/>
                    </a:cubicBezTo>
                    <a:lnTo>
                      <a:pt x="84057" y="20041"/>
                    </a:lnTo>
                    <a:cubicBezTo>
                      <a:pt x="81220" y="20041"/>
                      <a:pt x="79092" y="18622"/>
                      <a:pt x="77673" y="15784"/>
                    </a:cubicBezTo>
                    <a:lnTo>
                      <a:pt x="71997" y="3724"/>
                    </a:lnTo>
                    <a:cubicBezTo>
                      <a:pt x="69160" y="-1241"/>
                      <a:pt x="62066" y="-1241"/>
                      <a:pt x="59228" y="3724"/>
                    </a:cubicBezTo>
                    <a:lnTo>
                      <a:pt x="53553" y="10109"/>
                    </a:lnTo>
                    <a:cubicBezTo>
                      <a:pt x="52134" y="11528"/>
                      <a:pt x="50006" y="12237"/>
                      <a:pt x="48587" y="12237"/>
                    </a:cubicBezTo>
                    <a:lnTo>
                      <a:pt x="43621" y="12237"/>
                    </a:lnTo>
                    <a:cubicBezTo>
                      <a:pt x="40074" y="12237"/>
                      <a:pt x="36527" y="13656"/>
                      <a:pt x="33689" y="16494"/>
                    </a:cubicBezTo>
                    <a:lnTo>
                      <a:pt x="5313" y="39195"/>
                    </a:lnTo>
                    <a:cubicBezTo>
                      <a:pt x="-363" y="44161"/>
                      <a:pt x="-1782" y="52674"/>
                      <a:pt x="2475" y="58349"/>
                    </a:cubicBezTo>
                    <a:lnTo>
                      <a:pt x="20920" y="88854"/>
                    </a:lnTo>
                    <a:cubicBezTo>
                      <a:pt x="25886" y="96658"/>
                      <a:pt x="36527" y="98076"/>
                      <a:pt x="42911" y="91692"/>
                    </a:cubicBezTo>
                    <a:lnTo>
                      <a:pt x="56390" y="78213"/>
                    </a:lnTo>
                    <a:cubicBezTo>
                      <a:pt x="61356" y="73247"/>
                      <a:pt x="69869" y="72538"/>
                      <a:pt x="75545" y="77503"/>
                    </a:cubicBezTo>
                    <a:lnTo>
                      <a:pt x="98955" y="96658"/>
                    </a:lnTo>
                    <a:cubicBezTo>
                      <a:pt x="100374" y="97367"/>
                      <a:pt x="101793" y="98076"/>
                      <a:pt x="103212" y="98076"/>
                    </a:cubicBezTo>
                    <a:lnTo>
                      <a:pt x="122366" y="98076"/>
                    </a:lnTo>
                    <a:cubicBezTo>
                      <a:pt x="126622" y="98076"/>
                      <a:pt x="129460" y="95239"/>
                      <a:pt x="129460" y="90982"/>
                    </a:cubicBezTo>
                    <a:lnTo>
                      <a:pt x="129460" y="81050"/>
                    </a:lnTo>
                    <a:cubicBezTo>
                      <a:pt x="129460" y="78213"/>
                      <a:pt x="130879" y="76085"/>
                      <a:pt x="133716" y="74666"/>
                    </a:cubicBezTo>
                    <a:lnTo>
                      <a:pt x="138682" y="72538"/>
                    </a:lnTo>
                    <a:cubicBezTo>
                      <a:pt x="141520" y="71119"/>
                      <a:pt x="143648" y="67572"/>
                      <a:pt x="142229" y="64025"/>
                    </a:cubicBezTo>
                    <a:lnTo>
                      <a:pt x="137263" y="51255"/>
                    </a:lnTo>
                    <a:close/>
                  </a:path>
                </a:pathLst>
              </a:custGeom>
              <a:solidFill>
                <a:srgbClr val="BB35FD"/>
              </a:solidFill>
              <a:ln w="70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1799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35D4AA5-BE03-ED7D-AD03-42460C94C2CF}"/>
                  </a:ext>
                </a:extLst>
              </p:cNvPr>
              <p:cNvSpPr/>
              <p:nvPr/>
            </p:nvSpPr>
            <p:spPr>
              <a:xfrm>
                <a:off x="1996332" y="5157327"/>
                <a:ext cx="56753" cy="33342"/>
              </a:xfrm>
              <a:custGeom>
                <a:avLst/>
                <a:gdLst>
                  <a:gd name="connsiteX0" fmla="*/ 0 w 56753"/>
                  <a:gd name="connsiteY0" fmla="*/ 7094 h 33342"/>
                  <a:gd name="connsiteX1" fmla="*/ 17735 w 56753"/>
                  <a:gd name="connsiteY1" fmla="*/ 30505 h 33342"/>
                  <a:gd name="connsiteX2" fmla="*/ 26248 w 56753"/>
                  <a:gd name="connsiteY2" fmla="*/ 32633 h 33342"/>
                  <a:gd name="connsiteX3" fmla="*/ 35471 w 56753"/>
                  <a:gd name="connsiteY3" fmla="*/ 28377 h 33342"/>
                  <a:gd name="connsiteX4" fmla="*/ 47531 w 56753"/>
                  <a:gd name="connsiteY4" fmla="*/ 32633 h 33342"/>
                  <a:gd name="connsiteX5" fmla="*/ 56753 w 56753"/>
                  <a:gd name="connsiteY5" fmla="*/ 26248 h 33342"/>
                  <a:gd name="connsiteX6" fmla="*/ 56753 w 56753"/>
                  <a:gd name="connsiteY6" fmla="*/ 26248 h 33342"/>
                  <a:gd name="connsiteX7" fmla="*/ 53206 w 56753"/>
                  <a:gd name="connsiteY7" fmla="*/ 19864 h 33342"/>
                  <a:gd name="connsiteX8" fmla="*/ 22701 w 56753"/>
                  <a:gd name="connsiteY8" fmla="*/ 1419 h 33342"/>
                  <a:gd name="connsiteX9" fmla="*/ 19154 w 56753"/>
                  <a:gd name="connsiteY9" fmla="*/ 0 h 33342"/>
                  <a:gd name="connsiteX10" fmla="*/ 0 w 56753"/>
                  <a:gd name="connsiteY10" fmla="*/ 0 h 33342"/>
                  <a:gd name="connsiteX11" fmla="*/ 0 w 56753"/>
                  <a:gd name="connsiteY11" fmla="*/ 7094 h 333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6753" h="33342">
                    <a:moveTo>
                      <a:pt x="0" y="7094"/>
                    </a:moveTo>
                    <a:lnTo>
                      <a:pt x="17735" y="30505"/>
                    </a:lnTo>
                    <a:cubicBezTo>
                      <a:pt x="19864" y="33342"/>
                      <a:pt x="23411" y="34052"/>
                      <a:pt x="26248" y="32633"/>
                    </a:cubicBezTo>
                    <a:lnTo>
                      <a:pt x="35471" y="28377"/>
                    </a:lnTo>
                    <a:lnTo>
                      <a:pt x="47531" y="32633"/>
                    </a:lnTo>
                    <a:cubicBezTo>
                      <a:pt x="51787" y="34052"/>
                      <a:pt x="56753" y="30505"/>
                      <a:pt x="56753" y="26248"/>
                    </a:cubicBezTo>
                    <a:lnTo>
                      <a:pt x="56753" y="26248"/>
                    </a:lnTo>
                    <a:cubicBezTo>
                      <a:pt x="56753" y="23411"/>
                      <a:pt x="55334" y="21282"/>
                      <a:pt x="53206" y="19864"/>
                    </a:cubicBezTo>
                    <a:lnTo>
                      <a:pt x="22701" y="1419"/>
                    </a:lnTo>
                    <a:cubicBezTo>
                      <a:pt x="21992" y="0"/>
                      <a:pt x="20573" y="0"/>
                      <a:pt x="19154" y="0"/>
                    </a:cubicBezTo>
                    <a:lnTo>
                      <a:pt x="0" y="0"/>
                    </a:lnTo>
                    <a:lnTo>
                      <a:pt x="0" y="7094"/>
                    </a:lnTo>
                    <a:close/>
                  </a:path>
                </a:pathLst>
              </a:custGeom>
              <a:solidFill>
                <a:srgbClr val="BB35FD"/>
              </a:solidFill>
              <a:ln w="70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1799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40E16B18-DA02-4977-3FD8-6D92EA42903C}"/>
                  </a:ext>
                </a:extLst>
              </p:cNvPr>
              <p:cNvSpPr/>
              <p:nvPr/>
            </p:nvSpPr>
            <p:spPr>
              <a:xfrm>
                <a:off x="1917630" y="5146110"/>
                <a:ext cx="28599" cy="29389"/>
              </a:xfrm>
              <a:custGeom>
                <a:avLst/>
                <a:gdLst>
                  <a:gd name="connsiteX0" fmla="*/ 24077 w 28599"/>
                  <a:gd name="connsiteY0" fmla="*/ 23986 h 29389"/>
                  <a:gd name="connsiteX1" fmla="*/ 28334 w 28599"/>
                  <a:gd name="connsiteY1" fmla="*/ 8379 h 29389"/>
                  <a:gd name="connsiteX2" fmla="*/ 26206 w 28599"/>
                  <a:gd name="connsiteY2" fmla="*/ 1994 h 29389"/>
                  <a:gd name="connsiteX3" fmla="*/ 16983 w 28599"/>
                  <a:gd name="connsiteY3" fmla="*/ 1285 h 29389"/>
                  <a:gd name="connsiteX4" fmla="*/ 2795 w 28599"/>
                  <a:gd name="connsiteY4" fmla="*/ 11926 h 29389"/>
                  <a:gd name="connsiteX5" fmla="*/ 4214 w 28599"/>
                  <a:gd name="connsiteY5" fmla="*/ 23986 h 29389"/>
                  <a:gd name="connsiteX6" fmla="*/ 14146 w 28599"/>
                  <a:gd name="connsiteY6" fmla="*/ 28952 h 29389"/>
                  <a:gd name="connsiteX7" fmla="*/ 24077 w 28599"/>
                  <a:gd name="connsiteY7" fmla="*/ 23986 h 29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599" h="29389">
                    <a:moveTo>
                      <a:pt x="24077" y="23986"/>
                    </a:moveTo>
                    <a:lnTo>
                      <a:pt x="28334" y="8379"/>
                    </a:lnTo>
                    <a:cubicBezTo>
                      <a:pt x="29043" y="6251"/>
                      <a:pt x="28334" y="3413"/>
                      <a:pt x="26206" y="1994"/>
                    </a:cubicBezTo>
                    <a:cubicBezTo>
                      <a:pt x="24077" y="-134"/>
                      <a:pt x="19821" y="-843"/>
                      <a:pt x="16983" y="1285"/>
                    </a:cubicBezTo>
                    <a:lnTo>
                      <a:pt x="2795" y="11926"/>
                    </a:lnTo>
                    <a:cubicBezTo>
                      <a:pt x="-1462" y="14764"/>
                      <a:pt x="-752" y="21858"/>
                      <a:pt x="4214" y="23986"/>
                    </a:cubicBezTo>
                    <a:lnTo>
                      <a:pt x="14146" y="28952"/>
                    </a:lnTo>
                    <a:cubicBezTo>
                      <a:pt x="18402" y="30371"/>
                      <a:pt x="22658" y="28243"/>
                      <a:pt x="24077" y="23986"/>
                    </a:cubicBezTo>
                    <a:close/>
                  </a:path>
                </a:pathLst>
              </a:custGeom>
              <a:solidFill>
                <a:srgbClr val="BB35FD"/>
              </a:solidFill>
              <a:ln w="70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1799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0EA10DE-DFBD-D541-7EFE-220A08921DC2}"/>
                  </a:ext>
                </a:extLst>
              </p:cNvPr>
              <p:cNvSpPr/>
              <p:nvPr/>
            </p:nvSpPr>
            <p:spPr>
              <a:xfrm>
                <a:off x="1861543" y="5152495"/>
                <a:ext cx="70941" cy="46256"/>
              </a:xfrm>
              <a:custGeom>
                <a:avLst/>
                <a:gdLst>
                  <a:gd name="connsiteX0" fmla="*/ 12060 w 70941"/>
                  <a:gd name="connsiteY0" fmla="*/ 1285 h 46256"/>
                  <a:gd name="connsiteX1" fmla="*/ 2838 w 70941"/>
                  <a:gd name="connsiteY1" fmla="*/ 1994 h 46256"/>
                  <a:gd name="connsiteX2" fmla="*/ 0 w 70941"/>
                  <a:gd name="connsiteY2" fmla="*/ 4832 h 46256"/>
                  <a:gd name="connsiteX3" fmla="*/ 41855 w 70941"/>
                  <a:gd name="connsiteY3" fmla="*/ 39593 h 46256"/>
                  <a:gd name="connsiteX4" fmla="*/ 43984 w 70941"/>
                  <a:gd name="connsiteY4" fmla="*/ 41012 h 46256"/>
                  <a:gd name="connsiteX5" fmla="*/ 59591 w 70941"/>
                  <a:gd name="connsiteY5" fmla="*/ 45978 h 46256"/>
                  <a:gd name="connsiteX6" fmla="*/ 66685 w 70941"/>
                  <a:gd name="connsiteY6" fmla="*/ 44559 h 46256"/>
                  <a:gd name="connsiteX7" fmla="*/ 70941 w 70941"/>
                  <a:gd name="connsiteY7" fmla="*/ 40303 h 46256"/>
                  <a:gd name="connsiteX8" fmla="*/ 12060 w 70941"/>
                  <a:gd name="connsiteY8" fmla="*/ 1285 h 46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941" h="46256">
                    <a:moveTo>
                      <a:pt x="12060" y="1285"/>
                    </a:moveTo>
                    <a:cubicBezTo>
                      <a:pt x="9222" y="-843"/>
                      <a:pt x="5675" y="-134"/>
                      <a:pt x="2838" y="1994"/>
                    </a:cubicBezTo>
                    <a:lnTo>
                      <a:pt x="0" y="4832"/>
                    </a:lnTo>
                    <a:lnTo>
                      <a:pt x="41855" y="39593"/>
                    </a:lnTo>
                    <a:cubicBezTo>
                      <a:pt x="42565" y="40303"/>
                      <a:pt x="43274" y="40303"/>
                      <a:pt x="43984" y="41012"/>
                    </a:cubicBezTo>
                    <a:lnTo>
                      <a:pt x="59591" y="45978"/>
                    </a:lnTo>
                    <a:cubicBezTo>
                      <a:pt x="62428" y="46688"/>
                      <a:pt x="65266" y="45978"/>
                      <a:pt x="66685" y="44559"/>
                    </a:cubicBezTo>
                    <a:lnTo>
                      <a:pt x="70941" y="40303"/>
                    </a:lnTo>
                    <a:cubicBezTo>
                      <a:pt x="41146" y="31790"/>
                      <a:pt x="12060" y="1285"/>
                      <a:pt x="12060" y="1285"/>
                    </a:cubicBezTo>
                    <a:close/>
                  </a:path>
                </a:pathLst>
              </a:custGeom>
              <a:solidFill>
                <a:srgbClr val="BB35FD"/>
              </a:solidFill>
              <a:ln w="70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1799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5F366164-2BBD-CD7E-F16F-748D0DB7FC7D}"/>
                  </a:ext>
                </a:extLst>
              </p:cNvPr>
              <p:cNvSpPr/>
              <p:nvPr/>
            </p:nvSpPr>
            <p:spPr>
              <a:xfrm>
                <a:off x="1967731" y="4993098"/>
                <a:ext cx="43697" cy="50909"/>
              </a:xfrm>
              <a:custGeom>
                <a:avLst/>
                <a:gdLst>
                  <a:gd name="connsiteX0" fmla="*/ 7318 w 43697"/>
                  <a:gd name="connsiteY0" fmla="*/ 50723 h 50909"/>
                  <a:gd name="connsiteX1" fmla="*/ 42789 w 43697"/>
                  <a:gd name="connsiteY1" fmla="*/ 1064 h 50909"/>
                  <a:gd name="connsiteX2" fmla="*/ 35695 w 43697"/>
                  <a:gd name="connsiteY2" fmla="*/ 1064 h 50909"/>
                  <a:gd name="connsiteX3" fmla="*/ 224 w 43697"/>
                  <a:gd name="connsiteY3" fmla="*/ 43629 h 50909"/>
                  <a:gd name="connsiteX4" fmla="*/ 7318 w 43697"/>
                  <a:gd name="connsiteY4" fmla="*/ 50723 h 50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697" h="50909">
                    <a:moveTo>
                      <a:pt x="7318" y="50723"/>
                    </a:moveTo>
                    <a:cubicBezTo>
                      <a:pt x="26472" y="37954"/>
                      <a:pt x="48464" y="23056"/>
                      <a:pt x="42789" y="1064"/>
                    </a:cubicBezTo>
                    <a:cubicBezTo>
                      <a:pt x="42079" y="-355"/>
                      <a:pt x="36404" y="-355"/>
                      <a:pt x="35695" y="1064"/>
                    </a:cubicBezTo>
                    <a:cubicBezTo>
                      <a:pt x="32857" y="13834"/>
                      <a:pt x="30019" y="24475"/>
                      <a:pt x="224" y="43629"/>
                    </a:cubicBezTo>
                    <a:cubicBezTo>
                      <a:pt x="-1195" y="45048"/>
                      <a:pt x="4480" y="52142"/>
                      <a:pt x="7318" y="50723"/>
                    </a:cubicBezTo>
                    <a:close/>
                  </a:path>
                </a:pathLst>
              </a:custGeom>
              <a:solidFill>
                <a:srgbClr val="BB35FD"/>
              </a:solidFill>
              <a:ln w="70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1799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159FC68-7A33-3130-3060-49D2332CFD39}"/>
                </a:ext>
              </a:extLst>
            </p:cNvPr>
            <p:cNvSpPr txBox="1"/>
            <p:nvPr/>
          </p:nvSpPr>
          <p:spPr>
            <a:xfrm>
              <a:off x="1188720" y="3227832"/>
              <a:ext cx="1709928" cy="1385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This has lists various countries along with economic, allowing us to see their health and economic condition.</a:t>
              </a:r>
              <a:endParaRPr lang="en-IN" sz="140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C43D3EC-C89C-108F-E519-8FDC413AC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9507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861E0B2-A022-3053-D795-A68E5B0F374B}"/>
              </a:ext>
            </a:extLst>
          </p:cNvPr>
          <p:cNvGrpSpPr/>
          <p:nvPr/>
        </p:nvGrpSpPr>
        <p:grpSpPr>
          <a:xfrm>
            <a:off x="3757428" y="1939164"/>
            <a:ext cx="2121407" cy="3678842"/>
            <a:chOff x="3757427" y="1939163"/>
            <a:chExt cx="2121407" cy="3678841"/>
          </a:xfrm>
        </p:grpSpPr>
        <p:sp>
          <p:nvSpPr>
            <p:cNvPr id="31" name="Rectangle: Top Corners Rounded 30">
              <a:extLst>
                <a:ext uri="{FF2B5EF4-FFF2-40B4-BE49-F238E27FC236}">
                  <a16:creationId xmlns:a16="http://schemas.microsoft.com/office/drawing/2014/main" id="{E8C04722-DC7F-66FD-53A7-DDF79D5240B9}"/>
                </a:ext>
              </a:extLst>
            </p:cNvPr>
            <p:cNvSpPr/>
            <p:nvPr/>
          </p:nvSpPr>
          <p:spPr>
            <a:xfrm rot="10800000">
              <a:off x="3757427" y="1939163"/>
              <a:ext cx="2121407" cy="3611245"/>
            </a:xfrm>
            <a:prstGeom prst="round2SameRect">
              <a:avLst/>
            </a:prstGeom>
            <a:solidFill>
              <a:schemeClr val="bg2"/>
            </a:solidFill>
            <a:ln>
              <a:noFill/>
            </a:ln>
            <a:effectLst>
              <a:outerShdw blurRad="127000" dist="38100" dir="2700000" algn="tl" rotWithShape="0">
                <a:schemeClr val="bg1">
                  <a:lumMod val="95000"/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799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D4AF53D-0E37-E6C6-4BF0-30B1ECC37B8B}"/>
                </a:ext>
              </a:extLst>
            </p:cNvPr>
            <p:cNvSpPr txBox="1"/>
            <p:nvPr/>
          </p:nvSpPr>
          <p:spPr>
            <a:xfrm>
              <a:off x="3954282" y="3221495"/>
              <a:ext cx="1709928" cy="16013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Child mortality refers to the number of children who die before their fifth birthday, usually measured per 1,000 live births.</a:t>
              </a:r>
              <a:endParaRPr lang="en-IN" sz="140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8" name="Graphic 67" descr="Children with solid fill">
              <a:extLst>
                <a:ext uri="{FF2B5EF4-FFF2-40B4-BE49-F238E27FC236}">
                  <a16:creationId xmlns:a16="http://schemas.microsoft.com/office/drawing/2014/main" id="{DC030713-D008-6E6E-F053-EBD749ED6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292611" y="4703604"/>
              <a:ext cx="914400" cy="914400"/>
            </a:xfrm>
            <a:prstGeom prst="rect">
              <a:avLst/>
            </a:prstGeom>
          </p:spPr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F6CA8EA-680D-ECA7-7280-C632B392783B}"/>
              </a:ext>
            </a:extLst>
          </p:cNvPr>
          <p:cNvGrpSpPr/>
          <p:nvPr/>
        </p:nvGrpSpPr>
        <p:grpSpPr>
          <a:xfrm>
            <a:off x="3661415" y="1796035"/>
            <a:ext cx="2313432" cy="1207008"/>
            <a:chOff x="3661414" y="1796034"/>
            <a:chExt cx="2313432" cy="1207008"/>
          </a:xfrm>
        </p:grpSpPr>
        <p:sp>
          <p:nvSpPr>
            <p:cNvPr id="33" name="Flowchart: Document 32">
              <a:extLst>
                <a:ext uri="{FF2B5EF4-FFF2-40B4-BE49-F238E27FC236}">
                  <a16:creationId xmlns:a16="http://schemas.microsoft.com/office/drawing/2014/main" id="{D8EE948B-C210-07C1-2BA3-671D1B0645F2}"/>
                </a:ext>
              </a:extLst>
            </p:cNvPr>
            <p:cNvSpPr/>
            <p:nvPr/>
          </p:nvSpPr>
          <p:spPr>
            <a:xfrm>
              <a:off x="3661414" y="1796034"/>
              <a:ext cx="2313432" cy="1207008"/>
            </a:xfrm>
            <a:prstGeom prst="flowChartDocument">
              <a:avLst/>
            </a:prstGeom>
            <a:gradFill flip="none" rotWithShape="1">
              <a:gsLst>
                <a:gs pos="0">
                  <a:srgbClr val="7A01B7"/>
                </a:gs>
                <a:gs pos="100000">
                  <a:srgbClr val="BB35F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799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EB5B292-3A9A-1073-76D8-0166467AB0AF}"/>
                </a:ext>
              </a:extLst>
            </p:cNvPr>
            <p:cNvSpPr txBox="1"/>
            <p:nvPr/>
          </p:nvSpPr>
          <p:spPr>
            <a:xfrm>
              <a:off x="3757426" y="1997873"/>
              <a:ext cx="2121408" cy="707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999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CHILD MORTALITY</a:t>
              </a:r>
              <a:endParaRPr lang="en-IN" sz="1999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194AF3B-3A56-1597-0F3A-2ABAD8EDB72A}"/>
              </a:ext>
            </a:extLst>
          </p:cNvPr>
          <p:cNvGrpSpPr/>
          <p:nvPr/>
        </p:nvGrpSpPr>
        <p:grpSpPr>
          <a:xfrm>
            <a:off x="6417580" y="1796035"/>
            <a:ext cx="2313432" cy="1205030"/>
            <a:chOff x="6417579" y="1796034"/>
            <a:chExt cx="2313432" cy="1205030"/>
          </a:xfrm>
        </p:grpSpPr>
        <p:sp>
          <p:nvSpPr>
            <p:cNvPr id="45" name="Flowchart: Document 44">
              <a:extLst>
                <a:ext uri="{FF2B5EF4-FFF2-40B4-BE49-F238E27FC236}">
                  <a16:creationId xmlns:a16="http://schemas.microsoft.com/office/drawing/2014/main" id="{71E39CDF-F590-4FA8-36EF-EBE70AC2EE6D}"/>
                </a:ext>
              </a:extLst>
            </p:cNvPr>
            <p:cNvSpPr/>
            <p:nvPr/>
          </p:nvSpPr>
          <p:spPr>
            <a:xfrm>
              <a:off x="6417579" y="1796034"/>
              <a:ext cx="2313432" cy="1205030"/>
            </a:xfrm>
            <a:prstGeom prst="flowChartDocument">
              <a:avLst/>
            </a:prstGeom>
            <a:gradFill flip="none" rotWithShape="1">
              <a:gsLst>
                <a:gs pos="0">
                  <a:srgbClr val="5C0189"/>
                </a:gs>
                <a:gs pos="100000">
                  <a:srgbClr val="BB35F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799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46E45F2-E75B-944A-E904-DE985608B0E3}"/>
                </a:ext>
              </a:extLst>
            </p:cNvPr>
            <p:cNvSpPr txBox="1"/>
            <p:nvPr/>
          </p:nvSpPr>
          <p:spPr>
            <a:xfrm>
              <a:off x="6513591" y="2198823"/>
              <a:ext cx="2121408" cy="399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999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EXPORTS</a:t>
              </a:r>
              <a:endParaRPr lang="en-IN" sz="1999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3DB88EC-FDC3-4831-40BA-1A9DA63F21B5}"/>
              </a:ext>
            </a:extLst>
          </p:cNvPr>
          <p:cNvGrpSpPr/>
          <p:nvPr/>
        </p:nvGrpSpPr>
        <p:grpSpPr>
          <a:xfrm>
            <a:off x="9173742" y="1796035"/>
            <a:ext cx="2313432" cy="1207008"/>
            <a:chOff x="9173741" y="1796034"/>
            <a:chExt cx="2313432" cy="1207008"/>
          </a:xfrm>
        </p:grpSpPr>
        <p:sp>
          <p:nvSpPr>
            <p:cNvPr id="57" name="Flowchart: Document 56">
              <a:extLst>
                <a:ext uri="{FF2B5EF4-FFF2-40B4-BE49-F238E27FC236}">
                  <a16:creationId xmlns:a16="http://schemas.microsoft.com/office/drawing/2014/main" id="{C575CDE0-8BEA-6310-9D6D-D166F0315BC2}"/>
                </a:ext>
              </a:extLst>
            </p:cNvPr>
            <p:cNvSpPr/>
            <p:nvPr/>
          </p:nvSpPr>
          <p:spPr>
            <a:xfrm>
              <a:off x="9173741" y="1796034"/>
              <a:ext cx="2313432" cy="1207008"/>
            </a:xfrm>
            <a:prstGeom prst="flowChartDocument">
              <a:avLst/>
            </a:prstGeom>
            <a:gradFill flip="none" rotWithShape="1">
              <a:gsLst>
                <a:gs pos="0">
                  <a:srgbClr val="450167"/>
                </a:gs>
                <a:gs pos="100000">
                  <a:srgbClr val="BB35F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799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DA4B7E8-8055-6BEA-DE6F-D45378BDDD37}"/>
                </a:ext>
              </a:extLst>
            </p:cNvPr>
            <p:cNvSpPr txBox="1"/>
            <p:nvPr/>
          </p:nvSpPr>
          <p:spPr>
            <a:xfrm>
              <a:off x="9269752" y="1997873"/>
              <a:ext cx="2121410" cy="707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999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HEALTH SYSTEMS</a:t>
              </a:r>
              <a:endParaRPr lang="en-IN" sz="1999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93BB27BB-F0FC-2C2A-FC5A-DC52F96F1B7B}"/>
              </a:ext>
            </a:extLst>
          </p:cNvPr>
          <p:cNvSpPr/>
          <p:nvPr/>
        </p:nvSpPr>
        <p:spPr>
          <a:xfrm>
            <a:off x="-1" y="0"/>
            <a:ext cx="12192001" cy="1802740"/>
          </a:xfrm>
          <a:prstGeom prst="rect">
            <a:avLst/>
          </a:prstGeom>
          <a:solidFill>
            <a:srgbClr val="1C0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9"/>
          </a:p>
        </p:txBody>
      </p:sp>
      <p:sp>
        <p:nvSpPr>
          <p:cNvPr id="14" name="Flowchart: Document 13">
            <a:extLst>
              <a:ext uri="{FF2B5EF4-FFF2-40B4-BE49-F238E27FC236}">
                <a16:creationId xmlns:a16="http://schemas.microsoft.com/office/drawing/2014/main" id="{187D3DD4-89D4-9F1B-37F9-60AC5A548E61}"/>
              </a:ext>
            </a:extLst>
          </p:cNvPr>
          <p:cNvSpPr/>
          <p:nvPr/>
        </p:nvSpPr>
        <p:spPr>
          <a:xfrm>
            <a:off x="905253" y="1796035"/>
            <a:ext cx="2313432" cy="1207008"/>
          </a:xfrm>
          <a:prstGeom prst="flowChartDocument">
            <a:avLst/>
          </a:prstGeom>
          <a:gradFill flip="none" rotWithShape="1">
            <a:gsLst>
              <a:gs pos="0">
                <a:srgbClr val="BB35FD"/>
              </a:gs>
              <a:gs pos="100000">
                <a:srgbClr val="BB35FD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9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A9925B-D242-6F3C-CF2D-BA6AFA44220E}"/>
              </a:ext>
            </a:extLst>
          </p:cNvPr>
          <p:cNvSpPr txBox="1"/>
          <p:nvPr/>
        </p:nvSpPr>
        <p:spPr>
          <a:xfrm>
            <a:off x="1001267" y="2199484"/>
            <a:ext cx="2121407" cy="399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9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COUNTRY</a:t>
            </a:r>
            <a:endParaRPr lang="en-IN" sz="1999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0625F25-6208-BB68-7168-C623FC65EE44}"/>
              </a:ext>
            </a:extLst>
          </p:cNvPr>
          <p:cNvSpPr txBox="1"/>
          <p:nvPr/>
        </p:nvSpPr>
        <p:spPr>
          <a:xfrm>
            <a:off x="838201" y="146525"/>
            <a:ext cx="10552961" cy="1446550"/>
          </a:xfrm>
          <a:prstGeom prst="rect">
            <a:avLst/>
          </a:prstGeom>
          <a:solidFill>
            <a:srgbClr val="1C0B4D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6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KEY MODULES</a:t>
            </a:r>
            <a:endParaRPr lang="en-IN" sz="8800" dirty="0">
              <a:solidFill>
                <a:schemeClr val="accent6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55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5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9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1ADC6-D5A5-3F1A-6D48-41944E70C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471"/>
            <a:ext cx="10515600" cy="91408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lgerian" panose="04020705040A02060702" pitchFamily="82" charset="0"/>
              </a:rPr>
              <a:t>ECONOMIC CONDITIONS IN DIFFERENT COUNTRIES</a:t>
            </a:r>
            <a:endParaRPr lang="en-IN" sz="3600" dirty="0">
              <a:solidFill>
                <a:schemeClr val="accent6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D3254-DC11-D578-6CF2-A6B831CF4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145" y="795531"/>
            <a:ext cx="11716511" cy="713230"/>
          </a:xfrm>
        </p:spPr>
        <p:txBody>
          <a:bodyPr>
            <a:normAutofit/>
          </a:bodyPr>
          <a:lstStyle/>
          <a:p>
            <a:pPr algn="just"/>
            <a:r>
              <a:rPr lang="en-IN" sz="1999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Show the Economic and social conditions in the world. I </a:t>
            </a:r>
            <a:r>
              <a:rPr lang="en-US" sz="1999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the Map Chart to represent the Average GDP of every </a:t>
            </a:r>
            <a:r>
              <a:rPr lang="en-US" sz="1999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Country.Also</a:t>
            </a:r>
            <a:r>
              <a:rPr lang="en-US" sz="1999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Added Slicers for imports and exports along with </a:t>
            </a:r>
            <a:r>
              <a:rPr lang="en-IN" sz="1999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 expectancy rate.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DABEBD-A7A9-0611-4CFF-1131DFDFE4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80746"/>
            <a:ext cx="12192001" cy="547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5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0DFF51F6-24CD-CC7C-7885-663FD86D7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331" y="-10302"/>
            <a:ext cx="12214662" cy="686830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7392E07-AC82-376D-619F-7E3FB13618E4}"/>
              </a:ext>
            </a:extLst>
          </p:cNvPr>
          <p:cNvSpPr txBox="1"/>
          <p:nvPr/>
        </p:nvSpPr>
        <p:spPr>
          <a:xfrm>
            <a:off x="360541" y="221638"/>
            <a:ext cx="11369789" cy="1196228"/>
          </a:xfrm>
          <a:custGeom>
            <a:avLst/>
            <a:gdLst/>
            <a:ahLst/>
            <a:cxnLst/>
            <a:rect l="l" t="t" r="r" b="b"/>
            <a:pathLst>
              <a:path w="11369789" h="1196228">
                <a:moveTo>
                  <a:pt x="4370398" y="1116363"/>
                </a:moveTo>
                <a:cubicBezTo>
                  <a:pt x="4374333" y="1116363"/>
                  <a:pt x="4377640" y="1117723"/>
                  <a:pt x="4380319" y="1120444"/>
                </a:cubicBezTo>
                <a:cubicBezTo>
                  <a:pt x="4382997" y="1123165"/>
                  <a:pt x="4384337" y="1126451"/>
                  <a:pt x="4384337" y="1130301"/>
                </a:cubicBezTo>
                <a:cubicBezTo>
                  <a:pt x="4384337" y="1134152"/>
                  <a:pt x="4382976" y="1137438"/>
                  <a:pt x="4380256" y="1140159"/>
                </a:cubicBezTo>
                <a:cubicBezTo>
                  <a:pt x="4377535" y="1142880"/>
                  <a:pt x="4374249" y="1144240"/>
                  <a:pt x="4370398" y="1144240"/>
                </a:cubicBezTo>
                <a:cubicBezTo>
                  <a:pt x="4366547" y="1144240"/>
                  <a:pt x="4363261" y="1142880"/>
                  <a:pt x="4360541" y="1140159"/>
                </a:cubicBezTo>
                <a:cubicBezTo>
                  <a:pt x="4357820" y="1137438"/>
                  <a:pt x="4356459" y="1134152"/>
                  <a:pt x="4356459" y="1130301"/>
                </a:cubicBezTo>
                <a:cubicBezTo>
                  <a:pt x="4356459" y="1126367"/>
                  <a:pt x="4357820" y="1123060"/>
                  <a:pt x="4360541" y="1120381"/>
                </a:cubicBezTo>
                <a:cubicBezTo>
                  <a:pt x="4363261" y="1117702"/>
                  <a:pt x="4366547" y="1116363"/>
                  <a:pt x="4370398" y="1116363"/>
                </a:cubicBezTo>
                <a:close/>
                <a:moveTo>
                  <a:pt x="4020936" y="1072161"/>
                </a:moveTo>
                <a:cubicBezTo>
                  <a:pt x="4008295" y="1077184"/>
                  <a:pt x="4000132" y="1080742"/>
                  <a:pt x="3996449" y="1082835"/>
                </a:cubicBezTo>
                <a:cubicBezTo>
                  <a:pt x="3989835" y="1086518"/>
                  <a:pt x="3985105" y="1090369"/>
                  <a:pt x="3982259" y="1094387"/>
                </a:cubicBezTo>
                <a:cubicBezTo>
                  <a:pt x="3979413" y="1098406"/>
                  <a:pt x="3977989" y="1102801"/>
                  <a:pt x="3977989" y="1107573"/>
                </a:cubicBezTo>
                <a:cubicBezTo>
                  <a:pt x="3977989" y="1113600"/>
                  <a:pt x="3979790" y="1118602"/>
                  <a:pt x="3983389" y="1122579"/>
                </a:cubicBezTo>
                <a:cubicBezTo>
                  <a:pt x="3986989" y="1126555"/>
                  <a:pt x="3991134" y="1128543"/>
                  <a:pt x="3995821" y="1128543"/>
                </a:cubicBezTo>
                <a:cubicBezTo>
                  <a:pt x="4002183" y="1128543"/>
                  <a:pt x="4010555" y="1124358"/>
                  <a:pt x="4020936" y="1115986"/>
                </a:cubicBezTo>
                <a:close/>
                <a:moveTo>
                  <a:pt x="2735061" y="1072161"/>
                </a:moveTo>
                <a:cubicBezTo>
                  <a:pt x="2722420" y="1077184"/>
                  <a:pt x="2714258" y="1080742"/>
                  <a:pt x="2710574" y="1082835"/>
                </a:cubicBezTo>
                <a:cubicBezTo>
                  <a:pt x="2703961" y="1086518"/>
                  <a:pt x="2699231" y="1090369"/>
                  <a:pt x="2696384" y="1094387"/>
                </a:cubicBezTo>
                <a:cubicBezTo>
                  <a:pt x="2693538" y="1098406"/>
                  <a:pt x="2692115" y="1102801"/>
                  <a:pt x="2692115" y="1107573"/>
                </a:cubicBezTo>
                <a:cubicBezTo>
                  <a:pt x="2692115" y="1113600"/>
                  <a:pt x="2693915" y="1118602"/>
                  <a:pt x="2697514" y="1122579"/>
                </a:cubicBezTo>
                <a:cubicBezTo>
                  <a:pt x="2701114" y="1126555"/>
                  <a:pt x="2705258" y="1128543"/>
                  <a:pt x="2709946" y="1128543"/>
                </a:cubicBezTo>
                <a:cubicBezTo>
                  <a:pt x="2716309" y="1128543"/>
                  <a:pt x="2724680" y="1124358"/>
                  <a:pt x="2735061" y="1115986"/>
                </a:cubicBezTo>
                <a:close/>
                <a:moveTo>
                  <a:pt x="2077836" y="1072161"/>
                </a:moveTo>
                <a:cubicBezTo>
                  <a:pt x="2065195" y="1077184"/>
                  <a:pt x="2057033" y="1080742"/>
                  <a:pt x="2053349" y="1082835"/>
                </a:cubicBezTo>
                <a:cubicBezTo>
                  <a:pt x="2046736" y="1086518"/>
                  <a:pt x="2042006" y="1090369"/>
                  <a:pt x="2039160" y="1094387"/>
                </a:cubicBezTo>
                <a:cubicBezTo>
                  <a:pt x="2036313" y="1098406"/>
                  <a:pt x="2034890" y="1102801"/>
                  <a:pt x="2034890" y="1107573"/>
                </a:cubicBezTo>
                <a:cubicBezTo>
                  <a:pt x="2034890" y="1113600"/>
                  <a:pt x="2036690" y="1118602"/>
                  <a:pt x="2040290" y="1122579"/>
                </a:cubicBezTo>
                <a:cubicBezTo>
                  <a:pt x="2043890" y="1126555"/>
                  <a:pt x="2048033" y="1128543"/>
                  <a:pt x="2052722" y="1128543"/>
                </a:cubicBezTo>
                <a:cubicBezTo>
                  <a:pt x="2059084" y="1128543"/>
                  <a:pt x="2067456" y="1124358"/>
                  <a:pt x="2077836" y="1115986"/>
                </a:cubicBezTo>
                <a:close/>
                <a:moveTo>
                  <a:pt x="1277736" y="1072161"/>
                </a:moveTo>
                <a:cubicBezTo>
                  <a:pt x="1265095" y="1077184"/>
                  <a:pt x="1256933" y="1080742"/>
                  <a:pt x="1253249" y="1082835"/>
                </a:cubicBezTo>
                <a:cubicBezTo>
                  <a:pt x="1246636" y="1086518"/>
                  <a:pt x="1241906" y="1090369"/>
                  <a:pt x="1239060" y="1094387"/>
                </a:cubicBezTo>
                <a:cubicBezTo>
                  <a:pt x="1236213" y="1098406"/>
                  <a:pt x="1234790" y="1102801"/>
                  <a:pt x="1234790" y="1107573"/>
                </a:cubicBezTo>
                <a:cubicBezTo>
                  <a:pt x="1234790" y="1113600"/>
                  <a:pt x="1236590" y="1118602"/>
                  <a:pt x="1240190" y="1122579"/>
                </a:cubicBezTo>
                <a:cubicBezTo>
                  <a:pt x="1243789" y="1126555"/>
                  <a:pt x="1247933" y="1128543"/>
                  <a:pt x="1252621" y="1128543"/>
                </a:cubicBezTo>
                <a:cubicBezTo>
                  <a:pt x="1258984" y="1128543"/>
                  <a:pt x="1267355" y="1124358"/>
                  <a:pt x="1277736" y="1115986"/>
                </a:cubicBezTo>
                <a:close/>
                <a:moveTo>
                  <a:pt x="833182" y="1040516"/>
                </a:moveTo>
                <a:cubicBezTo>
                  <a:pt x="829164" y="1040516"/>
                  <a:pt x="825187" y="1041521"/>
                  <a:pt x="821252" y="1043530"/>
                </a:cubicBezTo>
                <a:cubicBezTo>
                  <a:pt x="818239" y="1045037"/>
                  <a:pt x="813258" y="1049558"/>
                  <a:pt x="806309" y="1057092"/>
                </a:cubicBezTo>
                <a:lnTo>
                  <a:pt x="806309" y="1100038"/>
                </a:lnTo>
                <a:cubicBezTo>
                  <a:pt x="806309" y="1109331"/>
                  <a:pt x="806686" y="1115442"/>
                  <a:pt x="807439" y="1118372"/>
                </a:cubicBezTo>
                <a:cubicBezTo>
                  <a:pt x="808611" y="1123227"/>
                  <a:pt x="811479" y="1127497"/>
                  <a:pt x="816041" y="1131180"/>
                </a:cubicBezTo>
                <a:cubicBezTo>
                  <a:pt x="820604" y="1134864"/>
                  <a:pt x="826359" y="1136706"/>
                  <a:pt x="833307" y="1136706"/>
                </a:cubicBezTo>
                <a:cubicBezTo>
                  <a:pt x="841679" y="1136706"/>
                  <a:pt x="848460" y="1133441"/>
                  <a:pt x="853650" y="1126911"/>
                </a:cubicBezTo>
                <a:cubicBezTo>
                  <a:pt x="860431" y="1118372"/>
                  <a:pt x="863822" y="1106359"/>
                  <a:pt x="863822" y="1090871"/>
                </a:cubicBezTo>
                <a:cubicBezTo>
                  <a:pt x="863822" y="1073291"/>
                  <a:pt x="859971" y="1059771"/>
                  <a:pt x="852269" y="1050311"/>
                </a:cubicBezTo>
                <a:cubicBezTo>
                  <a:pt x="846911" y="1043781"/>
                  <a:pt x="840549" y="1040516"/>
                  <a:pt x="833182" y="1040516"/>
                </a:cubicBezTo>
                <a:close/>
                <a:moveTo>
                  <a:pt x="3088956" y="1031098"/>
                </a:moveTo>
                <a:cubicBezTo>
                  <a:pt x="3082007" y="1031098"/>
                  <a:pt x="3075792" y="1033798"/>
                  <a:pt x="3070308" y="1039198"/>
                </a:cubicBezTo>
                <a:cubicBezTo>
                  <a:pt x="3064825" y="1044597"/>
                  <a:pt x="3061623" y="1052111"/>
                  <a:pt x="3060702" y="1061738"/>
                </a:cubicBezTo>
                <a:lnTo>
                  <a:pt x="3113945" y="1061738"/>
                </a:lnTo>
                <a:cubicBezTo>
                  <a:pt x="3113526" y="1054371"/>
                  <a:pt x="3112647" y="1049181"/>
                  <a:pt x="3111308" y="1046167"/>
                </a:cubicBezTo>
                <a:cubicBezTo>
                  <a:pt x="3109215" y="1041479"/>
                  <a:pt x="3106096" y="1037795"/>
                  <a:pt x="3101953" y="1035117"/>
                </a:cubicBezTo>
                <a:cubicBezTo>
                  <a:pt x="3097809" y="1032438"/>
                  <a:pt x="3093476" y="1031098"/>
                  <a:pt x="3088956" y="1031098"/>
                </a:cubicBezTo>
                <a:close/>
                <a:moveTo>
                  <a:pt x="955356" y="1031098"/>
                </a:moveTo>
                <a:cubicBezTo>
                  <a:pt x="948407" y="1031098"/>
                  <a:pt x="942192" y="1033798"/>
                  <a:pt x="936708" y="1039198"/>
                </a:cubicBezTo>
                <a:cubicBezTo>
                  <a:pt x="931225" y="1044597"/>
                  <a:pt x="928023" y="1052111"/>
                  <a:pt x="927102" y="1061738"/>
                </a:cubicBezTo>
                <a:lnTo>
                  <a:pt x="980345" y="1061738"/>
                </a:lnTo>
                <a:cubicBezTo>
                  <a:pt x="979926" y="1054371"/>
                  <a:pt x="979047" y="1049181"/>
                  <a:pt x="977708" y="1046167"/>
                </a:cubicBezTo>
                <a:cubicBezTo>
                  <a:pt x="975615" y="1041479"/>
                  <a:pt x="972497" y="1037795"/>
                  <a:pt x="968353" y="1035117"/>
                </a:cubicBezTo>
                <a:cubicBezTo>
                  <a:pt x="964209" y="1032438"/>
                  <a:pt x="959877" y="1031098"/>
                  <a:pt x="955356" y="1031098"/>
                </a:cubicBezTo>
                <a:close/>
                <a:moveTo>
                  <a:pt x="345756" y="1031098"/>
                </a:moveTo>
                <a:cubicBezTo>
                  <a:pt x="338807" y="1031098"/>
                  <a:pt x="332592" y="1033798"/>
                  <a:pt x="327108" y="1039198"/>
                </a:cubicBezTo>
                <a:cubicBezTo>
                  <a:pt x="321625" y="1044597"/>
                  <a:pt x="318423" y="1052111"/>
                  <a:pt x="317502" y="1061738"/>
                </a:cubicBezTo>
                <a:lnTo>
                  <a:pt x="370745" y="1061738"/>
                </a:lnTo>
                <a:cubicBezTo>
                  <a:pt x="370326" y="1054371"/>
                  <a:pt x="369447" y="1049181"/>
                  <a:pt x="368108" y="1046167"/>
                </a:cubicBezTo>
                <a:cubicBezTo>
                  <a:pt x="366015" y="1041479"/>
                  <a:pt x="362897" y="1037795"/>
                  <a:pt x="358753" y="1035117"/>
                </a:cubicBezTo>
                <a:cubicBezTo>
                  <a:pt x="354609" y="1032438"/>
                  <a:pt x="350277" y="1031098"/>
                  <a:pt x="345756" y="1031098"/>
                </a:cubicBezTo>
                <a:close/>
                <a:moveTo>
                  <a:pt x="4265302" y="1030470"/>
                </a:moveTo>
                <a:cubicBezTo>
                  <a:pt x="4260865" y="1030470"/>
                  <a:pt x="4256407" y="1031789"/>
                  <a:pt x="4251929" y="1034426"/>
                </a:cubicBezTo>
                <a:cubicBezTo>
                  <a:pt x="4247450" y="1037063"/>
                  <a:pt x="4243829" y="1041688"/>
                  <a:pt x="4241067" y="1048302"/>
                </a:cubicBezTo>
                <a:cubicBezTo>
                  <a:pt x="4238304" y="1054915"/>
                  <a:pt x="4236923" y="1063413"/>
                  <a:pt x="4236923" y="1073793"/>
                </a:cubicBezTo>
                <a:cubicBezTo>
                  <a:pt x="4236923" y="1090536"/>
                  <a:pt x="4240250" y="1104977"/>
                  <a:pt x="4246906" y="1117116"/>
                </a:cubicBezTo>
                <a:cubicBezTo>
                  <a:pt x="4253561" y="1129255"/>
                  <a:pt x="4262330" y="1135324"/>
                  <a:pt x="4273213" y="1135324"/>
                </a:cubicBezTo>
                <a:cubicBezTo>
                  <a:pt x="4281334" y="1135324"/>
                  <a:pt x="4288031" y="1131976"/>
                  <a:pt x="4293305" y="1125279"/>
                </a:cubicBezTo>
                <a:cubicBezTo>
                  <a:pt x="4298579" y="1118581"/>
                  <a:pt x="4301216" y="1107070"/>
                  <a:pt x="4301216" y="1090746"/>
                </a:cubicBezTo>
                <a:cubicBezTo>
                  <a:pt x="4301216" y="1070319"/>
                  <a:pt x="4296821" y="1054246"/>
                  <a:pt x="4288031" y="1042525"/>
                </a:cubicBezTo>
                <a:cubicBezTo>
                  <a:pt x="4282087" y="1034489"/>
                  <a:pt x="4274511" y="1030470"/>
                  <a:pt x="4265302" y="1030470"/>
                </a:cubicBezTo>
                <a:close/>
                <a:moveTo>
                  <a:pt x="2512702" y="1030470"/>
                </a:moveTo>
                <a:cubicBezTo>
                  <a:pt x="2508265" y="1030470"/>
                  <a:pt x="2503808" y="1031789"/>
                  <a:pt x="2499329" y="1034426"/>
                </a:cubicBezTo>
                <a:cubicBezTo>
                  <a:pt x="2494850" y="1037063"/>
                  <a:pt x="2491229" y="1041688"/>
                  <a:pt x="2488467" y="1048302"/>
                </a:cubicBezTo>
                <a:cubicBezTo>
                  <a:pt x="2485704" y="1054915"/>
                  <a:pt x="2484323" y="1063413"/>
                  <a:pt x="2484323" y="1073793"/>
                </a:cubicBezTo>
                <a:cubicBezTo>
                  <a:pt x="2484323" y="1090536"/>
                  <a:pt x="2487650" y="1104977"/>
                  <a:pt x="2494306" y="1117116"/>
                </a:cubicBezTo>
                <a:cubicBezTo>
                  <a:pt x="2500961" y="1129255"/>
                  <a:pt x="2509730" y="1135324"/>
                  <a:pt x="2520614" y="1135324"/>
                </a:cubicBezTo>
                <a:cubicBezTo>
                  <a:pt x="2528734" y="1135324"/>
                  <a:pt x="2535431" y="1131976"/>
                  <a:pt x="2540705" y="1125279"/>
                </a:cubicBezTo>
                <a:cubicBezTo>
                  <a:pt x="2545980" y="1118581"/>
                  <a:pt x="2548617" y="1107070"/>
                  <a:pt x="2548617" y="1090746"/>
                </a:cubicBezTo>
                <a:cubicBezTo>
                  <a:pt x="2548617" y="1070319"/>
                  <a:pt x="2544221" y="1054246"/>
                  <a:pt x="2535431" y="1042525"/>
                </a:cubicBezTo>
                <a:cubicBezTo>
                  <a:pt x="2529488" y="1034489"/>
                  <a:pt x="2521911" y="1030470"/>
                  <a:pt x="2512702" y="1030470"/>
                </a:cubicBezTo>
                <a:close/>
                <a:moveTo>
                  <a:pt x="1788803" y="1030470"/>
                </a:moveTo>
                <a:cubicBezTo>
                  <a:pt x="1784366" y="1030470"/>
                  <a:pt x="1779908" y="1031789"/>
                  <a:pt x="1775429" y="1034426"/>
                </a:cubicBezTo>
                <a:cubicBezTo>
                  <a:pt x="1770950" y="1037063"/>
                  <a:pt x="1767330" y="1041688"/>
                  <a:pt x="1764567" y="1048302"/>
                </a:cubicBezTo>
                <a:cubicBezTo>
                  <a:pt x="1761804" y="1054915"/>
                  <a:pt x="1760423" y="1063413"/>
                  <a:pt x="1760423" y="1073793"/>
                </a:cubicBezTo>
                <a:cubicBezTo>
                  <a:pt x="1760423" y="1090536"/>
                  <a:pt x="1763750" y="1104977"/>
                  <a:pt x="1770406" y="1117116"/>
                </a:cubicBezTo>
                <a:cubicBezTo>
                  <a:pt x="1777062" y="1129255"/>
                  <a:pt x="1785831" y="1135324"/>
                  <a:pt x="1796714" y="1135324"/>
                </a:cubicBezTo>
                <a:cubicBezTo>
                  <a:pt x="1804834" y="1135324"/>
                  <a:pt x="1811532" y="1131976"/>
                  <a:pt x="1816805" y="1125279"/>
                </a:cubicBezTo>
                <a:cubicBezTo>
                  <a:pt x="1822080" y="1118581"/>
                  <a:pt x="1824717" y="1107070"/>
                  <a:pt x="1824717" y="1090746"/>
                </a:cubicBezTo>
                <a:cubicBezTo>
                  <a:pt x="1824717" y="1070319"/>
                  <a:pt x="1820322" y="1054246"/>
                  <a:pt x="1811532" y="1042525"/>
                </a:cubicBezTo>
                <a:cubicBezTo>
                  <a:pt x="1805588" y="1034489"/>
                  <a:pt x="1798012" y="1030470"/>
                  <a:pt x="1788803" y="1030470"/>
                </a:cubicBezTo>
                <a:close/>
                <a:moveTo>
                  <a:pt x="3596808" y="1025699"/>
                </a:moveTo>
                <a:lnTo>
                  <a:pt x="3650428" y="1025699"/>
                </a:lnTo>
                <a:lnTo>
                  <a:pt x="3650428" y="1030345"/>
                </a:lnTo>
                <a:lnTo>
                  <a:pt x="3647792" y="1030345"/>
                </a:lnTo>
                <a:cubicBezTo>
                  <a:pt x="3644024" y="1030345"/>
                  <a:pt x="3641199" y="1031161"/>
                  <a:pt x="3639315" y="1032793"/>
                </a:cubicBezTo>
                <a:cubicBezTo>
                  <a:pt x="3637432" y="1034426"/>
                  <a:pt x="3636490" y="1036456"/>
                  <a:pt x="3636490" y="1038884"/>
                </a:cubicBezTo>
                <a:cubicBezTo>
                  <a:pt x="3636490" y="1042149"/>
                  <a:pt x="3637871" y="1046669"/>
                  <a:pt x="3640634" y="1052446"/>
                </a:cubicBezTo>
                <a:lnTo>
                  <a:pt x="3668637" y="1110461"/>
                </a:lnTo>
                <a:lnTo>
                  <a:pt x="3694379" y="1046920"/>
                </a:lnTo>
                <a:cubicBezTo>
                  <a:pt x="3695803" y="1043488"/>
                  <a:pt x="3696514" y="1040098"/>
                  <a:pt x="3696514" y="1036749"/>
                </a:cubicBezTo>
                <a:cubicBezTo>
                  <a:pt x="3696514" y="1035242"/>
                  <a:pt x="3696221" y="1034112"/>
                  <a:pt x="3695635" y="1033359"/>
                </a:cubicBezTo>
                <a:cubicBezTo>
                  <a:pt x="3694965" y="1032438"/>
                  <a:pt x="3693919" y="1031705"/>
                  <a:pt x="3692496" y="1031161"/>
                </a:cubicBezTo>
                <a:cubicBezTo>
                  <a:pt x="3691073" y="1030617"/>
                  <a:pt x="3688561" y="1030345"/>
                  <a:pt x="3684961" y="1030345"/>
                </a:cubicBezTo>
                <a:lnTo>
                  <a:pt x="3684961" y="1025699"/>
                </a:lnTo>
                <a:lnTo>
                  <a:pt x="3722382" y="1025699"/>
                </a:lnTo>
                <a:lnTo>
                  <a:pt x="3722382" y="1030345"/>
                </a:lnTo>
                <a:cubicBezTo>
                  <a:pt x="3719285" y="1030680"/>
                  <a:pt x="3716899" y="1031349"/>
                  <a:pt x="3715225" y="1032354"/>
                </a:cubicBezTo>
                <a:cubicBezTo>
                  <a:pt x="3713550" y="1033359"/>
                  <a:pt x="3711708" y="1035242"/>
                  <a:pt x="3709699" y="1038005"/>
                </a:cubicBezTo>
                <a:cubicBezTo>
                  <a:pt x="3708946" y="1039177"/>
                  <a:pt x="3707523" y="1042400"/>
                  <a:pt x="3705430" y="1047674"/>
                </a:cubicBezTo>
                <a:lnTo>
                  <a:pt x="3658591" y="1162448"/>
                </a:lnTo>
                <a:cubicBezTo>
                  <a:pt x="3654070" y="1173583"/>
                  <a:pt x="3648147" y="1181996"/>
                  <a:pt x="3640822" y="1187689"/>
                </a:cubicBezTo>
                <a:cubicBezTo>
                  <a:pt x="3633497" y="1193381"/>
                  <a:pt x="3626444" y="1196228"/>
                  <a:pt x="3619663" y="1196228"/>
                </a:cubicBezTo>
                <a:cubicBezTo>
                  <a:pt x="3614724" y="1196228"/>
                  <a:pt x="3610664" y="1194805"/>
                  <a:pt x="3607482" y="1191958"/>
                </a:cubicBezTo>
                <a:cubicBezTo>
                  <a:pt x="3604301" y="1189112"/>
                  <a:pt x="3602710" y="1185847"/>
                  <a:pt x="3602710" y="1182163"/>
                </a:cubicBezTo>
                <a:cubicBezTo>
                  <a:pt x="3602710" y="1178647"/>
                  <a:pt x="3603862" y="1175822"/>
                  <a:pt x="3606164" y="1173687"/>
                </a:cubicBezTo>
                <a:cubicBezTo>
                  <a:pt x="3608466" y="1171552"/>
                  <a:pt x="3611626" y="1170485"/>
                  <a:pt x="3615645" y="1170485"/>
                </a:cubicBezTo>
                <a:cubicBezTo>
                  <a:pt x="3618407" y="1170485"/>
                  <a:pt x="3622174" y="1171406"/>
                  <a:pt x="3626946" y="1173248"/>
                </a:cubicBezTo>
                <a:cubicBezTo>
                  <a:pt x="3630295" y="1174503"/>
                  <a:pt x="3632388" y="1175131"/>
                  <a:pt x="3633225" y="1175131"/>
                </a:cubicBezTo>
                <a:cubicBezTo>
                  <a:pt x="3635736" y="1175131"/>
                  <a:pt x="3638478" y="1173834"/>
                  <a:pt x="3641450" y="1171239"/>
                </a:cubicBezTo>
                <a:cubicBezTo>
                  <a:pt x="3644422" y="1168643"/>
                  <a:pt x="3647415" y="1163620"/>
                  <a:pt x="3650428" y="1156170"/>
                </a:cubicBezTo>
                <a:lnTo>
                  <a:pt x="3658591" y="1136203"/>
                </a:lnTo>
                <a:lnTo>
                  <a:pt x="3617277" y="1049432"/>
                </a:lnTo>
                <a:cubicBezTo>
                  <a:pt x="3616021" y="1046837"/>
                  <a:pt x="3614012" y="1043614"/>
                  <a:pt x="3611250" y="1039763"/>
                </a:cubicBezTo>
                <a:cubicBezTo>
                  <a:pt x="3609157" y="1036833"/>
                  <a:pt x="3607440" y="1034865"/>
                  <a:pt x="3606101" y="1033861"/>
                </a:cubicBezTo>
                <a:cubicBezTo>
                  <a:pt x="3604175" y="1032521"/>
                  <a:pt x="3601078" y="1031349"/>
                  <a:pt x="3596808" y="1030345"/>
                </a:cubicBezTo>
                <a:close/>
                <a:moveTo>
                  <a:pt x="1567984" y="1025699"/>
                </a:moveTo>
                <a:lnTo>
                  <a:pt x="1621604" y="1025699"/>
                </a:lnTo>
                <a:lnTo>
                  <a:pt x="1621604" y="1030345"/>
                </a:lnTo>
                <a:lnTo>
                  <a:pt x="1618967" y="1030345"/>
                </a:lnTo>
                <a:cubicBezTo>
                  <a:pt x="1615199" y="1030345"/>
                  <a:pt x="1612374" y="1031161"/>
                  <a:pt x="1610490" y="1032793"/>
                </a:cubicBezTo>
                <a:cubicBezTo>
                  <a:pt x="1608607" y="1034426"/>
                  <a:pt x="1607665" y="1036456"/>
                  <a:pt x="1607665" y="1038884"/>
                </a:cubicBezTo>
                <a:cubicBezTo>
                  <a:pt x="1607665" y="1042149"/>
                  <a:pt x="1609046" y="1046669"/>
                  <a:pt x="1611809" y="1052446"/>
                </a:cubicBezTo>
                <a:lnTo>
                  <a:pt x="1639812" y="1110461"/>
                </a:lnTo>
                <a:lnTo>
                  <a:pt x="1665554" y="1046920"/>
                </a:lnTo>
                <a:cubicBezTo>
                  <a:pt x="1666977" y="1043488"/>
                  <a:pt x="1667689" y="1040098"/>
                  <a:pt x="1667689" y="1036749"/>
                </a:cubicBezTo>
                <a:cubicBezTo>
                  <a:pt x="1667689" y="1035242"/>
                  <a:pt x="1667396" y="1034112"/>
                  <a:pt x="1666810" y="1033359"/>
                </a:cubicBezTo>
                <a:cubicBezTo>
                  <a:pt x="1666140" y="1032438"/>
                  <a:pt x="1665094" y="1031705"/>
                  <a:pt x="1663671" y="1031161"/>
                </a:cubicBezTo>
                <a:cubicBezTo>
                  <a:pt x="1662248" y="1030617"/>
                  <a:pt x="1659736" y="1030345"/>
                  <a:pt x="1656136" y="1030345"/>
                </a:cubicBezTo>
                <a:lnTo>
                  <a:pt x="1656136" y="1025699"/>
                </a:lnTo>
                <a:lnTo>
                  <a:pt x="1693557" y="1025699"/>
                </a:lnTo>
                <a:lnTo>
                  <a:pt x="1693557" y="1030345"/>
                </a:lnTo>
                <a:cubicBezTo>
                  <a:pt x="1690460" y="1030680"/>
                  <a:pt x="1688074" y="1031349"/>
                  <a:pt x="1686400" y="1032354"/>
                </a:cubicBezTo>
                <a:cubicBezTo>
                  <a:pt x="1684725" y="1033359"/>
                  <a:pt x="1682884" y="1035242"/>
                  <a:pt x="1680874" y="1038005"/>
                </a:cubicBezTo>
                <a:cubicBezTo>
                  <a:pt x="1680121" y="1039177"/>
                  <a:pt x="1678698" y="1042400"/>
                  <a:pt x="1676605" y="1047674"/>
                </a:cubicBezTo>
                <a:lnTo>
                  <a:pt x="1629766" y="1162448"/>
                </a:lnTo>
                <a:cubicBezTo>
                  <a:pt x="1625245" y="1173583"/>
                  <a:pt x="1619322" y="1181996"/>
                  <a:pt x="1611997" y="1187689"/>
                </a:cubicBezTo>
                <a:cubicBezTo>
                  <a:pt x="1604672" y="1193381"/>
                  <a:pt x="1597619" y="1196228"/>
                  <a:pt x="1590838" y="1196228"/>
                </a:cubicBezTo>
                <a:cubicBezTo>
                  <a:pt x="1585899" y="1196228"/>
                  <a:pt x="1581838" y="1194805"/>
                  <a:pt x="1578657" y="1191958"/>
                </a:cubicBezTo>
                <a:cubicBezTo>
                  <a:pt x="1575476" y="1189112"/>
                  <a:pt x="1573886" y="1185847"/>
                  <a:pt x="1573886" y="1182163"/>
                </a:cubicBezTo>
                <a:cubicBezTo>
                  <a:pt x="1573886" y="1178647"/>
                  <a:pt x="1575037" y="1175822"/>
                  <a:pt x="1577339" y="1173687"/>
                </a:cubicBezTo>
                <a:cubicBezTo>
                  <a:pt x="1579641" y="1171552"/>
                  <a:pt x="1582801" y="1170485"/>
                  <a:pt x="1586820" y="1170485"/>
                </a:cubicBezTo>
                <a:cubicBezTo>
                  <a:pt x="1589582" y="1170485"/>
                  <a:pt x="1593350" y="1171406"/>
                  <a:pt x="1598121" y="1173248"/>
                </a:cubicBezTo>
                <a:cubicBezTo>
                  <a:pt x="1601470" y="1174503"/>
                  <a:pt x="1603563" y="1175131"/>
                  <a:pt x="1604400" y="1175131"/>
                </a:cubicBezTo>
                <a:cubicBezTo>
                  <a:pt x="1606912" y="1175131"/>
                  <a:pt x="1609653" y="1173834"/>
                  <a:pt x="1612625" y="1171239"/>
                </a:cubicBezTo>
                <a:cubicBezTo>
                  <a:pt x="1615597" y="1168643"/>
                  <a:pt x="1618590" y="1163620"/>
                  <a:pt x="1621604" y="1156170"/>
                </a:cubicBezTo>
                <a:lnTo>
                  <a:pt x="1629766" y="1136203"/>
                </a:lnTo>
                <a:lnTo>
                  <a:pt x="1588452" y="1049432"/>
                </a:lnTo>
                <a:cubicBezTo>
                  <a:pt x="1587196" y="1046837"/>
                  <a:pt x="1585187" y="1043614"/>
                  <a:pt x="1582425" y="1039763"/>
                </a:cubicBezTo>
                <a:cubicBezTo>
                  <a:pt x="1580332" y="1036833"/>
                  <a:pt x="1578616" y="1034865"/>
                  <a:pt x="1577276" y="1033861"/>
                </a:cubicBezTo>
                <a:cubicBezTo>
                  <a:pt x="1575351" y="1032521"/>
                  <a:pt x="1572253" y="1031349"/>
                  <a:pt x="1567984" y="1030345"/>
                </a:cubicBezTo>
                <a:close/>
                <a:moveTo>
                  <a:pt x="645942" y="1025699"/>
                </a:moveTo>
                <a:lnTo>
                  <a:pt x="700064" y="1025699"/>
                </a:lnTo>
                <a:lnTo>
                  <a:pt x="700064" y="1030345"/>
                </a:lnTo>
                <a:cubicBezTo>
                  <a:pt x="696632" y="1030345"/>
                  <a:pt x="694225" y="1030931"/>
                  <a:pt x="692844" y="1032103"/>
                </a:cubicBezTo>
                <a:cubicBezTo>
                  <a:pt x="691463" y="1033275"/>
                  <a:pt x="690772" y="1034824"/>
                  <a:pt x="690772" y="1036749"/>
                </a:cubicBezTo>
                <a:cubicBezTo>
                  <a:pt x="690772" y="1038758"/>
                  <a:pt x="692237" y="1041856"/>
                  <a:pt x="695167" y="1046041"/>
                </a:cubicBezTo>
                <a:cubicBezTo>
                  <a:pt x="696088" y="1047381"/>
                  <a:pt x="697469" y="1049474"/>
                  <a:pt x="699311" y="1052320"/>
                </a:cubicBezTo>
                <a:lnTo>
                  <a:pt x="707473" y="1065380"/>
                </a:lnTo>
                <a:lnTo>
                  <a:pt x="716891" y="1052320"/>
                </a:lnTo>
                <a:cubicBezTo>
                  <a:pt x="722919" y="1044032"/>
                  <a:pt x="725933" y="1038800"/>
                  <a:pt x="725933" y="1036623"/>
                </a:cubicBezTo>
                <a:cubicBezTo>
                  <a:pt x="725933" y="1034865"/>
                  <a:pt x="725221" y="1033379"/>
                  <a:pt x="723798" y="1032166"/>
                </a:cubicBezTo>
                <a:cubicBezTo>
                  <a:pt x="722375" y="1030952"/>
                  <a:pt x="720073" y="1030345"/>
                  <a:pt x="716891" y="1030345"/>
                </a:cubicBezTo>
                <a:lnTo>
                  <a:pt x="716891" y="1025699"/>
                </a:lnTo>
                <a:lnTo>
                  <a:pt x="755819" y="1025699"/>
                </a:lnTo>
                <a:lnTo>
                  <a:pt x="755819" y="1030345"/>
                </a:lnTo>
                <a:cubicBezTo>
                  <a:pt x="751717" y="1030596"/>
                  <a:pt x="748159" y="1031726"/>
                  <a:pt x="745145" y="1033735"/>
                </a:cubicBezTo>
                <a:cubicBezTo>
                  <a:pt x="741043" y="1036582"/>
                  <a:pt x="735434" y="1042777"/>
                  <a:pt x="728319" y="1052320"/>
                </a:cubicBezTo>
                <a:lnTo>
                  <a:pt x="712622" y="1073291"/>
                </a:lnTo>
                <a:lnTo>
                  <a:pt x="741253" y="1114479"/>
                </a:lnTo>
                <a:cubicBezTo>
                  <a:pt x="748285" y="1124609"/>
                  <a:pt x="753308" y="1130699"/>
                  <a:pt x="756322" y="1132750"/>
                </a:cubicBezTo>
                <a:cubicBezTo>
                  <a:pt x="759335" y="1134801"/>
                  <a:pt x="763228" y="1135952"/>
                  <a:pt x="768000" y="1136203"/>
                </a:cubicBezTo>
                <a:lnTo>
                  <a:pt x="768000" y="1140724"/>
                </a:lnTo>
                <a:lnTo>
                  <a:pt x="713752" y="1140724"/>
                </a:lnTo>
                <a:lnTo>
                  <a:pt x="713752" y="1136203"/>
                </a:lnTo>
                <a:cubicBezTo>
                  <a:pt x="717519" y="1136203"/>
                  <a:pt x="720449" y="1135366"/>
                  <a:pt x="722542" y="1133692"/>
                </a:cubicBezTo>
                <a:cubicBezTo>
                  <a:pt x="724133" y="1132520"/>
                  <a:pt x="724928" y="1130971"/>
                  <a:pt x="724928" y="1129046"/>
                </a:cubicBezTo>
                <a:cubicBezTo>
                  <a:pt x="724928" y="1127120"/>
                  <a:pt x="722249" y="1122265"/>
                  <a:pt x="716891" y="1114479"/>
                </a:cubicBezTo>
                <a:lnTo>
                  <a:pt x="700064" y="1089867"/>
                </a:lnTo>
                <a:lnTo>
                  <a:pt x="681605" y="1114479"/>
                </a:lnTo>
                <a:cubicBezTo>
                  <a:pt x="675912" y="1122097"/>
                  <a:pt x="673066" y="1126618"/>
                  <a:pt x="673066" y="1128041"/>
                </a:cubicBezTo>
                <a:cubicBezTo>
                  <a:pt x="673066" y="1130050"/>
                  <a:pt x="674008" y="1131871"/>
                  <a:pt x="675892" y="1133504"/>
                </a:cubicBezTo>
                <a:cubicBezTo>
                  <a:pt x="677775" y="1135136"/>
                  <a:pt x="680600" y="1136036"/>
                  <a:pt x="684368" y="1136203"/>
                </a:cubicBezTo>
                <a:lnTo>
                  <a:pt x="684368" y="1140724"/>
                </a:lnTo>
                <a:lnTo>
                  <a:pt x="646821" y="1140724"/>
                </a:lnTo>
                <a:lnTo>
                  <a:pt x="646821" y="1136203"/>
                </a:lnTo>
                <a:cubicBezTo>
                  <a:pt x="649835" y="1135785"/>
                  <a:pt x="652472" y="1134738"/>
                  <a:pt x="654732" y="1133064"/>
                </a:cubicBezTo>
                <a:cubicBezTo>
                  <a:pt x="657914" y="1130636"/>
                  <a:pt x="663271" y="1124441"/>
                  <a:pt x="670806" y="1114479"/>
                </a:cubicBezTo>
                <a:lnTo>
                  <a:pt x="694916" y="1082458"/>
                </a:lnTo>
                <a:lnTo>
                  <a:pt x="673066" y="1050813"/>
                </a:lnTo>
                <a:cubicBezTo>
                  <a:pt x="666871" y="1041772"/>
                  <a:pt x="662078" y="1036100"/>
                  <a:pt x="658688" y="1033798"/>
                </a:cubicBezTo>
                <a:cubicBezTo>
                  <a:pt x="655297" y="1031496"/>
                  <a:pt x="651049" y="1030345"/>
                  <a:pt x="645942" y="1030345"/>
                </a:cubicBezTo>
                <a:close/>
                <a:moveTo>
                  <a:pt x="4269195" y="1022308"/>
                </a:moveTo>
                <a:cubicBezTo>
                  <a:pt x="4286608" y="1022308"/>
                  <a:pt x="4300588" y="1028922"/>
                  <a:pt x="4311137" y="1042149"/>
                </a:cubicBezTo>
                <a:cubicBezTo>
                  <a:pt x="4320094" y="1053450"/>
                  <a:pt x="4324573" y="1066426"/>
                  <a:pt x="4324573" y="1081077"/>
                </a:cubicBezTo>
                <a:cubicBezTo>
                  <a:pt x="4324573" y="1091374"/>
                  <a:pt x="4322103" y="1101796"/>
                  <a:pt x="4317164" y="1112344"/>
                </a:cubicBezTo>
                <a:cubicBezTo>
                  <a:pt x="4312225" y="1122893"/>
                  <a:pt x="4305423" y="1130846"/>
                  <a:pt x="4296758" y="1136203"/>
                </a:cubicBezTo>
                <a:cubicBezTo>
                  <a:pt x="4288094" y="1141561"/>
                  <a:pt x="4278446" y="1144240"/>
                  <a:pt x="4267814" y="1144240"/>
                </a:cubicBezTo>
                <a:cubicBezTo>
                  <a:pt x="4250485" y="1144240"/>
                  <a:pt x="4236713" y="1137334"/>
                  <a:pt x="4226500" y="1123520"/>
                </a:cubicBezTo>
                <a:cubicBezTo>
                  <a:pt x="4217877" y="1111884"/>
                  <a:pt x="4213566" y="1098824"/>
                  <a:pt x="4213566" y="1084341"/>
                </a:cubicBezTo>
                <a:cubicBezTo>
                  <a:pt x="4213566" y="1073793"/>
                  <a:pt x="4216182" y="1063308"/>
                  <a:pt x="4221414" y="1052885"/>
                </a:cubicBezTo>
                <a:cubicBezTo>
                  <a:pt x="4226646" y="1042463"/>
                  <a:pt x="4233532" y="1034761"/>
                  <a:pt x="4242071" y="1029780"/>
                </a:cubicBezTo>
                <a:cubicBezTo>
                  <a:pt x="4250610" y="1024799"/>
                  <a:pt x="4259651" y="1022308"/>
                  <a:pt x="4269195" y="1022308"/>
                </a:cubicBezTo>
                <a:close/>
                <a:moveTo>
                  <a:pt x="4180419" y="1022308"/>
                </a:moveTo>
                <a:lnTo>
                  <a:pt x="4185944" y="1022308"/>
                </a:lnTo>
                <a:lnTo>
                  <a:pt x="4185944" y="1114730"/>
                </a:lnTo>
                <a:cubicBezTo>
                  <a:pt x="4185944" y="1121930"/>
                  <a:pt x="4186468" y="1126723"/>
                  <a:pt x="4187514" y="1129109"/>
                </a:cubicBezTo>
                <a:cubicBezTo>
                  <a:pt x="4188560" y="1131494"/>
                  <a:pt x="4190109" y="1133273"/>
                  <a:pt x="4192160" y="1134445"/>
                </a:cubicBezTo>
                <a:cubicBezTo>
                  <a:pt x="4194211" y="1135617"/>
                  <a:pt x="4197958" y="1136203"/>
                  <a:pt x="4203399" y="1136203"/>
                </a:cubicBezTo>
                <a:lnTo>
                  <a:pt x="4203399" y="1140724"/>
                </a:lnTo>
                <a:lnTo>
                  <a:pt x="4147519" y="1140724"/>
                </a:lnTo>
                <a:lnTo>
                  <a:pt x="4147519" y="1136203"/>
                </a:lnTo>
                <a:cubicBezTo>
                  <a:pt x="4153128" y="1136203"/>
                  <a:pt x="4156895" y="1135659"/>
                  <a:pt x="4158820" y="1134571"/>
                </a:cubicBezTo>
                <a:cubicBezTo>
                  <a:pt x="4160746" y="1133483"/>
                  <a:pt x="4162274" y="1131683"/>
                  <a:pt x="4163404" y="1129171"/>
                </a:cubicBezTo>
                <a:cubicBezTo>
                  <a:pt x="4164534" y="1126660"/>
                  <a:pt x="4165099" y="1121846"/>
                  <a:pt x="4165099" y="1114730"/>
                </a:cubicBezTo>
                <a:lnTo>
                  <a:pt x="4165099" y="1070403"/>
                </a:lnTo>
                <a:cubicBezTo>
                  <a:pt x="4165099" y="1057929"/>
                  <a:pt x="4164722" y="1049851"/>
                  <a:pt x="4163969" y="1046167"/>
                </a:cubicBezTo>
                <a:cubicBezTo>
                  <a:pt x="4163383" y="1043488"/>
                  <a:pt x="4162462" y="1041625"/>
                  <a:pt x="4161206" y="1040579"/>
                </a:cubicBezTo>
                <a:cubicBezTo>
                  <a:pt x="4159951" y="1039533"/>
                  <a:pt x="4158234" y="1039009"/>
                  <a:pt x="4156058" y="1039009"/>
                </a:cubicBezTo>
                <a:cubicBezTo>
                  <a:pt x="4153714" y="1039009"/>
                  <a:pt x="4150867" y="1039637"/>
                  <a:pt x="4147519" y="1040893"/>
                </a:cubicBezTo>
                <a:lnTo>
                  <a:pt x="4145761" y="1036372"/>
                </a:lnTo>
                <a:close/>
                <a:moveTo>
                  <a:pt x="4003355" y="1022308"/>
                </a:moveTo>
                <a:cubicBezTo>
                  <a:pt x="4013569" y="1022308"/>
                  <a:pt x="4021940" y="1024024"/>
                  <a:pt x="4028470" y="1027457"/>
                </a:cubicBezTo>
                <a:cubicBezTo>
                  <a:pt x="4033409" y="1030052"/>
                  <a:pt x="4037051" y="1034112"/>
                  <a:pt x="4039395" y="1039637"/>
                </a:cubicBezTo>
                <a:cubicBezTo>
                  <a:pt x="4040902" y="1043237"/>
                  <a:pt x="4041655" y="1050604"/>
                  <a:pt x="4041655" y="1061738"/>
                </a:cubicBezTo>
                <a:lnTo>
                  <a:pt x="4041655" y="1100792"/>
                </a:lnTo>
                <a:cubicBezTo>
                  <a:pt x="4041655" y="1111758"/>
                  <a:pt x="4041865" y="1118477"/>
                  <a:pt x="4042283" y="1120946"/>
                </a:cubicBezTo>
                <a:cubicBezTo>
                  <a:pt x="4042702" y="1123416"/>
                  <a:pt x="4043392" y="1125069"/>
                  <a:pt x="4044355" y="1125906"/>
                </a:cubicBezTo>
                <a:cubicBezTo>
                  <a:pt x="4045318" y="1126744"/>
                  <a:pt x="4046427" y="1127162"/>
                  <a:pt x="4047683" y="1127162"/>
                </a:cubicBezTo>
                <a:cubicBezTo>
                  <a:pt x="4049022" y="1127162"/>
                  <a:pt x="4050194" y="1126869"/>
                  <a:pt x="4051199" y="1126283"/>
                </a:cubicBezTo>
                <a:cubicBezTo>
                  <a:pt x="4052958" y="1125195"/>
                  <a:pt x="4056347" y="1122139"/>
                  <a:pt x="4061370" y="1117116"/>
                </a:cubicBezTo>
                <a:lnTo>
                  <a:pt x="4061370" y="1124148"/>
                </a:lnTo>
                <a:cubicBezTo>
                  <a:pt x="4051995" y="1136706"/>
                  <a:pt x="4043037" y="1142984"/>
                  <a:pt x="4034498" y="1142984"/>
                </a:cubicBezTo>
                <a:cubicBezTo>
                  <a:pt x="4030396" y="1142984"/>
                  <a:pt x="4027131" y="1141561"/>
                  <a:pt x="4024703" y="1138715"/>
                </a:cubicBezTo>
                <a:cubicBezTo>
                  <a:pt x="4022275" y="1135869"/>
                  <a:pt x="4021019" y="1131013"/>
                  <a:pt x="4020936" y="1124148"/>
                </a:cubicBezTo>
                <a:cubicBezTo>
                  <a:pt x="4009132" y="1133273"/>
                  <a:pt x="4001723" y="1138547"/>
                  <a:pt x="3998709" y="1139971"/>
                </a:cubicBezTo>
                <a:cubicBezTo>
                  <a:pt x="3994188" y="1142064"/>
                  <a:pt x="3989375" y="1143110"/>
                  <a:pt x="3984268" y="1143110"/>
                </a:cubicBezTo>
                <a:cubicBezTo>
                  <a:pt x="3976315" y="1143110"/>
                  <a:pt x="3969764" y="1140389"/>
                  <a:pt x="3964616" y="1134948"/>
                </a:cubicBezTo>
                <a:cubicBezTo>
                  <a:pt x="3959467" y="1129506"/>
                  <a:pt x="3956894" y="1122348"/>
                  <a:pt x="3956894" y="1113475"/>
                </a:cubicBezTo>
                <a:cubicBezTo>
                  <a:pt x="3956894" y="1107866"/>
                  <a:pt x="3958149" y="1103010"/>
                  <a:pt x="3960660" y="1098908"/>
                </a:cubicBezTo>
                <a:cubicBezTo>
                  <a:pt x="3964093" y="1093215"/>
                  <a:pt x="3970057" y="1087858"/>
                  <a:pt x="3978555" y="1082835"/>
                </a:cubicBezTo>
                <a:cubicBezTo>
                  <a:pt x="3987052" y="1077812"/>
                  <a:pt x="4001179" y="1071700"/>
                  <a:pt x="4020936" y="1064501"/>
                </a:cubicBezTo>
                <a:lnTo>
                  <a:pt x="4020936" y="1059980"/>
                </a:lnTo>
                <a:cubicBezTo>
                  <a:pt x="4020936" y="1048511"/>
                  <a:pt x="4019115" y="1040642"/>
                  <a:pt x="4015473" y="1036372"/>
                </a:cubicBezTo>
                <a:cubicBezTo>
                  <a:pt x="4011832" y="1032103"/>
                  <a:pt x="4006537" y="1029968"/>
                  <a:pt x="3999588" y="1029968"/>
                </a:cubicBezTo>
                <a:cubicBezTo>
                  <a:pt x="3994314" y="1029968"/>
                  <a:pt x="3990128" y="1031391"/>
                  <a:pt x="3987031" y="1034238"/>
                </a:cubicBezTo>
                <a:cubicBezTo>
                  <a:pt x="3983850" y="1037084"/>
                  <a:pt x="3982259" y="1040349"/>
                  <a:pt x="3982259" y="1044032"/>
                </a:cubicBezTo>
                <a:lnTo>
                  <a:pt x="3982510" y="1051316"/>
                </a:lnTo>
                <a:cubicBezTo>
                  <a:pt x="3982510" y="1055167"/>
                  <a:pt x="3981526" y="1058138"/>
                  <a:pt x="3979559" y="1060231"/>
                </a:cubicBezTo>
                <a:cubicBezTo>
                  <a:pt x="3977592" y="1062324"/>
                  <a:pt x="3975018" y="1063371"/>
                  <a:pt x="3971836" y="1063371"/>
                </a:cubicBezTo>
                <a:cubicBezTo>
                  <a:pt x="3968740" y="1063371"/>
                  <a:pt x="3966206" y="1062282"/>
                  <a:pt x="3964239" y="1060106"/>
                </a:cubicBezTo>
                <a:cubicBezTo>
                  <a:pt x="3962272" y="1057929"/>
                  <a:pt x="3961288" y="1054957"/>
                  <a:pt x="3961288" y="1051190"/>
                </a:cubicBezTo>
                <a:cubicBezTo>
                  <a:pt x="3961288" y="1043990"/>
                  <a:pt x="3964972" y="1037377"/>
                  <a:pt x="3972339" y="1031349"/>
                </a:cubicBezTo>
                <a:cubicBezTo>
                  <a:pt x="3979706" y="1025322"/>
                  <a:pt x="3990045" y="1022308"/>
                  <a:pt x="4003355" y="1022308"/>
                </a:cubicBezTo>
                <a:close/>
                <a:moveTo>
                  <a:pt x="3494619" y="1022308"/>
                </a:moveTo>
                <a:lnTo>
                  <a:pt x="3500144" y="1022308"/>
                </a:lnTo>
                <a:lnTo>
                  <a:pt x="3500144" y="1114730"/>
                </a:lnTo>
                <a:cubicBezTo>
                  <a:pt x="3500144" y="1121930"/>
                  <a:pt x="3500668" y="1126723"/>
                  <a:pt x="3501714" y="1129109"/>
                </a:cubicBezTo>
                <a:cubicBezTo>
                  <a:pt x="3502761" y="1131494"/>
                  <a:pt x="3504310" y="1133273"/>
                  <a:pt x="3506360" y="1134445"/>
                </a:cubicBezTo>
                <a:cubicBezTo>
                  <a:pt x="3508411" y="1135617"/>
                  <a:pt x="3512158" y="1136203"/>
                  <a:pt x="3517599" y="1136203"/>
                </a:cubicBezTo>
                <a:lnTo>
                  <a:pt x="3517599" y="1140724"/>
                </a:lnTo>
                <a:lnTo>
                  <a:pt x="3461719" y="1140724"/>
                </a:lnTo>
                <a:lnTo>
                  <a:pt x="3461719" y="1136203"/>
                </a:lnTo>
                <a:cubicBezTo>
                  <a:pt x="3467328" y="1136203"/>
                  <a:pt x="3471095" y="1135659"/>
                  <a:pt x="3473021" y="1134571"/>
                </a:cubicBezTo>
                <a:cubicBezTo>
                  <a:pt x="3474946" y="1133483"/>
                  <a:pt x="3476474" y="1131683"/>
                  <a:pt x="3477604" y="1129171"/>
                </a:cubicBezTo>
                <a:cubicBezTo>
                  <a:pt x="3478734" y="1126660"/>
                  <a:pt x="3479299" y="1121846"/>
                  <a:pt x="3479299" y="1114730"/>
                </a:cubicBezTo>
                <a:lnTo>
                  <a:pt x="3479299" y="1070403"/>
                </a:lnTo>
                <a:cubicBezTo>
                  <a:pt x="3479299" y="1057929"/>
                  <a:pt x="3478923" y="1049851"/>
                  <a:pt x="3478169" y="1046167"/>
                </a:cubicBezTo>
                <a:cubicBezTo>
                  <a:pt x="3477583" y="1043488"/>
                  <a:pt x="3476662" y="1041625"/>
                  <a:pt x="3475407" y="1040579"/>
                </a:cubicBezTo>
                <a:cubicBezTo>
                  <a:pt x="3474151" y="1039533"/>
                  <a:pt x="3472435" y="1039009"/>
                  <a:pt x="3470258" y="1039009"/>
                </a:cubicBezTo>
                <a:cubicBezTo>
                  <a:pt x="3467914" y="1039009"/>
                  <a:pt x="3465068" y="1039637"/>
                  <a:pt x="3461719" y="1040893"/>
                </a:cubicBezTo>
                <a:lnTo>
                  <a:pt x="3459961" y="1036372"/>
                </a:lnTo>
                <a:close/>
                <a:moveTo>
                  <a:pt x="3351744" y="1022308"/>
                </a:moveTo>
                <a:lnTo>
                  <a:pt x="3357269" y="1022308"/>
                </a:lnTo>
                <a:lnTo>
                  <a:pt x="3357269" y="1114730"/>
                </a:lnTo>
                <a:cubicBezTo>
                  <a:pt x="3357269" y="1121930"/>
                  <a:pt x="3357793" y="1126723"/>
                  <a:pt x="3358839" y="1129109"/>
                </a:cubicBezTo>
                <a:cubicBezTo>
                  <a:pt x="3359886" y="1131494"/>
                  <a:pt x="3361434" y="1133273"/>
                  <a:pt x="3363485" y="1134445"/>
                </a:cubicBezTo>
                <a:cubicBezTo>
                  <a:pt x="3365536" y="1135617"/>
                  <a:pt x="3369283" y="1136203"/>
                  <a:pt x="3374724" y="1136203"/>
                </a:cubicBezTo>
                <a:lnTo>
                  <a:pt x="3374724" y="1140724"/>
                </a:lnTo>
                <a:lnTo>
                  <a:pt x="3318844" y="1140724"/>
                </a:lnTo>
                <a:lnTo>
                  <a:pt x="3318844" y="1136203"/>
                </a:lnTo>
                <a:cubicBezTo>
                  <a:pt x="3324453" y="1136203"/>
                  <a:pt x="3328220" y="1135659"/>
                  <a:pt x="3330146" y="1134571"/>
                </a:cubicBezTo>
                <a:cubicBezTo>
                  <a:pt x="3332071" y="1133483"/>
                  <a:pt x="3333599" y="1131683"/>
                  <a:pt x="3334729" y="1129171"/>
                </a:cubicBezTo>
                <a:cubicBezTo>
                  <a:pt x="3335859" y="1126660"/>
                  <a:pt x="3336424" y="1121846"/>
                  <a:pt x="3336424" y="1114730"/>
                </a:cubicBezTo>
                <a:lnTo>
                  <a:pt x="3336424" y="1070403"/>
                </a:lnTo>
                <a:cubicBezTo>
                  <a:pt x="3336424" y="1057929"/>
                  <a:pt x="3336048" y="1049851"/>
                  <a:pt x="3335294" y="1046167"/>
                </a:cubicBezTo>
                <a:cubicBezTo>
                  <a:pt x="3334708" y="1043488"/>
                  <a:pt x="3333787" y="1041625"/>
                  <a:pt x="3332532" y="1040579"/>
                </a:cubicBezTo>
                <a:cubicBezTo>
                  <a:pt x="3331276" y="1039533"/>
                  <a:pt x="3329560" y="1039009"/>
                  <a:pt x="3327383" y="1039009"/>
                </a:cubicBezTo>
                <a:cubicBezTo>
                  <a:pt x="3325039" y="1039009"/>
                  <a:pt x="3322193" y="1039637"/>
                  <a:pt x="3318844" y="1040893"/>
                </a:cubicBezTo>
                <a:lnTo>
                  <a:pt x="3317086" y="1036372"/>
                </a:lnTo>
                <a:close/>
                <a:moveTo>
                  <a:pt x="3184043" y="1022308"/>
                </a:moveTo>
                <a:lnTo>
                  <a:pt x="3189317" y="1022308"/>
                </a:lnTo>
                <a:lnTo>
                  <a:pt x="3189317" y="1048176"/>
                </a:lnTo>
                <a:cubicBezTo>
                  <a:pt x="3198944" y="1030931"/>
                  <a:pt x="3208823" y="1022308"/>
                  <a:pt x="3218953" y="1022308"/>
                </a:cubicBezTo>
                <a:cubicBezTo>
                  <a:pt x="3223557" y="1022308"/>
                  <a:pt x="3227366" y="1023710"/>
                  <a:pt x="3230380" y="1026515"/>
                </a:cubicBezTo>
                <a:cubicBezTo>
                  <a:pt x="3233393" y="1029319"/>
                  <a:pt x="3234900" y="1032563"/>
                  <a:pt x="3234900" y="1036247"/>
                </a:cubicBezTo>
                <a:cubicBezTo>
                  <a:pt x="3234900" y="1039512"/>
                  <a:pt x="3233812" y="1042274"/>
                  <a:pt x="3231636" y="1044535"/>
                </a:cubicBezTo>
                <a:cubicBezTo>
                  <a:pt x="3229459" y="1046795"/>
                  <a:pt x="3226864" y="1047925"/>
                  <a:pt x="3223850" y="1047925"/>
                </a:cubicBezTo>
                <a:cubicBezTo>
                  <a:pt x="3220920" y="1047925"/>
                  <a:pt x="3217634" y="1046481"/>
                  <a:pt x="3213992" y="1043593"/>
                </a:cubicBezTo>
                <a:cubicBezTo>
                  <a:pt x="3210351" y="1040705"/>
                  <a:pt x="3207651" y="1039260"/>
                  <a:pt x="3205893" y="1039260"/>
                </a:cubicBezTo>
                <a:cubicBezTo>
                  <a:pt x="3204386" y="1039260"/>
                  <a:pt x="3202753" y="1040098"/>
                  <a:pt x="3200996" y="1041772"/>
                </a:cubicBezTo>
                <a:cubicBezTo>
                  <a:pt x="3197228" y="1045204"/>
                  <a:pt x="3193336" y="1050855"/>
                  <a:pt x="3189317" y="1058724"/>
                </a:cubicBezTo>
                <a:lnTo>
                  <a:pt x="3189317" y="1113851"/>
                </a:lnTo>
                <a:cubicBezTo>
                  <a:pt x="3189317" y="1120214"/>
                  <a:pt x="3190112" y="1125027"/>
                  <a:pt x="3191703" y="1128292"/>
                </a:cubicBezTo>
                <a:cubicBezTo>
                  <a:pt x="3192791" y="1130553"/>
                  <a:pt x="3194717" y="1132436"/>
                  <a:pt x="3197479" y="1133943"/>
                </a:cubicBezTo>
                <a:cubicBezTo>
                  <a:pt x="3200242" y="1135450"/>
                  <a:pt x="3204218" y="1136203"/>
                  <a:pt x="3209409" y="1136203"/>
                </a:cubicBezTo>
                <a:lnTo>
                  <a:pt x="3209409" y="1140724"/>
                </a:lnTo>
                <a:lnTo>
                  <a:pt x="3150515" y="1140724"/>
                </a:lnTo>
                <a:lnTo>
                  <a:pt x="3150515" y="1136203"/>
                </a:lnTo>
                <a:cubicBezTo>
                  <a:pt x="3156375" y="1136203"/>
                  <a:pt x="3160728" y="1135283"/>
                  <a:pt x="3163575" y="1133441"/>
                </a:cubicBezTo>
                <a:cubicBezTo>
                  <a:pt x="3165667" y="1132101"/>
                  <a:pt x="3167132" y="1129967"/>
                  <a:pt x="3167970" y="1127037"/>
                </a:cubicBezTo>
                <a:cubicBezTo>
                  <a:pt x="3168388" y="1125613"/>
                  <a:pt x="3168597" y="1121553"/>
                  <a:pt x="3168597" y="1114856"/>
                </a:cubicBezTo>
                <a:lnTo>
                  <a:pt x="3168597" y="1070277"/>
                </a:lnTo>
                <a:cubicBezTo>
                  <a:pt x="3168597" y="1056883"/>
                  <a:pt x="3168325" y="1048909"/>
                  <a:pt x="3167781" y="1046355"/>
                </a:cubicBezTo>
                <a:cubicBezTo>
                  <a:pt x="3167237" y="1043802"/>
                  <a:pt x="3166232" y="1041939"/>
                  <a:pt x="3164767" y="1040767"/>
                </a:cubicBezTo>
                <a:cubicBezTo>
                  <a:pt x="3163302" y="1039595"/>
                  <a:pt x="3161482" y="1039009"/>
                  <a:pt x="3159305" y="1039009"/>
                </a:cubicBezTo>
                <a:cubicBezTo>
                  <a:pt x="3156710" y="1039009"/>
                  <a:pt x="3153780" y="1039637"/>
                  <a:pt x="3150515" y="1040893"/>
                </a:cubicBezTo>
                <a:lnTo>
                  <a:pt x="3149259" y="1036372"/>
                </a:lnTo>
                <a:close/>
                <a:moveTo>
                  <a:pt x="2717481" y="1022308"/>
                </a:moveTo>
                <a:cubicBezTo>
                  <a:pt x="2727694" y="1022308"/>
                  <a:pt x="2736066" y="1024024"/>
                  <a:pt x="2742596" y="1027457"/>
                </a:cubicBezTo>
                <a:cubicBezTo>
                  <a:pt x="2747535" y="1030052"/>
                  <a:pt x="2751176" y="1034112"/>
                  <a:pt x="2753520" y="1039637"/>
                </a:cubicBezTo>
                <a:cubicBezTo>
                  <a:pt x="2755027" y="1043237"/>
                  <a:pt x="2755781" y="1050604"/>
                  <a:pt x="2755781" y="1061738"/>
                </a:cubicBezTo>
                <a:lnTo>
                  <a:pt x="2755781" y="1100792"/>
                </a:lnTo>
                <a:cubicBezTo>
                  <a:pt x="2755781" y="1111758"/>
                  <a:pt x="2755990" y="1118477"/>
                  <a:pt x="2756408" y="1120946"/>
                </a:cubicBezTo>
                <a:cubicBezTo>
                  <a:pt x="2756827" y="1123416"/>
                  <a:pt x="2757518" y="1125069"/>
                  <a:pt x="2758481" y="1125906"/>
                </a:cubicBezTo>
                <a:cubicBezTo>
                  <a:pt x="2759443" y="1126744"/>
                  <a:pt x="2760553" y="1127162"/>
                  <a:pt x="2761808" y="1127162"/>
                </a:cubicBezTo>
                <a:cubicBezTo>
                  <a:pt x="2763148" y="1127162"/>
                  <a:pt x="2764320" y="1126869"/>
                  <a:pt x="2765324" y="1126283"/>
                </a:cubicBezTo>
                <a:cubicBezTo>
                  <a:pt x="2767082" y="1125195"/>
                  <a:pt x="2770473" y="1122139"/>
                  <a:pt x="2775496" y="1117116"/>
                </a:cubicBezTo>
                <a:lnTo>
                  <a:pt x="2775496" y="1124148"/>
                </a:lnTo>
                <a:cubicBezTo>
                  <a:pt x="2766120" y="1136706"/>
                  <a:pt x="2757162" y="1142984"/>
                  <a:pt x="2748623" y="1142984"/>
                </a:cubicBezTo>
                <a:cubicBezTo>
                  <a:pt x="2744521" y="1142984"/>
                  <a:pt x="2741256" y="1141561"/>
                  <a:pt x="2738828" y="1138715"/>
                </a:cubicBezTo>
                <a:cubicBezTo>
                  <a:pt x="2736401" y="1135869"/>
                  <a:pt x="2735145" y="1131013"/>
                  <a:pt x="2735061" y="1124148"/>
                </a:cubicBezTo>
                <a:cubicBezTo>
                  <a:pt x="2723257" y="1133273"/>
                  <a:pt x="2715848" y="1138547"/>
                  <a:pt x="2712834" y="1139971"/>
                </a:cubicBezTo>
                <a:cubicBezTo>
                  <a:pt x="2708314" y="1142064"/>
                  <a:pt x="2703500" y="1143110"/>
                  <a:pt x="2698394" y="1143110"/>
                </a:cubicBezTo>
                <a:cubicBezTo>
                  <a:pt x="2690440" y="1143110"/>
                  <a:pt x="2683890" y="1140389"/>
                  <a:pt x="2678741" y="1134948"/>
                </a:cubicBezTo>
                <a:cubicBezTo>
                  <a:pt x="2673593" y="1129506"/>
                  <a:pt x="2671019" y="1122348"/>
                  <a:pt x="2671019" y="1113475"/>
                </a:cubicBezTo>
                <a:cubicBezTo>
                  <a:pt x="2671019" y="1107866"/>
                  <a:pt x="2672274" y="1103010"/>
                  <a:pt x="2674786" y="1098908"/>
                </a:cubicBezTo>
                <a:cubicBezTo>
                  <a:pt x="2678218" y="1093215"/>
                  <a:pt x="2684183" y="1087858"/>
                  <a:pt x="2692680" y="1082835"/>
                </a:cubicBezTo>
                <a:cubicBezTo>
                  <a:pt x="2701177" y="1077812"/>
                  <a:pt x="2715304" y="1071700"/>
                  <a:pt x="2735061" y="1064501"/>
                </a:cubicBezTo>
                <a:lnTo>
                  <a:pt x="2735061" y="1059980"/>
                </a:lnTo>
                <a:cubicBezTo>
                  <a:pt x="2735061" y="1048511"/>
                  <a:pt x="2733240" y="1040642"/>
                  <a:pt x="2729599" y="1036372"/>
                </a:cubicBezTo>
                <a:cubicBezTo>
                  <a:pt x="2725957" y="1032103"/>
                  <a:pt x="2720662" y="1029968"/>
                  <a:pt x="2713713" y="1029968"/>
                </a:cubicBezTo>
                <a:cubicBezTo>
                  <a:pt x="2708439" y="1029968"/>
                  <a:pt x="2704254" y="1031391"/>
                  <a:pt x="2701156" y="1034238"/>
                </a:cubicBezTo>
                <a:cubicBezTo>
                  <a:pt x="2697975" y="1037084"/>
                  <a:pt x="2696384" y="1040349"/>
                  <a:pt x="2696384" y="1044032"/>
                </a:cubicBezTo>
                <a:lnTo>
                  <a:pt x="2696635" y="1051316"/>
                </a:lnTo>
                <a:cubicBezTo>
                  <a:pt x="2696635" y="1055167"/>
                  <a:pt x="2695652" y="1058138"/>
                  <a:pt x="2693684" y="1060231"/>
                </a:cubicBezTo>
                <a:cubicBezTo>
                  <a:pt x="2691717" y="1062324"/>
                  <a:pt x="2689143" y="1063371"/>
                  <a:pt x="2685962" y="1063371"/>
                </a:cubicBezTo>
                <a:cubicBezTo>
                  <a:pt x="2682864" y="1063371"/>
                  <a:pt x="2680332" y="1062282"/>
                  <a:pt x="2678365" y="1060106"/>
                </a:cubicBezTo>
                <a:cubicBezTo>
                  <a:pt x="2676397" y="1057929"/>
                  <a:pt x="2675414" y="1054957"/>
                  <a:pt x="2675414" y="1051190"/>
                </a:cubicBezTo>
                <a:cubicBezTo>
                  <a:pt x="2675414" y="1043990"/>
                  <a:pt x="2679097" y="1037377"/>
                  <a:pt x="2686464" y="1031349"/>
                </a:cubicBezTo>
                <a:cubicBezTo>
                  <a:pt x="2693831" y="1025322"/>
                  <a:pt x="2704170" y="1022308"/>
                  <a:pt x="2717481" y="1022308"/>
                </a:cubicBezTo>
                <a:close/>
                <a:moveTo>
                  <a:pt x="2516595" y="1022308"/>
                </a:moveTo>
                <a:cubicBezTo>
                  <a:pt x="2534008" y="1022308"/>
                  <a:pt x="2547989" y="1028922"/>
                  <a:pt x="2558537" y="1042149"/>
                </a:cubicBezTo>
                <a:cubicBezTo>
                  <a:pt x="2567494" y="1053450"/>
                  <a:pt x="2571973" y="1066426"/>
                  <a:pt x="2571973" y="1081077"/>
                </a:cubicBezTo>
                <a:cubicBezTo>
                  <a:pt x="2571973" y="1091374"/>
                  <a:pt x="2569504" y="1101796"/>
                  <a:pt x="2564564" y="1112344"/>
                </a:cubicBezTo>
                <a:cubicBezTo>
                  <a:pt x="2559625" y="1122893"/>
                  <a:pt x="2552823" y="1130846"/>
                  <a:pt x="2544159" y="1136203"/>
                </a:cubicBezTo>
                <a:cubicBezTo>
                  <a:pt x="2535494" y="1141561"/>
                  <a:pt x="2525846" y="1144240"/>
                  <a:pt x="2515214" y="1144240"/>
                </a:cubicBezTo>
                <a:cubicBezTo>
                  <a:pt x="2497885" y="1144240"/>
                  <a:pt x="2484114" y="1137334"/>
                  <a:pt x="2473900" y="1123520"/>
                </a:cubicBezTo>
                <a:cubicBezTo>
                  <a:pt x="2465277" y="1111884"/>
                  <a:pt x="2460966" y="1098824"/>
                  <a:pt x="2460966" y="1084341"/>
                </a:cubicBezTo>
                <a:cubicBezTo>
                  <a:pt x="2460966" y="1073793"/>
                  <a:pt x="2463582" y="1063308"/>
                  <a:pt x="2468814" y="1052885"/>
                </a:cubicBezTo>
                <a:cubicBezTo>
                  <a:pt x="2474047" y="1042463"/>
                  <a:pt x="2480932" y="1034761"/>
                  <a:pt x="2489472" y="1029780"/>
                </a:cubicBezTo>
                <a:cubicBezTo>
                  <a:pt x="2498010" y="1024799"/>
                  <a:pt x="2507052" y="1022308"/>
                  <a:pt x="2516595" y="1022308"/>
                </a:cubicBezTo>
                <a:close/>
                <a:moveTo>
                  <a:pt x="2060256" y="1022308"/>
                </a:moveTo>
                <a:cubicBezTo>
                  <a:pt x="2070470" y="1022308"/>
                  <a:pt x="2078841" y="1024024"/>
                  <a:pt x="2085371" y="1027457"/>
                </a:cubicBezTo>
                <a:cubicBezTo>
                  <a:pt x="2090310" y="1030052"/>
                  <a:pt x="2093952" y="1034112"/>
                  <a:pt x="2096296" y="1039637"/>
                </a:cubicBezTo>
                <a:cubicBezTo>
                  <a:pt x="2097803" y="1043237"/>
                  <a:pt x="2098556" y="1050604"/>
                  <a:pt x="2098556" y="1061738"/>
                </a:cubicBezTo>
                <a:lnTo>
                  <a:pt x="2098556" y="1100792"/>
                </a:lnTo>
                <a:cubicBezTo>
                  <a:pt x="2098556" y="1111758"/>
                  <a:pt x="2098766" y="1118477"/>
                  <a:pt x="2099184" y="1120946"/>
                </a:cubicBezTo>
                <a:cubicBezTo>
                  <a:pt x="2099602" y="1123416"/>
                  <a:pt x="2100293" y="1125069"/>
                  <a:pt x="2101256" y="1125906"/>
                </a:cubicBezTo>
                <a:cubicBezTo>
                  <a:pt x="2102219" y="1126744"/>
                  <a:pt x="2103328" y="1127162"/>
                  <a:pt x="2104584" y="1127162"/>
                </a:cubicBezTo>
                <a:cubicBezTo>
                  <a:pt x="2105923" y="1127162"/>
                  <a:pt x="2107095" y="1126869"/>
                  <a:pt x="2108100" y="1126283"/>
                </a:cubicBezTo>
                <a:cubicBezTo>
                  <a:pt x="2109857" y="1125195"/>
                  <a:pt x="2113248" y="1122139"/>
                  <a:pt x="2118271" y="1117116"/>
                </a:cubicBezTo>
                <a:lnTo>
                  <a:pt x="2118271" y="1124148"/>
                </a:lnTo>
                <a:cubicBezTo>
                  <a:pt x="2108895" y="1136706"/>
                  <a:pt x="2099937" y="1142984"/>
                  <a:pt x="2091399" y="1142984"/>
                </a:cubicBezTo>
                <a:cubicBezTo>
                  <a:pt x="2087296" y="1142984"/>
                  <a:pt x="2084031" y="1141561"/>
                  <a:pt x="2081603" y="1138715"/>
                </a:cubicBezTo>
                <a:cubicBezTo>
                  <a:pt x="2079176" y="1135869"/>
                  <a:pt x="2077920" y="1131013"/>
                  <a:pt x="2077836" y="1124148"/>
                </a:cubicBezTo>
                <a:cubicBezTo>
                  <a:pt x="2066032" y="1133273"/>
                  <a:pt x="2058624" y="1138547"/>
                  <a:pt x="2055609" y="1139971"/>
                </a:cubicBezTo>
                <a:cubicBezTo>
                  <a:pt x="2051089" y="1142064"/>
                  <a:pt x="2046276" y="1143110"/>
                  <a:pt x="2041169" y="1143110"/>
                </a:cubicBezTo>
                <a:cubicBezTo>
                  <a:pt x="2033215" y="1143110"/>
                  <a:pt x="2026665" y="1140389"/>
                  <a:pt x="2021516" y="1134948"/>
                </a:cubicBezTo>
                <a:cubicBezTo>
                  <a:pt x="2016368" y="1129506"/>
                  <a:pt x="2013793" y="1122348"/>
                  <a:pt x="2013793" y="1113475"/>
                </a:cubicBezTo>
                <a:cubicBezTo>
                  <a:pt x="2013793" y="1107866"/>
                  <a:pt x="2015050" y="1103010"/>
                  <a:pt x="2017561" y="1098908"/>
                </a:cubicBezTo>
                <a:cubicBezTo>
                  <a:pt x="2020993" y="1093215"/>
                  <a:pt x="2026958" y="1087858"/>
                  <a:pt x="2035455" y="1082835"/>
                </a:cubicBezTo>
                <a:cubicBezTo>
                  <a:pt x="2043952" y="1077812"/>
                  <a:pt x="2058079" y="1071700"/>
                  <a:pt x="2077836" y="1064501"/>
                </a:cubicBezTo>
                <a:lnTo>
                  <a:pt x="2077836" y="1059980"/>
                </a:lnTo>
                <a:cubicBezTo>
                  <a:pt x="2077836" y="1048511"/>
                  <a:pt x="2076016" y="1040642"/>
                  <a:pt x="2072374" y="1036372"/>
                </a:cubicBezTo>
                <a:cubicBezTo>
                  <a:pt x="2068732" y="1032103"/>
                  <a:pt x="2063437" y="1029968"/>
                  <a:pt x="2056489" y="1029968"/>
                </a:cubicBezTo>
                <a:cubicBezTo>
                  <a:pt x="2051214" y="1029968"/>
                  <a:pt x="2047029" y="1031391"/>
                  <a:pt x="2043932" y="1034238"/>
                </a:cubicBezTo>
                <a:cubicBezTo>
                  <a:pt x="2040751" y="1037084"/>
                  <a:pt x="2039160" y="1040349"/>
                  <a:pt x="2039160" y="1044032"/>
                </a:cubicBezTo>
                <a:lnTo>
                  <a:pt x="2039411" y="1051316"/>
                </a:lnTo>
                <a:cubicBezTo>
                  <a:pt x="2039411" y="1055167"/>
                  <a:pt x="2038427" y="1058138"/>
                  <a:pt x="2036460" y="1060231"/>
                </a:cubicBezTo>
                <a:cubicBezTo>
                  <a:pt x="2034493" y="1062324"/>
                  <a:pt x="2031918" y="1063371"/>
                  <a:pt x="2028737" y="1063371"/>
                </a:cubicBezTo>
                <a:cubicBezTo>
                  <a:pt x="2025639" y="1063371"/>
                  <a:pt x="2023107" y="1062282"/>
                  <a:pt x="2021140" y="1060106"/>
                </a:cubicBezTo>
                <a:cubicBezTo>
                  <a:pt x="2019172" y="1057929"/>
                  <a:pt x="2018189" y="1054957"/>
                  <a:pt x="2018189" y="1051190"/>
                </a:cubicBezTo>
                <a:cubicBezTo>
                  <a:pt x="2018189" y="1043990"/>
                  <a:pt x="2021872" y="1037377"/>
                  <a:pt x="2029240" y="1031349"/>
                </a:cubicBezTo>
                <a:cubicBezTo>
                  <a:pt x="2036606" y="1025322"/>
                  <a:pt x="2046946" y="1022308"/>
                  <a:pt x="2060256" y="1022308"/>
                </a:cubicBezTo>
                <a:close/>
                <a:moveTo>
                  <a:pt x="1792695" y="1022308"/>
                </a:moveTo>
                <a:cubicBezTo>
                  <a:pt x="1810109" y="1022308"/>
                  <a:pt x="1824089" y="1028922"/>
                  <a:pt x="1834637" y="1042149"/>
                </a:cubicBezTo>
                <a:cubicBezTo>
                  <a:pt x="1843594" y="1053450"/>
                  <a:pt x="1848074" y="1066426"/>
                  <a:pt x="1848074" y="1081077"/>
                </a:cubicBezTo>
                <a:cubicBezTo>
                  <a:pt x="1848074" y="1091374"/>
                  <a:pt x="1845604" y="1101796"/>
                  <a:pt x="1840664" y="1112344"/>
                </a:cubicBezTo>
                <a:cubicBezTo>
                  <a:pt x="1835726" y="1122893"/>
                  <a:pt x="1828924" y="1130846"/>
                  <a:pt x="1820259" y="1136203"/>
                </a:cubicBezTo>
                <a:cubicBezTo>
                  <a:pt x="1811594" y="1141561"/>
                  <a:pt x="1801946" y="1144240"/>
                  <a:pt x="1791314" y="1144240"/>
                </a:cubicBezTo>
                <a:cubicBezTo>
                  <a:pt x="1773985" y="1144240"/>
                  <a:pt x="1760214" y="1137334"/>
                  <a:pt x="1750001" y="1123520"/>
                </a:cubicBezTo>
                <a:cubicBezTo>
                  <a:pt x="1741378" y="1111884"/>
                  <a:pt x="1737066" y="1098824"/>
                  <a:pt x="1737066" y="1084341"/>
                </a:cubicBezTo>
                <a:cubicBezTo>
                  <a:pt x="1737066" y="1073793"/>
                  <a:pt x="1739683" y="1063308"/>
                  <a:pt x="1744915" y="1052885"/>
                </a:cubicBezTo>
                <a:cubicBezTo>
                  <a:pt x="1750147" y="1042463"/>
                  <a:pt x="1757033" y="1034761"/>
                  <a:pt x="1765572" y="1029780"/>
                </a:cubicBezTo>
                <a:cubicBezTo>
                  <a:pt x="1774111" y="1024799"/>
                  <a:pt x="1783152" y="1022308"/>
                  <a:pt x="1792695" y="1022308"/>
                </a:cubicBezTo>
                <a:close/>
                <a:moveTo>
                  <a:pt x="1515843" y="1022308"/>
                </a:moveTo>
                <a:cubicBezTo>
                  <a:pt x="1527144" y="1022308"/>
                  <a:pt x="1536437" y="1025301"/>
                  <a:pt x="1543720" y="1031287"/>
                </a:cubicBezTo>
                <a:cubicBezTo>
                  <a:pt x="1551003" y="1037272"/>
                  <a:pt x="1554645" y="1043488"/>
                  <a:pt x="1554645" y="1049934"/>
                </a:cubicBezTo>
                <a:cubicBezTo>
                  <a:pt x="1554645" y="1053115"/>
                  <a:pt x="1553619" y="1055690"/>
                  <a:pt x="1551568" y="1057657"/>
                </a:cubicBezTo>
                <a:cubicBezTo>
                  <a:pt x="1549517" y="1059624"/>
                  <a:pt x="1546650" y="1060608"/>
                  <a:pt x="1542967" y="1060608"/>
                </a:cubicBezTo>
                <a:cubicBezTo>
                  <a:pt x="1538027" y="1060608"/>
                  <a:pt x="1534302" y="1059017"/>
                  <a:pt x="1531791" y="1055836"/>
                </a:cubicBezTo>
                <a:cubicBezTo>
                  <a:pt x="1530367" y="1054078"/>
                  <a:pt x="1529426" y="1050730"/>
                  <a:pt x="1528965" y="1045790"/>
                </a:cubicBezTo>
                <a:cubicBezTo>
                  <a:pt x="1528505" y="1040851"/>
                  <a:pt x="1526809" y="1037084"/>
                  <a:pt x="1523879" y="1034489"/>
                </a:cubicBezTo>
                <a:cubicBezTo>
                  <a:pt x="1520949" y="1031977"/>
                  <a:pt x="1516889" y="1030721"/>
                  <a:pt x="1511699" y="1030721"/>
                </a:cubicBezTo>
                <a:cubicBezTo>
                  <a:pt x="1503327" y="1030721"/>
                  <a:pt x="1496588" y="1033819"/>
                  <a:pt x="1491481" y="1040014"/>
                </a:cubicBezTo>
                <a:cubicBezTo>
                  <a:pt x="1484700" y="1048218"/>
                  <a:pt x="1481310" y="1059059"/>
                  <a:pt x="1481310" y="1072538"/>
                </a:cubicBezTo>
                <a:cubicBezTo>
                  <a:pt x="1481310" y="1086267"/>
                  <a:pt x="1484679" y="1098385"/>
                  <a:pt x="1491419" y="1108891"/>
                </a:cubicBezTo>
                <a:cubicBezTo>
                  <a:pt x="1498158" y="1119397"/>
                  <a:pt x="1507262" y="1124651"/>
                  <a:pt x="1518731" y="1124651"/>
                </a:cubicBezTo>
                <a:cubicBezTo>
                  <a:pt x="1526935" y="1124651"/>
                  <a:pt x="1534302" y="1121846"/>
                  <a:pt x="1540832" y="1116237"/>
                </a:cubicBezTo>
                <a:cubicBezTo>
                  <a:pt x="1545436" y="1112386"/>
                  <a:pt x="1549915" y="1105396"/>
                  <a:pt x="1554268" y="1095266"/>
                </a:cubicBezTo>
                <a:lnTo>
                  <a:pt x="1557910" y="1097024"/>
                </a:lnTo>
                <a:cubicBezTo>
                  <a:pt x="1554812" y="1112177"/>
                  <a:pt x="1548743" y="1123834"/>
                  <a:pt x="1539702" y="1131997"/>
                </a:cubicBezTo>
                <a:cubicBezTo>
                  <a:pt x="1530660" y="1140159"/>
                  <a:pt x="1520656" y="1144240"/>
                  <a:pt x="1509690" y="1144240"/>
                </a:cubicBezTo>
                <a:cubicBezTo>
                  <a:pt x="1496630" y="1144240"/>
                  <a:pt x="1485244" y="1138757"/>
                  <a:pt x="1475533" y="1127790"/>
                </a:cubicBezTo>
                <a:cubicBezTo>
                  <a:pt x="1465822" y="1116823"/>
                  <a:pt x="1460967" y="1102006"/>
                  <a:pt x="1460967" y="1083337"/>
                </a:cubicBezTo>
                <a:cubicBezTo>
                  <a:pt x="1460967" y="1065254"/>
                  <a:pt x="1466346" y="1050562"/>
                  <a:pt x="1477103" y="1039260"/>
                </a:cubicBezTo>
                <a:cubicBezTo>
                  <a:pt x="1487861" y="1027959"/>
                  <a:pt x="1500774" y="1022308"/>
                  <a:pt x="1515843" y="1022308"/>
                </a:cubicBezTo>
                <a:close/>
                <a:moveTo>
                  <a:pt x="1354992" y="1022308"/>
                </a:moveTo>
                <a:lnTo>
                  <a:pt x="1360392" y="1022308"/>
                </a:lnTo>
                <a:lnTo>
                  <a:pt x="1360392" y="1046669"/>
                </a:lnTo>
                <a:cubicBezTo>
                  <a:pt x="1373870" y="1030428"/>
                  <a:pt x="1386720" y="1022308"/>
                  <a:pt x="1398943" y="1022308"/>
                </a:cubicBezTo>
                <a:cubicBezTo>
                  <a:pt x="1405221" y="1022308"/>
                  <a:pt x="1410621" y="1023878"/>
                  <a:pt x="1415142" y="1027017"/>
                </a:cubicBezTo>
                <a:cubicBezTo>
                  <a:pt x="1419662" y="1030156"/>
                  <a:pt x="1423262" y="1035326"/>
                  <a:pt x="1425941" y="1042525"/>
                </a:cubicBezTo>
                <a:cubicBezTo>
                  <a:pt x="1427783" y="1047548"/>
                  <a:pt x="1428704" y="1055250"/>
                  <a:pt x="1428704" y="1065631"/>
                </a:cubicBezTo>
                <a:lnTo>
                  <a:pt x="1428704" y="1114730"/>
                </a:lnTo>
                <a:cubicBezTo>
                  <a:pt x="1428704" y="1122014"/>
                  <a:pt x="1429290" y="1126953"/>
                  <a:pt x="1430462" y="1129548"/>
                </a:cubicBezTo>
                <a:cubicBezTo>
                  <a:pt x="1431383" y="1131641"/>
                  <a:pt x="1432869" y="1133273"/>
                  <a:pt x="1434920" y="1134445"/>
                </a:cubicBezTo>
                <a:cubicBezTo>
                  <a:pt x="1436971" y="1135617"/>
                  <a:pt x="1440759" y="1136203"/>
                  <a:pt x="1446284" y="1136203"/>
                </a:cubicBezTo>
                <a:lnTo>
                  <a:pt x="1446284" y="1140724"/>
                </a:lnTo>
                <a:lnTo>
                  <a:pt x="1389399" y="1140724"/>
                </a:lnTo>
                <a:lnTo>
                  <a:pt x="1389399" y="1136203"/>
                </a:lnTo>
                <a:lnTo>
                  <a:pt x="1391785" y="1136203"/>
                </a:lnTo>
                <a:cubicBezTo>
                  <a:pt x="1397143" y="1136203"/>
                  <a:pt x="1400889" y="1135387"/>
                  <a:pt x="1403024" y="1133755"/>
                </a:cubicBezTo>
                <a:cubicBezTo>
                  <a:pt x="1405159" y="1132122"/>
                  <a:pt x="1406645" y="1129715"/>
                  <a:pt x="1407482" y="1126534"/>
                </a:cubicBezTo>
                <a:cubicBezTo>
                  <a:pt x="1407817" y="1125279"/>
                  <a:pt x="1407984" y="1121344"/>
                  <a:pt x="1407984" y="1114730"/>
                </a:cubicBezTo>
                <a:lnTo>
                  <a:pt x="1407984" y="1067640"/>
                </a:lnTo>
                <a:cubicBezTo>
                  <a:pt x="1407984" y="1057176"/>
                  <a:pt x="1406624" y="1049578"/>
                  <a:pt x="1403903" y="1044849"/>
                </a:cubicBezTo>
                <a:cubicBezTo>
                  <a:pt x="1401182" y="1040119"/>
                  <a:pt x="1396599" y="1037754"/>
                  <a:pt x="1390153" y="1037754"/>
                </a:cubicBezTo>
                <a:cubicBezTo>
                  <a:pt x="1380190" y="1037754"/>
                  <a:pt x="1370270" y="1043195"/>
                  <a:pt x="1360392" y="1054078"/>
                </a:cubicBezTo>
                <a:lnTo>
                  <a:pt x="1360392" y="1114730"/>
                </a:lnTo>
                <a:cubicBezTo>
                  <a:pt x="1360392" y="1122516"/>
                  <a:pt x="1360852" y="1127330"/>
                  <a:pt x="1361773" y="1129171"/>
                </a:cubicBezTo>
                <a:cubicBezTo>
                  <a:pt x="1362945" y="1131599"/>
                  <a:pt x="1364556" y="1133378"/>
                  <a:pt x="1366608" y="1134508"/>
                </a:cubicBezTo>
                <a:cubicBezTo>
                  <a:pt x="1368659" y="1135638"/>
                  <a:pt x="1372823" y="1136203"/>
                  <a:pt x="1379102" y="1136203"/>
                </a:cubicBezTo>
                <a:lnTo>
                  <a:pt x="1379102" y="1140724"/>
                </a:lnTo>
                <a:lnTo>
                  <a:pt x="1322217" y="1140724"/>
                </a:lnTo>
                <a:lnTo>
                  <a:pt x="1322217" y="1136203"/>
                </a:lnTo>
                <a:lnTo>
                  <a:pt x="1324729" y="1136203"/>
                </a:lnTo>
                <a:cubicBezTo>
                  <a:pt x="1330589" y="1136203"/>
                  <a:pt x="1334544" y="1134717"/>
                  <a:pt x="1336595" y="1131746"/>
                </a:cubicBezTo>
                <a:cubicBezTo>
                  <a:pt x="1338646" y="1128774"/>
                  <a:pt x="1339672" y="1123102"/>
                  <a:pt x="1339672" y="1114730"/>
                </a:cubicBezTo>
                <a:lnTo>
                  <a:pt x="1339672" y="1072035"/>
                </a:lnTo>
                <a:cubicBezTo>
                  <a:pt x="1339672" y="1058222"/>
                  <a:pt x="1339358" y="1049809"/>
                  <a:pt x="1338730" y="1046795"/>
                </a:cubicBezTo>
                <a:cubicBezTo>
                  <a:pt x="1338102" y="1043781"/>
                  <a:pt x="1337140" y="1041730"/>
                  <a:pt x="1335842" y="1040642"/>
                </a:cubicBezTo>
                <a:cubicBezTo>
                  <a:pt x="1334544" y="1039554"/>
                  <a:pt x="1332807" y="1039009"/>
                  <a:pt x="1330631" y="1039009"/>
                </a:cubicBezTo>
                <a:cubicBezTo>
                  <a:pt x="1328287" y="1039009"/>
                  <a:pt x="1325482" y="1039637"/>
                  <a:pt x="1322217" y="1040893"/>
                </a:cubicBezTo>
                <a:lnTo>
                  <a:pt x="1320334" y="1036372"/>
                </a:lnTo>
                <a:close/>
                <a:moveTo>
                  <a:pt x="1260156" y="1022308"/>
                </a:moveTo>
                <a:cubicBezTo>
                  <a:pt x="1270369" y="1022308"/>
                  <a:pt x="1278741" y="1024024"/>
                  <a:pt x="1285271" y="1027457"/>
                </a:cubicBezTo>
                <a:cubicBezTo>
                  <a:pt x="1290210" y="1030052"/>
                  <a:pt x="1293851" y="1034112"/>
                  <a:pt x="1296196" y="1039637"/>
                </a:cubicBezTo>
                <a:cubicBezTo>
                  <a:pt x="1297702" y="1043237"/>
                  <a:pt x="1298456" y="1050604"/>
                  <a:pt x="1298456" y="1061738"/>
                </a:cubicBezTo>
                <a:lnTo>
                  <a:pt x="1298456" y="1100792"/>
                </a:lnTo>
                <a:cubicBezTo>
                  <a:pt x="1298456" y="1111758"/>
                  <a:pt x="1298665" y="1118477"/>
                  <a:pt x="1299084" y="1120946"/>
                </a:cubicBezTo>
                <a:cubicBezTo>
                  <a:pt x="1299502" y="1123416"/>
                  <a:pt x="1300193" y="1125069"/>
                  <a:pt x="1301156" y="1125906"/>
                </a:cubicBezTo>
                <a:cubicBezTo>
                  <a:pt x="1302118" y="1126744"/>
                  <a:pt x="1303228" y="1127162"/>
                  <a:pt x="1304483" y="1127162"/>
                </a:cubicBezTo>
                <a:cubicBezTo>
                  <a:pt x="1305823" y="1127162"/>
                  <a:pt x="1306995" y="1126869"/>
                  <a:pt x="1307999" y="1126283"/>
                </a:cubicBezTo>
                <a:cubicBezTo>
                  <a:pt x="1309758" y="1125195"/>
                  <a:pt x="1313148" y="1122139"/>
                  <a:pt x="1318171" y="1117116"/>
                </a:cubicBezTo>
                <a:lnTo>
                  <a:pt x="1318171" y="1124148"/>
                </a:lnTo>
                <a:cubicBezTo>
                  <a:pt x="1308795" y="1136706"/>
                  <a:pt x="1299837" y="1142984"/>
                  <a:pt x="1291298" y="1142984"/>
                </a:cubicBezTo>
                <a:cubicBezTo>
                  <a:pt x="1287196" y="1142984"/>
                  <a:pt x="1283931" y="1141561"/>
                  <a:pt x="1281503" y="1138715"/>
                </a:cubicBezTo>
                <a:cubicBezTo>
                  <a:pt x="1279076" y="1135869"/>
                  <a:pt x="1277820" y="1131013"/>
                  <a:pt x="1277736" y="1124148"/>
                </a:cubicBezTo>
                <a:cubicBezTo>
                  <a:pt x="1265932" y="1133273"/>
                  <a:pt x="1258523" y="1138547"/>
                  <a:pt x="1255510" y="1139971"/>
                </a:cubicBezTo>
                <a:cubicBezTo>
                  <a:pt x="1250989" y="1142064"/>
                  <a:pt x="1246175" y="1143110"/>
                  <a:pt x="1241069" y="1143110"/>
                </a:cubicBezTo>
                <a:cubicBezTo>
                  <a:pt x="1233116" y="1143110"/>
                  <a:pt x="1226565" y="1140389"/>
                  <a:pt x="1221416" y="1134948"/>
                </a:cubicBezTo>
                <a:cubicBezTo>
                  <a:pt x="1216268" y="1129506"/>
                  <a:pt x="1213694" y="1122348"/>
                  <a:pt x="1213694" y="1113475"/>
                </a:cubicBezTo>
                <a:cubicBezTo>
                  <a:pt x="1213694" y="1107866"/>
                  <a:pt x="1214949" y="1103010"/>
                  <a:pt x="1217461" y="1098908"/>
                </a:cubicBezTo>
                <a:cubicBezTo>
                  <a:pt x="1220893" y="1093215"/>
                  <a:pt x="1226858" y="1087858"/>
                  <a:pt x="1235355" y="1082835"/>
                </a:cubicBezTo>
                <a:cubicBezTo>
                  <a:pt x="1243852" y="1077812"/>
                  <a:pt x="1257979" y="1071700"/>
                  <a:pt x="1277736" y="1064501"/>
                </a:cubicBezTo>
                <a:lnTo>
                  <a:pt x="1277736" y="1059980"/>
                </a:lnTo>
                <a:cubicBezTo>
                  <a:pt x="1277736" y="1048511"/>
                  <a:pt x="1275915" y="1040642"/>
                  <a:pt x="1272274" y="1036372"/>
                </a:cubicBezTo>
                <a:cubicBezTo>
                  <a:pt x="1268632" y="1032103"/>
                  <a:pt x="1263337" y="1029968"/>
                  <a:pt x="1256389" y="1029968"/>
                </a:cubicBezTo>
                <a:cubicBezTo>
                  <a:pt x="1251115" y="1029968"/>
                  <a:pt x="1246929" y="1031391"/>
                  <a:pt x="1243831" y="1034238"/>
                </a:cubicBezTo>
                <a:cubicBezTo>
                  <a:pt x="1240650" y="1037084"/>
                  <a:pt x="1239060" y="1040349"/>
                  <a:pt x="1239060" y="1044032"/>
                </a:cubicBezTo>
                <a:lnTo>
                  <a:pt x="1239311" y="1051316"/>
                </a:lnTo>
                <a:cubicBezTo>
                  <a:pt x="1239311" y="1055167"/>
                  <a:pt x="1238327" y="1058138"/>
                  <a:pt x="1236360" y="1060231"/>
                </a:cubicBezTo>
                <a:cubicBezTo>
                  <a:pt x="1234392" y="1062324"/>
                  <a:pt x="1231818" y="1063371"/>
                  <a:pt x="1228637" y="1063371"/>
                </a:cubicBezTo>
                <a:cubicBezTo>
                  <a:pt x="1225539" y="1063371"/>
                  <a:pt x="1223007" y="1062282"/>
                  <a:pt x="1221040" y="1060106"/>
                </a:cubicBezTo>
                <a:cubicBezTo>
                  <a:pt x="1219072" y="1057929"/>
                  <a:pt x="1218089" y="1054957"/>
                  <a:pt x="1218089" y="1051190"/>
                </a:cubicBezTo>
                <a:cubicBezTo>
                  <a:pt x="1218089" y="1043990"/>
                  <a:pt x="1221772" y="1037377"/>
                  <a:pt x="1229139" y="1031349"/>
                </a:cubicBezTo>
                <a:cubicBezTo>
                  <a:pt x="1236506" y="1025322"/>
                  <a:pt x="1246845" y="1022308"/>
                  <a:pt x="1260156" y="1022308"/>
                </a:cubicBezTo>
                <a:close/>
                <a:moveTo>
                  <a:pt x="1077693" y="1022308"/>
                </a:moveTo>
                <a:cubicBezTo>
                  <a:pt x="1088994" y="1022308"/>
                  <a:pt x="1098287" y="1025301"/>
                  <a:pt x="1105570" y="1031287"/>
                </a:cubicBezTo>
                <a:cubicBezTo>
                  <a:pt x="1112853" y="1037272"/>
                  <a:pt x="1116495" y="1043488"/>
                  <a:pt x="1116495" y="1049934"/>
                </a:cubicBezTo>
                <a:cubicBezTo>
                  <a:pt x="1116495" y="1053115"/>
                  <a:pt x="1115469" y="1055690"/>
                  <a:pt x="1113418" y="1057657"/>
                </a:cubicBezTo>
                <a:cubicBezTo>
                  <a:pt x="1111367" y="1059624"/>
                  <a:pt x="1108500" y="1060608"/>
                  <a:pt x="1104816" y="1060608"/>
                </a:cubicBezTo>
                <a:cubicBezTo>
                  <a:pt x="1099877" y="1060608"/>
                  <a:pt x="1096152" y="1059017"/>
                  <a:pt x="1093640" y="1055836"/>
                </a:cubicBezTo>
                <a:cubicBezTo>
                  <a:pt x="1092217" y="1054078"/>
                  <a:pt x="1091275" y="1050730"/>
                  <a:pt x="1090815" y="1045790"/>
                </a:cubicBezTo>
                <a:cubicBezTo>
                  <a:pt x="1090355" y="1040851"/>
                  <a:pt x="1088659" y="1037084"/>
                  <a:pt x="1085729" y="1034489"/>
                </a:cubicBezTo>
                <a:cubicBezTo>
                  <a:pt x="1082799" y="1031977"/>
                  <a:pt x="1078739" y="1030721"/>
                  <a:pt x="1073548" y="1030721"/>
                </a:cubicBezTo>
                <a:cubicBezTo>
                  <a:pt x="1065177" y="1030721"/>
                  <a:pt x="1058438" y="1033819"/>
                  <a:pt x="1053331" y="1040014"/>
                </a:cubicBezTo>
                <a:cubicBezTo>
                  <a:pt x="1046550" y="1048218"/>
                  <a:pt x="1043160" y="1059059"/>
                  <a:pt x="1043160" y="1072538"/>
                </a:cubicBezTo>
                <a:cubicBezTo>
                  <a:pt x="1043160" y="1086267"/>
                  <a:pt x="1046529" y="1098385"/>
                  <a:pt x="1053268" y="1108891"/>
                </a:cubicBezTo>
                <a:cubicBezTo>
                  <a:pt x="1060008" y="1119397"/>
                  <a:pt x="1069112" y="1124651"/>
                  <a:pt x="1080581" y="1124651"/>
                </a:cubicBezTo>
                <a:cubicBezTo>
                  <a:pt x="1088785" y="1124651"/>
                  <a:pt x="1096152" y="1121846"/>
                  <a:pt x="1102682" y="1116237"/>
                </a:cubicBezTo>
                <a:cubicBezTo>
                  <a:pt x="1107286" y="1112386"/>
                  <a:pt x="1111765" y="1105396"/>
                  <a:pt x="1116118" y="1095266"/>
                </a:cubicBezTo>
                <a:lnTo>
                  <a:pt x="1119760" y="1097024"/>
                </a:lnTo>
                <a:cubicBezTo>
                  <a:pt x="1116662" y="1112177"/>
                  <a:pt x="1110593" y="1123834"/>
                  <a:pt x="1101552" y="1131997"/>
                </a:cubicBezTo>
                <a:cubicBezTo>
                  <a:pt x="1092510" y="1140159"/>
                  <a:pt x="1082506" y="1144240"/>
                  <a:pt x="1071539" y="1144240"/>
                </a:cubicBezTo>
                <a:cubicBezTo>
                  <a:pt x="1058480" y="1144240"/>
                  <a:pt x="1047094" y="1138757"/>
                  <a:pt x="1037383" y="1127790"/>
                </a:cubicBezTo>
                <a:cubicBezTo>
                  <a:pt x="1027672" y="1116823"/>
                  <a:pt x="1022817" y="1102006"/>
                  <a:pt x="1022817" y="1083337"/>
                </a:cubicBezTo>
                <a:cubicBezTo>
                  <a:pt x="1022817" y="1065254"/>
                  <a:pt x="1028196" y="1050562"/>
                  <a:pt x="1038953" y="1039260"/>
                </a:cubicBezTo>
                <a:cubicBezTo>
                  <a:pt x="1049710" y="1027959"/>
                  <a:pt x="1062624" y="1022308"/>
                  <a:pt x="1077693" y="1022308"/>
                </a:cubicBezTo>
                <a:close/>
                <a:moveTo>
                  <a:pt x="843102" y="1022308"/>
                </a:moveTo>
                <a:cubicBezTo>
                  <a:pt x="854655" y="1022308"/>
                  <a:pt x="864282" y="1026829"/>
                  <a:pt x="871984" y="1035870"/>
                </a:cubicBezTo>
                <a:cubicBezTo>
                  <a:pt x="881444" y="1046920"/>
                  <a:pt x="886174" y="1061320"/>
                  <a:pt x="886174" y="1079067"/>
                </a:cubicBezTo>
                <a:cubicBezTo>
                  <a:pt x="886174" y="1098908"/>
                  <a:pt x="880481" y="1115316"/>
                  <a:pt x="869096" y="1128292"/>
                </a:cubicBezTo>
                <a:cubicBezTo>
                  <a:pt x="859720" y="1138924"/>
                  <a:pt x="847916" y="1144240"/>
                  <a:pt x="833684" y="1144240"/>
                </a:cubicBezTo>
                <a:cubicBezTo>
                  <a:pt x="827489" y="1144240"/>
                  <a:pt x="822131" y="1143361"/>
                  <a:pt x="817611" y="1141603"/>
                </a:cubicBezTo>
                <a:cubicBezTo>
                  <a:pt x="814262" y="1140347"/>
                  <a:pt x="810495" y="1137836"/>
                  <a:pt x="806309" y="1134069"/>
                </a:cubicBezTo>
                <a:lnTo>
                  <a:pt x="806309" y="1169104"/>
                </a:lnTo>
                <a:cubicBezTo>
                  <a:pt x="806309" y="1176973"/>
                  <a:pt x="806791" y="1181975"/>
                  <a:pt x="807753" y="1184110"/>
                </a:cubicBezTo>
                <a:cubicBezTo>
                  <a:pt x="808716" y="1186245"/>
                  <a:pt x="810390" y="1187940"/>
                  <a:pt x="812776" y="1189196"/>
                </a:cubicBezTo>
                <a:cubicBezTo>
                  <a:pt x="815162" y="1190451"/>
                  <a:pt x="819494" y="1191079"/>
                  <a:pt x="825773" y="1191079"/>
                </a:cubicBezTo>
                <a:lnTo>
                  <a:pt x="825773" y="1195725"/>
                </a:lnTo>
                <a:lnTo>
                  <a:pt x="765498" y="1195725"/>
                </a:lnTo>
                <a:lnTo>
                  <a:pt x="765498" y="1191079"/>
                </a:lnTo>
                <a:lnTo>
                  <a:pt x="768637" y="1191079"/>
                </a:lnTo>
                <a:cubicBezTo>
                  <a:pt x="773241" y="1191163"/>
                  <a:pt x="777176" y="1190284"/>
                  <a:pt x="780441" y="1188442"/>
                </a:cubicBezTo>
                <a:cubicBezTo>
                  <a:pt x="782032" y="1187521"/>
                  <a:pt x="783266" y="1186035"/>
                  <a:pt x="784145" y="1183984"/>
                </a:cubicBezTo>
                <a:cubicBezTo>
                  <a:pt x="785024" y="1181933"/>
                  <a:pt x="785464" y="1176722"/>
                  <a:pt x="785464" y="1168350"/>
                </a:cubicBezTo>
                <a:lnTo>
                  <a:pt x="785464" y="1059603"/>
                </a:lnTo>
                <a:cubicBezTo>
                  <a:pt x="785464" y="1052153"/>
                  <a:pt x="785129" y="1047423"/>
                  <a:pt x="784459" y="1045414"/>
                </a:cubicBezTo>
                <a:cubicBezTo>
                  <a:pt x="783790" y="1043404"/>
                  <a:pt x="782722" y="1041898"/>
                  <a:pt x="781257" y="1040893"/>
                </a:cubicBezTo>
                <a:cubicBezTo>
                  <a:pt x="779792" y="1039888"/>
                  <a:pt x="777804" y="1039386"/>
                  <a:pt x="775292" y="1039386"/>
                </a:cubicBezTo>
                <a:cubicBezTo>
                  <a:pt x="773283" y="1039386"/>
                  <a:pt x="770730" y="1039972"/>
                  <a:pt x="767632" y="1041144"/>
                </a:cubicBezTo>
                <a:lnTo>
                  <a:pt x="766125" y="1037126"/>
                </a:lnTo>
                <a:lnTo>
                  <a:pt x="801537" y="1022810"/>
                </a:lnTo>
                <a:lnTo>
                  <a:pt x="806309" y="1022810"/>
                </a:lnTo>
                <a:lnTo>
                  <a:pt x="806309" y="1049683"/>
                </a:lnTo>
                <a:cubicBezTo>
                  <a:pt x="812253" y="1039554"/>
                  <a:pt x="818218" y="1032459"/>
                  <a:pt x="824203" y="1028398"/>
                </a:cubicBezTo>
                <a:cubicBezTo>
                  <a:pt x="830189" y="1024338"/>
                  <a:pt x="836489" y="1022308"/>
                  <a:pt x="843102" y="1022308"/>
                </a:cubicBezTo>
                <a:close/>
                <a:moveTo>
                  <a:pt x="189445" y="1022308"/>
                </a:moveTo>
                <a:lnTo>
                  <a:pt x="194970" y="1022308"/>
                </a:lnTo>
                <a:lnTo>
                  <a:pt x="194970" y="1114730"/>
                </a:lnTo>
                <a:cubicBezTo>
                  <a:pt x="194970" y="1121930"/>
                  <a:pt x="195493" y="1126723"/>
                  <a:pt x="196539" y="1129109"/>
                </a:cubicBezTo>
                <a:cubicBezTo>
                  <a:pt x="197586" y="1131494"/>
                  <a:pt x="199135" y="1133273"/>
                  <a:pt x="201186" y="1134445"/>
                </a:cubicBezTo>
                <a:cubicBezTo>
                  <a:pt x="203237" y="1135617"/>
                  <a:pt x="206983" y="1136203"/>
                  <a:pt x="212424" y="1136203"/>
                </a:cubicBezTo>
                <a:lnTo>
                  <a:pt x="212424" y="1140724"/>
                </a:lnTo>
                <a:lnTo>
                  <a:pt x="156544" y="1140724"/>
                </a:lnTo>
                <a:lnTo>
                  <a:pt x="156544" y="1136203"/>
                </a:lnTo>
                <a:cubicBezTo>
                  <a:pt x="162153" y="1136203"/>
                  <a:pt x="165920" y="1135659"/>
                  <a:pt x="167846" y="1134571"/>
                </a:cubicBezTo>
                <a:cubicBezTo>
                  <a:pt x="169771" y="1133483"/>
                  <a:pt x="171299" y="1131683"/>
                  <a:pt x="172429" y="1129171"/>
                </a:cubicBezTo>
                <a:cubicBezTo>
                  <a:pt x="173559" y="1126660"/>
                  <a:pt x="174124" y="1121846"/>
                  <a:pt x="174124" y="1114730"/>
                </a:cubicBezTo>
                <a:lnTo>
                  <a:pt x="174124" y="1070403"/>
                </a:lnTo>
                <a:cubicBezTo>
                  <a:pt x="174124" y="1057929"/>
                  <a:pt x="173748" y="1049851"/>
                  <a:pt x="172994" y="1046167"/>
                </a:cubicBezTo>
                <a:cubicBezTo>
                  <a:pt x="172408" y="1043488"/>
                  <a:pt x="171487" y="1041625"/>
                  <a:pt x="170232" y="1040579"/>
                </a:cubicBezTo>
                <a:cubicBezTo>
                  <a:pt x="168976" y="1039533"/>
                  <a:pt x="167260" y="1039009"/>
                  <a:pt x="165083" y="1039009"/>
                </a:cubicBezTo>
                <a:cubicBezTo>
                  <a:pt x="162739" y="1039009"/>
                  <a:pt x="159893" y="1039637"/>
                  <a:pt x="156544" y="1040893"/>
                </a:cubicBezTo>
                <a:lnTo>
                  <a:pt x="154786" y="1036372"/>
                </a:lnTo>
                <a:close/>
                <a:moveTo>
                  <a:pt x="3095988" y="1022182"/>
                </a:moveTo>
                <a:cubicBezTo>
                  <a:pt x="3108880" y="1022182"/>
                  <a:pt x="3119470" y="1026431"/>
                  <a:pt x="3127758" y="1034928"/>
                </a:cubicBezTo>
                <a:cubicBezTo>
                  <a:pt x="3136046" y="1043425"/>
                  <a:pt x="3140190" y="1054790"/>
                  <a:pt x="3140190" y="1069021"/>
                </a:cubicBezTo>
                <a:lnTo>
                  <a:pt x="3060702" y="1069021"/>
                </a:lnTo>
                <a:cubicBezTo>
                  <a:pt x="3060618" y="1086100"/>
                  <a:pt x="3064762" y="1099494"/>
                  <a:pt x="3073133" y="1109205"/>
                </a:cubicBezTo>
                <a:cubicBezTo>
                  <a:pt x="3081505" y="1118916"/>
                  <a:pt x="3091342" y="1123772"/>
                  <a:pt x="3102643" y="1123772"/>
                </a:cubicBezTo>
                <a:cubicBezTo>
                  <a:pt x="3110178" y="1123772"/>
                  <a:pt x="3116729" y="1121700"/>
                  <a:pt x="3122295" y="1117556"/>
                </a:cubicBezTo>
                <a:cubicBezTo>
                  <a:pt x="3127863" y="1113412"/>
                  <a:pt x="3132530" y="1106317"/>
                  <a:pt x="3136297" y="1096271"/>
                </a:cubicBezTo>
                <a:lnTo>
                  <a:pt x="3140190" y="1098782"/>
                </a:lnTo>
                <a:cubicBezTo>
                  <a:pt x="3138432" y="1110252"/>
                  <a:pt x="3133325" y="1120695"/>
                  <a:pt x="3124870" y="1130113"/>
                </a:cubicBezTo>
                <a:cubicBezTo>
                  <a:pt x="3116414" y="1139531"/>
                  <a:pt x="3105825" y="1144240"/>
                  <a:pt x="3093100" y="1144240"/>
                </a:cubicBezTo>
                <a:cubicBezTo>
                  <a:pt x="3079287" y="1144240"/>
                  <a:pt x="3067462" y="1138861"/>
                  <a:pt x="3057625" y="1128104"/>
                </a:cubicBezTo>
                <a:cubicBezTo>
                  <a:pt x="3047788" y="1117346"/>
                  <a:pt x="3042870" y="1102885"/>
                  <a:pt x="3042870" y="1084718"/>
                </a:cubicBezTo>
                <a:cubicBezTo>
                  <a:pt x="3042870" y="1065045"/>
                  <a:pt x="3047914" y="1049704"/>
                  <a:pt x="3058002" y="1038695"/>
                </a:cubicBezTo>
                <a:cubicBezTo>
                  <a:pt x="3068090" y="1027687"/>
                  <a:pt x="3080752" y="1022182"/>
                  <a:pt x="3095988" y="1022182"/>
                </a:cubicBezTo>
                <a:close/>
                <a:moveTo>
                  <a:pt x="962388" y="1022182"/>
                </a:moveTo>
                <a:cubicBezTo>
                  <a:pt x="975280" y="1022182"/>
                  <a:pt x="985870" y="1026431"/>
                  <a:pt x="994158" y="1034928"/>
                </a:cubicBezTo>
                <a:cubicBezTo>
                  <a:pt x="1002446" y="1043425"/>
                  <a:pt x="1006590" y="1054790"/>
                  <a:pt x="1006590" y="1069021"/>
                </a:cubicBezTo>
                <a:lnTo>
                  <a:pt x="927102" y="1069021"/>
                </a:lnTo>
                <a:cubicBezTo>
                  <a:pt x="927018" y="1086100"/>
                  <a:pt x="931162" y="1099494"/>
                  <a:pt x="939534" y="1109205"/>
                </a:cubicBezTo>
                <a:cubicBezTo>
                  <a:pt x="947905" y="1118916"/>
                  <a:pt x="957742" y="1123772"/>
                  <a:pt x="969043" y="1123772"/>
                </a:cubicBezTo>
                <a:cubicBezTo>
                  <a:pt x="976578" y="1123772"/>
                  <a:pt x="983129" y="1121700"/>
                  <a:pt x="988696" y="1117556"/>
                </a:cubicBezTo>
                <a:cubicBezTo>
                  <a:pt x="994263" y="1113412"/>
                  <a:pt x="998930" y="1106317"/>
                  <a:pt x="1002697" y="1096271"/>
                </a:cubicBezTo>
                <a:lnTo>
                  <a:pt x="1006590" y="1098782"/>
                </a:lnTo>
                <a:cubicBezTo>
                  <a:pt x="1004832" y="1110252"/>
                  <a:pt x="999725" y="1120695"/>
                  <a:pt x="991270" y="1130113"/>
                </a:cubicBezTo>
                <a:cubicBezTo>
                  <a:pt x="982815" y="1139531"/>
                  <a:pt x="972225" y="1144240"/>
                  <a:pt x="959500" y="1144240"/>
                </a:cubicBezTo>
                <a:cubicBezTo>
                  <a:pt x="945687" y="1144240"/>
                  <a:pt x="933862" y="1138861"/>
                  <a:pt x="924025" y="1128104"/>
                </a:cubicBezTo>
                <a:cubicBezTo>
                  <a:pt x="914188" y="1117346"/>
                  <a:pt x="909270" y="1102885"/>
                  <a:pt x="909270" y="1084718"/>
                </a:cubicBezTo>
                <a:cubicBezTo>
                  <a:pt x="909270" y="1065045"/>
                  <a:pt x="914314" y="1049704"/>
                  <a:pt x="924402" y="1038695"/>
                </a:cubicBezTo>
                <a:cubicBezTo>
                  <a:pt x="934490" y="1027687"/>
                  <a:pt x="947152" y="1022182"/>
                  <a:pt x="962388" y="1022182"/>
                </a:cubicBezTo>
                <a:close/>
                <a:moveTo>
                  <a:pt x="352788" y="1022182"/>
                </a:moveTo>
                <a:cubicBezTo>
                  <a:pt x="365680" y="1022182"/>
                  <a:pt x="376270" y="1026431"/>
                  <a:pt x="384558" y="1034928"/>
                </a:cubicBezTo>
                <a:cubicBezTo>
                  <a:pt x="392846" y="1043425"/>
                  <a:pt x="396990" y="1054790"/>
                  <a:pt x="396990" y="1069021"/>
                </a:cubicBezTo>
                <a:lnTo>
                  <a:pt x="317502" y="1069021"/>
                </a:lnTo>
                <a:cubicBezTo>
                  <a:pt x="317418" y="1086100"/>
                  <a:pt x="321562" y="1099494"/>
                  <a:pt x="329934" y="1109205"/>
                </a:cubicBezTo>
                <a:cubicBezTo>
                  <a:pt x="338305" y="1118916"/>
                  <a:pt x="348142" y="1123772"/>
                  <a:pt x="359443" y="1123772"/>
                </a:cubicBezTo>
                <a:cubicBezTo>
                  <a:pt x="366978" y="1123772"/>
                  <a:pt x="373529" y="1121700"/>
                  <a:pt x="379096" y="1117556"/>
                </a:cubicBezTo>
                <a:cubicBezTo>
                  <a:pt x="384663" y="1113412"/>
                  <a:pt x="389330" y="1106317"/>
                  <a:pt x="393097" y="1096271"/>
                </a:cubicBezTo>
                <a:lnTo>
                  <a:pt x="396990" y="1098782"/>
                </a:lnTo>
                <a:cubicBezTo>
                  <a:pt x="395232" y="1110252"/>
                  <a:pt x="390125" y="1120695"/>
                  <a:pt x="381670" y="1130113"/>
                </a:cubicBezTo>
                <a:cubicBezTo>
                  <a:pt x="373215" y="1139531"/>
                  <a:pt x="362625" y="1144240"/>
                  <a:pt x="349900" y="1144240"/>
                </a:cubicBezTo>
                <a:cubicBezTo>
                  <a:pt x="336087" y="1144240"/>
                  <a:pt x="324262" y="1138861"/>
                  <a:pt x="314425" y="1128104"/>
                </a:cubicBezTo>
                <a:cubicBezTo>
                  <a:pt x="304589" y="1117346"/>
                  <a:pt x="299670" y="1102885"/>
                  <a:pt x="299670" y="1084718"/>
                </a:cubicBezTo>
                <a:cubicBezTo>
                  <a:pt x="299670" y="1065045"/>
                  <a:pt x="304714" y="1049704"/>
                  <a:pt x="314802" y="1038695"/>
                </a:cubicBezTo>
                <a:cubicBezTo>
                  <a:pt x="324890" y="1027687"/>
                  <a:pt x="337552" y="1022182"/>
                  <a:pt x="352788" y="1022182"/>
                </a:cubicBezTo>
                <a:close/>
                <a:moveTo>
                  <a:pt x="4099573" y="987901"/>
                </a:moveTo>
                <a:lnTo>
                  <a:pt x="4103466" y="987901"/>
                </a:lnTo>
                <a:lnTo>
                  <a:pt x="4103466" y="1025699"/>
                </a:lnTo>
                <a:lnTo>
                  <a:pt x="4130338" y="1025699"/>
                </a:lnTo>
                <a:lnTo>
                  <a:pt x="4130338" y="1034489"/>
                </a:lnTo>
                <a:lnTo>
                  <a:pt x="4103466" y="1034489"/>
                </a:lnTo>
                <a:lnTo>
                  <a:pt x="4103466" y="1109080"/>
                </a:lnTo>
                <a:cubicBezTo>
                  <a:pt x="4103466" y="1116530"/>
                  <a:pt x="4104534" y="1121553"/>
                  <a:pt x="4106668" y="1124148"/>
                </a:cubicBezTo>
                <a:cubicBezTo>
                  <a:pt x="4108803" y="1126744"/>
                  <a:pt x="4111545" y="1128041"/>
                  <a:pt x="4114893" y="1128041"/>
                </a:cubicBezTo>
                <a:cubicBezTo>
                  <a:pt x="4117655" y="1128041"/>
                  <a:pt x="4120334" y="1127183"/>
                  <a:pt x="4122930" y="1125467"/>
                </a:cubicBezTo>
                <a:cubicBezTo>
                  <a:pt x="4125525" y="1123751"/>
                  <a:pt x="4127534" y="1121218"/>
                  <a:pt x="4128957" y="1117870"/>
                </a:cubicBezTo>
                <a:lnTo>
                  <a:pt x="4133854" y="1117870"/>
                </a:lnTo>
                <a:cubicBezTo>
                  <a:pt x="4130924" y="1126074"/>
                  <a:pt x="4126780" y="1132248"/>
                  <a:pt x="4121423" y="1136392"/>
                </a:cubicBezTo>
                <a:cubicBezTo>
                  <a:pt x="4116065" y="1140536"/>
                  <a:pt x="4110540" y="1142608"/>
                  <a:pt x="4104847" y="1142608"/>
                </a:cubicBezTo>
                <a:cubicBezTo>
                  <a:pt x="4100996" y="1142608"/>
                  <a:pt x="4097229" y="1141540"/>
                  <a:pt x="4093545" y="1139406"/>
                </a:cubicBezTo>
                <a:cubicBezTo>
                  <a:pt x="4089862" y="1137271"/>
                  <a:pt x="4087141" y="1134215"/>
                  <a:pt x="4085383" y="1130239"/>
                </a:cubicBezTo>
                <a:cubicBezTo>
                  <a:pt x="4083625" y="1126262"/>
                  <a:pt x="4082746" y="1120130"/>
                  <a:pt x="4082746" y="1111842"/>
                </a:cubicBezTo>
                <a:lnTo>
                  <a:pt x="4082746" y="1034489"/>
                </a:lnTo>
                <a:lnTo>
                  <a:pt x="4064538" y="1034489"/>
                </a:lnTo>
                <a:lnTo>
                  <a:pt x="4064538" y="1030345"/>
                </a:lnTo>
                <a:cubicBezTo>
                  <a:pt x="4069142" y="1028503"/>
                  <a:pt x="4073851" y="1025385"/>
                  <a:pt x="4078665" y="1020990"/>
                </a:cubicBezTo>
                <a:cubicBezTo>
                  <a:pt x="4083478" y="1016594"/>
                  <a:pt x="4087769" y="1011383"/>
                  <a:pt x="4091536" y="1005356"/>
                </a:cubicBezTo>
                <a:cubicBezTo>
                  <a:pt x="4093461" y="1002174"/>
                  <a:pt x="4096140" y="996356"/>
                  <a:pt x="4099573" y="987901"/>
                </a:cubicBezTo>
                <a:close/>
                <a:moveTo>
                  <a:pt x="3556648" y="987901"/>
                </a:moveTo>
                <a:lnTo>
                  <a:pt x="3560541" y="987901"/>
                </a:lnTo>
                <a:lnTo>
                  <a:pt x="3560541" y="1025699"/>
                </a:lnTo>
                <a:lnTo>
                  <a:pt x="3587414" y="1025699"/>
                </a:lnTo>
                <a:lnTo>
                  <a:pt x="3587414" y="1034489"/>
                </a:lnTo>
                <a:lnTo>
                  <a:pt x="3560541" y="1034489"/>
                </a:lnTo>
                <a:lnTo>
                  <a:pt x="3560541" y="1109080"/>
                </a:lnTo>
                <a:cubicBezTo>
                  <a:pt x="3560541" y="1116530"/>
                  <a:pt x="3561608" y="1121553"/>
                  <a:pt x="3563743" y="1124148"/>
                </a:cubicBezTo>
                <a:cubicBezTo>
                  <a:pt x="3565878" y="1126744"/>
                  <a:pt x="3568620" y="1128041"/>
                  <a:pt x="3571968" y="1128041"/>
                </a:cubicBezTo>
                <a:cubicBezTo>
                  <a:pt x="3574731" y="1128041"/>
                  <a:pt x="3577410" y="1127183"/>
                  <a:pt x="3580005" y="1125467"/>
                </a:cubicBezTo>
                <a:cubicBezTo>
                  <a:pt x="3582600" y="1123751"/>
                  <a:pt x="3584609" y="1121218"/>
                  <a:pt x="3586032" y="1117870"/>
                </a:cubicBezTo>
                <a:lnTo>
                  <a:pt x="3590930" y="1117870"/>
                </a:lnTo>
                <a:cubicBezTo>
                  <a:pt x="3588000" y="1126074"/>
                  <a:pt x="3583856" y="1132248"/>
                  <a:pt x="3578498" y="1136392"/>
                </a:cubicBezTo>
                <a:cubicBezTo>
                  <a:pt x="3573140" y="1140536"/>
                  <a:pt x="3567615" y="1142608"/>
                  <a:pt x="3561922" y="1142608"/>
                </a:cubicBezTo>
                <a:cubicBezTo>
                  <a:pt x="3558071" y="1142608"/>
                  <a:pt x="3554304" y="1141540"/>
                  <a:pt x="3550621" y="1139406"/>
                </a:cubicBezTo>
                <a:cubicBezTo>
                  <a:pt x="3546937" y="1137271"/>
                  <a:pt x="3544216" y="1134215"/>
                  <a:pt x="3542458" y="1130239"/>
                </a:cubicBezTo>
                <a:cubicBezTo>
                  <a:pt x="3540700" y="1126262"/>
                  <a:pt x="3539821" y="1120130"/>
                  <a:pt x="3539821" y="1111842"/>
                </a:cubicBezTo>
                <a:lnTo>
                  <a:pt x="3539821" y="1034489"/>
                </a:lnTo>
                <a:lnTo>
                  <a:pt x="3521613" y="1034489"/>
                </a:lnTo>
                <a:lnTo>
                  <a:pt x="3521613" y="1030345"/>
                </a:lnTo>
                <a:cubicBezTo>
                  <a:pt x="3526217" y="1028503"/>
                  <a:pt x="3530926" y="1025385"/>
                  <a:pt x="3535740" y="1020990"/>
                </a:cubicBezTo>
                <a:cubicBezTo>
                  <a:pt x="3540554" y="1016594"/>
                  <a:pt x="3544844" y="1011383"/>
                  <a:pt x="3548611" y="1005356"/>
                </a:cubicBezTo>
                <a:cubicBezTo>
                  <a:pt x="3550537" y="1002174"/>
                  <a:pt x="3553216" y="996356"/>
                  <a:pt x="3556648" y="987901"/>
                </a:cubicBezTo>
                <a:close/>
                <a:moveTo>
                  <a:pt x="3270898" y="987901"/>
                </a:moveTo>
                <a:lnTo>
                  <a:pt x="3274791" y="987901"/>
                </a:lnTo>
                <a:lnTo>
                  <a:pt x="3274791" y="1025699"/>
                </a:lnTo>
                <a:lnTo>
                  <a:pt x="3301664" y="1025699"/>
                </a:lnTo>
                <a:lnTo>
                  <a:pt x="3301664" y="1034489"/>
                </a:lnTo>
                <a:lnTo>
                  <a:pt x="3274791" y="1034489"/>
                </a:lnTo>
                <a:lnTo>
                  <a:pt x="3274791" y="1109080"/>
                </a:lnTo>
                <a:cubicBezTo>
                  <a:pt x="3274791" y="1116530"/>
                  <a:pt x="3275858" y="1121553"/>
                  <a:pt x="3277993" y="1124148"/>
                </a:cubicBezTo>
                <a:cubicBezTo>
                  <a:pt x="3280128" y="1126744"/>
                  <a:pt x="3282870" y="1128041"/>
                  <a:pt x="3286218" y="1128041"/>
                </a:cubicBezTo>
                <a:cubicBezTo>
                  <a:pt x="3288981" y="1128041"/>
                  <a:pt x="3291660" y="1127183"/>
                  <a:pt x="3294255" y="1125467"/>
                </a:cubicBezTo>
                <a:cubicBezTo>
                  <a:pt x="3296850" y="1123751"/>
                  <a:pt x="3298859" y="1121218"/>
                  <a:pt x="3300282" y="1117870"/>
                </a:cubicBezTo>
                <a:lnTo>
                  <a:pt x="3305180" y="1117870"/>
                </a:lnTo>
                <a:cubicBezTo>
                  <a:pt x="3302250" y="1126074"/>
                  <a:pt x="3298106" y="1132248"/>
                  <a:pt x="3292748" y="1136392"/>
                </a:cubicBezTo>
                <a:cubicBezTo>
                  <a:pt x="3287390" y="1140536"/>
                  <a:pt x="3281865" y="1142608"/>
                  <a:pt x="3276172" y="1142608"/>
                </a:cubicBezTo>
                <a:cubicBezTo>
                  <a:pt x="3272321" y="1142608"/>
                  <a:pt x="3268554" y="1141540"/>
                  <a:pt x="3264871" y="1139406"/>
                </a:cubicBezTo>
                <a:cubicBezTo>
                  <a:pt x="3261187" y="1137271"/>
                  <a:pt x="3258466" y="1134215"/>
                  <a:pt x="3256708" y="1130239"/>
                </a:cubicBezTo>
                <a:cubicBezTo>
                  <a:pt x="3254950" y="1126262"/>
                  <a:pt x="3254071" y="1120130"/>
                  <a:pt x="3254071" y="1111842"/>
                </a:cubicBezTo>
                <a:lnTo>
                  <a:pt x="3254071" y="1034489"/>
                </a:lnTo>
                <a:lnTo>
                  <a:pt x="3235863" y="1034489"/>
                </a:lnTo>
                <a:lnTo>
                  <a:pt x="3235863" y="1030345"/>
                </a:lnTo>
                <a:cubicBezTo>
                  <a:pt x="3240468" y="1028503"/>
                  <a:pt x="3245176" y="1025385"/>
                  <a:pt x="3249990" y="1020990"/>
                </a:cubicBezTo>
                <a:cubicBezTo>
                  <a:pt x="3254804" y="1016594"/>
                  <a:pt x="3259094" y="1011383"/>
                  <a:pt x="3262862" y="1005356"/>
                </a:cubicBezTo>
                <a:cubicBezTo>
                  <a:pt x="3264787" y="1002174"/>
                  <a:pt x="3267466" y="996356"/>
                  <a:pt x="3270898" y="987901"/>
                </a:cubicBezTo>
                <a:close/>
                <a:moveTo>
                  <a:pt x="2623198" y="987901"/>
                </a:moveTo>
                <a:lnTo>
                  <a:pt x="2627091" y="987901"/>
                </a:lnTo>
                <a:lnTo>
                  <a:pt x="2627091" y="1025699"/>
                </a:lnTo>
                <a:lnTo>
                  <a:pt x="2653964" y="1025699"/>
                </a:lnTo>
                <a:lnTo>
                  <a:pt x="2653964" y="1034489"/>
                </a:lnTo>
                <a:lnTo>
                  <a:pt x="2627091" y="1034489"/>
                </a:lnTo>
                <a:lnTo>
                  <a:pt x="2627091" y="1109080"/>
                </a:lnTo>
                <a:cubicBezTo>
                  <a:pt x="2627091" y="1116530"/>
                  <a:pt x="2628158" y="1121553"/>
                  <a:pt x="2630293" y="1124148"/>
                </a:cubicBezTo>
                <a:cubicBezTo>
                  <a:pt x="2632428" y="1126744"/>
                  <a:pt x="2635169" y="1128041"/>
                  <a:pt x="2638518" y="1128041"/>
                </a:cubicBezTo>
                <a:cubicBezTo>
                  <a:pt x="2641281" y="1128041"/>
                  <a:pt x="2643960" y="1127183"/>
                  <a:pt x="2646555" y="1125467"/>
                </a:cubicBezTo>
                <a:cubicBezTo>
                  <a:pt x="2649150" y="1123751"/>
                  <a:pt x="2651159" y="1121218"/>
                  <a:pt x="2652582" y="1117870"/>
                </a:cubicBezTo>
                <a:lnTo>
                  <a:pt x="2657480" y="1117870"/>
                </a:lnTo>
                <a:cubicBezTo>
                  <a:pt x="2654550" y="1126074"/>
                  <a:pt x="2650406" y="1132248"/>
                  <a:pt x="2645048" y="1136392"/>
                </a:cubicBezTo>
                <a:cubicBezTo>
                  <a:pt x="2639690" y="1140536"/>
                  <a:pt x="2634165" y="1142608"/>
                  <a:pt x="2628472" y="1142608"/>
                </a:cubicBezTo>
                <a:cubicBezTo>
                  <a:pt x="2624621" y="1142608"/>
                  <a:pt x="2620854" y="1141540"/>
                  <a:pt x="2617170" y="1139406"/>
                </a:cubicBezTo>
                <a:cubicBezTo>
                  <a:pt x="2613487" y="1137271"/>
                  <a:pt x="2610766" y="1134215"/>
                  <a:pt x="2609008" y="1130239"/>
                </a:cubicBezTo>
                <a:cubicBezTo>
                  <a:pt x="2607250" y="1126262"/>
                  <a:pt x="2606371" y="1120130"/>
                  <a:pt x="2606371" y="1111842"/>
                </a:cubicBezTo>
                <a:lnTo>
                  <a:pt x="2606371" y="1034489"/>
                </a:lnTo>
                <a:lnTo>
                  <a:pt x="2588163" y="1034489"/>
                </a:lnTo>
                <a:lnTo>
                  <a:pt x="2588163" y="1030345"/>
                </a:lnTo>
                <a:cubicBezTo>
                  <a:pt x="2592767" y="1028503"/>
                  <a:pt x="2597477" y="1025385"/>
                  <a:pt x="2602290" y="1020990"/>
                </a:cubicBezTo>
                <a:cubicBezTo>
                  <a:pt x="2607104" y="1016594"/>
                  <a:pt x="2611394" y="1011383"/>
                  <a:pt x="2615161" y="1005356"/>
                </a:cubicBezTo>
                <a:cubicBezTo>
                  <a:pt x="2617087" y="1002174"/>
                  <a:pt x="2619766" y="996356"/>
                  <a:pt x="2623198" y="987901"/>
                </a:cubicBezTo>
                <a:close/>
                <a:moveTo>
                  <a:pt x="1165873" y="987901"/>
                </a:moveTo>
                <a:lnTo>
                  <a:pt x="1169766" y="987901"/>
                </a:lnTo>
                <a:lnTo>
                  <a:pt x="1169766" y="1025699"/>
                </a:lnTo>
                <a:lnTo>
                  <a:pt x="1196639" y="1025699"/>
                </a:lnTo>
                <a:lnTo>
                  <a:pt x="1196639" y="1034489"/>
                </a:lnTo>
                <a:lnTo>
                  <a:pt x="1169766" y="1034489"/>
                </a:lnTo>
                <a:lnTo>
                  <a:pt x="1169766" y="1109080"/>
                </a:lnTo>
                <a:cubicBezTo>
                  <a:pt x="1169766" y="1116530"/>
                  <a:pt x="1170833" y="1121553"/>
                  <a:pt x="1172968" y="1124148"/>
                </a:cubicBezTo>
                <a:cubicBezTo>
                  <a:pt x="1175103" y="1126744"/>
                  <a:pt x="1177845" y="1128041"/>
                  <a:pt x="1181193" y="1128041"/>
                </a:cubicBezTo>
                <a:cubicBezTo>
                  <a:pt x="1183956" y="1128041"/>
                  <a:pt x="1186635" y="1127183"/>
                  <a:pt x="1189230" y="1125467"/>
                </a:cubicBezTo>
                <a:cubicBezTo>
                  <a:pt x="1191825" y="1123751"/>
                  <a:pt x="1193834" y="1121218"/>
                  <a:pt x="1195258" y="1117870"/>
                </a:cubicBezTo>
                <a:lnTo>
                  <a:pt x="1200155" y="1117870"/>
                </a:lnTo>
                <a:cubicBezTo>
                  <a:pt x="1197225" y="1126074"/>
                  <a:pt x="1193081" y="1132248"/>
                  <a:pt x="1187723" y="1136392"/>
                </a:cubicBezTo>
                <a:cubicBezTo>
                  <a:pt x="1182365" y="1140536"/>
                  <a:pt x="1176840" y="1142608"/>
                  <a:pt x="1171147" y="1142608"/>
                </a:cubicBezTo>
                <a:cubicBezTo>
                  <a:pt x="1167296" y="1142608"/>
                  <a:pt x="1163529" y="1141540"/>
                  <a:pt x="1159846" y="1139406"/>
                </a:cubicBezTo>
                <a:cubicBezTo>
                  <a:pt x="1156162" y="1137271"/>
                  <a:pt x="1153441" y="1134215"/>
                  <a:pt x="1151683" y="1130239"/>
                </a:cubicBezTo>
                <a:cubicBezTo>
                  <a:pt x="1149925" y="1126262"/>
                  <a:pt x="1149046" y="1120130"/>
                  <a:pt x="1149046" y="1111842"/>
                </a:cubicBezTo>
                <a:lnTo>
                  <a:pt x="1149046" y="1034489"/>
                </a:lnTo>
                <a:lnTo>
                  <a:pt x="1130838" y="1034489"/>
                </a:lnTo>
                <a:lnTo>
                  <a:pt x="1130838" y="1030345"/>
                </a:lnTo>
                <a:cubicBezTo>
                  <a:pt x="1135443" y="1028503"/>
                  <a:pt x="1140152" y="1025385"/>
                  <a:pt x="1144965" y="1020990"/>
                </a:cubicBezTo>
                <a:cubicBezTo>
                  <a:pt x="1149779" y="1016594"/>
                  <a:pt x="1154069" y="1011383"/>
                  <a:pt x="1157837" y="1005356"/>
                </a:cubicBezTo>
                <a:cubicBezTo>
                  <a:pt x="1159762" y="1002174"/>
                  <a:pt x="1162441" y="996356"/>
                  <a:pt x="1165873" y="987901"/>
                </a:cubicBezTo>
                <a:close/>
                <a:moveTo>
                  <a:pt x="3848858" y="979990"/>
                </a:moveTo>
                <a:cubicBezTo>
                  <a:pt x="3844002" y="979990"/>
                  <a:pt x="3837431" y="980785"/>
                  <a:pt x="3829143" y="982376"/>
                </a:cubicBezTo>
                <a:lnTo>
                  <a:pt x="3829143" y="1053199"/>
                </a:lnTo>
                <a:cubicBezTo>
                  <a:pt x="3830734" y="1053199"/>
                  <a:pt x="3832115" y="1053220"/>
                  <a:pt x="3833287" y="1053262"/>
                </a:cubicBezTo>
                <a:cubicBezTo>
                  <a:pt x="3834459" y="1053304"/>
                  <a:pt x="3835421" y="1053325"/>
                  <a:pt x="3836175" y="1053325"/>
                </a:cubicBezTo>
                <a:cubicBezTo>
                  <a:pt x="3852416" y="1053325"/>
                  <a:pt x="3864659" y="1049809"/>
                  <a:pt x="3872905" y="1042777"/>
                </a:cubicBezTo>
                <a:cubicBezTo>
                  <a:pt x="3881151" y="1035744"/>
                  <a:pt x="3885274" y="1026787"/>
                  <a:pt x="3885274" y="1015904"/>
                </a:cubicBezTo>
                <a:cubicBezTo>
                  <a:pt x="3885274" y="1005272"/>
                  <a:pt x="3881947" y="996628"/>
                  <a:pt x="3875291" y="989973"/>
                </a:cubicBezTo>
                <a:cubicBezTo>
                  <a:pt x="3868636" y="983317"/>
                  <a:pt x="3859825" y="979990"/>
                  <a:pt x="3848858" y="979990"/>
                </a:cubicBezTo>
                <a:close/>
                <a:moveTo>
                  <a:pt x="3780672" y="970446"/>
                </a:moveTo>
                <a:lnTo>
                  <a:pt x="3842705" y="970446"/>
                </a:lnTo>
                <a:cubicBezTo>
                  <a:pt x="3860787" y="970446"/>
                  <a:pt x="3874119" y="971765"/>
                  <a:pt x="3882700" y="974402"/>
                </a:cubicBezTo>
                <a:cubicBezTo>
                  <a:pt x="3891281" y="977039"/>
                  <a:pt x="3898564" y="981894"/>
                  <a:pt x="3904550" y="988968"/>
                </a:cubicBezTo>
                <a:cubicBezTo>
                  <a:pt x="3910535" y="996042"/>
                  <a:pt x="3913528" y="1004477"/>
                  <a:pt x="3913528" y="1014271"/>
                </a:cubicBezTo>
                <a:cubicBezTo>
                  <a:pt x="3913528" y="1024736"/>
                  <a:pt x="3910117" y="1033819"/>
                  <a:pt x="3903294" y="1041521"/>
                </a:cubicBezTo>
                <a:cubicBezTo>
                  <a:pt x="3896471" y="1049223"/>
                  <a:pt x="3885902" y="1054664"/>
                  <a:pt x="3871587" y="1057845"/>
                </a:cubicBezTo>
                <a:lnTo>
                  <a:pt x="3906747" y="1106694"/>
                </a:lnTo>
                <a:cubicBezTo>
                  <a:pt x="3914784" y="1117912"/>
                  <a:pt x="3921691" y="1125362"/>
                  <a:pt x="3927467" y="1129046"/>
                </a:cubicBezTo>
                <a:cubicBezTo>
                  <a:pt x="3933243" y="1132729"/>
                  <a:pt x="3940778" y="1135073"/>
                  <a:pt x="3950070" y="1136078"/>
                </a:cubicBezTo>
                <a:lnTo>
                  <a:pt x="3950070" y="1140724"/>
                </a:lnTo>
                <a:lnTo>
                  <a:pt x="3904613" y="1140724"/>
                </a:lnTo>
                <a:lnTo>
                  <a:pt x="3846974" y="1061110"/>
                </a:lnTo>
                <a:cubicBezTo>
                  <a:pt x="3842705" y="1061278"/>
                  <a:pt x="3839230" y="1061361"/>
                  <a:pt x="3836552" y="1061361"/>
                </a:cubicBezTo>
                <a:cubicBezTo>
                  <a:pt x="3835463" y="1061361"/>
                  <a:pt x="3834291" y="1061341"/>
                  <a:pt x="3833036" y="1061299"/>
                </a:cubicBezTo>
                <a:cubicBezTo>
                  <a:pt x="3831780" y="1061257"/>
                  <a:pt x="3830483" y="1061194"/>
                  <a:pt x="3829143" y="1061110"/>
                </a:cubicBezTo>
                <a:lnTo>
                  <a:pt x="3829143" y="1110586"/>
                </a:lnTo>
                <a:cubicBezTo>
                  <a:pt x="3829143" y="1121302"/>
                  <a:pt x="3830315" y="1127957"/>
                  <a:pt x="3832659" y="1130553"/>
                </a:cubicBezTo>
                <a:cubicBezTo>
                  <a:pt x="3835840" y="1134236"/>
                  <a:pt x="3840612" y="1136078"/>
                  <a:pt x="3846974" y="1136078"/>
                </a:cubicBezTo>
                <a:lnTo>
                  <a:pt x="3853630" y="1136078"/>
                </a:lnTo>
                <a:lnTo>
                  <a:pt x="3853630" y="1140724"/>
                </a:lnTo>
                <a:lnTo>
                  <a:pt x="3780672" y="1140724"/>
                </a:lnTo>
                <a:lnTo>
                  <a:pt x="3780672" y="1136078"/>
                </a:lnTo>
                <a:lnTo>
                  <a:pt x="3787076" y="1136078"/>
                </a:lnTo>
                <a:cubicBezTo>
                  <a:pt x="3794275" y="1136078"/>
                  <a:pt x="3799424" y="1133734"/>
                  <a:pt x="3802521" y="1129046"/>
                </a:cubicBezTo>
                <a:cubicBezTo>
                  <a:pt x="3804280" y="1126451"/>
                  <a:pt x="3805159" y="1120297"/>
                  <a:pt x="3805159" y="1110586"/>
                </a:cubicBezTo>
                <a:lnTo>
                  <a:pt x="3805159" y="1000584"/>
                </a:lnTo>
                <a:cubicBezTo>
                  <a:pt x="3805159" y="989868"/>
                  <a:pt x="3803986" y="983213"/>
                  <a:pt x="3801642" y="980618"/>
                </a:cubicBezTo>
                <a:cubicBezTo>
                  <a:pt x="3798378" y="976934"/>
                  <a:pt x="3793522" y="975092"/>
                  <a:pt x="3787076" y="975092"/>
                </a:cubicBezTo>
                <a:lnTo>
                  <a:pt x="3780672" y="975092"/>
                </a:lnTo>
                <a:close/>
                <a:moveTo>
                  <a:pt x="2894595" y="970446"/>
                </a:moveTo>
                <a:lnTo>
                  <a:pt x="3021300" y="970446"/>
                </a:lnTo>
                <a:lnTo>
                  <a:pt x="3022932" y="1007867"/>
                </a:lnTo>
                <a:lnTo>
                  <a:pt x="3018537" y="1007867"/>
                </a:lnTo>
                <a:cubicBezTo>
                  <a:pt x="3016360" y="999914"/>
                  <a:pt x="3013828" y="994075"/>
                  <a:pt x="3010939" y="990350"/>
                </a:cubicBezTo>
                <a:cubicBezTo>
                  <a:pt x="3008051" y="986624"/>
                  <a:pt x="3004494" y="983924"/>
                  <a:pt x="3000266" y="982250"/>
                </a:cubicBezTo>
                <a:cubicBezTo>
                  <a:pt x="2996038" y="980576"/>
                  <a:pt x="2989487" y="979739"/>
                  <a:pt x="2980614" y="979739"/>
                </a:cubicBezTo>
                <a:lnTo>
                  <a:pt x="2943067" y="979739"/>
                </a:lnTo>
                <a:lnTo>
                  <a:pt x="2943067" y="1046669"/>
                </a:lnTo>
                <a:lnTo>
                  <a:pt x="2974084" y="1046669"/>
                </a:lnTo>
                <a:cubicBezTo>
                  <a:pt x="2981199" y="1046669"/>
                  <a:pt x="2986411" y="1045100"/>
                  <a:pt x="2989718" y="1041960"/>
                </a:cubicBezTo>
                <a:cubicBezTo>
                  <a:pt x="2993024" y="1038821"/>
                  <a:pt x="2995222" y="1032605"/>
                  <a:pt x="2996310" y="1023313"/>
                </a:cubicBezTo>
                <a:lnTo>
                  <a:pt x="3000957" y="1023313"/>
                </a:lnTo>
                <a:lnTo>
                  <a:pt x="3000957" y="1080951"/>
                </a:lnTo>
                <a:lnTo>
                  <a:pt x="2996310" y="1080951"/>
                </a:lnTo>
                <a:cubicBezTo>
                  <a:pt x="2996226" y="1074337"/>
                  <a:pt x="2995369" y="1069482"/>
                  <a:pt x="2993736" y="1066384"/>
                </a:cubicBezTo>
                <a:cubicBezTo>
                  <a:pt x="2992104" y="1063287"/>
                  <a:pt x="2989843" y="1060964"/>
                  <a:pt x="2986955" y="1059415"/>
                </a:cubicBezTo>
                <a:cubicBezTo>
                  <a:pt x="2984067" y="1057866"/>
                  <a:pt x="2979776" y="1057092"/>
                  <a:pt x="2974084" y="1057092"/>
                </a:cubicBezTo>
                <a:lnTo>
                  <a:pt x="2943067" y="1057092"/>
                </a:lnTo>
                <a:lnTo>
                  <a:pt x="2943067" y="1110586"/>
                </a:lnTo>
                <a:cubicBezTo>
                  <a:pt x="2943067" y="1119209"/>
                  <a:pt x="2943611" y="1124902"/>
                  <a:pt x="2944699" y="1127664"/>
                </a:cubicBezTo>
                <a:cubicBezTo>
                  <a:pt x="2945537" y="1129757"/>
                  <a:pt x="2947294" y="1131557"/>
                  <a:pt x="2949974" y="1133064"/>
                </a:cubicBezTo>
                <a:cubicBezTo>
                  <a:pt x="2953657" y="1135073"/>
                  <a:pt x="2957508" y="1136078"/>
                  <a:pt x="2961526" y="1136078"/>
                </a:cubicBezTo>
                <a:lnTo>
                  <a:pt x="2967679" y="1136078"/>
                </a:lnTo>
                <a:lnTo>
                  <a:pt x="2967679" y="1140724"/>
                </a:lnTo>
                <a:lnTo>
                  <a:pt x="2894595" y="1140724"/>
                </a:lnTo>
                <a:lnTo>
                  <a:pt x="2894595" y="1136078"/>
                </a:lnTo>
                <a:lnTo>
                  <a:pt x="2900623" y="1136078"/>
                </a:lnTo>
                <a:cubicBezTo>
                  <a:pt x="2907655" y="1136078"/>
                  <a:pt x="2912762" y="1134027"/>
                  <a:pt x="2915943" y="1129925"/>
                </a:cubicBezTo>
                <a:cubicBezTo>
                  <a:pt x="2917952" y="1127246"/>
                  <a:pt x="2918957" y="1120800"/>
                  <a:pt x="2918957" y="1110586"/>
                </a:cubicBezTo>
                <a:lnTo>
                  <a:pt x="2918957" y="1000584"/>
                </a:lnTo>
                <a:cubicBezTo>
                  <a:pt x="2918957" y="991961"/>
                  <a:pt x="2918413" y="986268"/>
                  <a:pt x="2917324" y="983506"/>
                </a:cubicBezTo>
                <a:cubicBezTo>
                  <a:pt x="2916487" y="981413"/>
                  <a:pt x="2914771" y="979613"/>
                  <a:pt x="2912176" y="978106"/>
                </a:cubicBezTo>
                <a:cubicBezTo>
                  <a:pt x="2908576" y="976097"/>
                  <a:pt x="2904725" y="975092"/>
                  <a:pt x="2900623" y="975092"/>
                </a:cubicBezTo>
                <a:lnTo>
                  <a:pt x="2894595" y="975092"/>
                </a:lnTo>
                <a:close/>
                <a:moveTo>
                  <a:pt x="2328746" y="970446"/>
                </a:moveTo>
                <a:lnTo>
                  <a:pt x="2467757" y="970446"/>
                </a:lnTo>
                <a:lnTo>
                  <a:pt x="2469640" y="1010379"/>
                </a:lnTo>
                <a:lnTo>
                  <a:pt x="2464868" y="1010379"/>
                </a:lnTo>
                <a:cubicBezTo>
                  <a:pt x="2463947" y="1003346"/>
                  <a:pt x="2462692" y="998323"/>
                  <a:pt x="2461101" y="995310"/>
                </a:cubicBezTo>
                <a:cubicBezTo>
                  <a:pt x="2458506" y="990454"/>
                  <a:pt x="2455053" y="986875"/>
                  <a:pt x="2450741" y="984573"/>
                </a:cubicBezTo>
                <a:cubicBezTo>
                  <a:pt x="2446430" y="982271"/>
                  <a:pt x="2440758" y="981120"/>
                  <a:pt x="2433726" y="981120"/>
                </a:cubicBezTo>
                <a:lnTo>
                  <a:pt x="2409742" y="981120"/>
                </a:lnTo>
                <a:lnTo>
                  <a:pt x="2409742" y="1111214"/>
                </a:lnTo>
                <a:cubicBezTo>
                  <a:pt x="2409742" y="1121679"/>
                  <a:pt x="2410871" y="1128209"/>
                  <a:pt x="2413132" y="1130804"/>
                </a:cubicBezTo>
                <a:cubicBezTo>
                  <a:pt x="2416313" y="1134320"/>
                  <a:pt x="2421211" y="1136078"/>
                  <a:pt x="2427824" y="1136078"/>
                </a:cubicBezTo>
                <a:lnTo>
                  <a:pt x="2433726" y="1136078"/>
                </a:lnTo>
                <a:lnTo>
                  <a:pt x="2433726" y="1140724"/>
                </a:lnTo>
                <a:lnTo>
                  <a:pt x="2361521" y="1140724"/>
                </a:lnTo>
                <a:lnTo>
                  <a:pt x="2361521" y="1136078"/>
                </a:lnTo>
                <a:lnTo>
                  <a:pt x="2367548" y="1136078"/>
                </a:lnTo>
                <a:cubicBezTo>
                  <a:pt x="2374748" y="1136078"/>
                  <a:pt x="2379855" y="1133901"/>
                  <a:pt x="2382869" y="1129548"/>
                </a:cubicBezTo>
                <a:cubicBezTo>
                  <a:pt x="2384710" y="1126869"/>
                  <a:pt x="2385631" y="1120758"/>
                  <a:pt x="2385631" y="1111214"/>
                </a:cubicBezTo>
                <a:lnTo>
                  <a:pt x="2385631" y="981120"/>
                </a:lnTo>
                <a:lnTo>
                  <a:pt x="2365163" y="981120"/>
                </a:lnTo>
                <a:cubicBezTo>
                  <a:pt x="2357210" y="981120"/>
                  <a:pt x="2351559" y="981706"/>
                  <a:pt x="2348210" y="982878"/>
                </a:cubicBezTo>
                <a:cubicBezTo>
                  <a:pt x="2343857" y="984468"/>
                  <a:pt x="2340132" y="987524"/>
                  <a:pt x="2337034" y="992045"/>
                </a:cubicBezTo>
                <a:cubicBezTo>
                  <a:pt x="2333937" y="996565"/>
                  <a:pt x="2332095" y="1002677"/>
                  <a:pt x="2331509" y="1010379"/>
                </a:cubicBezTo>
                <a:lnTo>
                  <a:pt x="2326737" y="1010379"/>
                </a:lnTo>
                <a:close/>
                <a:moveTo>
                  <a:pt x="485901" y="970446"/>
                </a:moveTo>
                <a:lnTo>
                  <a:pt x="617125" y="970446"/>
                </a:lnTo>
                <a:lnTo>
                  <a:pt x="619009" y="1007741"/>
                </a:lnTo>
                <a:lnTo>
                  <a:pt x="614112" y="1007741"/>
                </a:lnTo>
                <a:cubicBezTo>
                  <a:pt x="612353" y="998784"/>
                  <a:pt x="610407" y="992631"/>
                  <a:pt x="608272" y="989282"/>
                </a:cubicBezTo>
                <a:cubicBezTo>
                  <a:pt x="606138" y="985934"/>
                  <a:pt x="602977" y="983380"/>
                  <a:pt x="598792" y="981622"/>
                </a:cubicBezTo>
                <a:cubicBezTo>
                  <a:pt x="595443" y="980366"/>
                  <a:pt x="589541" y="979739"/>
                  <a:pt x="581086" y="979739"/>
                </a:cubicBezTo>
                <a:lnTo>
                  <a:pt x="534372" y="979739"/>
                </a:lnTo>
                <a:lnTo>
                  <a:pt x="534372" y="1047046"/>
                </a:lnTo>
                <a:lnTo>
                  <a:pt x="571793" y="1047046"/>
                </a:lnTo>
                <a:cubicBezTo>
                  <a:pt x="581504" y="1047046"/>
                  <a:pt x="587992" y="1045581"/>
                  <a:pt x="591257" y="1042651"/>
                </a:cubicBezTo>
                <a:cubicBezTo>
                  <a:pt x="595610" y="1038800"/>
                  <a:pt x="598038" y="1032019"/>
                  <a:pt x="598540" y="1022308"/>
                </a:cubicBezTo>
                <a:lnTo>
                  <a:pt x="603187" y="1022308"/>
                </a:lnTo>
                <a:lnTo>
                  <a:pt x="603187" y="1081579"/>
                </a:lnTo>
                <a:lnTo>
                  <a:pt x="598540" y="1081579"/>
                </a:lnTo>
                <a:cubicBezTo>
                  <a:pt x="597368" y="1073291"/>
                  <a:pt x="596196" y="1067975"/>
                  <a:pt x="595024" y="1065631"/>
                </a:cubicBezTo>
                <a:cubicBezTo>
                  <a:pt x="593518" y="1062701"/>
                  <a:pt x="591048" y="1060399"/>
                  <a:pt x="587616" y="1058724"/>
                </a:cubicBezTo>
                <a:cubicBezTo>
                  <a:pt x="584183" y="1057050"/>
                  <a:pt x="578909" y="1056213"/>
                  <a:pt x="571793" y="1056213"/>
                </a:cubicBezTo>
                <a:lnTo>
                  <a:pt x="534372" y="1056213"/>
                </a:lnTo>
                <a:lnTo>
                  <a:pt x="534372" y="1112344"/>
                </a:lnTo>
                <a:cubicBezTo>
                  <a:pt x="534372" y="1119879"/>
                  <a:pt x="534707" y="1124462"/>
                  <a:pt x="535377" y="1126095"/>
                </a:cubicBezTo>
                <a:cubicBezTo>
                  <a:pt x="536047" y="1127727"/>
                  <a:pt x="537219" y="1129025"/>
                  <a:pt x="538893" y="1129988"/>
                </a:cubicBezTo>
                <a:cubicBezTo>
                  <a:pt x="540567" y="1130950"/>
                  <a:pt x="543748" y="1131432"/>
                  <a:pt x="548437" y="1131432"/>
                </a:cubicBezTo>
                <a:lnTo>
                  <a:pt x="577318" y="1131432"/>
                </a:lnTo>
                <a:cubicBezTo>
                  <a:pt x="586946" y="1131432"/>
                  <a:pt x="593936" y="1130762"/>
                  <a:pt x="598289" y="1129422"/>
                </a:cubicBezTo>
                <a:cubicBezTo>
                  <a:pt x="602642" y="1128083"/>
                  <a:pt x="606828" y="1125446"/>
                  <a:pt x="610847" y="1121511"/>
                </a:cubicBezTo>
                <a:cubicBezTo>
                  <a:pt x="616037" y="1116321"/>
                  <a:pt x="621353" y="1108493"/>
                  <a:pt x="626794" y="1098029"/>
                </a:cubicBezTo>
                <a:lnTo>
                  <a:pt x="631817" y="1098029"/>
                </a:lnTo>
                <a:lnTo>
                  <a:pt x="617125" y="1140724"/>
                </a:lnTo>
                <a:lnTo>
                  <a:pt x="485901" y="1140724"/>
                </a:lnTo>
                <a:lnTo>
                  <a:pt x="485901" y="1136078"/>
                </a:lnTo>
                <a:lnTo>
                  <a:pt x="491928" y="1136078"/>
                </a:lnTo>
                <a:cubicBezTo>
                  <a:pt x="495947" y="1136078"/>
                  <a:pt x="499756" y="1135115"/>
                  <a:pt x="503355" y="1133190"/>
                </a:cubicBezTo>
                <a:cubicBezTo>
                  <a:pt x="506034" y="1131850"/>
                  <a:pt x="507855" y="1129841"/>
                  <a:pt x="508818" y="1127162"/>
                </a:cubicBezTo>
                <a:cubicBezTo>
                  <a:pt x="509781" y="1124483"/>
                  <a:pt x="510262" y="1119000"/>
                  <a:pt x="510262" y="1110712"/>
                </a:cubicBezTo>
                <a:lnTo>
                  <a:pt x="510262" y="1000081"/>
                </a:lnTo>
                <a:cubicBezTo>
                  <a:pt x="510262" y="989282"/>
                  <a:pt x="509174" y="982627"/>
                  <a:pt x="506997" y="980115"/>
                </a:cubicBezTo>
                <a:cubicBezTo>
                  <a:pt x="503983" y="976767"/>
                  <a:pt x="498960" y="975092"/>
                  <a:pt x="491928" y="975092"/>
                </a:cubicBezTo>
                <a:lnTo>
                  <a:pt x="485901" y="975092"/>
                </a:lnTo>
                <a:close/>
                <a:moveTo>
                  <a:pt x="0" y="970446"/>
                </a:moveTo>
                <a:lnTo>
                  <a:pt x="77102" y="970446"/>
                </a:lnTo>
                <a:lnTo>
                  <a:pt x="77102" y="975092"/>
                </a:lnTo>
                <a:cubicBezTo>
                  <a:pt x="68061" y="975009"/>
                  <a:pt x="61720" y="975846"/>
                  <a:pt x="58078" y="977604"/>
                </a:cubicBezTo>
                <a:cubicBezTo>
                  <a:pt x="54436" y="979362"/>
                  <a:pt x="51946" y="981580"/>
                  <a:pt x="50606" y="984259"/>
                </a:cubicBezTo>
                <a:cubicBezTo>
                  <a:pt x="49267" y="986938"/>
                  <a:pt x="48597" y="993342"/>
                  <a:pt x="48597" y="1003472"/>
                </a:cubicBezTo>
                <a:lnTo>
                  <a:pt x="48597" y="1110461"/>
                </a:lnTo>
                <a:cubicBezTo>
                  <a:pt x="48597" y="1117409"/>
                  <a:pt x="49267" y="1122181"/>
                  <a:pt x="50606" y="1124776"/>
                </a:cubicBezTo>
                <a:cubicBezTo>
                  <a:pt x="51611" y="1126534"/>
                  <a:pt x="53160" y="1127832"/>
                  <a:pt x="55253" y="1128669"/>
                </a:cubicBezTo>
                <a:cubicBezTo>
                  <a:pt x="57346" y="1129506"/>
                  <a:pt x="63875" y="1129925"/>
                  <a:pt x="74842" y="1129925"/>
                </a:cubicBezTo>
                <a:lnTo>
                  <a:pt x="87274" y="1129925"/>
                </a:lnTo>
                <a:cubicBezTo>
                  <a:pt x="100334" y="1129925"/>
                  <a:pt x="109501" y="1128962"/>
                  <a:pt x="114775" y="1127037"/>
                </a:cubicBezTo>
                <a:cubicBezTo>
                  <a:pt x="120049" y="1125111"/>
                  <a:pt x="124862" y="1121700"/>
                  <a:pt x="129216" y="1116802"/>
                </a:cubicBezTo>
                <a:cubicBezTo>
                  <a:pt x="133569" y="1111905"/>
                  <a:pt x="137922" y="1104182"/>
                  <a:pt x="142275" y="1093634"/>
                </a:cubicBezTo>
                <a:lnTo>
                  <a:pt x="146419" y="1094513"/>
                </a:lnTo>
                <a:lnTo>
                  <a:pt x="131853" y="1140724"/>
                </a:lnTo>
                <a:lnTo>
                  <a:pt x="0" y="1140724"/>
                </a:lnTo>
                <a:lnTo>
                  <a:pt x="0" y="1136078"/>
                </a:lnTo>
                <a:lnTo>
                  <a:pt x="6404" y="1136078"/>
                </a:lnTo>
                <a:cubicBezTo>
                  <a:pt x="13604" y="1136078"/>
                  <a:pt x="18753" y="1133734"/>
                  <a:pt x="21850" y="1129046"/>
                </a:cubicBezTo>
                <a:cubicBezTo>
                  <a:pt x="23608" y="1126367"/>
                  <a:pt x="24487" y="1120172"/>
                  <a:pt x="24487" y="1110461"/>
                </a:cubicBezTo>
                <a:lnTo>
                  <a:pt x="24487" y="1000584"/>
                </a:lnTo>
                <a:cubicBezTo>
                  <a:pt x="24487" y="989952"/>
                  <a:pt x="23315" y="983296"/>
                  <a:pt x="20971" y="980618"/>
                </a:cubicBezTo>
                <a:cubicBezTo>
                  <a:pt x="17706" y="976934"/>
                  <a:pt x="12851" y="975092"/>
                  <a:pt x="6404" y="975092"/>
                </a:cubicBezTo>
                <a:lnTo>
                  <a:pt x="0" y="975092"/>
                </a:lnTo>
                <a:close/>
                <a:moveTo>
                  <a:pt x="1941993" y="962409"/>
                </a:moveTo>
                <a:cubicBezTo>
                  <a:pt x="1950784" y="962409"/>
                  <a:pt x="1958862" y="965256"/>
                  <a:pt x="1966229" y="970948"/>
                </a:cubicBezTo>
                <a:cubicBezTo>
                  <a:pt x="1971085" y="974716"/>
                  <a:pt x="1973512" y="978943"/>
                  <a:pt x="1973512" y="983631"/>
                </a:cubicBezTo>
                <a:cubicBezTo>
                  <a:pt x="1973512" y="986143"/>
                  <a:pt x="1972424" y="988508"/>
                  <a:pt x="1970247" y="990726"/>
                </a:cubicBezTo>
                <a:cubicBezTo>
                  <a:pt x="1968071" y="992945"/>
                  <a:pt x="1965727" y="994054"/>
                  <a:pt x="1963216" y="994054"/>
                </a:cubicBezTo>
                <a:cubicBezTo>
                  <a:pt x="1961290" y="994054"/>
                  <a:pt x="1959260" y="993363"/>
                  <a:pt x="1957125" y="991982"/>
                </a:cubicBezTo>
                <a:cubicBezTo>
                  <a:pt x="1954990" y="990601"/>
                  <a:pt x="1952374" y="987629"/>
                  <a:pt x="1949277" y="983066"/>
                </a:cubicBezTo>
                <a:cubicBezTo>
                  <a:pt x="1946180" y="978504"/>
                  <a:pt x="1943332" y="975427"/>
                  <a:pt x="1940738" y="973837"/>
                </a:cubicBezTo>
                <a:cubicBezTo>
                  <a:pt x="1938143" y="972246"/>
                  <a:pt x="1935254" y="971451"/>
                  <a:pt x="1932073" y="971451"/>
                </a:cubicBezTo>
                <a:cubicBezTo>
                  <a:pt x="1928222" y="971451"/>
                  <a:pt x="1924957" y="972476"/>
                  <a:pt x="1922278" y="974527"/>
                </a:cubicBezTo>
                <a:cubicBezTo>
                  <a:pt x="1919600" y="976578"/>
                  <a:pt x="1917674" y="979759"/>
                  <a:pt x="1916502" y="984071"/>
                </a:cubicBezTo>
                <a:cubicBezTo>
                  <a:pt x="1915330" y="988382"/>
                  <a:pt x="1914744" y="999495"/>
                  <a:pt x="1914744" y="1017411"/>
                </a:cubicBezTo>
                <a:lnTo>
                  <a:pt x="1914744" y="1025699"/>
                </a:lnTo>
                <a:lnTo>
                  <a:pt x="1944380" y="1025699"/>
                </a:lnTo>
                <a:lnTo>
                  <a:pt x="1944380" y="1034740"/>
                </a:lnTo>
                <a:lnTo>
                  <a:pt x="1914744" y="1034740"/>
                </a:lnTo>
                <a:lnTo>
                  <a:pt x="1914744" y="1110335"/>
                </a:lnTo>
                <a:cubicBezTo>
                  <a:pt x="1914744" y="1121051"/>
                  <a:pt x="1915916" y="1127832"/>
                  <a:pt x="1918260" y="1130678"/>
                </a:cubicBezTo>
                <a:cubicBezTo>
                  <a:pt x="1921358" y="1134362"/>
                  <a:pt x="1925501" y="1136203"/>
                  <a:pt x="1930692" y="1136203"/>
                </a:cubicBezTo>
                <a:lnTo>
                  <a:pt x="1941114" y="1136203"/>
                </a:lnTo>
                <a:lnTo>
                  <a:pt x="1941114" y="1140724"/>
                </a:lnTo>
                <a:lnTo>
                  <a:pt x="1872426" y="1140724"/>
                </a:lnTo>
                <a:lnTo>
                  <a:pt x="1872426" y="1136203"/>
                </a:lnTo>
                <a:lnTo>
                  <a:pt x="1877574" y="1136203"/>
                </a:lnTo>
                <a:cubicBezTo>
                  <a:pt x="1880923" y="1136203"/>
                  <a:pt x="1883978" y="1135366"/>
                  <a:pt x="1886741" y="1133692"/>
                </a:cubicBezTo>
                <a:cubicBezTo>
                  <a:pt x="1889504" y="1132018"/>
                  <a:pt x="1891408" y="1129757"/>
                  <a:pt x="1892455" y="1126911"/>
                </a:cubicBezTo>
                <a:cubicBezTo>
                  <a:pt x="1893501" y="1124065"/>
                  <a:pt x="1894024" y="1118539"/>
                  <a:pt x="1894024" y="1110335"/>
                </a:cubicBezTo>
                <a:lnTo>
                  <a:pt x="1894024" y="1034740"/>
                </a:lnTo>
                <a:lnTo>
                  <a:pt x="1871672" y="1034740"/>
                </a:lnTo>
                <a:lnTo>
                  <a:pt x="1871672" y="1025699"/>
                </a:lnTo>
                <a:lnTo>
                  <a:pt x="1894024" y="1025699"/>
                </a:lnTo>
                <a:lnTo>
                  <a:pt x="1894024" y="1018164"/>
                </a:lnTo>
                <a:cubicBezTo>
                  <a:pt x="1894024" y="1006695"/>
                  <a:pt x="1895866" y="996984"/>
                  <a:pt x="1899550" y="989031"/>
                </a:cubicBezTo>
                <a:cubicBezTo>
                  <a:pt x="1903233" y="981078"/>
                  <a:pt x="1908863" y="974653"/>
                  <a:pt x="1916439" y="969755"/>
                </a:cubicBezTo>
                <a:cubicBezTo>
                  <a:pt x="1924016" y="964858"/>
                  <a:pt x="1932534" y="962409"/>
                  <a:pt x="1941993" y="962409"/>
                </a:cubicBezTo>
                <a:close/>
                <a:moveTo>
                  <a:pt x="294168" y="962409"/>
                </a:moveTo>
                <a:cubicBezTo>
                  <a:pt x="302959" y="962409"/>
                  <a:pt x="311037" y="965256"/>
                  <a:pt x="318404" y="970948"/>
                </a:cubicBezTo>
                <a:cubicBezTo>
                  <a:pt x="323260" y="974716"/>
                  <a:pt x="325687" y="978943"/>
                  <a:pt x="325687" y="983631"/>
                </a:cubicBezTo>
                <a:cubicBezTo>
                  <a:pt x="325687" y="986143"/>
                  <a:pt x="324599" y="988508"/>
                  <a:pt x="322423" y="990726"/>
                </a:cubicBezTo>
                <a:cubicBezTo>
                  <a:pt x="320246" y="992945"/>
                  <a:pt x="317902" y="994054"/>
                  <a:pt x="315390" y="994054"/>
                </a:cubicBezTo>
                <a:cubicBezTo>
                  <a:pt x="313465" y="994054"/>
                  <a:pt x="311435" y="993363"/>
                  <a:pt x="309300" y="991982"/>
                </a:cubicBezTo>
                <a:cubicBezTo>
                  <a:pt x="307165" y="990601"/>
                  <a:pt x="304549" y="987629"/>
                  <a:pt x="301451" y="983066"/>
                </a:cubicBezTo>
                <a:cubicBezTo>
                  <a:pt x="298354" y="978504"/>
                  <a:pt x="295508" y="975427"/>
                  <a:pt x="292913" y="973837"/>
                </a:cubicBezTo>
                <a:cubicBezTo>
                  <a:pt x="290318" y="972246"/>
                  <a:pt x="287429" y="971451"/>
                  <a:pt x="284248" y="971451"/>
                </a:cubicBezTo>
                <a:cubicBezTo>
                  <a:pt x="280397" y="971451"/>
                  <a:pt x="277132" y="972476"/>
                  <a:pt x="274453" y="974527"/>
                </a:cubicBezTo>
                <a:cubicBezTo>
                  <a:pt x="271774" y="976578"/>
                  <a:pt x="269849" y="979759"/>
                  <a:pt x="268677" y="984071"/>
                </a:cubicBezTo>
                <a:cubicBezTo>
                  <a:pt x="267505" y="988382"/>
                  <a:pt x="266919" y="999495"/>
                  <a:pt x="266919" y="1017411"/>
                </a:cubicBezTo>
                <a:lnTo>
                  <a:pt x="266919" y="1025699"/>
                </a:lnTo>
                <a:lnTo>
                  <a:pt x="296554" y="1025699"/>
                </a:lnTo>
                <a:lnTo>
                  <a:pt x="296554" y="1034740"/>
                </a:lnTo>
                <a:lnTo>
                  <a:pt x="266919" y="1034740"/>
                </a:lnTo>
                <a:lnTo>
                  <a:pt x="266919" y="1110335"/>
                </a:lnTo>
                <a:cubicBezTo>
                  <a:pt x="266919" y="1121051"/>
                  <a:pt x="268091" y="1127832"/>
                  <a:pt x="270435" y="1130678"/>
                </a:cubicBezTo>
                <a:cubicBezTo>
                  <a:pt x="273532" y="1134362"/>
                  <a:pt x="277676" y="1136203"/>
                  <a:pt x="282867" y="1136203"/>
                </a:cubicBezTo>
                <a:lnTo>
                  <a:pt x="293289" y="1136203"/>
                </a:lnTo>
                <a:lnTo>
                  <a:pt x="293289" y="1140724"/>
                </a:lnTo>
                <a:lnTo>
                  <a:pt x="224601" y="1140724"/>
                </a:lnTo>
                <a:lnTo>
                  <a:pt x="224601" y="1136203"/>
                </a:lnTo>
                <a:lnTo>
                  <a:pt x="229749" y="1136203"/>
                </a:lnTo>
                <a:cubicBezTo>
                  <a:pt x="233098" y="1136203"/>
                  <a:pt x="236153" y="1135366"/>
                  <a:pt x="238916" y="1133692"/>
                </a:cubicBezTo>
                <a:cubicBezTo>
                  <a:pt x="241679" y="1132018"/>
                  <a:pt x="243583" y="1129757"/>
                  <a:pt x="244630" y="1126911"/>
                </a:cubicBezTo>
                <a:cubicBezTo>
                  <a:pt x="245676" y="1124065"/>
                  <a:pt x="246199" y="1118539"/>
                  <a:pt x="246199" y="1110335"/>
                </a:cubicBezTo>
                <a:lnTo>
                  <a:pt x="246199" y="1034740"/>
                </a:lnTo>
                <a:lnTo>
                  <a:pt x="223847" y="1034740"/>
                </a:lnTo>
                <a:lnTo>
                  <a:pt x="223847" y="1025699"/>
                </a:lnTo>
                <a:lnTo>
                  <a:pt x="246199" y="1025699"/>
                </a:lnTo>
                <a:lnTo>
                  <a:pt x="246199" y="1018164"/>
                </a:lnTo>
                <a:cubicBezTo>
                  <a:pt x="246199" y="1006695"/>
                  <a:pt x="248041" y="996984"/>
                  <a:pt x="251724" y="989031"/>
                </a:cubicBezTo>
                <a:cubicBezTo>
                  <a:pt x="255408" y="981078"/>
                  <a:pt x="261038" y="974653"/>
                  <a:pt x="268614" y="969755"/>
                </a:cubicBezTo>
                <a:cubicBezTo>
                  <a:pt x="276190" y="964858"/>
                  <a:pt x="284708" y="962409"/>
                  <a:pt x="294168" y="962409"/>
                </a:cubicBezTo>
                <a:close/>
                <a:moveTo>
                  <a:pt x="4175522" y="962158"/>
                </a:moveTo>
                <a:cubicBezTo>
                  <a:pt x="4179038" y="962158"/>
                  <a:pt x="4182031" y="963393"/>
                  <a:pt x="4184500" y="965863"/>
                </a:cubicBezTo>
                <a:cubicBezTo>
                  <a:pt x="4186970" y="968332"/>
                  <a:pt x="4188205" y="971325"/>
                  <a:pt x="4188205" y="974841"/>
                </a:cubicBezTo>
                <a:cubicBezTo>
                  <a:pt x="4188205" y="978357"/>
                  <a:pt x="4186970" y="981371"/>
                  <a:pt x="4184500" y="983882"/>
                </a:cubicBezTo>
                <a:cubicBezTo>
                  <a:pt x="4182031" y="986394"/>
                  <a:pt x="4179038" y="987650"/>
                  <a:pt x="4175522" y="987650"/>
                </a:cubicBezTo>
                <a:cubicBezTo>
                  <a:pt x="4172006" y="987650"/>
                  <a:pt x="4168992" y="986394"/>
                  <a:pt x="4166481" y="983882"/>
                </a:cubicBezTo>
                <a:cubicBezTo>
                  <a:pt x="4163969" y="981371"/>
                  <a:pt x="4162713" y="978357"/>
                  <a:pt x="4162713" y="974841"/>
                </a:cubicBezTo>
                <a:cubicBezTo>
                  <a:pt x="4162713" y="971325"/>
                  <a:pt x="4163948" y="968332"/>
                  <a:pt x="4166418" y="965863"/>
                </a:cubicBezTo>
                <a:cubicBezTo>
                  <a:pt x="4168887" y="963393"/>
                  <a:pt x="4171922" y="962158"/>
                  <a:pt x="4175522" y="962158"/>
                </a:cubicBezTo>
                <a:close/>
                <a:moveTo>
                  <a:pt x="3489722" y="962158"/>
                </a:moveTo>
                <a:cubicBezTo>
                  <a:pt x="3493238" y="962158"/>
                  <a:pt x="3496231" y="963393"/>
                  <a:pt x="3498700" y="965863"/>
                </a:cubicBezTo>
                <a:cubicBezTo>
                  <a:pt x="3501170" y="968332"/>
                  <a:pt x="3502405" y="971325"/>
                  <a:pt x="3502405" y="974841"/>
                </a:cubicBezTo>
                <a:cubicBezTo>
                  <a:pt x="3502405" y="978357"/>
                  <a:pt x="3501170" y="981371"/>
                  <a:pt x="3498700" y="983882"/>
                </a:cubicBezTo>
                <a:cubicBezTo>
                  <a:pt x="3496231" y="986394"/>
                  <a:pt x="3493238" y="987650"/>
                  <a:pt x="3489722" y="987650"/>
                </a:cubicBezTo>
                <a:cubicBezTo>
                  <a:pt x="3486206" y="987650"/>
                  <a:pt x="3483192" y="986394"/>
                  <a:pt x="3480681" y="983882"/>
                </a:cubicBezTo>
                <a:cubicBezTo>
                  <a:pt x="3478169" y="981371"/>
                  <a:pt x="3476914" y="978357"/>
                  <a:pt x="3476914" y="974841"/>
                </a:cubicBezTo>
                <a:cubicBezTo>
                  <a:pt x="3476914" y="971325"/>
                  <a:pt x="3478148" y="968332"/>
                  <a:pt x="3480618" y="965863"/>
                </a:cubicBezTo>
                <a:cubicBezTo>
                  <a:pt x="3483087" y="963393"/>
                  <a:pt x="3486122" y="962158"/>
                  <a:pt x="3489722" y="962158"/>
                </a:cubicBezTo>
                <a:close/>
                <a:moveTo>
                  <a:pt x="3418168" y="962158"/>
                </a:moveTo>
                <a:lnTo>
                  <a:pt x="3423819" y="962158"/>
                </a:lnTo>
                <a:lnTo>
                  <a:pt x="3423819" y="1114730"/>
                </a:lnTo>
                <a:cubicBezTo>
                  <a:pt x="3423819" y="1121930"/>
                  <a:pt x="3424342" y="1126702"/>
                  <a:pt x="3425389" y="1129046"/>
                </a:cubicBezTo>
                <a:cubicBezTo>
                  <a:pt x="3426435" y="1131390"/>
                  <a:pt x="3428047" y="1133169"/>
                  <a:pt x="3430223" y="1134383"/>
                </a:cubicBezTo>
                <a:cubicBezTo>
                  <a:pt x="3432400" y="1135596"/>
                  <a:pt x="3436460" y="1136203"/>
                  <a:pt x="3442404" y="1136203"/>
                </a:cubicBezTo>
                <a:lnTo>
                  <a:pt x="3442404" y="1140724"/>
                </a:lnTo>
                <a:lnTo>
                  <a:pt x="3386021" y="1140724"/>
                </a:lnTo>
                <a:lnTo>
                  <a:pt x="3386021" y="1136203"/>
                </a:lnTo>
                <a:cubicBezTo>
                  <a:pt x="3391296" y="1136203"/>
                  <a:pt x="3394895" y="1135659"/>
                  <a:pt x="3396821" y="1134571"/>
                </a:cubicBezTo>
                <a:cubicBezTo>
                  <a:pt x="3398746" y="1133483"/>
                  <a:pt x="3400253" y="1131683"/>
                  <a:pt x="3401341" y="1129171"/>
                </a:cubicBezTo>
                <a:cubicBezTo>
                  <a:pt x="3402430" y="1126660"/>
                  <a:pt x="3402974" y="1121846"/>
                  <a:pt x="3402974" y="1114730"/>
                </a:cubicBezTo>
                <a:lnTo>
                  <a:pt x="3402974" y="1010253"/>
                </a:lnTo>
                <a:cubicBezTo>
                  <a:pt x="3402974" y="997277"/>
                  <a:pt x="3402681" y="989303"/>
                  <a:pt x="3402095" y="986331"/>
                </a:cubicBezTo>
                <a:cubicBezTo>
                  <a:pt x="3401509" y="983359"/>
                  <a:pt x="3400567" y="981329"/>
                  <a:pt x="3399269" y="980241"/>
                </a:cubicBezTo>
                <a:cubicBezTo>
                  <a:pt x="3397972" y="979153"/>
                  <a:pt x="3396318" y="978608"/>
                  <a:pt x="3394309" y="978608"/>
                </a:cubicBezTo>
                <a:cubicBezTo>
                  <a:pt x="3392133" y="978608"/>
                  <a:pt x="3389370" y="979278"/>
                  <a:pt x="3386021" y="980618"/>
                </a:cubicBezTo>
                <a:lnTo>
                  <a:pt x="3383887" y="976222"/>
                </a:lnTo>
                <a:close/>
                <a:moveTo>
                  <a:pt x="3346847" y="962158"/>
                </a:moveTo>
                <a:cubicBezTo>
                  <a:pt x="3350363" y="962158"/>
                  <a:pt x="3353356" y="963393"/>
                  <a:pt x="3355826" y="965863"/>
                </a:cubicBezTo>
                <a:cubicBezTo>
                  <a:pt x="3358295" y="968332"/>
                  <a:pt x="3359530" y="971325"/>
                  <a:pt x="3359530" y="974841"/>
                </a:cubicBezTo>
                <a:cubicBezTo>
                  <a:pt x="3359530" y="978357"/>
                  <a:pt x="3358295" y="981371"/>
                  <a:pt x="3355826" y="983882"/>
                </a:cubicBezTo>
                <a:cubicBezTo>
                  <a:pt x="3353356" y="986394"/>
                  <a:pt x="3350363" y="987650"/>
                  <a:pt x="3346847" y="987650"/>
                </a:cubicBezTo>
                <a:cubicBezTo>
                  <a:pt x="3343331" y="987650"/>
                  <a:pt x="3340317" y="986394"/>
                  <a:pt x="3337806" y="983882"/>
                </a:cubicBezTo>
                <a:cubicBezTo>
                  <a:pt x="3335294" y="981371"/>
                  <a:pt x="3334039" y="978357"/>
                  <a:pt x="3334039" y="974841"/>
                </a:cubicBezTo>
                <a:cubicBezTo>
                  <a:pt x="3334039" y="971325"/>
                  <a:pt x="3335273" y="968332"/>
                  <a:pt x="3337743" y="965863"/>
                </a:cubicBezTo>
                <a:cubicBezTo>
                  <a:pt x="3340212" y="963393"/>
                  <a:pt x="3343247" y="962158"/>
                  <a:pt x="3346847" y="962158"/>
                </a:cubicBezTo>
                <a:close/>
                <a:moveTo>
                  <a:pt x="2818093" y="962158"/>
                </a:moveTo>
                <a:lnTo>
                  <a:pt x="2823744" y="962158"/>
                </a:lnTo>
                <a:lnTo>
                  <a:pt x="2823744" y="1114730"/>
                </a:lnTo>
                <a:cubicBezTo>
                  <a:pt x="2823744" y="1121930"/>
                  <a:pt x="2824267" y="1126702"/>
                  <a:pt x="2825314" y="1129046"/>
                </a:cubicBezTo>
                <a:cubicBezTo>
                  <a:pt x="2826360" y="1131390"/>
                  <a:pt x="2827972" y="1133169"/>
                  <a:pt x="2830148" y="1134383"/>
                </a:cubicBezTo>
                <a:cubicBezTo>
                  <a:pt x="2832325" y="1135596"/>
                  <a:pt x="2836385" y="1136203"/>
                  <a:pt x="2842329" y="1136203"/>
                </a:cubicBezTo>
                <a:lnTo>
                  <a:pt x="2842329" y="1140724"/>
                </a:lnTo>
                <a:lnTo>
                  <a:pt x="2785946" y="1140724"/>
                </a:lnTo>
                <a:lnTo>
                  <a:pt x="2785946" y="1136203"/>
                </a:lnTo>
                <a:cubicBezTo>
                  <a:pt x="2791220" y="1136203"/>
                  <a:pt x="2794820" y="1135659"/>
                  <a:pt x="2796746" y="1134571"/>
                </a:cubicBezTo>
                <a:cubicBezTo>
                  <a:pt x="2798671" y="1133483"/>
                  <a:pt x="2800178" y="1131683"/>
                  <a:pt x="2801266" y="1129171"/>
                </a:cubicBezTo>
                <a:cubicBezTo>
                  <a:pt x="2802354" y="1126660"/>
                  <a:pt x="2802899" y="1121846"/>
                  <a:pt x="2802899" y="1114730"/>
                </a:cubicBezTo>
                <a:lnTo>
                  <a:pt x="2802899" y="1010253"/>
                </a:lnTo>
                <a:cubicBezTo>
                  <a:pt x="2802899" y="997277"/>
                  <a:pt x="2802606" y="989303"/>
                  <a:pt x="2802020" y="986331"/>
                </a:cubicBezTo>
                <a:cubicBezTo>
                  <a:pt x="2801434" y="983359"/>
                  <a:pt x="2800492" y="981329"/>
                  <a:pt x="2799194" y="980241"/>
                </a:cubicBezTo>
                <a:cubicBezTo>
                  <a:pt x="2797897" y="979153"/>
                  <a:pt x="2796243" y="978608"/>
                  <a:pt x="2794234" y="978608"/>
                </a:cubicBezTo>
                <a:cubicBezTo>
                  <a:pt x="2792058" y="978608"/>
                  <a:pt x="2789295" y="979278"/>
                  <a:pt x="2785946" y="980618"/>
                </a:cubicBezTo>
                <a:lnTo>
                  <a:pt x="2783812" y="976222"/>
                </a:lnTo>
                <a:close/>
                <a:moveTo>
                  <a:pt x="2237069" y="962158"/>
                </a:moveTo>
                <a:lnTo>
                  <a:pt x="2242719" y="962158"/>
                </a:lnTo>
                <a:lnTo>
                  <a:pt x="2242719" y="1114730"/>
                </a:lnTo>
                <a:cubicBezTo>
                  <a:pt x="2242719" y="1121930"/>
                  <a:pt x="2243243" y="1126702"/>
                  <a:pt x="2244289" y="1129046"/>
                </a:cubicBezTo>
                <a:cubicBezTo>
                  <a:pt x="2245336" y="1131390"/>
                  <a:pt x="2246947" y="1133169"/>
                  <a:pt x="2249124" y="1134383"/>
                </a:cubicBezTo>
                <a:cubicBezTo>
                  <a:pt x="2251300" y="1135596"/>
                  <a:pt x="2255361" y="1136203"/>
                  <a:pt x="2261304" y="1136203"/>
                </a:cubicBezTo>
                <a:lnTo>
                  <a:pt x="2261304" y="1140724"/>
                </a:lnTo>
                <a:lnTo>
                  <a:pt x="2204921" y="1140724"/>
                </a:lnTo>
                <a:lnTo>
                  <a:pt x="2204921" y="1136203"/>
                </a:lnTo>
                <a:cubicBezTo>
                  <a:pt x="2210196" y="1136203"/>
                  <a:pt x="2213795" y="1135659"/>
                  <a:pt x="2215721" y="1134571"/>
                </a:cubicBezTo>
                <a:cubicBezTo>
                  <a:pt x="2217646" y="1133483"/>
                  <a:pt x="2219153" y="1131683"/>
                  <a:pt x="2220242" y="1129171"/>
                </a:cubicBezTo>
                <a:cubicBezTo>
                  <a:pt x="2221330" y="1126660"/>
                  <a:pt x="2221874" y="1121846"/>
                  <a:pt x="2221874" y="1114730"/>
                </a:cubicBezTo>
                <a:lnTo>
                  <a:pt x="2221874" y="1010253"/>
                </a:lnTo>
                <a:cubicBezTo>
                  <a:pt x="2221874" y="997277"/>
                  <a:pt x="2221581" y="989303"/>
                  <a:pt x="2220995" y="986331"/>
                </a:cubicBezTo>
                <a:cubicBezTo>
                  <a:pt x="2220409" y="983359"/>
                  <a:pt x="2219467" y="981329"/>
                  <a:pt x="2218169" y="980241"/>
                </a:cubicBezTo>
                <a:cubicBezTo>
                  <a:pt x="2216872" y="979153"/>
                  <a:pt x="2215218" y="978608"/>
                  <a:pt x="2213210" y="978608"/>
                </a:cubicBezTo>
                <a:cubicBezTo>
                  <a:pt x="2211033" y="978608"/>
                  <a:pt x="2208270" y="979278"/>
                  <a:pt x="2204921" y="980618"/>
                </a:cubicBezTo>
                <a:lnTo>
                  <a:pt x="2202787" y="976222"/>
                </a:lnTo>
                <a:close/>
                <a:moveTo>
                  <a:pt x="2160869" y="962158"/>
                </a:moveTo>
                <a:lnTo>
                  <a:pt x="2166520" y="962158"/>
                </a:lnTo>
                <a:lnTo>
                  <a:pt x="2166520" y="1114730"/>
                </a:lnTo>
                <a:cubicBezTo>
                  <a:pt x="2166520" y="1121930"/>
                  <a:pt x="2167042" y="1126702"/>
                  <a:pt x="2168089" y="1129046"/>
                </a:cubicBezTo>
                <a:cubicBezTo>
                  <a:pt x="2169135" y="1131390"/>
                  <a:pt x="2170747" y="1133169"/>
                  <a:pt x="2172924" y="1134383"/>
                </a:cubicBezTo>
                <a:cubicBezTo>
                  <a:pt x="2175100" y="1135596"/>
                  <a:pt x="2179160" y="1136203"/>
                  <a:pt x="2185104" y="1136203"/>
                </a:cubicBezTo>
                <a:lnTo>
                  <a:pt x="2185104" y="1140724"/>
                </a:lnTo>
                <a:lnTo>
                  <a:pt x="2128722" y="1140724"/>
                </a:lnTo>
                <a:lnTo>
                  <a:pt x="2128722" y="1136203"/>
                </a:lnTo>
                <a:cubicBezTo>
                  <a:pt x="2133996" y="1136203"/>
                  <a:pt x="2137595" y="1135659"/>
                  <a:pt x="2139521" y="1134571"/>
                </a:cubicBezTo>
                <a:cubicBezTo>
                  <a:pt x="2141446" y="1133483"/>
                  <a:pt x="2142953" y="1131683"/>
                  <a:pt x="2144042" y="1129171"/>
                </a:cubicBezTo>
                <a:cubicBezTo>
                  <a:pt x="2145130" y="1126660"/>
                  <a:pt x="2145674" y="1121846"/>
                  <a:pt x="2145674" y="1114730"/>
                </a:cubicBezTo>
                <a:lnTo>
                  <a:pt x="2145674" y="1010253"/>
                </a:lnTo>
                <a:cubicBezTo>
                  <a:pt x="2145674" y="997277"/>
                  <a:pt x="2145381" y="989303"/>
                  <a:pt x="2144795" y="986331"/>
                </a:cubicBezTo>
                <a:cubicBezTo>
                  <a:pt x="2144209" y="983359"/>
                  <a:pt x="2143267" y="981329"/>
                  <a:pt x="2141969" y="980241"/>
                </a:cubicBezTo>
                <a:cubicBezTo>
                  <a:pt x="2140672" y="979153"/>
                  <a:pt x="2139019" y="978608"/>
                  <a:pt x="2137010" y="978608"/>
                </a:cubicBezTo>
                <a:cubicBezTo>
                  <a:pt x="2134833" y="978608"/>
                  <a:pt x="2132070" y="979278"/>
                  <a:pt x="2128722" y="980618"/>
                </a:cubicBezTo>
                <a:lnTo>
                  <a:pt x="2126587" y="976222"/>
                </a:lnTo>
                <a:close/>
                <a:moveTo>
                  <a:pt x="184547" y="962158"/>
                </a:moveTo>
                <a:cubicBezTo>
                  <a:pt x="188063" y="962158"/>
                  <a:pt x="191056" y="963393"/>
                  <a:pt x="193526" y="965863"/>
                </a:cubicBezTo>
                <a:cubicBezTo>
                  <a:pt x="195995" y="968332"/>
                  <a:pt x="197230" y="971325"/>
                  <a:pt x="197230" y="974841"/>
                </a:cubicBezTo>
                <a:cubicBezTo>
                  <a:pt x="197230" y="978357"/>
                  <a:pt x="195995" y="981371"/>
                  <a:pt x="193526" y="983882"/>
                </a:cubicBezTo>
                <a:cubicBezTo>
                  <a:pt x="191056" y="986394"/>
                  <a:pt x="188063" y="987650"/>
                  <a:pt x="184547" y="987650"/>
                </a:cubicBezTo>
                <a:cubicBezTo>
                  <a:pt x="181031" y="987650"/>
                  <a:pt x="178017" y="986394"/>
                  <a:pt x="175506" y="983882"/>
                </a:cubicBezTo>
                <a:cubicBezTo>
                  <a:pt x="172994" y="981371"/>
                  <a:pt x="171739" y="978357"/>
                  <a:pt x="171739" y="974841"/>
                </a:cubicBezTo>
                <a:cubicBezTo>
                  <a:pt x="171739" y="971325"/>
                  <a:pt x="172973" y="968332"/>
                  <a:pt x="175443" y="965863"/>
                </a:cubicBezTo>
                <a:cubicBezTo>
                  <a:pt x="177913" y="963393"/>
                  <a:pt x="180947" y="962158"/>
                  <a:pt x="184547" y="962158"/>
                </a:cubicBezTo>
                <a:close/>
                <a:moveTo>
                  <a:pt x="10414647" y="835924"/>
                </a:moveTo>
                <a:cubicBezTo>
                  <a:pt x="10410713" y="840194"/>
                  <a:pt x="10407741" y="844170"/>
                  <a:pt x="10405732" y="847854"/>
                </a:cubicBezTo>
                <a:cubicBezTo>
                  <a:pt x="10403722" y="851537"/>
                  <a:pt x="10402718" y="854928"/>
                  <a:pt x="10402718" y="858025"/>
                </a:cubicBezTo>
                <a:cubicBezTo>
                  <a:pt x="10402718" y="862043"/>
                  <a:pt x="10405146" y="865559"/>
                  <a:pt x="10410001" y="868573"/>
                </a:cubicBezTo>
                <a:cubicBezTo>
                  <a:pt x="10418373" y="873764"/>
                  <a:pt x="10430470" y="876359"/>
                  <a:pt x="10446292" y="876359"/>
                </a:cubicBezTo>
                <a:cubicBezTo>
                  <a:pt x="10461361" y="876359"/>
                  <a:pt x="10472474" y="873701"/>
                  <a:pt x="10479632" y="868385"/>
                </a:cubicBezTo>
                <a:cubicBezTo>
                  <a:pt x="10486789" y="863069"/>
                  <a:pt x="10490368" y="857397"/>
                  <a:pt x="10490368" y="851370"/>
                </a:cubicBezTo>
                <a:cubicBezTo>
                  <a:pt x="10490368" y="847016"/>
                  <a:pt x="10488234" y="843919"/>
                  <a:pt x="10483964" y="842077"/>
                </a:cubicBezTo>
                <a:cubicBezTo>
                  <a:pt x="10479611" y="840235"/>
                  <a:pt x="10470988" y="839147"/>
                  <a:pt x="10458096" y="838812"/>
                </a:cubicBezTo>
                <a:cubicBezTo>
                  <a:pt x="10439260" y="838310"/>
                  <a:pt x="10424777" y="837347"/>
                  <a:pt x="10414647" y="835924"/>
                </a:cubicBezTo>
                <a:close/>
                <a:moveTo>
                  <a:pt x="9780598" y="811563"/>
                </a:moveTo>
                <a:cubicBezTo>
                  <a:pt x="9784532" y="811563"/>
                  <a:pt x="9787839" y="812923"/>
                  <a:pt x="9790518" y="815644"/>
                </a:cubicBezTo>
                <a:cubicBezTo>
                  <a:pt x="9793197" y="818365"/>
                  <a:pt x="9794536" y="821650"/>
                  <a:pt x="9794536" y="825501"/>
                </a:cubicBezTo>
                <a:cubicBezTo>
                  <a:pt x="9794536" y="829352"/>
                  <a:pt x="9793176" y="832638"/>
                  <a:pt x="9790455" y="835359"/>
                </a:cubicBezTo>
                <a:cubicBezTo>
                  <a:pt x="9787734" y="838080"/>
                  <a:pt x="9784449" y="839440"/>
                  <a:pt x="9780598" y="839440"/>
                </a:cubicBezTo>
                <a:cubicBezTo>
                  <a:pt x="9776747" y="839440"/>
                  <a:pt x="9773461" y="838080"/>
                  <a:pt x="9770740" y="835359"/>
                </a:cubicBezTo>
                <a:cubicBezTo>
                  <a:pt x="9768019" y="832638"/>
                  <a:pt x="9766659" y="829352"/>
                  <a:pt x="9766659" y="825501"/>
                </a:cubicBezTo>
                <a:cubicBezTo>
                  <a:pt x="9766659" y="821567"/>
                  <a:pt x="9768019" y="818260"/>
                  <a:pt x="9770740" y="815581"/>
                </a:cubicBezTo>
                <a:cubicBezTo>
                  <a:pt x="9773461" y="812902"/>
                  <a:pt x="9776747" y="811563"/>
                  <a:pt x="9780598" y="811563"/>
                </a:cubicBezTo>
                <a:close/>
                <a:moveTo>
                  <a:pt x="6573636" y="767361"/>
                </a:moveTo>
                <a:cubicBezTo>
                  <a:pt x="6560994" y="772384"/>
                  <a:pt x="6552832" y="775942"/>
                  <a:pt x="6549149" y="778035"/>
                </a:cubicBezTo>
                <a:cubicBezTo>
                  <a:pt x="6542535" y="781718"/>
                  <a:pt x="6537805" y="785569"/>
                  <a:pt x="6534959" y="789587"/>
                </a:cubicBezTo>
                <a:cubicBezTo>
                  <a:pt x="6532112" y="793606"/>
                  <a:pt x="6530689" y="798001"/>
                  <a:pt x="6530689" y="802773"/>
                </a:cubicBezTo>
                <a:cubicBezTo>
                  <a:pt x="6530689" y="808800"/>
                  <a:pt x="6532489" y="813802"/>
                  <a:pt x="6536089" y="817779"/>
                </a:cubicBezTo>
                <a:cubicBezTo>
                  <a:pt x="6539689" y="821755"/>
                  <a:pt x="6543833" y="823743"/>
                  <a:pt x="6548521" y="823743"/>
                </a:cubicBezTo>
                <a:cubicBezTo>
                  <a:pt x="6554883" y="823743"/>
                  <a:pt x="6563255" y="819558"/>
                  <a:pt x="6573636" y="811186"/>
                </a:cubicBezTo>
                <a:close/>
                <a:moveTo>
                  <a:pt x="5906886" y="767361"/>
                </a:moveTo>
                <a:cubicBezTo>
                  <a:pt x="5894244" y="772384"/>
                  <a:pt x="5886082" y="775942"/>
                  <a:pt x="5882399" y="778035"/>
                </a:cubicBezTo>
                <a:cubicBezTo>
                  <a:pt x="5875785" y="781718"/>
                  <a:pt x="5871055" y="785569"/>
                  <a:pt x="5868209" y="789587"/>
                </a:cubicBezTo>
                <a:cubicBezTo>
                  <a:pt x="5865362" y="793606"/>
                  <a:pt x="5863939" y="798001"/>
                  <a:pt x="5863939" y="802773"/>
                </a:cubicBezTo>
                <a:cubicBezTo>
                  <a:pt x="5863939" y="808800"/>
                  <a:pt x="5865739" y="813802"/>
                  <a:pt x="5869339" y="817779"/>
                </a:cubicBezTo>
                <a:cubicBezTo>
                  <a:pt x="5872939" y="821755"/>
                  <a:pt x="5877083" y="823743"/>
                  <a:pt x="5881771" y="823743"/>
                </a:cubicBezTo>
                <a:cubicBezTo>
                  <a:pt x="5888133" y="823743"/>
                  <a:pt x="5896505" y="819558"/>
                  <a:pt x="5906886" y="811186"/>
                </a:cubicBezTo>
                <a:close/>
                <a:moveTo>
                  <a:pt x="3830437" y="767361"/>
                </a:moveTo>
                <a:cubicBezTo>
                  <a:pt x="3817795" y="772384"/>
                  <a:pt x="3809633" y="775942"/>
                  <a:pt x="3805950" y="778035"/>
                </a:cubicBezTo>
                <a:cubicBezTo>
                  <a:pt x="3799336" y="781718"/>
                  <a:pt x="3794606" y="785569"/>
                  <a:pt x="3791760" y="789587"/>
                </a:cubicBezTo>
                <a:cubicBezTo>
                  <a:pt x="3788914" y="793606"/>
                  <a:pt x="3787491" y="798001"/>
                  <a:pt x="3787491" y="802773"/>
                </a:cubicBezTo>
                <a:cubicBezTo>
                  <a:pt x="3787491" y="808800"/>
                  <a:pt x="3789290" y="813802"/>
                  <a:pt x="3792890" y="817779"/>
                </a:cubicBezTo>
                <a:cubicBezTo>
                  <a:pt x="3796490" y="821755"/>
                  <a:pt x="3800634" y="823743"/>
                  <a:pt x="3805322" y="823743"/>
                </a:cubicBezTo>
                <a:cubicBezTo>
                  <a:pt x="3811684" y="823743"/>
                  <a:pt x="3820056" y="819558"/>
                  <a:pt x="3830437" y="811186"/>
                </a:cubicBezTo>
                <a:close/>
                <a:moveTo>
                  <a:pt x="3354187" y="767361"/>
                </a:moveTo>
                <a:cubicBezTo>
                  <a:pt x="3341545" y="772384"/>
                  <a:pt x="3333383" y="775942"/>
                  <a:pt x="3329700" y="778035"/>
                </a:cubicBezTo>
                <a:cubicBezTo>
                  <a:pt x="3323086" y="781718"/>
                  <a:pt x="3318357" y="785569"/>
                  <a:pt x="3315510" y="789587"/>
                </a:cubicBezTo>
                <a:cubicBezTo>
                  <a:pt x="3312663" y="793606"/>
                  <a:pt x="3311240" y="798001"/>
                  <a:pt x="3311240" y="802773"/>
                </a:cubicBezTo>
                <a:cubicBezTo>
                  <a:pt x="3311240" y="808800"/>
                  <a:pt x="3313040" y="813802"/>
                  <a:pt x="3316640" y="817779"/>
                </a:cubicBezTo>
                <a:cubicBezTo>
                  <a:pt x="3320240" y="821755"/>
                  <a:pt x="3324384" y="823743"/>
                  <a:pt x="3329072" y="823743"/>
                </a:cubicBezTo>
                <a:cubicBezTo>
                  <a:pt x="3335434" y="823743"/>
                  <a:pt x="3343806" y="819558"/>
                  <a:pt x="3354187" y="811186"/>
                </a:cubicBezTo>
                <a:close/>
                <a:moveTo>
                  <a:pt x="2554086" y="767361"/>
                </a:moveTo>
                <a:cubicBezTo>
                  <a:pt x="2541446" y="772384"/>
                  <a:pt x="2533283" y="775942"/>
                  <a:pt x="2529600" y="778035"/>
                </a:cubicBezTo>
                <a:cubicBezTo>
                  <a:pt x="2522986" y="781718"/>
                  <a:pt x="2518256" y="785569"/>
                  <a:pt x="2515410" y="789587"/>
                </a:cubicBezTo>
                <a:cubicBezTo>
                  <a:pt x="2512564" y="793606"/>
                  <a:pt x="2511140" y="798001"/>
                  <a:pt x="2511140" y="802773"/>
                </a:cubicBezTo>
                <a:cubicBezTo>
                  <a:pt x="2511140" y="808800"/>
                  <a:pt x="2512940" y="813802"/>
                  <a:pt x="2516540" y="817779"/>
                </a:cubicBezTo>
                <a:cubicBezTo>
                  <a:pt x="2520140" y="821755"/>
                  <a:pt x="2524284" y="823743"/>
                  <a:pt x="2528972" y="823743"/>
                </a:cubicBezTo>
                <a:cubicBezTo>
                  <a:pt x="2535334" y="823743"/>
                  <a:pt x="2543706" y="819558"/>
                  <a:pt x="2554086" y="811186"/>
                </a:cubicBezTo>
                <a:close/>
                <a:moveTo>
                  <a:pt x="2163562" y="767361"/>
                </a:moveTo>
                <a:cubicBezTo>
                  <a:pt x="2150921" y="772384"/>
                  <a:pt x="2142758" y="775942"/>
                  <a:pt x="2139075" y="778035"/>
                </a:cubicBezTo>
                <a:cubicBezTo>
                  <a:pt x="2132461" y="781718"/>
                  <a:pt x="2127731" y="785569"/>
                  <a:pt x="2124885" y="789587"/>
                </a:cubicBezTo>
                <a:cubicBezTo>
                  <a:pt x="2122038" y="793606"/>
                  <a:pt x="2120616" y="798001"/>
                  <a:pt x="2120616" y="802773"/>
                </a:cubicBezTo>
                <a:cubicBezTo>
                  <a:pt x="2120616" y="808800"/>
                  <a:pt x="2122415" y="813802"/>
                  <a:pt x="2126015" y="817779"/>
                </a:cubicBezTo>
                <a:cubicBezTo>
                  <a:pt x="2129615" y="821755"/>
                  <a:pt x="2133759" y="823743"/>
                  <a:pt x="2138447" y="823743"/>
                </a:cubicBezTo>
                <a:cubicBezTo>
                  <a:pt x="2144809" y="823743"/>
                  <a:pt x="2153181" y="819558"/>
                  <a:pt x="2163562" y="811186"/>
                </a:cubicBezTo>
                <a:close/>
                <a:moveTo>
                  <a:pt x="1601586" y="767361"/>
                </a:moveTo>
                <a:cubicBezTo>
                  <a:pt x="1588945" y="772384"/>
                  <a:pt x="1580783" y="775942"/>
                  <a:pt x="1577099" y="778035"/>
                </a:cubicBezTo>
                <a:cubicBezTo>
                  <a:pt x="1570486" y="781718"/>
                  <a:pt x="1565756" y="785569"/>
                  <a:pt x="1562910" y="789587"/>
                </a:cubicBezTo>
                <a:cubicBezTo>
                  <a:pt x="1560063" y="793606"/>
                  <a:pt x="1558640" y="798001"/>
                  <a:pt x="1558640" y="802773"/>
                </a:cubicBezTo>
                <a:cubicBezTo>
                  <a:pt x="1558640" y="808800"/>
                  <a:pt x="1560440" y="813802"/>
                  <a:pt x="1564040" y="817779"/>
                </a:cubicBezTo>
                <a:cubicBezTo>
                  <a:pt x="1567639" y="821755"/>
                  <a:pt x="1571784" y="823743"/>
                  <a:pt x="1576472" y="823743"/>
                </a:cubicBezTo>
                <a:cubicBezTo>
                  <a:pt x="1582834" y="823743"/>
                  <a:pt x="1591206" y="819558"/>
                  <a:pt x="1601586" y="811186"/>
                </a:cubicBezTo>
                <a:close/>
                <a:moveTo>
                  <a:pt x="1020561" y="767361"/>
                </a:moveTo>
                <a:cubicBezTo>
                  <a:pt x="1007920" y="772384"/>
                  <a:pt x="999758" y="775942"/>
                  <a:pt x="996074" y="778035"/>
                </a:cubicBezTo>
                <a:cubicBezTo>
                  <a:pt x="989461" y="781718"/>
                  <a:pt x="984731" y="785569"/>
                  <a:pt x="981885" y="789587"/>
                </a:cubicBezTo>
                <a:cubicBezTo>
                  <a:pt x="979038" y="793606"/>
                  <a:pt x="977615" y="798001"/>
                  <a:pt x="977615" y="802773"/>
                </a:cubicBezTo>
                <a:cubicBezTo>
                  <a:pt x="977615" y="808800"/>
                  <a:pt x="979415" y="813802"/>
                  <a:pt x="983015" y="817779"/>
                </a:cubicBezTo>
                <a:cubicBezTo>
                  <a:pt x="986615" y="821755"/>
                  <a:pt x="990759" y="823743"/>
                  <a:pt x="995447" y="823743"/>
                </a:cubicBezTo>
                <a:cubicBezTo>
                  <a:pt x="1001809" y="823743"/>
                  <a:pt x="1010181" y="819558"/>
                  <a:pt x="1020561" y="811186"/>
                </a:cubicBezTo>
                <a:close/>
                <a:moveTo>
                  <a:pt x="6937595" y="752669"/>
                </a:moveTo>
                <a:cubicBezTo>
                  <a:pt x="6932404" y="752669"/>
                  <a:pt x="6927967" y="752752"/>
                  <a:pt x="6924284" y="752920"/>
                </a:cubicBezTo>
                <a:cubicBezTo>
                  <a:pt x="6920600" y="753087"/>
                  <a:pt x="6917628" y="753380"/>
                  <a:pt x="6915368" y="753799"/>
                </a:cubicBezTo>
                <a:lnTo>
                  <a:pt x="6915368" y="823618"/>
                </a:lnTo>
                <a:cubicBezTo>
                  <a:pt x="6925079" y="825878"/>
                  <a:pt x="6934665" y="827008"/>
                  <a:pt x="6944125" y="827008"/>
                </a:cubicBezTo>
                <a:cubicBezTo>
                  <a:pt x="6959277" y="827008"/>
                  <a:pt x="6970830" y="823597"/>
                  <a:pt x="6978783" y="816774"/>
                </a:cubicBezTo>
                <a:cubicBezTo>
                  <a:pt x="6986736" y="809951"/>
                  <a:pt x="6990712" y="801517"/>
                  <a:pt x="6990712" y="791471"/>
                </a:cubicBezTo>
                <a:cubicBezTo>
                  <a:pt x="6990712" y="784857"/>
                  <a:pt x="6988912" y="778495"/>
                  <a:pt x="6985313" y="772384"/>
                </a:cubicBezTo>
                <a:cubicBezTo>
                  <a:pt x="6981713" y="766272"/>
                  <a:pt x="6975853" y="761459"/>
                  <a:pt x="6967732" y="757943"/>
                </a:cubicBezTo>
                <a:cubicBezTo>
                  <a:pt x="6959612" y="754427"/>
                  <a:pt x="6949566" y="752669"/>
                  <a:pt x="6937595" y="752669"/>
                </a:cubicBezTo>
                <a:close/>
                <a:moveTo>
                  <a:pt x="11318555" y="726298"/>
                </a:moveTo>
                <a:cubicBezTo>
                  <a:pt x="11311607" y="726298"/>
                  <a:pt x="11305391" y="728998"/>
                  <a:pt x="11299907" y="734398"/>
                </a:cubicBezTo>
                <a:cubicBezTo>
                  <a:pt x="11294424" y="739797"/>
                  <a:pt x="11291222" y="747311"/>
                  <a:pt x="11290301" y="756938"/>
                </a:cubicBezTo>
                <a:lnTo>
                  <a:pt x="11343544" y="756938"/>
                </a:lnTo>
                <a:cubicBezTo>
                  <a:pt x="11343126" y="749571"/>
                  <a:pt x="11342247" y="744381"/>
                  <a:pt x="11340907" y="741367"/>
                </a:cubicBezTo>
                <a:cubicBezTo>
                  <a:pt x="11338814" y="736679"/>
                  <a:pt x="11335696" y="732995"/>
                  <a:pt x="11331552" y="730317"/>
                </a:cubicBezTo>
                <a:cubicBezTo>
                  <a:pt x="11327408" y="727638"/>
                  <a:pt x="11323076" y="726298"/>
                  <a:pt x="11318555" y="726298"/>
                </a:cubicBezTo>
                <a:close/>
                <a:moveTo>
                  <a:pt x="9594530" y="726298"/>
                </a:moveTo>
                <a:cubicBezTo>
                  <a:pt x="9587581" y="726298"/>
                  <a:pt x="9581365" y="728998"/>
                  <a:pt x="9575882" y="734398"/>
                </a:cubicBezTo>
                <a:cubicBezTo>
                  <a:pt x="9570399" y="739797"/>
                  <a:pt x="9567197" y="747311"/>
                  <a:pt x="9566276" y="756938"/>
                </a:cubicBezTo>
                <a:lnTo>
                  <a:pt x="9619519" y="756938"/>
                </a:lnTo>
                <a:cubicBezTo>
                  <a:pt x="9619100" y="749571"/>
                  <a:pt x="9618221" y="744381"/>
                  <a:pt x="9616882" y="741367"/>
                </a:cubicBezTo>
                <a:cubicBezTo>
                  <a:pt x="9614789" y="736679"/>
                  <a:pt x="9611671" y="732995"/>
                  <a:pt x="9607527" y="730317"/>
                </a:cubicBezTo>
                <a:cubicBezTo>
                  <a:pt x="9603383" y="727638"/>
                  <a:pt x="9599051" y="726298"/>
                  <a:pt x="9594530" y="726298"/>
                </a:cubicBezTo>
                <a:close/>
                <a:moveTo>
                  <a:pt x="8422956" y="726298"/>
                </a:moveTo>
                <a:cubicBezTo>
                  <a:pt x="8416007" y="726298"/>
                  <a:pt x="8409791" y="728998"/>
                  <a:pt x="8404308" y="734398"/>
                </a:cubicBezTo>
                <a:cubicBezTo>
                  <a:pt x="8398824" y="739797"/>
                  <a:pt x="8395622" y="747311"/>
                  <a:pt x="8394701" y="756938"/>
                </a:cubicBezTo>
                <a:lnTo>
                  <a:pt x="8447945" y="756938"/>
                </a:lnTo>
                <a:cubicBezTo>
                  <a:pt x="8447526" y="749571"/>
                  <a:pt x="8446647" y="744381"/>
                  <a:pt x="8445308" y="741367"/>
                </a:cubicBezTo>
                <a:cubicBezTo>
                  <a:pt x="8443214" y="736679"/>
                  <a:pt x="8440096" y="732995"/>
                  <a:pt x="8435952" y="730317"/>
                </a:cubicBezTo>
                <a:cubicBezTo>
                  <a:pt x="8431808" y="727638"/>
                  <a:pt x="8427476" y="726298"/>
                  <a:pt x="8422956" y="726298"/>
                </a:cubicBezTo>
                <a:close/>
                <a:moveTo>
                  <a:pt x="8222930" y="726298"/>
                </a:moveTo>
                <a:cubicBezTo>
                  <a:pt x="8215982" y="726298"/>
                  <a:pt x="8209766" y="728998"/>
                  <a:pt x="8204282" y="734398"/>
                </a:cubicBezTo>
                <a:cubicBezTo>
                  <a:pt x="8198799" y="739797"/>
                  <a:pt x="8195596" y="747311"/>
                  <a:pt x="8194676" y="756938"/>
                </a:cubicBezTo>
                <a:lnTo>
                  <a:pt x="8247919" y="756938"/>
                </a:lnTo>
                <a:cubicBezTo>
                  <a:pt x="8247500" y="749571"/>
                  <a:pt x="8246622" y="744381"/>
                  <a:pt x="8245282" y="741367"/>
                </a:cubicBezTo>
                <a:cubicBezTo>
                  <a:pt x="8243190" y="736679"/>
                  <a:pt x="8240070" y="732995"/>
                  <a:pt x="8235927" y="730317"/>
                </a:cubicBezTo>
                <a:cubicBezTo>
                  <a:pt x="8231783" y="727638"/>
                  <a:pt x="8227450" y="726298"/>
                  <a:pt x="8222930" y="726298"/>
                </a:cubicBezTo>
                <a:close/>
                <a:moveTo>
                  <a:pt x="7575230" y="726298"/>
                </a:moveTo>
                <a:cubicBezTo>
                  <a:pt x="7568282" y="726298"/>
                  <a:pt x="7562066" y="728998"/>
                  <a:pt x="7556582" y="734398"/>
                </a:cubicBezTo>
                <a:cubicBezTo>
                  <a:pt x="7551099" y="739797"/>
                  <a:pt x="7547897" y="747311"/>
                  <a:pt x="7546976" y="756938"/>
                </a:cubicBezTo>
                <a:lnTo>
                  <a:pt x="7600219" y="756938"/>
                </a:lnTo>
                <a:cubicBezTo>
                  <a:pt x="7599801" y="749571"/>
                  <a:pt x="7598922" y="744381"/>
                  <a:pt x="7597582" y="741367"/>
                </a:cubicBezTo>
                <a:cubicBezTo>
                  <a:pt x="7595489" y="736679"/>
                  <a:pt x="7592371" y="732995"/>
                  <a:pt x="7588227" y="730317"/>
                </a:cubicBezTo>
                <a:cubicBezTo>
                  <a:pt x="7584083" y="727638"/>
                  <a:pt x="7579751" y="726298"/>
                  <a:pt x="7575230" y="726298"/>
                </a:cubicBezTo>
                <a:close/>
                <a:moveTo>
                  <a:pt x="7460930" y="726298"/>
                </a:moveTo>
                <a:cubicBezTo>
                  <a:pt x="7453982" y="726298"/>
                  <a:pt x="7447766" y="728998"/>
                  <a:pt x="7442282" y="734398"/>
                </a:cubicBezTo>
                <a:cubicBezTo>
                  <a:pt x="7436799" y="739797"/>
                  <a:pt x="7433597" y="747311"/>
                  <a:pt x="7432676" y="756938"/>
                </a:cubicBezTo>
                <a:lnTo>
                  <a:pt x="7485919" y="756938"/>
                </a:lnTo>
                <a:cubicBezTo>
                  <a:pt x="7485501" y="749571"/>
                  <a:pt x="7484622" y="744381"/>
                  <a:pt x="7483282" y="741367"/>
                </a:cubicBezTo>
                <a:cubicBezTo>
                  <a:pt x="7481189" y="736679"/>
                  <a:pt x="7478071" y="732995"/>
                  <a:pt x="7473927" y="730317"/>
                </a:cubicBezTo>
                <a:cubicBezTo>
                  <a:pt x="7469783" y="727638"/>
                  <a:pt x="7465451" y="726298"/>
                  <a:pt x="7460930" y="726298"/>
                </a:cubicBezTo>
                <a:close/>
                <a:moveTo>
                  <a:pt x="7089455" y="726298"/>
                </a:moveTo>
                <a:cubicBezTo>
                  <a:pt x="7082507" y="726298"/>
                  <a:pt x="7076291" y="728998"/>
                  <a:pt x="7070807" y="734398"/>
                </a:cubicBezTo>
                <a:cubicBezTo>
                  <a:pt x="7065324" y="739797"/>
                  <a:pt x="7062122" y="747311"/>
                  <a:pt x="7061201" y="756938"/>
                </a:cubicBezTo>
                <a:lnTo>
                  <a:pt x="7114444" y="756938"/>
                </a:lnTo>
                <a:cubicBezTo>
                  <a:pt x="7114026" y="749571"/>
                  <a:pt x="7113147" y="744381"/>
                  <a:pt x="7111807" y="741367"/>
                </a:cubicBezTo>
                <a:cubicBezTo>
                  <a:pt x="7109714" y="736679"/>
                  <a:pt x="7106596" y="732995"/>
                  <a:pt x="7102452" y="730317"/>
                </a:cubicBezTo>
                <a:cubicBezTo>
                  <a:pt x="7098308" y="727638"/>
                  <a:pt x="7093976" y="726298"/>
                  <a:pt x="7089455" y="726298"/>
                </a:cubicBezTo>
                <a:close/>
                <a:moveTo>
                  <a:pt x="6746555" y="726298"/>
                </a:moveTo>
                <a:cubicBezTo>
                  <a:pt x="6739607" y="726298"/>
                  <a:pt x="6733391" y="728998"/>
                  <a:pt x="6727907" y="734398"/>
                </a:cubicBezTo>
                <a:cubicBezTo>
                  <a:pt x="6722424" y="739797"/>
                  <a:pt x="6719222" y="747311"/>
                  <a:pt x="6718301" y="756938"/>
                </a:cubicBezTo>
                <a:lnTo>
                  <a:pt x="6771544" y="756938"/>
                </a:lnTo>
                <a:cubicBezTo>
                  <a:pt x="6771126" y="749571"/>
                  <a:pt x="6770247" y="744381"/>
                  <a:pt x="6768907" y="741367"/>
                </a:cubicBezTo>
                <a:cubicBezTo>
                  <a:pt x="6766814" y="736679"/>
                  <a:pt x="6763696" y="732995"/>
                  <a:pt x="6759552" y="730317"/>
                </a:cubicBezTo>
                <a:cubicBezTo>
                  <a:pt x="6755408" y="727638"/>
                  <a:pt x="6751076" y="726298"/>
                  <a:pt x="6746555" y="726298"/>
                </a:cubicBezTo>
                <a:close/>
                <a:moveTo>
                  <a:pt x="5203505" y="726298"/>
                </a:moveTo>
                <a:cubicBezTo>
                  <a:pt x="5196557" y="726298"/>
                  <a:pt x="5190341" y="728998"/>
                  <a:pt x="5184857" y="734398"/>
                </a:cubicBezTo>
                <a:cubicBezTo>
                  <a:pt x="5179374" y="739797"/>
                  <a:pt x="5176172" y="747311"/>
                  <a:pt x="5175251" y="756938"/>
                </a:cubicBezTo>
                <a:lnTo>
                  <a:pt x="5228494" y="756938"/>
                </a:lnTo>
                <a:cubicBezTo>
                  <a:pt x="5228076" y="749571"/>
                  <a:pt x="5227197" y="744381"/>
                  <a:pt x="5225857" y="741367"/>
                </a:cubicBezTo>
                <a:cubicBezTo>
                  <a:pt x="5223764" y="736679"/>
                  <a:pt x="5220646" y="732995"/>
                  <a:pt x="5216502" y="730317"/>
                </a:cubicBezTo>
                <a:cubicBezTo>
                  <a:pt x="5212358" y="727638"/>
                  <a:pt x="5208026" y="726298"/>
                  <a:pt x="5203505" y="726298"/>
                </a:cubicBezTo>
                <a:close/>
                <a:moveTo>
                  <a:pt x="3222307" y="726298"/>
                </a:moveTo>
                <a:cubicBezTo>
                  <a:pt x="3215358" y="726298"/>
                  <a:pt x="3209142" y="728998"/>
                  <a:pt x="3203659" y="734398"/>
                </a:cubicBezTo>
                <a:cubicBezTo>
                  <a:pt x="3198175" y="739797"/>
                  <a:pt x="3194973" y="747311"/>
                  <a:pt x="3194053" y="756938"/>
                </a:cubicBezTo>
                <a:lnTo>
                  <a:pt x="3247295" y="756938"/>
                </a:lnTo>
                <a:cubicBezTo>
                  <a:pt x="3246877" y="749571"/>
                  <a:pt x="3245998" y="744381"/>
                  <a:pt x="3244659" y="741367"/>
                </a:cubicBezTo>
                <a:cubicBezTo>
                  <a:pt x="3242566" y="736679"/>
                  <a:pt x="3239447" y="732995"/>
                  <a:pt x="3235303" y="730317"/>
                </a:cubicBezTo>
                <a:cubicBezTo>
                  <a:pt x="3231159" y="727638"/>
                  <a:pt x="3226827" y="726298"/>
                  <a:pt x="3222307" y="726298"/>
                </a:cubicBezTo>
                <a:close/>
                <a:moveTo>
                  <a:pt x="1193481" y="726298"/>
                </a:moveTo>
                <a:cubicBezTo>
                  <a:pt x="1186533" y="726298"/>
                  <a:pt x="1180317" y="728998"/>
                  <a:pt x="1174833" y="734398"/>
                </a:cubicBezTo>
                <a:cubicBezTo>
                  <a:pt x="1169350" y="739797"/>
                  <a:pt x="1166148" y="747311"/>
                  <a:pt x="1165227" y="756938"/>
                </a:cubicBezTo>
                <a:lnTo>
                  <a:pt x="1218470" y="756938"/>
                </a:lnTo>
                <a:cubicBezTo>
                  <a:pt x="1218052" y="749571"/>
                  <a:pt x="1217173" y="744381"/>
                  <a:pt x="1215833" y="741367"/>
                </a:cubicBezTo>
                <a:cubicBezTo>
                  <a:pt x="1213740" y="736679"/>
                  <a:pt x="1210622" y="732995"/>
                  <a:pt x="1206478" y="730317"/>
                </a:cubicBezTo>
                <a:cubicBezTo>
                  <a:pt x="1202334" y="727638"/>
                  <a:pt x="1198002" y="726298"/>
                  <a:pt x="1193481" y="726298"/>
                </a:cubicBezTo>
                <a:close/>
                <a:moveTo>
                  <a:pt x="469581" y="726298"/>
                </a:moveTo>
                <a:cubicBezTo>
                  <a:pt x="462633" y="726298"/>
                  <a:pt x="456417" y="728998"/>
                  <a:pt x="450933" y="734398"/>
                </a:cubicBezTo>
                <a:cubicBezTo>
                  <a:pt x="445450" y="739797"/>
                  <a:pt x="442248" y="747311"/>
                  <a:pt x="441327" y="756938"/>
                </a:cubicBezTo>
                <a:lnTo>
                  <a:pt x="494570" y="756938"/>
                </a:lnTo>
                <a:cubicBezTo>
                  <a:pt x="494152" y="749571"/>
                  <a:pt x="493273" y="744381"/>
                  <a:pt x="491933" y="741367"/>
                </a:cubicBezTo>
                <a:cubicBezTo>
                  <a:pt x="489840" y="736679"/>
                  <a:pt x="486722" y="732995"/>
                  <a:pt x="482578" y="730317"/>
                </a:cubicBezTo>
                <a:cubicBezTo>
                  <a:pt x="478434" y="727638"/>
                  <a:pt x="474102" y="726298"/>
                  <a:pt x="469581" y="726298"/>
                </a:cubicBezTo>
                <a:close/>
                <a:moveTo>
                  <a:pt x="10170802" y="725670"/>
                </a:moveTo>
                <a:cubicBezTo>
                  <a:pt x="10166365" y="725670"/>
                  <a:pt x="10161907" y="726989"/>
                  <a:pt x="10157428" y="729626"/>
                </a:cubicBezTo>
                <a:cubicBezTo>
                  <a:pt x="10152949" y="732263"/>
                  <a:pt x="10149329" y="736888"/>
                  <a:pt x="10146566" y="743502"/>
                </a:cubicBezTo>
                <a:cubicBezTo>
                  <a:pt x="10143803" y="750115"/>
                  <a:pt x="10142422" y="758612"/>
                  <a:pt x="10142422" y="768993"/>
                </a:cubicBezTo>
                <a:cubicBezTo>
                  <a:pt x="10142422" y="785736"/>
                  <a:pt x="10145750" y="800177"/>
                  <a:pt x="10152405" y="812316"/>
                </a:cubicBezTo>
                <a:cubicBezTo>
                  <a:pt x="10159061" y="824455"/>
                  <a:pt x="10167830" y="830524"/>
                  <a:pt x="10178713" y="830524"/>
                </a:cubicBezTo>
                <a:cubicBezTo>
                  <a:pt x="10186833" y="830524"/>
                  <a:pt x="10193531" y="827176"/>
                  <a:pt x="10198805" y="820478"/>
                </a:cubicBezTo>
                <a:cubicBezTo>
                  <a:pt x="10204079" y="813781"/>
                  <a:pt x="10206716" y="802270"/>
                  <a:pt x="10206716" y="785946"/>
                </a:cubicBezTo>
                <a:cubicBezTo>
                  <a:pt x="10206716" y="765519"/>
                  <a:pt x="10202321" y="749446"/>
                  <a:pt x="10193531" y="737725"/>
                </a:cubicBezTo>
                <a:cubicBezTo>
                  <a:pt x="10187587" y="729689"/>
                  <a:pt x="10180010" y="725670"/>
                  <a:pt x="10170802" y="725670"/>
                </a:cubicBezTo>
                <a:close/>
                <a:moveTo>
                  <a:pt x="8970652" y="725670"/>
                </a:moveTo>
                <a:cubicBezTo>
                  <a:pt x="8966215" y="725670"/>
                  <a:pt x="8961757" y="726989"/>
                  <a:pt x="8957279" y="729626"/>
                </a:cubicBezTo>
                <a:cubicBezTo>
                  <a:pt x="8952799" y="732263"/>
                  <a:pt x="8949179" y="736888"/>
                  <a:pt x="8946417" y="743502"/>
                </a:cubicBezTo>
                <a:cubicBezTo>
                  <a:pt x="8943654" y="750115"/>
                  <a:pt x="8942273" y="758612"/>
                  <a:pt x="8942273" y="768993"/>
                </a:cubicBezTo>
                <a:cubicBezTo>
                  <a:pt x="8942273" y="785736"/>
                  <a:pt x="8945600" y="800177"/>
                  <a:pt x="8952256" y="812316"/>
                </a:cubicBezTo>
                <a:cubicBezTo>
                  <a:pt x="8958911" y="824455"/>
                  <a:pt x="8967679" y="830524"/>
                  <a:pt x="8978563" y="830524"/>
                </a:cubicBezTo>
                <a:cubicBezTo>
                  <a:pt x="8986683" y="830524"/>
                  <a:pt x="8993381" y="827176"/>
                  <a:pt x="8998655" y="820478"/>
                </a:cubicBezTo>
                <a:cubicBezTo>
                  <a:pt x="9003929" y="813781"/>
                  <a:pt x="9006566" y="802270"/>
                  <a:pt x="9006566" y="785946"/>
                </a:cubicBezTo>
                <a:cubicBezTo>
                  <a:pt x="9006566" y="765519"/>
                  <a:pt x="9002171" y="749446"/>
                  <a:pt x="8993381" y="737725"/>
                </a:cubicBezTo>
                <a:cubicBezTo>
                  <a:pt x="8987437" y="729689"/>
                  <a:pt x="8979860" y="725670"/>
                  <a:pt x="8970652" y="725670"/>
                </a:cubicBezTo>
                <a:close/>
                <a:moveTo>
                  <a:pt x="5598802" y="725670"/>
                </a:moveTo>
                <a:cubicBezTo>
                  <a:pt x="5594365" y="725670"/>
                  <a:pt x="5589907" y="726989"/>
                  <a:pt x="5585428" y="729626"/>
                </a:cubicBezTo>
                <a:cubicBezTo>
                  <a:pt x="5580950" y="732263"/>
                  <a:pt x="5577329" y="736888"/>
                  <a:pt x="5574566" y="743502"/>
                </a:cubicBezTo>
                <a:cubicBezTo>
                  <a:pt x="5571804" y="750115"/>
                  <a:pt x="5570422" y="758612"/>
                  <a:pt x="5570422" y="768993"/>
                </a:cubicBezTo>
                <a:cubicBezTo>
                  <a:pt x="5570422" y="785736"/>
                  <a:pt x="5573750" y="800177"/>
                  <a:pt x="5580405" y="812316"/>
                </a:cubicBezTo>
                <a:cubicBezTo>
                  <a:pt x="5587061" y="824455"/>
                  <a:pt x="5595830" y="830524"/>
                  <a:pt x="5606713" y="830524"/>
                </a:cubicBezTo>
                <a:cubicBezTo>
                  <a:pt x="5614834" y="830524"/>
                  <a:pt x="5621531" y="827176"/>
                  <a:pt x="5626805" y="820478"/>
                </a:cubicBezTo>
                <a:cubicBezTo>
                  <a:pt x="5632079" y="813781"/>
                  <a:pt x="5634716" y="802270"/>
                  <a:pt x="5634716" y="785946"/>
                </a:cubicBezTo>
                <a:cubicBezTo>
                  <a:pt x="5634716" y="765519"/>
                  <a:pt x="5630321" y="749446"/>
                  <a:pt x="5621531" y="737725"/>
                </a:cubicBezTo>
                <a:cubicBezTo>
                  <a:pt x="5615587" y="729689"/>
                  <a:pt x="5608011" y="725670"/>
                  <a:pt x="5598802" y="725670"/>
                </a:cubicBezTo>
                <a:close/>
                <a:moveTo>
                  <a:pt x="4627253" y="725670"/>
                </a:moveTo>
                <a:cubicBezTo>
                  <a:pt x="4622816" y="725670"/>
                  <a:pt x="4618358" y="726989"/>
                  <a:pt x="4613879" y="729626"/>
                </a:cubicBezTo>
                <a:cubicBezTo>
                  <a:pt x="4609400" y="732263"/>
                  <a:pt x="4605779" y="736888"/>
                  <a:pt x="4603017" y="743502"/>
                </a:cubicBezTo>
                <a:cubicBezTo>
                  <a:pt x="4600255" y="750115"/>
                  <a:pt x="4598873" y="758612"/>
                  <a:pt x="4598873" y="768993"/>
                </a:cubicBezTo>
                <a:cubicBezTo>
                  <a:pt x="4598873" y="785736"/>
                  <a:pt x="4602201" y="800177"/>
                  <a:pt x="4608856" y="812316"/>
                </a:cubicBezTo>
                <a:cubicBezTo>
                  <a:pt x="4615511" y="824455"/>
                  <a:pt x="4624281" y="830524"/>
                  <a:pt x="4635164" y="830524"/>
                </a:cubicBezTo>
                <a:cubicBezTo>
                  <a:pt x="4643284" y="830524"/>
                  <a:pt x="4649982" y="827176"/>
                  <a:pt x="4655256" y="820478"/>
                </a:cubicBezTo>
                <a:cubicBezTo>
                  <a:pt x="4660530" y="813781"/>
                  <a:pt x="4663167" y="802270"/>
                  <a:pt x="4663167" y="785946"/>
                </a:cubicBezTo>
                <a:cubicBezTo>
                  <a:pt x="4663167" y="765519"/>
                  <a:pt x="4658772" y="749446"/>
                  <a:pt x="4649982" y="737725"/>
                </a:cubicBezTo>
                <a:cubicBezTo>
                  <a:pt x="4644038" y="729689"/>
                  <a:pt x="4636461" y="725670"/>
                  <a:pt x="4627253" y="725670"/>
                </a:cubicBezTo>
                <a:close/>
                <a:moveTo>
                  <a:pt x="4217677" y="725670"/>
                </a:moveTo>
                <a:cubicBezTo>
                  <a:pt x="4213241" y="725670"/>
                  <a:pt x="4208783" y="726989"/>
                  <a:pt x="4204304" y="729626"/>
                </a:cubicBezTo>
                <a:cubicBezTo>
                  <a:pt x="4199826" y="732263"/>
                  <a:pt x="4196204" y="736888"/>
                  <a:pt x="4193442" y="743502"/>
                </a:cubicBezTo>
                <a:cubicBezTo>
                  <a:pt x="4190679" y="750115"/>
                  <a:pt x="4189297" y="758612"/>
                  <a:pt x="4189297" y="768993"/>
                </a:cubicBezTo>
                <a:cubicBezTo>
                  <a:pt x="4189297" y="785736"/>
                  <a:pt x="4192625" y="800177"/>
                  <a:pt x="4199281" y="812316"/>
                </a:cubicBezTo>
                <a:cubicBezTo>
                  <a:pt x="4205936" y="824455"/>
                  <a:pt x="4214706" y="830524"/>
                  <a:pt x="4225588" y="830524"/>
                </a:cubicBezTo>
                <a:cubicBezTo>
                  <a:pt x="4233709" y="830524"/>
                  <a:pt x="4240406" y="827176"/>
                  <a:pt x="4245680" y="820478"/>
                </a:cubicBezTo>
                <a:cubicBezTo>
                  <a:pt x="4250954" y="813781"/>
                  <a:pt x="4253591" y="802270"/>
                  <a:pt x="4253591" y="785946"/>
                </a:cubicBezTo>
                <a:cubicBezTo>
                  <a:pt x="4253591" y="765519"/>
                  <a:pt x="4249196" y="749446"/>
                  <a:pt x="4240406" y="737725"/>
                </a:cubicBezTo>
                <a:cubicBezTo>
                  <a:pt x="4234463" y="729689"/>
                  <a:pt x="4226886" y="725670"/>
                  <a:pt x="4217677" y="725670"/>
                </a:cubicBezTo>
                <a:close/>
                <a:moveTo>
                  <a:pt x="7877537" y="725168"/>
                </a:moveTo>
                <a:cubicBezTo>
                  <a:pt x="7870170" y="725168"/>
                  <a:pt x="7863599" y="728475"/>
                  <a:pt x="7857822" y="735088"/>
                </a:cubicBezTo>
                <a:cubicBezTo>
                  <a:pt x="7850204" y="743795"/>
                  <a:pt x="7846395" y="756520"/>
                  <a:pt x="7846395" y="773263"/>
                </a:cubicBezTo>
                <a:cubicBezTo>
                  <a:pt x="7846395" y="790173"/>
                  <a:pt x="7850079" y="803128"/>
                  <a:pt x="7857446" y="812128"/>
                </a:cubicBezTo>
                <a:cubicBezTo>
                  <a:pt x="7864813" y="821127"/>
                  <a:pt x="7873017" y="825627"/>
                  <a:pt x="7882058" y="825627"/>
                </a:cubicBezTo>
                <a:cubicBezTo>
                  <a:pt x="7889676" y="825627"/>
                  <a:pt x="7897043" y="821818"/>
                  <a:pt x="7904159" y="814200"/>
                </a:cubicBezTo>
                <a:lnTo>
                  <a:pt x="7904159" y="754929"/>
                </a:lnTo>
                <a:cubicBezTo>
                  <a:pt x="7903657" y="749236"/>
                  <a:pt x="7902150" y="744046"/>
                  <a:pt x="7899638" y="739358"/>
                </a:cubicBezTo>
                <a:cubicBezTo>
                  <a:pt x="7897127" y="734670"/>
                  <a:pt x="7893799" y="731133"/>
                  <a:pt x="7889655" y="728747"/>
                </a:cubicBezTo>
                <a:cubicBezTo>
                  <a:pt x="7885511" y="726361"/>
                  <a:pt x="7881472" y="725168"/>
                  <a:pt x="7877537" y="725168"/>
                </a:cubicBezTo>
                <a:close/>
                <a:moveTo>
                  <a:pt x="2791188" y="725168"/>
                </a:moveTo>
                <a:cubicBezTo>
                  <a:pt x="2783822" y="725168"/>
                  <a:pt x="2777250" y="728475"/>
                  <a:pt x="2771473" y="735088"/>
                </a:cubicBezTo>
                <a:cubicBezTo>
                  <a:pt x="2763855" y="743795"/>
                  <a:pt x="2760046" y="756520"/>
                  <a:pt x="2760046" y="773263"/>
                </a:cubicBezTo>
                <a:cubicBezTo>
                  <a:pt x="2760046" y="790173"/>
                  <a:pt x="2763729" y="803128"/>
                  <a:pt x="2771097" y="812128"/>
                </a:cubicBezTo>
                <a:cubicBezTo>
                  <a:pt x="2778463" y="821127"/>
                  <a:pt x="2786668" y="825627"/>
                  <a:pt x="2795709" y="825627"/>
                </a:cubicBezTo>
                <a:cubicBezTo>
                  <a:pt x="2803327" y="825627"/>
                  <a:pt x="2810694" y="821818"/>
                  <a:pt x="2817810" y="814200"/>
                </a:cubicBezTo>
                <a:lnTo>
                  <a:pt x="2817810" y="754929"/>
                </a:lnTo>
                <a:cubicBezTo>
                  <a:pt x="2817308" y="749236"/>
                  <a:pt x="2815801" y="744046"/>
                  <a:pt x="2813289" y="739358"/>
                </a:cubicBezTo>
                <a:cubicBezTo>
                  <a:pt x="2810778" y="734670"/>
                  <a:pt x="2807450" y="731133"/>
                  <a:pt x="2803306" y="728747"/>
                </a:cubicBezTo>
                <a:cubicBezTo>
                  <a:pt x="2799162" y="726361"/>
                  <a:pt x="2795123" y="725168"/>
                  <a:pt x="2791188" y="725168"/>
                </a:cubicBezTo>
                <a:close/>
                <a:moveTo>
                  <a:pt x="590913" y="725168"/>
                </a:moveTo>
                <a:cubicBezTo>
                  <a:pt x="583546" y="725168"/>
                  <a:pt x="576975" y="728475"/>
                  <a:pt x="571198" y="735088"/>
                </a:cubicBezTo>
                <a:cubicBezTo>
                  <a:pt x="563580" y="743795"/>
                  <a:pt x="559771" y="756520"/>
                  <a:pt x="559771" y="773263"/>
                </a:cubicBezTo>
                <a:cubicBezTo>
                  <a:pt x="559771" y="790173"/>
                  <a:pt x="563454" y="803128"/>
                  <a:pt x="570821" y="812128"/>
                </a:cubicBezTo>
                <a:cubicBezTo>
                  <a:pt x="578188" y="821127"/>
                  <a:pt x="586393" y="825627"/>
                  <a:pt x="595434" y="825627"/>
                </a:cubicBezTo>
                <a:cubicBezTo>
                  <a:pt x="603052" y="825627"/>
                  <a:pt x="610419" y="821818"/>
                  <a:pt x="617535" y="814200"/>
                </a:cubicBezTo>
                <a:lnTo>
                  <a:pt x="617535" y="754929"/>
                </a:lnTo>
                <a:cubicBezTo>
                  <a:pt x="617032" y="749236"/>
                  <a:pt x="615525" y="744046"/>
                  <a:pt x="613014" y="739358"/>
                </a:cubicBezTo>
                <a:cubicBezTo>
                  <a:pt x="610503" y="734670"/>
                  <a:pt x="607175" y="731133"/>
                  <a:pt x="603031" y="728747"/>
                </a:cubicBezTo>
                <a:cubicBezTo>
                  <a:pt x="598887" y="726361"/>
                  <a:pt x="594848" y="725168"/>
                  <a:pt x="590913" y="725168"/>
                </a:cubicBezTo>
                <a:close/>
                <a:moveTo>
                  <a:pt x="10437753" y="723536"/>
                </a:moveTo>
                <a:cubicBezTo>
                  <a:pt x="10431558" y="723536"/>
                  <a:pt x="10426368" y="726005"/>
                  <a:pt x="10422182" y="730944"/>
                </a:cubicBezTo>
                <a:cubicBezTo>
                  <a:pt x="10417996" y="735884"/>
                  <a:pt x="10415903" y="743460"/>
                  <a:pt x="10415903" y="753673"/>
                </a:cubicBezTo>
                <a:cubicBezTo>
                  <a:pt x="10415903" y="766900"/>
                  <a:pt x="10418749" y="777156"/>
                  <a:pt x="10424442" y="784439"/>
                </a:cubicBezTo>
                <a:cubicBezTo>
                  <a:pt x="10428795" y="789964"/>
                  <a:pt x="10434321" y="792727"/>
                  <a:pt x="10441018" y="792727"/>
                </a:cubicBezTo>
                <a:cubicBezTo>
                  <a:pt x="10447380" y="792727"/>
                  <a:pt x="10452612" y="790341"/>
                  <a:pt x="10456715" y="785569"/>
                </a:cubicBezTo>
                <a:cubicBezTo>
                  <a:pt x="10460817" y="780797"/>
                  <a:pt x="10462868" y="773305"/>
                  <a:pt x="10462868" y="763091"/>
                </a:cubicBezTo>
                <a:cubicBezTo>
                  <a:pt x="10462868" y="749780"/>
                  <a:pt x="10459979" y="739358"/>
                  <a:pt x="10454203" y="731823"/>
                </a:cubicBezTo>
                <a:cubicBezTo>
                  <a:pt x="10449934" y="726298"/>
                  <a:pt x="10444450" y="723536"/>
                  <a:pt x="10437753" y="723536"/>
                </a:cubicBezTo>
                <a:close/>
                <a:moveTo>
                  <a:pt x="10540658" y="720898"/>
                </a:moveTo>
                <a:lnTo>
                  <a:pt x="10588879" y="720898"/>
                </a:lnTo>
                <a:lnTo>
                  <a:pt x="10588879" y="725545"/>
                </a:lnTo>
                <a:cubicBezTo>
                  <a:pt x="10584442" y="725880"/>
                  <a:pt x="10581532" y="726675"/>
                  <a:pt x="10580151" y="727931"/>
                </a:cubicBezTo>
                <a:cubicBezTo>
                  <a:pt x="10578770" y="729186"/>
                  <a:pt x="10578079" y="730986"/>
                  <a:pt x="10578079" y="733330"/>
                </a:cubicBezTo>
                <a:cubicBezTo>
                  <a:pt x="10578079" y="735925"/>
                  <a:pt x="10578791" y="739065"/>
                  <a:pt x="10580214" y="742748"/>
                </a:cubicBezTo>
                <a:lnTo>
                  <a:pt x="10604826" y="808926"/>
                </a:lnTo>
                <a:lnTo>
                  <a:pt x="10629564" y="755055"/>
                </a:lnTo>
                <a:lnTo>
                  <a:pt x="10623035" y="738102"/>
                </a:lnTo>
                <a:cubicBezTo>
                  <a:pt x="10621025" y="733079"/>
                  <a:pt x="10618388" y="729605"/>
                  <a:pt x="10615123" y="727679"/>
                </a:cubicBezTo>
                <a:cubicBezTo>
                  <a:pt x="10613282" y="726507"/>
                  <a:pt x="10609849" y="725796"/>
                  <a:pt x="10604826" y="725545"/>
                </a:cubicBezTo>
                <a:lnTo>
                  <a:pt x="10604826" y="720898"/>
                </a:lnTo>
                <a:lnTo>
                  <a:pt x="10659577" y="720898"/>
                </a:lnTo>
                <a:lnTo>
                  <a:pt x="10659577" y="725545"/>
                </a:lnTo>
                <a:cubicBezTo>
                  <a:pt x="10653549" y="725796"/>
                  <a:pt x="10649280" y="726884"/>
                  <a:pt x="10646768" y="728810"/>
                </a:cubicBezTo>
                <a:cubicBezTo>
                  <a:pt x="10645094" y="730149"/>
                  <a:pt x="10644257" y="732284"/>
                  <a:pt x="10644257" y="735214"/>
                </a:cubicBezTo>
                <a:cubicBezTo>
                  <a:pt x="10644257" y="736888"/>
                  <a:pt x="10644591" y="738604"/>
                  <a:pt x="10645261" y="740362"/>
                </a:cubicBezTo>
                <a:lnTo>
                  <a:pt x="10671380" y="806414"/>
                </a:lnTo>
                <a:lnTo>
                  <a:pt x="10695616" y="742748"/>
                </a:lnTo>
                <a:cubicBezTo>
                  <a:pt x="10697291" y="738228"/>
                  <a:pt x="10698128" y="734628"/>
                  <a:pt x="10698128" y="731949"/>
                </a:cubicBezTo>
                <a:cubicBezTo>
                  <a:pt x="10698128" y="730358"/>
                  <a:pt x="10697311" y="728935"/>
                  <a:pt x="10695679" y="727679"/>
                </a:cubicBezTo>
                <a:cubicBezTo>
                  <a:pt x="10694047" y="726424"/>
                  <a:pt x="10690844" y="725712"/>
                  <a:pt x="10686073" y="725545"/>
                </a:cubicBezTo>
                <a:lnTo>
                  <a:pt x="10686073" y="720898"/>
                </a:lnTo>
                <a:lnTo>
                  <a:pt x="10722363" y="720898"/>
                </a:lnTo>
                <a:lnTo>
                  <a:pt x="10722363" y="725545"/>
                </a:lnTo>
                <a:cubicBezTo>
                  <a:pt x="10715080" y="726633"/>
                  <a:pt x="10709722" y="731572"/>
                  <a:pt x="10706290" y="740362"/>
                </a:cubicBezTo>
                <a:lnTo>
                  <a:pt x="10667864" y="839440"/>
                </a:lnTo>
                <a:lnTo>
                  <a:pt x="10662716" y="839440"/>
                </a:lnTo>
                <a:lnTo>
                  <a:pt x="10633960" y="765979"/>
                </a:lnTo>
                <a:lnTo>
                  <a:pt x="10600431" y="839440"/>
                </a:lnTo>
                <a:lnTo>
                  <a:pt x="10595785" y="839440"/>
                </a:lnTo>
                <a:lnTo>
                  <a:pt x="10558866" y="742748"/>
                </a:lnTo>
                <a:cubicBezTo>
                  <a:pt x="10556439" y="736637"/>
                  <a:pt x="10554053" y="732514"/>
                  <a:pt x="10551709" y="730379"/>
                </a:cubicBezTo>
                <a:cubicBezTo>
                  <a:pt x="10549365" y="728245"/>
                  <a:pt x="10545681" y="726633"/>
                  <a:pt x="10540658" y="725545"/>
                </a:cubicBezTo>
                <a:close/>
                <a:moveTo>
                  <a:pt x="9043852" y="720898"/>
                </a:moveTo>
                <a:lnTo>
                  <a:pt x="9084161" y="720898"/>
                </a:lnTo>
                <a:lnTo>
                  <a:pt x="9084161" y="797875"/>
                </a:lnTo>
                <a:cubicBezTo>
                  <a:pt x="9084161" y="808591"/>
                  <a:pt x="9086024" y="815623"/>
                  <a:pt x="9089749" y="818972"/>
                </a:cubicBezTo>
                <a:cubicBezTo>
                  <a:pt x="9093474" y="822320"/>
                  <a:pt x="9097974" y="823995"/>
                  <a:pt x="9103248" y="823995"/>
                </a:cubicBezTo>
                <a:cubicBezTo>
                  <a:pt x="9106847" y="823995"/>
                  <a:pt x="9110930" y="822864"/>
                  <a:pt x="9115492" y="820604"/>
                </a:cubicBezTo>
                <a:cubicBezTo>
                  <a:pt x="9120054" y="818344"/>
                  <a:pt x="9125475" y="814032"/>
                  <a:pt x="9131754" y="807670"/>
                </a:cubicBezTo>
                <a:lnTo>
                  <a:pt x="9131754" y="742497"/>
                </a:lnTo>
                <a:cubicBezTo>
                  <a:pt x="9131754" y="735967"/>
                  <a:pt x="9130561" y="731551"/>
                  <a:pt x="9128175" y="729249"/>
                </a:cubicBezTo>
                <a:cubicBezTo>
                  <a:pt x="9125789" y="726947"/>
                  <a:pt x="9120829" y="725712"/>
                  <a:pt x="9113294" y="725545"/>
                </a:cubicBezTo>
                <a:lnTo>
                  <a:pt x="9113294" y="720898"/>
                </a:lnTo>
                <a:lnTo>
                  <a:pt x="9152473" y="720898"/>
                </a:lnTo>
                <a:lnTo>
                  <a:pt x="9152473" y="790592"/>
                </a:lnTo>
                <a:cubicBezTo>
                  <a:pt x="9152473" y="803903"/>
                  <a:pt x="9152787" y="812044"/>
                  <a:pt x="9153415" y="815016"/>
                </a:cubicBezTo>
                <a:cubicBezTo>
                  <a:pt x="9154043" y="817988"/>
                  <a:pt x="9155047" y="820060"/>
                  <a:pt x="9156429" y="821232"/>
                </a:cubicBezTo>
                <a:cubicBezTo>
                  <a:pt x="9157810" y="822404"/>
                  <a:pt x="9159422" y="822990"/>
                  <a:pt x="9161263" y="822990"/>
                </a:cubicBezTo>
                <a:cubicBezTo>
                  <a:pt x="9163858" y="822990"/>
                  <a:pt x="9166789" y="822278"/>
                  <a:pt x="9170054" y="820855"/>
                </a:cubicBezTo>
                <a:lnTo>
                  <a:pt x="9171812" y="825250"/>
                </a:lnTo>
                <a:lnTo>
                  <a:pt x="9137404" y="839440"/>
                </a:lnTo>
                <a:lnTo>
                  <a:pt x="9131754" y="839440"/>
                </a:lnTo>
                <a:lnTo>
                  <a:pt x="9131754" y="815079"/>
                </a:lnTo>
                <a:cubicBezTo>
                  <a:pt x="9121875" y="825794"/>
                  <a:pt x="9114341" y="832534"/>
                  <a:pt x="9109150" y="835296"/>
                </a:cubicBezTo>
                <a:cubicBezTo>
                  <a:pt x="9103959" y="838059"/>
                  <a:pt x="9098476" y="839440"/>
                  <a:pt x="9092700" y="839440"/>
                </a:cubicBezTo>
                <a:cubicBezTo>
                  <a:pt x="9086253" y="839440"/>
                  <a:pt x="9080667" y="837577"/>
                  <a:pt x="9075936" y="833852"/>
                </a:cubicBezTo>
                <a:cubicBezTo>
                  <a:pt x="9071206" y="830127"/>
                  <a:pt x="9067921" y="825334"/>
                  <a:pt x="9066078" y="819474"/>
                </a:cubicBezTo>
                <a:cubicBezTo>
                  <a:pt x="9064237" y="813614"/>
                  <a:pt x="9063316" y="805326"/>
                  <a:pt x="9063316" y="794610"/>
                </a:cubicBezTo>
                <a:lnTo>
                  <a:pt x="9063316" y="743251"/>
                </a:lnTo>
                <a:cubicBezTo>
                  <a:pt x="9063316" y="737809"/>
                  <a:pt x="9062730" y="734042"/>
                  <a:pt x="9061558" y="731949"/>
                </a:cubicBezTo>
                <a:cubicBezTo>
                  <a:pt x="9060385" y="729856"/>
                  <a:pt x="9058649" y="728245"/>
                  <a:pt x="9056347" y="727114"/>
                </a:cubicBezTo>
                <a:cubicBezTo>
                  <a:pt x="9054044" y="725984"/>
                  <a:pt x="9049879" y="725461"/>
                  <a:pt x="9043852" y="725545"/>
                </a:cubicBezTo>
                <a:close/>
                <a:moveTo>
                  <a:pt x="7225958" y="720898"/>
                </a:moveTo>
                <a:lnTo>
                  <a:pt x="7274179" y="720898"/>
                </a:lnTo>
                <a:lnTo>
                  <a:pt x="7274179" y="725545"/>
                </a:lnTo>
                <a:cubicBezTo>
                  <a:pt x="7269742" y="725880"/>
                  <a:pt x="7266833" y="726675"/>
                  <a:pt x="7265451" y="727931"/>
                </a:cubicBezTo>
                <a:cubicBezTo>
                  <a:pt x="7264070" y="729186"/>
                  <a:pt x="7263379" y="730986"/>
                  <a:pt x="7263379" y="733330"/>
                </a:cubicBezTo>
                <a:cubicBezTo>
                  <a:pt x="7263379" y="735925"/>
                  <a:pt x="7264091" y="739065"/>
                  <a:pt x="7265514" y="742748"/>
                </a:cubicBezTo>
                <a:lnTo>
                  <a:pt x="7290127" y="808926"/>
                </a:lnTo>
                <a:lnTo>
                  <a:pt x="7314865" y="755055"/>
                </a:lnTo>
                <a:lnTo>
                  <a:pt x="7308335" y="738102"/>
                </a:lnTo>
                <a:cubicBezTo>
                  <a:pt x="7306326" y="733079"/>
                  <a:pt x="7303689" y="729605"/>
                  <a:pt x="7300424" y="727679"/>
                </a:cubicBezTo>
                <a:cubicBezTo>
                  <a:pt x="7298582" y="726507"/>
                  <a:pt x="7295150" y="725796"/>
                  <a:pt x="7290127" y="725545"/>
                </a:cubicBezTo>
                <a:lnTo>
                  <a:pt x="7290127" y="720898"/>
                </a:lnTo>
                <a:lnTo>
                  <a:pt x="7344877" y="720898"/>
                </a:lnTo>
                <a:lnTo>
                  <a:pt x="7344877" y="725545"/>
                </a:lnTo>
                <a:cubicBezTo>
                  <a:pt x="7338849" y="725796"/>
                  <a:pt x="7334580" y="726884"/>
                  <a:pt x="7332068" y="728810"/>
                </a:cubicBezTo>
                <a:cubicBezTo>
                  <a:pt x="7330394" y="730149"/>
                  <a:pt x="7329557" y="732284"/>
                  <a:pt x="7329557" y="735214"/>
                </a:cubicBezTo>
                <a:cubicBezTo>
                  <a:pt x="7329557" y="736888"/>
                  <a:pt x="7329892" y="738604"/>
                  <a:pt x="7330561" y="740362"/>
                </a:cubicBezTo>
                <a:lnTo>
                  <a:pt x="7356681" y="806414"/>
                </a:lnTo>
                <a:lnTo>
                  <a:pt x="7380916" y="742748"/>
                </a:lnTo>
                <a:cubicBezTo>
                  <a:pt x="7382591" y="738228"/>
                  <a:pt x="7383428" y="734628"/>
                  <a:pt x="7383428" y="731949"/>
                </a:cubicBezTo>
                <a:cubicBezTo>
                  <a:pt x="7383428" y="730358"/>
                  <a:pt x="7382612" y="728935"/>
                  <a:pt x="7380979" y="727679"/>
                </a:cubicBezTo>
                <a:cubicBezTo>
                  <a:pt x="7379347" y="726424"/>
                  <a:pt x="7376145" y="725712"/>
                  <a:pt x="7371373" y="725545"/>
                </a:cubicBezTo>
                <a:lnTo>
                  <a:pt x="7371373" y="720898"/>
                </a:lnTo>
                <a:lnTo>
                  <a:pt x="7407664" y="720898"/>
                </a:lnTo>
                <a:lnTo>
                  <a:pt x="7407664" y="725545"/>
                </a:lnTo>
                <a:cubicBezTo>
                  <a:pt x="7400380" y="726633"/>
                  <a:pt x="7395023" y="731572"/>
                  <a:pt x="7391590" y="740362"/>
                </a:cubicBezTo>
                <a:lnTo>
                  <a:pt x="7353165" y="839440"/>
                </a:lnTo>
                <a:lnTo>
                  <a:pt x="7348016" y="839440"/>
                </a:lnTo>
                <a:lnTo>
                  <a:pt x="7319260" y="765979"/>
                </a:lnTo>
                <a:lnTo>
                  <a:pt x="7285732" y="839440"/>
                </a:lnTo>
                <a:lnTo>
                  <a:pt x="7281085" y="839440"/>
                </a:lnTo>
                <a:lnTo>
                  <a:pt x="7244167" y="742748"/>
                </a:lnTo>
                <a:cubicBezTo>
                  <a:pt x="7241739" y="736637"/>
                  <a:pt x="7239353" y="732514"/>
                  <a:pt x="7237009" y="730379"/>
                </a:cubicBezTo>
                <a:cubicBezTo>
                  <a:pt x="7234665" y="728245"/>
                  <a:pt x="7230981" y="726633"/>
                  <a:pt x="7225958" y="725545"/>
                </a:cubicBezTo>
                <a:close/>
                <a:moveTo>
                  <a:pt x="6168558" y="720898"/>
                </a:moveTo>
                <a:lnTo>
                  <a:pt x="6222178" y="720898"/>
                </a:lnTo>
                <a:lnTo>
                  <a:pt x="6222178" y="725545"/>
                </a:lnTo>
                <a:lnTo>
                  <a:pt x="6219541" y="725545"/>
                </a:lnTo>
                <a:cubicBezTo>
                  <a:pt x="6215774" y="725545"/>
                  <a:pt x="6212948" y="726361"/>
                  <a:pt x="6211065" y="727993"/>
                </a:cubicBezTo>
                <a:cubicBezTo>
                  <a:pt x="6209181" y="729626"/>
                  <a:pt x="6208239" y="731656"/>
                  <a:pt x="6208239" y="734084"/>
                </a:cubicBezTo>
                <a:cubicBezTo>
                  <a:pt x="6208239" y="737349"/>
                  <a:pt x="6209621" y="741869"/>
                  <a:pt x="6212383" y="747646"/>
                </a:cubicBezTo>
                <a:lnTo>
                  <a:pt x="6240386" y="805661"/>
                </a:lnTo>
                <a:lnTo>
                  <a:pt x="6266129" y="742120"/>
                </a:lnTo>
                <a:cubicBezTo>
                  <a:pt x="6267552" y="738688"/>
                  <a:pt x="6268263" y="735298"/>
                  <a:pt x="6268263" y="731949"/>
                </a:cubicBezTo>
                <a:cubicBezTo>
                  <a:pt x="6268263" y="730442"/>
                  <a:pt x="6267970" y="729312"/>
                  <a:pt x="6267384" y="728558"/>
                </a:cubicBezTo>
                <a:cubicBezTo>
                  <a:pt x="6266715" y="727638"/>
                  <a:pt x="6265668" y="726905"/>
                  <a:pt x="6264245" y="726361"/>
                </a:cubicBezTo>
                <a:cubicBezTo>
                  <a:pt x="6262822" y="725817"/>
                  <a:pt x="6260310" y="725545"/>
                  <a:pt x="6256711" y="725545"/>
                </a:cubicBezTo>
                <a:lnTo>
                  <a:pt x="6256711" y="720898"/>
                </a:lnTo>
                <a:lnTo>
                  <a:pt x="6294132" y="720898"/>
                </a:lnTo>
                <a:lnTo>
                  <a:pt x="6294132" y="725545"/>
                </a:lnTo>
                <a:cubicBezTo>
                  <a:pt x="6291034" y="725880"/>
                  <a:pt x="6288648" y="726549"/>
                  <a:pt x="6286974" y="727554"/>
                </a:cubicBezTo>
                <a:cubicBezTo>
                  <a:pt x="6285300" y="728558"/>
                  <a:pt x="6283458" y="730442"/>
                  <a:pt x="6281449" y="733205"/>
                </a:cubicBezTo>
                <a:cubicBezTo>
                  <a:pt x="6280695" y="734377"/>
                  <a:pt x="6279272" y="737600"/>
                  <a:pt x="6277179" y="742874"/>
                </a:cubicBezTo>
                <a:lnTo>
                  <a:pt x="6230340" y="857648"/>
                </a:lnTo>
                <a:cubicBezTo>
                  <a:pt x="6225820" y="868783"/>
                  <a:pt x="6219897" y="877196"/>
                  <a:pt x="6212571" y="882889"/>
                </a:cubicBezTo>
                <a:cubicBezTo>
                  <a:pt x="6205246" y="888581"/>
                  <a:pt x="6198193" y="891428"/>
                  <a:pt x="6191412" y="891428"/>
                </a:cubicBezTo>
                <a:cubicBezTo>
                  <a:pt x="6186473" y="891428"/>
                  <a:pt x="6182413" y="890004"/>
                  <a:pt x="6179232" y="887158"/>
                </a:cubicBezTo>
                <a:cubicBezTo>
                  <a:pt x="6176050" y="884312"/>
                  <a:pt x="6174460" y="881047"/>
                  <a:pt x="6174460" y="877363"/>
                </a:cubicBezTo>
                <a:cubicBezTo>
                  <a:pt x="6174460" y="873847"/>
                  <a:pt x="6175611" y="871022"/>
                  <a:pt x="6177913" y="868887"/>
                </a:cubicBezTo>
                <a:cubicBezTo>
                  <a:pt x="6180215" y="866752"/>
                  <a:pt x="6183376" y="865685"/>
                  <a:pt x="6187394" y="865685"/>
                </a:cubicBezTo>
                <a:cubicBezTo>
                  <a:pt x="6190157" y="865685"/>
                  <a:pt x="6193924" y="866606"/>
                  <a:pt x="6198696" y="868448"/>
                </a:cubicBezTo>
                <a:cubicBezTo>
                  <a:pt x="6202044" y="869703"/>
                  <a:pt x="6204137" y="870331"/>
                  <a:pt x="6204974" y="870331"/>
                </a:cubicBezTo>
                <a:cubicBezTo>
                  <a:pt x="6207486" y="870331"/>
                  <a:pt x="6210227" y="869034"/>
                  <a:pt x="6213199" y="866438"/>
                </a:cubicBezTo>
                <a:cubicBezTo>
                  <a:pt x="6216171" y="863843"/>
                  <a:pt x="6219164" y="858820"/>
                  <a:pt x="6222178" y="851370"/>
                </a:cubicBezTo>
                <a:lnTo>
                  <a:pt x="6230340" y="831403"/>
                </a:lnTo>
                <a:lnTo>
                  <a:pt x="6189026" y="744632"/>
                </a:lnTo>
                <a:cubicBezTo>
                  <a:pt x="6187771" y="742037"/>
                  <a:pt x="6185762" y="738814"/>
                  <a:pt x="6182999" y="734963"/>
                </a:cubicBezTo>
                <a:cubicBezTo>
                  <a:pt x="6180906" y="732033"/>
                  <a:pt x="6179190" y="730065"/>
                  <a:pt x="6177850" y="729061"/>
                </a:cubicBezTo>
                <a:cubicBezTo>
                  <a:pt x="6175925" y="727721"/>
                  <a:pt x="6172827" y="726549"/>
                  <a:pt x="6168558" y="725545"/>
                </a:cubicBezTo>
                <a:close/>
                <a:moveTo>
                  <a:pt x="4701834" y="720898"/>
                </a:moveTo>
                <a:lnTo>
                  <a:pt x="4750055" y="720898"/>
                </a:lnTo>
                <a:lnTo>
                  <a:pt x="4750055" y="725545"/>
                </a:lnTo>
                <a:cubicBezTo>
                  <a:pt x="4745617" y="725880"/>
                  <a:pt x="4742708" y="726675"/>
                  <a:pt x="4741327" y="727931"/>
                </a:cubicBezTo>
                <a:cubicBezTo>
                  <a:pt x="4739946" y="729186"/>
                  <a:pt x="4739255" y="730986"/>
                  <a:pt x="4739255" y="733330"/>
                </a:cubicBezTo>
                <a:cubicBezTo>
                  <a:pt x="4739255" y="735925"/>
                  <a:pt x="4739966" y="739065"/>
                  <a:pt x="4741390" y="742748"/>
                </a:cubicBezTo>
                <a:lnTo>
                  <a:pt x="4766003" y="808926"/>
                </a:lnTo>
                <a:lnTo>
                  <a:pt x="4790740" y="755055"/>
                </a:lnTo>
                <a:lnTo>
                  <a:pt x="4784210" y="738102"/>
                </a:lnTo>
                <a:cubicBezTo>
                  <a:pt x="4782201" y="733079"/>
                  <a:pt x="4779564" y="729605"/>
                  <a:pt x="4776300" y="727679"/>
                </a:cubicBezTo>
                <a:cubicBezTo>
                  <a:pt x="4774457" y="726507"/>
                  <a:pt x="4771025" y="725796"/>
                  <a:pt x="4766003" y="725545"/>
                </a:cubicBezTo>
                <a:lnTo>
                  <a:pt x="4766003" y="720898"/>
                </a:lnTo>
                <a:lnTo>
                  <a:pt x="4820752" y="720898"/>
                </a:lnTo>
                <a:lnTo>
                  <a:pt x="4820752" y="725545"/>
                </a:lnTo>
                <a:cubicBezTo>
                  <a:pt x="4814725" y="725796"/>
                  <a:pt x="4810455" y="726884"/>
                  <a:pt x="4807944" y="728810"/>
                </a:cubicBezTo>
                <a:cubicBezTo>
                  <a:pt x="4806270" y="730149"/>
                  <a:pt x="4805432" y="732284"/>
                  <a:pt x="4805432" y="735214"/>
                </a:cubicBezTo>
                <a:cubicBezTo>
                  <a:pt x="4805432" y="736888"/>
                  <a:pt x="4805767" y="738604"/>
                  <a:pt x="4806437" y="740362"/>
                </a:cubicBezTo>
                <a:lnTo>
                  <a:pt x="4832556" y="806414"/>
                </a:lnTo>
                <a:lnTo>
                  <a:pt x="4856792" y="742748"/>
                </a:lnTo>
                <a:cubicBezTo>
                  <a:pt x="4858466" y="738228"/>
                  <a:pt x="4859304" y="734628"/>
                  <a:pt x="4859304" y="731949"/>
                </a:cubicBezTo>
                <a:cubicBezTo>
                  <a:pt x="4859304" y="730358"/>
                  <a:pt x="4858487" y="728935"/>
                  <a:pt x="4856855" y="727679"/>
                </a:cubicBezTo>
                <a:cubicBezTo>
                  <a:pt x="4855223" y="726424"/>
                  <a:pt x="4852020" y="725712"/>
                  <a:pt x="4847248" y="725545"/>
                </a:cubicBezTo>
                <a:lnTo>
                  <a:pt x="4847248" y="720898"/>
                </a:lnTo>
                <a:lnTo>
                  <a:pt x="4883539" y="720898"/>
                </a:lnTo>
                <a:lnTo>
                  <a:pt x="4883539" y="725545"/>
                </a:lnTo>
                <a:cubicBezTo>
                  <a:pt x="4876255" y="726633"/>
                  <a:pt x="4870898" y="731572"/>
                  <a:pt x="4867466" y="740362"/>
                </a:cubicBezTo>
                <a:lnTo>
                  <a:pt x="4829040" y="839440"/>
                </a:lnTo>
                <a:lnTo>
                  <a:pt x="4823892" y="839440"/>
                </a:lnTo>
                <a:lnTo>
                  <a:pt x="4795135" y="765979"/>
                </a:lnTo>
                <a:lnTo>
                  <a:pt x="4761607" y="839440"/>
                </a:lnTo>
                <a:lnTo>
                  <a:pt x="4756961" y="839440"/>
                </a:lnTo>
                <a:lnTo>
                  <a:pt x="4720043" y="742748"/>
                </a:lnTo>
                <a:cubicBezTo>
                  <a:pt x="4717614" y="736637"/>
                  <a:pt x="4715229" y="732514"/>
                  <a:pt x="4712885" y="730379"/>
                </a:cubicBezTo>
                <a:cubicBezTo>
                  <a:pt x="4710541" y="728245"/>
                  <a:pt x="4706857" y="726633"/>
                  <a:pt x="4701834" y="725545"/>
                </a:cubicBezTo>
                <a:close/>
                <a:moveTo>
                  <a:pt x="10762194" y="717508"/>
                </a:moveTo>
                <a:lnTo>
                  <a:pt x="10767719" y="717508"/>
                </a:lnTo>
                <a:lnTo>
                  <a:pt x="10767719" y="809930"/>
                </a:lnTo>
                <a:cubicBezTo>
                  <a:pt x="10767719" y="817130"/>
                  <a:pt x="10768242" y="821923"/>
                  <a:pt x="10769288" y="824308"/>
                </a:cubicBezTo>
                <a:cubicBezTo>
                  <a:pt x="10770335" y="826694"/>
                  <a:pt x="10771884" y="828473"/>
                  <a:pt x="10773935" y="829645"/>
                </a:cubicBezTo>
                <a:cubicBezTo>
                  <a:pt x="10775986" y="830817"/>
                  <a:pt x="10779732" y="831403"/>
                  <a:pt x="10785174" y="831403"/>
                </a:cubicBezTo>
                <a:lnTo>
                  <a:pt x="10785174" y="835924"/>
                </a:lnTo>
                <a:lnTo>
                  <a:pt x="10729293" y="835924"/>
                </a:lnTo>
                <a:lnTo>
                  <a:pt x="10729293" y="831403"/>
                </a:lnTo>
                <a:cubicBezTo>
                  <a:pt x="10734902" y="831403"/>
                  <a:pt x="10738669" y="830859"/>
                  <a:pt x="10740595" y="829771"/>
                </a:cubicBezTo>
                <a:cubicBezTo>
                  <a:pt x="10742520" y="828683"/>
                  <a:pt x="10744048" y="826883"/>
                  <a:pt x="10745178" y="824371"/>
                </a:cubicBezTo>
                <a:cubicBezTo>
                  <a:pt x="10746308" y="821860"/>
                  <a:pt x="10746874" y="817046"/>
                  <a:pt x="10746874" y="809930"/>
                </a:cubicBezTo>
                <a:lnTo>
                  <a:pt x="10746874" y="765603"/>
                </a:lnTo>
                <a:cubicBezTo>
                  <a:pt x="10746874" y="753129"/>
                  <a:pt x="10746497" y="745051"/>
                  <a:pt x="10745743" y="741367"/>
                </a:cubicBezTo>
                <a:cubicBezTo>
                  <a:pt x="10745157" y="738688"/>
                  <a:pt x="10744236" y="736825"/>
                  <a:pt x="10742981" y="735779"/>
                </a:cubicBezTo>
                <a:cubicBezTo>
                  <a:pt x="10741725" y="734733"/>
                  <a:pt x="10740009" y="734209"/>
                  <a:pt x="10737832" y="734209"/>
                </a:cubicBezTo>
                <a:cubicBezTo>
                  <a:pt x="10735488" y="734209"/>
                  <a:pt x="10732642" y="734837"/>
                  <a:pt x="10729293" y="736093"/>
                </a:cubicBezTo>
                <a:lnTo>
                  <a:pt x="10727535" y="731572"/>
                </a:lnTo>
                <a:close/>
                <a:moveTo>
                  <a:pt x="10439888" y="717508"/>
                </a:moveTo>
                <a:cubicBezTo>
                  <a:pt x="10450854" y="717508"/>
                  <a:pt x="10460356" y="720187"/>
                  <a:pt x="10468393" y="725545"/>
                </a:cubicBezTo>
                <a:lnTo>
                  <a:pt x="10492754" y="725545"/>
                </a:lnTo>
                <a:cubicBezTo>
                  <a:pt x="10496354" y="725545"/>
                  <a:pt x="10498447" y="725649"/>
                  <a:pt x="10499033" y="725859"/>
                </a:cubicBezTo>
                <a:cubicBezTo>
                  <a:pt x="10499619" y="726068"/>
                  <a:pt x="10500037" y="726424"/>
                  <a:pt x="10500289" y="726926"/>
                </a:cubicBezTo>
                <a:cubicBezTo>
                  <a:pt x="10500791" y="727679"/>
                  <a:pt x="10501042" y="729019"/>
                  <a:pt x="10501042" y="730944"/>
                </a:cubicBezTo>
                <a:cubicBezTo>
                  <a:pt x="10501042" y="733121"/>
                  <a:pt x="10500833" y="734628"/>
                  <a:pt x="10500414" y="735465"/>
                </a:cubicBezTo>
                <a:cubicBezTo>
                  <a:pt x="10500163" y="735884"/>
                  <a:pt x="10499724" y="736218"/>
                  <a:pt x="10499096" y="736470"/>
                </a:cubicBezTo>
                <a:cubicBezTo>
                  <a:pt x="10498468" y="736721"/>
                  <a:pt x="10496354" y="736846"/>
                  <a:pt x="10492754" y="736846"/>
                </a:cubicBezTo>
                <a:lnTo>
                  <a:pt x="10477811" y="736846"/>
                </a:lnTo>
                <a:cubicBezTo>
                  <a:pt x="10482499" y="742874"/>
                  <a:pt x="10484843" y="750576"/>
                  <a:pt x="10484843" y="759952"/>
                </a:cubicBezTo>
                <a:cubicBezTo>
                  <a:pt x="10484843" y="770668"/>
                  <a:pt x="10480741" y="779834"/>
                  <a:pt x="10472537" y="787453"/>
                </a:cubicBezTo>
                <a:cubicBezTo>
                  <a:pt x="10464333" y="795071"/>
                  <a:pt x="10453324" y="798880"/>
                  <a:pt x="10439511" y="798880"/>
                </a:cubicBezTo>
                <a:cubicBezTo>
                  <a:pt x="10433818" y="798880"/>
                  <a:pt x="10428000" y="798043"/>
                  <a:pt x="10422056" y="796368"/>
                </a:cubicBezTo>
                <a:cubicBezTo>
                  <a:pt x="10418373" y="799550"/>
                  <a:pt x="10415882" y="802333"/>
                  <a:pt x="10414585" y="804719"/>
                </a:cubicBezTo>
                <a:cubicBezTo>
                  <a:pt x="10413287" y="807105"/>
                  <a:pt x="10412638" y="809135"/>
                  <a:pt x="10412638" y="810809"/>
                </a:cubicBezTo>
                <a:cubicBezTo>
                  <a:pt x="10412638" y="812232"/>
                  <a:pt x="10413329" y="813614"/>
                  <a:pt x="10414710" y="814953"/>
                </a:cubicBezTo>
                <a:cubicBezTo>
                  <a:pt x="10416091" y="816293"/>
                  <a:pt x="10418791" y="817255"/>
                  <a:pt x="10422810" y="817841"/>
                </a:cubicBezTo>
                <a:cubicBezTo>
                  <a:pt x="10425154" y="818176"/>
                  <a:pt x="10431014" y="818469"/>
                  <a:pt x="10440390" y="818720"/>
                </a:cubicBezTo>
                <a:cubicBezTo>
                  <a:pt x="10457635" y="819139"/>
                  <a:pt x="10468811" y="819725"/>
                  <a:pt x="10473918" y="820478"/>
                </a:cubicBezTo>
                <a:cubicBezTo>
                  <a:pt x="10481704" y="821567"/>
                  <a:pt x="10487920" y="824455"/>
                  <a:pt x="10492566" y="829143"/>
                </a:cubicBezTo>
                <a:cubicBezTo>
                  <a:pt x="10497212" y="833831"/>
                  <a:pt x="10499535" y="839608"/>
                  <a:pt x="10499535" y="846472"/>
                </a:cubicBezTo>
                <a:cubicBezTo>
                  <a:pt x="10499535" y="855932"/>
                  <a:pt x="10495098" y="864806"/>
                  <a:pt x="10486224" y="873094"/>
                </a:cubicBezTo>
                <a:cubicBezTo>
                  <a:pt x="10473165" y="885316"/>
                  <a:pt x="10456129" y="891428"/>
                  <a:pt x="10435116" y="891428"/>
                </a:cubicBezTo>
                <a:cubicBezTo>
                  <a:pt x="10418959" y="891428"/>
                  <a:pt x="10405313" y="887786"/>
                  <a:pt x="10394179" y="880503"/>
                </a:cubicBezTo>
                <a:cubicBezTo>
                  <a:pt x="10387900" y="876317"/>
                  <a:pt x="10384761" y="871964"/>
                  <a:pt x="10384761" y="867443"/>
                </a:cubicBezTo>
                <a:cubicBezTo>
                  <a:pt x="10384761" y="865434"/>
                  <a:pt x="10385221" y="863425"/>
                  <a:pt x="10386142" y="861416"/>
                </a:cubicBezTo>
                <a:cubicBezTo>
                  <a:pt x="10387565" y="858318"/>
                  <a:pt x="10390495" y="854007"/>
                  <a:pt x="10394932" y="848481"/>
                </a:cubicBezTo>
                <a:cubicBezTo>
                  <a:pt x="10395518" y="847728"/>
                  <a:pt x="10399788" y="843207"/>
                  <a:pt x="10407741" y="834919"/>
                </a:cubicBezTo>
                <a:cubicBezTo>
                  <a:pt x="10403388" y="832324"/>
                  <a:pt x="10400311" y="830001"/>
                  <a:pt x="10398511" y="827950"/>
                </a:cubicBezTo>
                <a:cubicBezTo>
                  <a:pt x="10396711" y="825899"/>
                  <a:pt x="10395811" y="823576"/>
                  <a:pt x="10395811" y="820981"/>
                </a:cubicBezTo>
                <a:cubicBezTo>
                  <a:pt x="10395811" y="818051"/>
                  <a:pt x="10397004" y="814618"/>
                  <a:pt x="10399390" y="810684"/>
                </a:cubicBezTo>
                <a:cubicBezTo>
                  <a:pt x="10401776" y="806749"/>
                  <a:pt x="10407280" y="801182"/>
                  <a:pt x="10415903" y="793982"/>
                </a:cubicBezTo>
                <a:cubicBezTo>
                  <a:pt x="10408871" y="790550"/>
                  <a:pt x="10403471" y="785757"/>
                  <a:pt x="10399704" y="779604"/>
                </a:cubicBezTo>
                <a:cubicBezTo>
                  <a:pt x="10395937" y="773451"/>
                  <a:pt x="10394053" y="766649"/>
                  <a:pt x="10394053" y="759199"/>
                </a:cubicBezTo>
                <a:cubicBezTo>
                  <a:pt x="10394053" y="747813"/>
                  <a:pt x="10398344" y="738018"/>
                  <a:pt x="10406925" y="729814"/>
                </a:cubicBezTo>
                <a:cubicBezTo>
                  <a:pt x="10415505" y="721610"/>
                  <a:pt x="10426493" y="717508"/>
                  <a:pt x="10439888" y="717508"/>
                </a:cubicBezTo>
                <a:close/>
                <a:moveTo>
                  <a:pt x="10279916" y="717508"/>
                </a:moveTo>
                <a:lnTo>
                  <a:pt x="10285316" y="717508"/>
                </a:lnTo>
                <a:lnTo>
                  <a:pt x="10285316" y="741869"/>
                </a:lnTo>
                <a:cubicBezTo>
                  <a:pt x="10298794" y="725628"/>
                  <a:pt x="10311644" y="717508"/>
                  <a:pt x="10323867" y="717508"/>
                </a:cubicBezTo>
                <a:cubicBezTo>
                  <a:pt x="10330145" y="717508"/>
                  <a:pt x="10335545" y="719078"/>
                  <a:pt x="10340066" y="722217"/>
                </a:cubicBezTo>
                <a:cubicBezTo>
                  <a:pt x="10344586" y="725356"/>
                  <a:pt x="10348186" y="730526"/>
                  <a:pt x="10350865" y="737725"/>
                </a:cubicBezTo>
                <a:cubicBezTo>
                  <a:pt x="10352707" y="742748"/>
                  <a:pt x="10353628" y="750450"/>
                  <a:pt x="10353628" y="760831"/>
                </a:cubicBezTo>
                <a:lnTo>
                  <a:pt x="10353628" y="809930"/>
                </a:lnTo>
                <a:cubicBezTo>
                  <a:pt x="10353628" y="817214"/>
                  <a:pt x="10354214" y="822153"/>
                  <a:pt x="10355386" y="824748"/>
                </a:cubicBezTo>
                <a:cubicBezTo>
                  <a:pt x="10356307" y="826841"/>
                  <a:pt x="10357793" y="828473"/>
                  <a:pt x="10359844" y="829645"/>
                </a:cubicBezTo>
                <a:cubicBezTo>
                  <a:pt x="10361895" y="830817"/>
                  <a:pt x="10365683" y="831403"/>
                  <a:pt x="10371208" y="831403"/>
                </a:cubicBezTo>
                <a:lnTo>
                  <a:pt x="10371208" y="835924"/>
                </a:lnTo>
                <a:lnTo>
                  <a:pt x="10314323" y="835924"/>
                </a:lnTo>
                <a:lnTo>
                  <a:pt x="10314323" y="831403"/>
                </a:lnTo>
                <a:lnTo>
                  <a:pt x="10316709" y="831403"/>
                </a:lnTo>
                <a:cubicBezTo>
                  <a:pt x="10322067" y="831403"/>
                  <a:pt x="10325813" y="830587"/>
                  <a:pt x="10327948" y="828955"/>
                </a:cubicBezTo>
                <a:cubicBezTo>
                  <a:pt x="10330083" y="827322"/>
                  <a:pt x="10331569" y="824915"/>
                  <a:pt x="10332406" y="821734"/>
                </a:cubicBezTo>
                <a:cubicBezTo>
                  <a:pt x="10332741" y="820478"/>
                  <a:pt x="10332908" y="816544"/>
                  <a:pt x="10332908" y="809930"/>
                </a:cubicBezTo>
                <a:lnTo>
                  <a:pt x="10332908" y="762840"/>
                </a:lnTo>
                <a:cubicBezTo>
                  <a:pt x="10332908" y="752376"/>
                  <a:pt x="10331548" y="744778"/>
                  <a:pt x="10328827" y="740049"/>
                </a:cubicBezTo>
                <a:cubicBezTo>
                  <a:pt x="10326106" y="735319"/>
                  <a:pt x="10321523" y="732954"/>
                  <a:pt x="10315077" y="732954"/>
                </a:cubicBezTo>
                <a:cubicBezTo>
                  <a:pt x="10305114" y="732954"/>
                  <a:pt x="10295194" y="738395"/>
                  <a:pt x="10285316" y="749278"/>
                </a:cubicBezTo>
                <a:lnTo>
                  <a:pt x="10285316" y="809930"/>
                </a:lnTo>
                <a:cubicBezTo>
                  <a:pt x="10285316" y="817716"/>
                  <a:pt x="10285776" y="822530"/>
                  <a:pt x="10286697" y="824371"/>
                </a:cubicBezTo>
                <a:cubicBezTo>
                  <a:pt x="10287869" y="826799"/>
                  <a:pt x="10289481" y="828578"/>
                  <a:pt x="10291532" y="829708"/>
                </a:cubicBezTo>
                <a:cubicBezTo>
                  <a:pt x="10293583" y="830838"/>
                  <a:pt x="10297747" y="831403"/>
                  <a:pt x="10304026" y="831403"/>
                </a:cubicBezTo>
                <a:lnTo>
                  <a:pt x="10304026" y="835924"/>
                </a:lnTo>
                <a:lnTo>
                  <a:pt x="10247141" y="835924"/>
                </a:lnTo>
                <a:lnTo>
                  <a:pt x="10247141" y="831403"/>
                </a:lnTo>
                <a:lnTo>
                  <a:pt x="10249653" y="831403"/>
                </a:lnTo>
                <a:cubicBezTo>
                  <a:pt x="10255513" y="831403"/>
                  <a:pt x="10259468" y="829917"/>
                  <a:pt x="10261519" y="826946"/>
                </a:cubicBezTo>
                <a:cubicBezTo>
                  <a:pt x="10263570" y="823974"/>
                  <a:pt x="10264596" y="818302"/>
                  <a:pt x="10264596" y="809930"/>
                </a:cubicBezTo>
                <a:lnTo>
                  <a:pt x="10264596" y="767235"/>
                </a:lnTo>
                <a:cubicBezTo>
                  <a:pt x="10264596" y="753422"/>
                  <a:pt x="10264282" y="745009"/>
                  <a:pt x="10263654" y="741995"/>
                </a:cubicBezTo>
                <a:cubicBezTo>
                  <a:pt x="10263026" y="738981"/>
                  <a:pt x="10262064" y="736930"/>
                  <a:pt x="10260766" y="735842"/>
                </a:cubicBezTo>
                <a:cubicBezTo>
                  <a:pt x="10259468" y="734753"/>
                  <a:pt x="10257731" y="734209"/>
                  <a:pt x="10255555" y="734209"/>
                </a:cubicBezTo>
                <a:cubicBezTo>
                  <a:pt x="10253211" y="734209"/>
                  <a:pt x="10250406" y="734837"/>
                  <a:pt x="10247141" y="736093"/>
                </a:cubicBezTo>
                <a:lnTo>
                  <a:pt x="10245258" y="731572"/>
                </a:lnTo>
                <a:close/>
                <a:moveTo>
                  <a:pt x="10174695" y="717508"/>
                </a:moveTo>
                <a:cubicBezTo>
                  <a:pt x="10192107" y="717508"/>
                  <a:pt x="10206088" y="724122"/>
                  <a:pt x="10216636" y="737349"/>
                </a:cubicBezTo>
                <a:cubicBezTo>
                  <a:pt x="10225594" y="748650"/>
                  <a:pt x="10230073" y="761626"/>
                  <a:pt x="10230073" y="776277"/>
                </a:cubicBezTo>
                <a:cubicBezTo>
                  <a:pt x="10230073" y="786574"/>
                  <a:pt x="10227603" y="796996"/>
                  <a:pt x="10222664" y="807544"/>
                </a:cubicBezTo>
                <a:cubicBezTo>
                  <a:pt x="10217724" y="818093"/>
                  <a:pt x="10210923" y="826046"/>
                  <a:pt x="10202258" y="831403"/>
                </a:cubicBezTo>
                <a:cubicBezTo>
                  <a:pt x="10193593" y="836761"/>
                  <a:pt x="10183945" y="839440"/>
                  <a:pt x="10173313" y="839440"/>
                </a:cubicBezTo>
                <a:cubicBezTo>
                  <a:pt x="10155984" y="839440"/>
                  <a:pt x="10142213" y="832534"/>
                  <a:pt x="10131999" y="818720"/>
                </a:cubicBezTo>
                <a:cubicBezTo>
                  <a:pt x="10123377" y="807084"/>
                  <a:pt x="10119065" y="794024"/>
                  <a:pt x="10119065" y="779541"/>
                </a:cubicBezTo>
                <a:cubicBezTo>
                  <a:pt x="10119065" y="768993"/>
                  <a:pt x="10121681" y="758508"/>
                  <a:pt x="10126914" y="748085"/>
                </a:cubicBezTo>
                <a:cubicBezTo>
                  <a:pt x="10132146" y="737663"/>
                  <a:pt x="10139032" y="729961"/>
                  <a:pt x="10147571" y="724980"/>
                </a:cubicBezTo>
                <a:cubicBezTo>
                  <a:pt x="10156110" y="719999"/>
                  <a:pt x="10165151" y="717508"/>
                  <a:pt x="10174695" y="717508"/>
                </a:cubicBezTo>
                <a:close/>
                <a:moveTo>
                  <a:pt x="9700669" y="717508"/>
                </a:moveTo>
                <a:cubicBezTo>
                  <a:pt x="9705189" y="717508"/>
                  <a:pt x="9710672" y="718471"/>
                  <a:pt x="9717119" y="720396"/>
                </a:cubicBezTo>
                <a:cubicBezTo>
                  <a:pt x="9721388" y="721652"/>
                  <a:pt x="9724234" y="722280"/>
                  <a:pt x="9725658" y="722280"/>
                </a:cubicBezTo>
                <a:cubicBezTo>
                  <a:pt x="9726996" y="722280"/>
                  <a:pt x="9728044" y="721987"/>
                  <a:pt x="9728797" y="721401"/>
                </a:cubicBezTo>
                <a:cubicBezTo>
                  <a:pt x="9729551" y="720815"/>
                  <a:pt x="9730430" y="719517"/>
                  <a:pt x="9731434" y="717508"/>
                </a:cubicBezTo>
                <a:lnTo>
                  <a:pt x="9735578" y="717508"/>
                </a:lnTo>
                <a:lnTo>
                  <a:pt x="9735578" y="756687"/>
                </a:lnTo>
                <a:lnTo>
                  <a:pt x="9731434" y="756687"/>
                </a:lnTo>
                <a:cubicBezTo>
                  <a:pt x="9728252" y="744381"/>
                  <a:pt x="9724171" y="736009"/>
                  <a:pt x="9719191" y="731572"/>
                </a:cubicBezTo>
                <a:cubicBezTo>
                  <a:pt x="9714209" y="727135"/>
                  <a:pt x="9707867" y="724917"/>
                  <a:pt x="9700167" y="724917"/>
                </a:cubicBezTo>
                <a:cubicBezTo>
                  <a:pt x="9694305" y="724917"/>
                  <a:pt x="9689575" y="726466"/>
                  <a:pt x="9685977" y="729563"/>
                </a:cubicBezTo>
                <a:cubicBezTo>
                  <a:pt x="9682376" y="732661"/>
                  <a:pt x="9680577" y="736093"/>
                  <a:pt x="9680577" y="739860"/>
                </a:cubicBezTo>
                <a:cubicBezTo>
                  <a:pt x="9680577" y="744548"/>
                  <a:pt x="9681915" y="748567"/>
                  <a:pt x="9684595" y="751915"/>
                </a:cubicBezTo>
                <a:cubicBezTo>
                  <a:pt x="9687189" y="755348"/>
                  <a:pt x="9692463" y="758989"/>
                  <a:pt x="9700418" y="762840"/>
                </a:cubicBezTo>
                <a:lnTo>
                  <a:pt x="9718751" y="771756"/>
                </a:lnTo>
                <a:cubicBezTo>
                  <a:pt x="9735745" y="780044"/>
                  <a:pt x="9744243" y="790969"/>
                  <a:pt x="9744243" y="804531"/>
                </a:cubicBezTo>
                <a:cubicBezTo>
                  <a:pt x="9744243" y="814995"/>
                  <a:pt x="9740287" y="823429"/>
                  <a:pt x="9732376" y="829834"/>
                </a:cubicBezTo>
                <a:cubicBezTo>
                  <a:pt x="9724465" y="836238"/>
                  <a:pt x="9715612" y="839440"/>
                  <a:pt x="9705817" y="839440"/>
                </a:cubicBezTo>
                <a:cubicBezTo>
                  <a:pt x="9698785" y="839440"/>
                  <a:pt x="9690748" y="838184"/>
                  <a:pt x="9681707" y="835673"/>
                </a:cubicBezTo>
                <a:cubicBezTo>
                  <a:pt x="9678945" y="834836"/>
                  <a:pt x="9676684" y="834417"/>
                  <a:pt x="9674926" y="834417"/>
                </a:cubicBezTo>
                <a:cubicBezTo>
                  <a:pt x="9673000" y="834417"/>
                  <a:pt x="9671493" y="835505"/>
                  <a:pt x="9670406" y="837682"/>
                </a:cubicBezTo>
                <a:lnTo>
                  <a:pt x="9666262" y="837682"/>
                </a:lnTo>
                <a:lnTo>
                  <a:pt x="9666262" y="796619"/>
                </a:lnTo>
                <a:lnTo>
                  <a:pt x="9670406" y="796619"/>
                </a:lnTo>
                <a:cubicBezTo>
                  <a:pt x="9672748" y="808340"/>
                  <a:pt x="9677227" y="817172"/>
                  <a:pt x="9683842" y="823116"/>
                </a:cubicBezTo>
                <a:cubicBezTo>
                  <a:pt x="9690454" y="829059"/>
                  <a:pt x="9697863" y="832031"/>
                  <a:pt x="9706068" y="832031"/>
                </a:cubicBezTo>
                <a:cubicBezTo>
                  <a:pt x="9711845" y="832031"/>
                  <a:pt x="9716554" y="830336"/>
                  <a:pt x="9720196" y="826946"/>
                </a:cubicBezTo>
                <a:cubicBezTo>
                  <a:pt x="9723837" y="823555"/>
                  <a:pt x="9725658" y="819474"/>
                  <a:pt x="9725658" y="814702"/>
                </a:cubicBezTo>
                <a:cubicBezTo>
                  <a:pt x="9725658" y="808926"/>
                  <a:pt x="9723627" y="804070"/>
                  <a:pt x="9719568" y="800136"/>
                </a:cubicBezTo>
                <a:cubicBezTo>
                  <a:pt x="9715506" y="796201"/>
                  <a:pt x="9707407" y="791220"/>
                  <a:pt x="9695269" y="785192"/>
                </a:cubicBezTo>
                <a:cubicBezTo>
                  <a:pt x="9683129" y="779165"/>
                  <a:pt x="9675177" y="773723"/>
                  <a:pt x="9671410" y="768868"/>
                </a:cubicBezTo>
                <a:cubicBezTo>
                  <a:pt x="9667643" y="764096"/>
                  <a:pt x="9665759" y="758068"/>
                  <a:pt x="9665759" y="750785"/>
                </a:cubicBezTo>
                <a:cubicBezTo>
                  <a:pt x="9665759" y="741325"/>
                  <a:pt x="9669002" y="733414"/>
                  <a:pt x="9675491" y="727052"/>
                </a:cubicBezTo>
                <a:cubicBezTo>
                  <a:pt x="9681978" y="720689"/>
                  <a:pt x="9690372" y="717508"/>
                  <a:pt x="9700669" y="717508"/>
                </a:cubicBezTo>
                <a:close/>
                <a:moveTo>
                  <a:pt x="9514419" y="717508"/>
                </a:moveTo>
                <a:lnTo>
                  <a:pt x="9519944" y="717508"/>
                </a:lnTo>
                <a:lnTo>
                  <a:pt x="9519944" y="809930"/>
                </a:lnTo>
                <a:cubicBezTo>
                  <a:pt x="9519944" y="817130"/>
                  <a:pt x="9520467" y="821923"/>
                  <a:pt x="9521513" y="824308"/>
                </a:cubicBezTo>
                <a:cubicBezTo>
                  <a:pt x="9522560" y="826694"/>
                  <a:pt x="9524109" y="828473"/>
                  <a:pt x="9526160" y="829645"/>
                </a:cubicBezTo>
                <a:cubicBezTo>
                  <a:pt x="9528211" y="830817"/>
                  <a:pt x="9531957" y="831403"/>
                  <a:pt x="9537399" y="831403"/>
                </a:cubicBezTo>
                <a:lnTo>
                  <a:pt x="9537399" y="835924"/>
                </a:lnTo>
                <a:lnTo>
                  <a:pt x="9481518" y="835924"/>
                </a:lnTo>
                <a:lnTo>
                  <a:pt x="9481518" y="831403"/>
                </a:lnTo>
                <a:cubicBezTo>
                  <a:pt x="9487127" y="831403"/>
                  <a:pt x="9490894" y="830859"/>
                  <a:pt x="9492820" y="829771"/>
                </a:cubicBezTo>
                <a:cubicBezTo>
                  <a:pt x="9494746" y="828683"/>
                  <a:pt x="9496273" y="826883"/>
                  <a:pt x="9497403" y="824371"/>
                </a:cubicBezTo>
                <a:cubicBezTo>
                  <a:pt x="9498533" y="821860"/>
                  <a:pt x="9499099" y="817046"/>
                  <a:pt x="9499099" y="809930"/>
                </a:cubicBezTo>
                <a:lnTo>
                  <a:pt x="9499099" y="765603"/>
                </a:lnTo>
                <a:cubicBezTo>
                  <a:pt x="9499099" y="753129"/>
                  <a:pt x="9498722" y="745051"/>
                  <a:pt x="9497968" y="741367"/>
                </a:cubicBezTo>
                <a:cubicBezTo>
                  <a:pt x="9497383" y="738688"/>
                  <a:pt x="9496461" y="736825"/>
                  <a:pt x="9495206" y="735779"/>
                </a:cubicBezTo>
                <a:cubicBezTo>
                  <a:pt x="9493950" y="734733"/>
                  <a:pt x="9492234" y="734209"/>
                  <a:pt x="9490057" y="734209"/>
                </a:cubicBezTo>
                <a:cubicBezTo>
                  <a:pt x="9487714" y="734209"/>
                  <a:pt x="9484867" y="734837"/>
                  <a:pt x="9481518" y="736093"/>
                </a:cubicBezTo>
                <a:lnTo>
                  <a:pt x="9479760" y="731572"/>
                </a:lnTo>
                <a:close/>
                <a:moveTo>
                  <a:pt x="9422918" y="717508"/>
                </a:moveTo>
                <a:lnTo>
                  <a:pt x="9428192" y="717508"/>
                </a:lnTo>
                <a:lnTo>
                  <a:pt x="9428192" y="743376"/>
                </a:lnTo>
                <a:cubicBezTo>
                  <a:pt x="9437819" y="726131"/>
                  <a:pt x="9447697" y="717508"/>
                  <a:pt x="9457827" y="717508"/>
                </a:cubicBezTo>
                <a:cubicBezTo>
                  <a:pt x="9462431" y="717508"/>
                  <a:pt x="9466241" y="718910"/>
                  <a:pt x="9469254" y="721715"/>
                </a:cubicBezTo>
                <a:cubicBezTo>
                  <a:pt x="9472268" y="724519"/>
                  <a:pt x="9473775" y="727763"/>
                  <a:pt x="9473775" y="731447"/>
                </a:cubicBezTo>
                <a:cubicBezTo>
                  <a:pt x="9473775" y="734712"/>
                  <a:pt x="9472686" y="737474"/>
                  <a:pt x="9470510" y="739735"/>
                </a:cubicBezTo>
                <a:cubicBezTo>
                  <a:pt x="9468333" y="741995"/>
                  <a:pt x="9465738" y="743125"/>
                  <a:pt x="9462725" y="743125"/>
                </a:cubicBezTo>
                <a:cubicBezTo>
                  <a:pt x="9459794" y="743125"/>
                  <a:pt x="9456509" y="741681"/>
                  <a:pt x="9452867" y="738793"/>
                </a:cubicBezTo>
                <a:cubicBezTo>
                  <a:pt x="9449225" y="735905"/>
                  <a:pt x="9446526" y="734460"/>
                  <a:pt x="9444768" y="734460"/>
                </a:cubicBezTo>
                <a:cubicBezTo>
                  <a:pt x="9443261" y="734460"/>
                  <a:pt x="9441628" y="735298"/>
                  <a:pt x="9439870" y="736972"/>
                </a:cubicBezTo>
                <a:cubicBezTo>
                  <a:pt x="9436103" y="740404"/>
                  <a:pt x="9432210" y="746055"/>
                  <a:pt x="9428192" y="753924"/>
                </a:cubicBezTo>
                <a:lnTo>
                  <a:pt x="9428192" y="809051"/>
                </a:lnTo>
                <a:cubicBezTo>
                  <a:pt x="9428192" y="815414"/>
                  <a:pt x="9428987" y="820227"/>
                  <a:pt x="9430578" y="823492"/>
                </a:cubicBezTo>
                <a:cubicBezTo>
                  <a:pt x="9431665" y="825753"/>
                  <a:pt x="9433591" y="827636"/>
                  <a:pt x="9436354" y="829143"/>
                </a:cubicBezTo>
                <a:cubicBezTo>
                  <a:pt x="9439117" y="830650"/>
                  <a:pt x="9443093" y="831403"/>
                  <a:pt x="9448284" y="831403"/>
                </a:cubicBezTo>
                <a:lnTo>
                  <a:pt x="9448284" y="835924"/>
                </a:lnTo>
                <a:lnTo>
                  <a:pt x="9389390" y="835924"/>
                </a:lnTo>
                <a:lnTo>
                  <a:pt x="9389390" y="831403"/>
                </a:lnTo>
                <a:cubicBezTo>
                  <a:pt x="9395249" y="831403"/>
                  <a:pt x="9399602" y="830483"/>
                  <a:pt x="9402449" y="828641"/>
                </a:cubicBezTo>
                <a:cubicBezTo>
                  <a:pt x="9404542" y="827301"/>
                  <a:pt x="9406007" y="825167"/>
                  <a:pt x="9406844" y="822237"/>
                </a:cubicBezTo>
                <a:cubicBezTo>
                  <a:pt x="9407262" y="820813"/>
                  <a:pt x="9407472" y="816753"/>
                  <a:pt x="9407472" y="810056"/>
                </a:cubicBezTo>
                <a:lnTo>
                  <a:pt x="9407472" y="765477"/>
                </a:lnTo>
                <a:cubicBezTo>
                  <a:pt x="9407472" y="752083"/>
                  <a:pt x="9407200" y="744109"/>
                  <a:pt x="9406656" y="741555"/>
                </a:cubicBezTo>
                <a:cubicBezTo>
                  <a:pt x="9406111" y="739002"/>
                  <a:pt x="9405107" y="737139"/>
                  <a:pt x="9403642" y="735967"/>
                </a:cubicBezTo>
                <a:cubicBezTo>
                  <a:pt x="9402177" y="734795"/>
                  <a:pt x="9400356" y="734209"/>
                  <a:pt x="9398180" y="734209"/>
                </a:cubicBezTo>
                <a:cubicBezTo>
                  <a:pt x="9395584" y="734209"/>
                  <a:pt x="9392654" y="734837"/>
                  <a:pt x="9389390" y="736093"/>
                </a:cubicBezTo>
                <a:lnTo>
                  <a:pt x="9388134" y="731572"/>
                </a:lnTo>
                <a:close/>
                <a:moveTo>
                  <a:pt x="9213116" y="717508"/>
                </a:moveTo>
                <a:lnTo>
                  <a:pt x="9218516" y="717508"/>
                </a:lnTo>
                <a:lnTo>
                  <a:pt x="9218516" y="741869"/>
                </a:lnTo>
                <a:cubicBezTo>
                  <a:pt x="9231993" y="725628"/>
                  <a:pt x="9244844" y="717508"/>
                  <a:pt x="9257067" y="717508"/>
                </a:cubicBezTo>
                <a:cubicBezTo>
                  <a:pt x="9263345" y="717508"/>
                  <a:pt x="9268745" y="719078"/>
                  <a:pt x="9273266" y="722217"/>
                </a:cubicBezTo>
                <a:cubicBezTo>
                  <a:pt x="9277786" y="725356"/>
                  <a:pt x="9281386" y="730526"/>
                  <a:pt x="9284065" y="737725"/>
                </a:cubicBezTo>
                <a:cubicBezTo>
                  <a:pt x="9285907" y="742748"/>
                  <a:pt x="9286828" y="750450"/>
                  <a:pt x="9286828" y="760831"/>
                </a:cubicBezTo>
                <a:lnTo>
                  <a:pt x="9286828" y="809930"/>
                </a:lnTo>
                <a:cubicBezTo>
                  <a:pt x="9286828" y="817214"/>
                  <a:pt x="9287414" y="822153"/>
                  <a:pt x="9288586" y="824748"/>
                </a:cubicBezTo>
                <a:cubicBezTo>
                  <a:pt x="9289506" y="826841"/>
                  <a:pt x="9290993" y="828473"/>
                  <a:pt x="9293044" y="829645"/>
                </a:cubicBezTo>
                <a:cubicBezTo>
                  <a:pt x="9295094" y="830817"/>
                  <a:pt x="9298883" y="831403"/>
                  <a:pt x="9304408" y="831403"/>
                </a:cubicBezTo>
                <a:lnTo>
                  <a:pt x="9304408" y="835924"/>
                </a:lnTo>
                <a:lnTo>
                  <a:pt x="9247523" y="835924"/>
                </a:lnTo>
                <a:lnTo>
                  <a:pt x="9247523" y="831403"/>
                </a:lnTo>
                <a:lnTo>
                  <a:pt x="9249909" y="831403"/>
                </a:lnTo>
                <a:cubicBezTo>
                  <a:pt x="9255267" y="831403"/>
                  <a:pt x="9259013" y="830587"/>
                  <a:pt x="9261148" y="828955"/>
                </a:cubicBezTo>
                <a:cubicBezTo>
                  <a:pt x="9263283" y="827322"/>
                  <a:pt x="9264768" y="824915"/>
                  <a:pt x="9265606" y="821734"/>
                </a:cubicBezTo>
                <a:cubicBezTo>
                  <a:pt x="9265941" y="820478"/>
                  <a:pt x="9266108" y="816544"/>
                  <a:pt x="9266108" y="809930"/>
                </a:cubicBezTo>
                <a:lnTo>
                  <a:pt x="9266108" y="762840"/>
                </a:lnTo>
                <a:cubicBezTo>
                  <a:pt x="9266108" y="752376"/>
                  <a:pt x="9264748" y="744778"/>
                  <a:pt x="9262027" y="740049"/>
                </a:cubicBezTo>
                <a:cubicBezTo>
                  <a:pt x="9259306" y="735319"/>
                  <a:pt x="9254722" y="732954"/>
                  <a:pt x="9248277" y="732954"/>
                </a:cubicBezTo>
                <a:cubicBezTo>
                  <a:pt x="9238314" y="732954"/>
                  <a:pt x="9228394" y="738395"/>
                  <a:pt x="9218516" y="749278"/>
                </a:cubicBezTo>
                <a:lnTo>
                  <a:pt x="9218516" y="809930"/>
                </a:lnTo>
                <a:cubicBezTo>
                  <a:pt x="9218516" y="817716"/>
                  <a:pt x="9218976" y="822530"/>
                  <a:pt x="9219897" y="824371"/>
                </a:cubicBezTo>
                <a:cubicBezTo>
                  <a:pt x="9221068" y="826799"/>
                  <a:pt x="9222681" y="828578"/>
                  <a:pt x="9224732" y="829708"/>
                </a:cubicBezTo>
                <a:cubicBezTo>
                  <a:pt x="9226782" y="830838"/>
                  <a:pt x="9230947" y="831403"/>
                  <a:pt x="9237226" y="831403"/>
                </a:cubicBezTo>
                <a:lnTo>
                  <a:pt x="9237226" y="835924"/>
                </a:lnTo>
                <a:lnTo>
                  <a:pt x="9180341" y="835924"/>
                </a:lnTo>
                <a:lnTo>
                  <a:pt x="9180341" y="831403"/>
                </a:lnTo>
                <a:lnTo>
                  <a:pt x="9182853" y="831403"/>
                </a:lnTo>
                <a:cubicBezTo>
                  <a:pt x="9188713" y="831403"/>
                  <a:pt x="9192668" y="829917"/>
                  <a:pt x="9194719" y="826946"/>
                </a:cubicBezTo>
                <a:cubicBezTo>
                  <a:pt x="9196770" y="823974"/>
                  <a:pt x="9197796" y="818302"/>
                  <a:pt x="9197796" y="809930"/>
                </a:cubicBezTo>
                <a:lnTo>
                  <a:pt x="9197796" y="767235"/>
                </a:lnTo>
                <a:cubicBezTo>
                  <a:pt x="9197796" y="753422"/>
                  <a:pt x="9197482" y="745009"/>
                  <a:pt x="9196854" y="741995"/>
                </a:cubicBezTo>
                <a:cubicBezTo>
                  <a:pt x="9196226" y="738981"/>
                  <a:pt x="9195263" y="736930"/>
                  <a:pt x="9193966" y="735842"/>
                </a:cubicBezTo>
                <a:cubicBezTo>
                  <a:pt x="9192668" y="734753"/>
                  <a:pt x="9190931" y="734209"/>
                  <a:pt x="9188755" y="734209"/>
                </a:cubicBezTo>
                <a:cubicBezTo>
                  <a:pt x="9186410" y="734209"/>
                  <a:pt x="9183606" y="734837"/>
                  <a:pt x="9180341" y="736093"/>
                </a:cubicBezTo>
                <a:lnTo>
                  <a:pt x="9178458" y="731572"/>
                </a:lnTo>
                <a:close/>
                <a:moveTo>
                  <a:pt x="8974545" y="717508"/>
                </a:moveTo>
                <a:cubicBezTo>
                  <a:pt x="8991957" y="717508"/>
                  <a:pt x="9005939" y="724122"/>
                  <a:pt x="9016487" y="737349"/>
                </a:cubicBezTo>
                <a:cubicBezTo>
                  <a:pt x="9025443" y="748650"/>
                  <a:pt x="9029923" y="761626"/>
                  <a:pt x="9029923" y="776277"/>
                </a:cubicBezTo>
                <a:cubicBezTo>
                  <a:pt x="9029923" y="786574"/>
                  <a:pt x="9027452" y="796996"/>
                  <a:pt x="9022514" y="807544"/>
                </a:cubicBezTo>
                <a:cubicBezTo>
                  <a:pt x="9017574" y="818093"/>
                  <a:pt x="9010773" y="826046"/>
                  <a:pt x="9002109" y="831403"/>
                </a:cubicBezTo>
                <a:cubicBezTo>
                  <a:pt x="8993444" y="836761"/>
                  <a:pt x="8983795" y="839440"/>
                  <a:pt x="8973164" y="839440"/>
                </a:cubicBezTo>
                <a:cubicBezTo>
                  <a:pt x="8955835" y="839440"/>
                  <a:pt x="8942062" y="832534"/>
                  <a:pt x="8931850" y="818720"/>
                </a:cubicBezTo>
                <a:cubicBezTo>
                  <a:pt x="8923226" y="807084"/>
                  <a:pt x="8918916" y="794024"/>
                  <a:pt x="8918916" y="779541"/>
                </a:cubicBezTo>
                <a:cubicBezTo>
                  <a:pt x="8918916" y="768993"/>
                  <a:pt x="8921531" y="758508"/>
                  <a:pt x="8926764" y="748085"/>
                </a:cubicBezTo>
                <a:cubicBezTo>
                  <a:pt x="8931996" y="737663"/>
                  <a:pt x="8938882" y="729961"/>
                  <a:pt x="8947421" y="724980"/>
                </a:cubicBezTo>
                <a:cubicBezTo>
                  <a:pt x="8955960" y="719999"/>
                  <a:pt x="8965001" y="717508"/>
                  <a:pt x="8974545" y="717508"/>
                </a:cubicBezTo>
                <a:close/>
                <a:moveTo>
                  <a:pt x="8517791" y="717508"/>
                </a:moveTo>
                <a:lnTo>
                  <a:pt x="8523191" y="717508"/>
                </a:lnTo>
                <a:lnTo>
                  <a:pt x="8523191" y="741869"/>
                </a:lnTo>
                <a:cubicBezTo>
                  <a:pt x="8536670" y="725628"/>
                  <a:pt x="8549519" y="717508"/>
                  <a:pt x="8561742" y="717508"/>
                </a:cubicBezTo>
                <a:cubicBezTo>
                  <a:pt x="8568020" y="717508"/>
                  <a:pt x="8573420" y="719078"/>
                  <a:pt x="8577941" y="722217"/>
                </a:cubicBezTo>
                <a:cubicBezTo>
                  <a:pt x="8582461" y="725356"/>
                  <a:pt x="8586061" y="730526"/>
                  <a:pt x="8588740" y="737725"/>
                </a:cubicBezTo>
                <a:cubicBezTo>
                  <a:pt x="8590581" y="742748"/>
                  <a:pt x="8591503" y="750450"/>
                  <a:pt x="8591503" y="760831"/>
                </a:cubicBezTo>
                <a:lnTo>
                  <a:pt x="8591503" y="809930"/>
                </a:lnTo>
                <a:cubicBezTo>
                  <a:pt x="8591503" y="817214"/>
                  <a:pt x="8592088" y="822153"/>
                  <a:pt x="8593261" y="824748"/>
                </a:cubicBezTo>
                <a:cubicBezTo>
                  <a:pt x="8594182" y="826841"/>
                  <a:pt x="8595667" y="828473"/>
                  <a:pt x="8597719" y="829645"/>
                </a:cubicBezTo>
                <a:cubicBezTo>
                  <a:pt x="8599770" y="830817"/>
                  <a:pt x="8603558" y="831403"/>
                  <a:pt x="8609083" y="831403"/>
                </a:cubicBezTo>
                <a:lnTo>
                  <a:pt x="8609083" y="835924"/>
                </a:lnTo>
                <a:lnTo>
                  <a:pt x="8552198" y="835924"/>
                </a:lnTo>
                <a:lnTo>
                  <a:pt x="8552198" y="831403"/>
                </a:lnTo>
                <a:lnTo>
                  <a:pt x="8554584" y="831403"/>
                </a:lnTo>
                <a:cubicBezTo>
                  <a:pt x="8559941" y="831403"/>
                  <a:pt x="8563688" y="830587"/>
                  <a:pt x="8565823" y="828955"/>
                </a:cubicBezTo>
                <a:cubicBezTo>
                  <a:pt x="8567958" y="827322"/>
                  <a:pt x="8569444" y="824915"/>
                  <a:pt x="8570281" y="821734"/>
                </a:cubicBezTo>
                <a:cubicBezTo>
                  <a:pt x="8570615" y="820478"/>
                  <a:pt x="8570783" y="816544"/>
                  <a:pt x="8570783" y="809930"/>
                </a:cubicBezTo>
                <a:lnTo>
                  <a:pt x="8570783" y="762840"/>
                </a:lnTo>
                <a:cubicBezTo>
                  <a:pt x="8570783" y="752376"/>
                  <a:pt x="8569422" y="744778"/>
                  <a:pt x="8566702" y="740049"/>
                </a:cubicBezTo>
                <a:cubicBezTo>
                  <a:pt x="8563982" y="735319"/>
                  <a:pt x="8559398" y="732954"/>
                  <a:pt x="8552952" y="732954"/>
                </a:cubicBezTo>
                <a:cubicBezTo>
                  <a:pt x="8542989" y="732954"/>
                  <a:pt x="8533069" y="738395"/>
                  <a:pt x="8523191" y="749278"/>
                </a:cubicBezTo>
                <a:lnTo>
                  <a:pt x="8523191" y="809930"/>
                </a:lnTo>
                <a:cubicBezTo>
                  <a:pt x="8523191" y="817716"/>
                  <a:pt x="8523651" y="822530"/>
                  <a:pt x="8524572" y="824371"/>
                </a:cubicBezTo>
                <a:cubicBezTo>
                  <a:pt x="8525745" y="826799"/>
                  <a:pt x="8527355" y="828578"/>
                  <a:pt x="8529407" y="829708"/>
                </a:cubicBezTo>
                <a:cubicBezTo>
                  <a:pt x="8531458" y="830838"/>
                  <a:pt x="8535622" y="831403"/>
                  <a:pt x="8541901" y="831403"/>
                </a:cubicBezTo>
                <a:lnTo>
                  <a:pt x="8541901" y="835924"/>
                </a:lnTo>
                <a:lnTo>
                  <a:pt x="8485016" y="835924"/>
                </a:lnTo>
                <a:lnTo>
                  <a:pt x="8485016" y="831403"/>
                </a:lnTo>
                <a:lnTo>
                  <a:pt x="8487528" y="831403"/>
                </a:lnTo>
                <a:cubicBezTo>
                  <a:pt x="8493387" y="831403"/>
                  <a:pt x="8497343" y="829917"/>
                  <a:pt x="8499394" y="826946"/>
                </a:cubicBezTo>
                <a:cubicBezTo>
                  <a:pt x="8501446" y="823974"/>
                  <a:pt x="8502471" y="818302"/>
                  <a:pt x="8502471" y="809930"/>
                </a:cubicBezTo>
                <a:lnTo>
                  <a:pt x="8502471" y="767235"/>
                </a:lnTo>
                <a:cubicBezTo>
                  <a:pt x="8502471" y="753422"/>
                  <a:pt x="8502157" y="745009"/>
                  <a:pt x="8501529" y="741995"/>
                </a:cubicBezTo>
                <a:cubicBezTo>
                  <a:pt x="8500901" y="738981"/>
                  <a:pt x="8499939" y="736930"/>
                  <a:pt x="8498641" y="735842"/>
                </a:cubicBezTo>
                <a:cubicBezTo>
                  <a:pt x="8497343" y="734753"/>
                  <a:pt x="8495607" y="734209"/>
                  <a:pt x="8493430" y="734209"/>
                </a:cubicBezTo>
                <a:cubicBezTo>
                  <a:pt x="8491086" y="734209"/>
                  <a:pt x="8488281" y="734837"/>
                  <a:pt x="8485016" y="736093"/>
                </a:cubicBezTo>
                <a:lnTo>
                  <a:pt x="8483133" y="731572"/>
                </a:lnTo>
                <a:close/>
                <a:moveTo>
                  <a:pt x="8318017" y="717508"/>
                </a:moveTo>
                <a:lnTo>
                  <a:pt x="8323291" y="717508"/>
                </a:lnTo>
                <a:lnTo>
                  <a:pt x="8323291" y="743376"/>
                </a:lnTo>
                <a:cubicBezTo>
                  <a:pt x="8332918" y="726131"/>
                  <a:pt x="8342797" y="717508"/>
                  <a:pt x="8352927" y="717508"/>
                </a:cubicBezTo>
                <a:cubicBezTo>
                  <a:pt x="8357530" y="717508"/>
                  <a:pt x="8361340" y="718910"/>
                  <a:pt x="8364354" y="721715"/>
                </a:cubicBezTo>
                <a:cubicBezTo>
                  <a:pt x="8367368" y="724519"/>
                  <a:pt x="8368875" y="727763"/>
                  <a:pt x="8368875" y="731447"/>
                </a:cubicBezTo>
                <a:cubicBezTo>
                  <a:pt x="8368875" y="734712"/>
                  <a:pt x="8367786" y="737474"/>
                  <a:pt x="8365610" y="739735"/>
                </a:cubicBezTo>
                <a:cubicBezTo>
                  <a:pt x="8363432" y="741995"/>
                  <a:pt x="8360838" y="743125"/>
                  <a:pt x="8357824" y="743125"/>
                </a:cubicBezTo>
                <a:cubicBezTo>
                  <a:pt x="8354893" y="743125"/>
                  <a:pt x="8351608" y="741681"/>
                  <a:pt x="8347966" y="738793"/>
                </a:cubicBezTo>
                <a:cubicBezTo>
                  <a:pt x="8344325" y="735905"/>
                  <a:pt x="8341625" y="734460"/>
                  <a:pt x="8339867" y="734460"/>
                </a:cubicBezTo>
                <a:cubicBezTo>
                  <a:pt x="8338360" y="734460"/>
                  <a:pt x="8336728" y="735298"/>
                  <a:pt x="8334970" y="736972"/>
                </a:cubicBezTo>
                <a:cubicBezTo>
                  <a:pt x="8331202" y="740404"/>
                  <a:pt x="8327310" y="746055"/>
                  <a:pt x="8323291" y="753924"/>
                </a:cubicBezTo>
                <a:lnTo>
                  <a:pt x="8323291" y="809051"/>
                </a:lnTo>
                <a:cubicBezTo>
                  <a:pt x="8323291" y="815414"/>
                  <a:pt x="8324087" y="820227"/>
                  <a:pt x="8325677" y="823492"/>
                </a:cubicBezTo>
                <a:cubicBezTo>
                  <a:pt x="8326765" y="825753"/>
                  <a:pt x="8328691" y="827636"/>
                  <a:pt x="8331454" y="829143"/>
                </a:cubicBezTo>
                <a:cubicBezTo>
                  <a:pt x="8334216" y="830650"/>
                  <a:pt x="8338193" y="831403"/>
                  <a:pt x="8343383" y="831403"/>
                </a:cubicBezTo>
                <a:lnTo>
                  <a:pt x="8343383" y="835924"/>
                </a:lnTo>
                <a:lnTo>
                  <a:pt x="8284489" y="835924"/>
                </a:lnTo>
                <a:lnTo>
                  <a:pt x="8284489" y="831403"/>
                </a:lnTo>
                <a:cubicBezTo>
                  <a:pt x="8290348" y="831403"/>
                  <a:pt x="8294702" y="830483"/>
                  <a:pt x="8297549" y="828641"/>
                </a:cubicBezTo>
                <a:cubicBezTo>
                  <a:pt x="8299641" y="827301"/>
                  <a:pt x="8301107" y="825167"/>
                  <a:pt x="8301944" y="822237"/>
                </a:cubicBezTo>
                <a:cubicBezTo>
                  <a:pt x="8302362" y="820813"/>
                  <a:pt x="8302572" y="816753"/>
                  <a:pt x="8302572" y="810056"/>
                </a:cubicBezTo>
                <a:lnTo>
                  <a:pt x="8302572" y="765477"/>
                </a:lnTo>
                <a:cubicBezTo>
                  <a:pt x="8302572" y="752083"/>
                  <a:pt x="8302300" y="744109"/>
                  <a:pt x="8301755" y="741555"/>
                </a:cubicBezTo>
                <a:cubicBezTo>
                  <a:pt x="8301211" y="739002"/>
                  <a:pt x="8300207" y="737139"/>
                  <a:pt x="8298742" y="735967"/>
                </a:cubicBezTo>
                <a:cubicBezTo>
                  <a:pt x="8297277" y="734795"/>
                  <a:pt x="8295456" y="734209"/>
                  <a:pt x="8293279" y="734209"/>
                </a:cubicBezTo>
                <a:cubicBezTo>
                  <a:pt x="8290684" y="734209"/>
                  <a:pt x="8287754" y="734837"/>
                  <a:pt x="8284489" y="736093"/>
                </a:cubicBezTo>
                <a:lnTo>
                  <a:pt x="8283233" y="731572"/>
                </a:lnTo>
                <a:close/>
                <a:moveTo>
                  <a:pt x="7990419" y="717508"/>
                </a:moveTo>
                <a:lnTo>
                  <a:pt x="7995944" y="717508"/>
                </a:lnTo>
                <a:lnTo>
                  <a:pt x="7995944" y="809930"/>
                </a:lnTo>
                <a:cubicBezTo>
                  <a:pt x="7995944" y="817130"/>
                  <a:pt x="7996467" y="821923"/>
                  <a:pt x="7997514" y="824308"/>
                </a:cubicBezTo>
                <a:cubicBezTo>
                  <a:pt x="7998560" y="826694"/>
                  <a:pt x="8000109" y="828473"/>
                  <a:pt x="8002160" y="829645"/>
                </a:cubicBezTo>
                <a:cubicBezTo>
                  <a:pt x="8004211" y="830817"/>
                  <a:pt x="8007957" y="831403"/>
                  <a:pt x="8013399" y="831403"/>
                </a:cubicBezTo>
                <a:lnTo>
                  <a:pt x="8013399" y="835924"/>
                </a:lnTo>
                <a:lnTo>
                  <a:pt x="7957518" y="835924"/>
                </a:lnTo>
                <a:lnTo>
                  <a:pt x="7957518" y="831403"/>
                </a:lnTo>
                <a:cubicBezTo>
                  <a:pt x="7963127" y="831403"/>
                  <a:pt x="7966895" y="830859"/>
                  <a:pt x="7968820" y="829771"/>
                </a:cubicBezTo>
                <a:cubicBezTo>
                  <a:pt x="7970746" y="828683"/>
                  <a:pt x="7972273" y="826883"/>
                  <a:pt x="7973404" y="824371"/>
                </a:cubicBezTo>
                <a:cubicBezTo>
                  <a:pt x="7974534" y="821860"/>
                  <a:pt x="7975099" y="817046"/>
                  <a:pt x="7975099" y="809930"/>
                </a:cubicBezTo>
                <a:lnTo>
                  <a:pt x="7975099" y="765603"/>
                </a:lnTo>
                <a:cubicBezTo>
                  <a:pt x="7975099" y="753129"/>
                  <a:pt x="7974722" y="745051"/>
                  <a:pt x="7973969" y="741367"/>
                </a:cubicBezTo>
                <a:cubicBezTo>
                  <a:pt x="7973383" y="738688"/>
                  <a:pt x="7972462" y="736825"/>
                  <a:pt x="7971206" y="735779"/>
                </a:cubicBezTo>
                <a:cubicBezTo>
                  <a:pt x="7969950" y="734733"/>
                  <a:pt x="7968234" y="734209"/>
                  <a:pt x="7966057" y="734209"/>
                </a:cubicBezTo>
                <a:cubicBezTo>
                  <a:pt x="7963713" y="734209"/>
                  <a:pt x="7960867" y="734837"/>
                  <a:pt x="7957518" y="736093"/>
                </a:cubicBezTo>
                <a:lnTo>
                  <a:pt x="7955760" y="731572"/>
                </a:lnTo>
                <a:close/>
                <a:moveTo>
                  <a:pt x="7670066" y="717508"/>
                </a:moveTo>
                <a:lnTo>
                  <a:pt x="7675466" y="717508"/>
                </a:lnTo>
                <a:lnTo>
                  <a:pt x="7675466" y="741869"/>
                </a:lnTo>
                <a:cubicBezTo>
                  <a:pt x="7688944" y="725628"/>
                  <a:pt x="7701795" y="717508"/>
                  <a:pt x="7714017" y="717508"/>
                </a:cubicBezTo>
                <a:cubicBezTo>
                  <a:pt x="7720296" y="717508"/>
                  <a:pt x="7725695" y="719078"/>
                  <a:pt x="7730216" y="722217"/>
                </a:cubicBezTo>
                <a:cubicBezTo>
                  <a:pt x="7734737" y="725356"/>
                  <a:pt x="7738337" y="730526"/>
                  <a:pt x="7741015" y="737725"/>
                </a:cubicBezTo>
                <a:cubicBezTo>
                  <a:pt x="7742857" y="742748"/>
                  <a:pt x="7743778" y="750450"/>
                  <a:pt x="7743778" y="760831"/>
                </a:cubicBezTo>
                <a:lnTo>
                  <a:pt x="7743778" y="809930"/>
                </a:lnTo>
                <a:cubicBezTo>
                  <a:pt x="7743778" y="817214"/>
                  <a:pt x="7744364" y="822153"/>
                  <a:pt x="7745536" y="824748"/>
                </a:cubicBezTo>
                <a:cubicBezTo>
                  <a:pt x="7746457" y="826841"/>
                  <a:pt x="7747943" y="828473"/>
                  <a:pt x="7749994" y="829645"/>
                </a:cubicBezTo>
                <a:cubicBezTo>
                  <a:pt x="7752045" y="830817"/>
                  <a:pt x="7755833" y="831403"/>
                  <a:pt x="7761358" y="831403"/>
                </a:cubicBezTo>
                <a:lnTo>
                  <a:pt x="7761358" y="835924"/>
                </a:lnTo>
                <a:lnTo>
                  <a:pt x="7704473" y="835924"/>
                </a:lnTo>
                <a:lnTo>
                  <a:pt x="7704473" y="831403"/>
                </a:lnTo>
                <a:lnTo>
                  <a:pt x="7706859" y="831403"/>
                </a:lnTo>
                <a:cubicBezTo>
                  <a:pt x="7712217" y="831403"/>
                  <a:pt x="7715963" y="830587"/>
                  <a:pt x="7718098" y="828955"/>
                </a:cubicBezTo>
                <a:cubicBezTo>
                  <a:pt x="7720233" y="827322"/>
                  <a:pt x="7721719" y="824915"/>
                  <a:pt x="7722556" y="821734"/>
                </a:cubicBezTo>
                <a:cubicBezTo>
                  <a:pt x="7722891" y="820478"/>
                  <a:pt x="7723058" y="816544"/>
                  <a:pt x="7723058" y="809930"/>
                </a:cubicBezTo>
                <a:lnTo>
                  <a:pt x="7723058" y="762840"/>
                </a:lnTo>
                <a:cubicBezTo>
                  <a:pt x="7723058" y="752376"/>
                  <a:pt x="7721698" y="744778"/>
                  <a:pt x="7718977" y="740049"/>
                </a:cubicBezTo>
                <a:cubicBezTo>
                  <a:pt x="7716256" y="735319"/>
                  <a:pt x="7711673" y="732954"/>
                  <a:pt x="7705227" y="732954"/>
                </a:cubicBezTo>
                <a:cubicBezTo>
                  <a:pt x="7695265" y="732954"/>
                  <a:pt x="7685344" y="738395"/>
                  <a:pt x="7675466" y="749278"/>
                </a:cubicBezTo>
                <a:lnTo>
                  <a:pt x="7675466" y="809930"/>
                </a:lnTo>
                <a:cubicBezTo>
                  <a:pt x="7675466" y="817716"/>
                  <a:pt x="7675926" y="822530"/>
                  <a:pt x="7676847" y="824371"/>
                </a:cubicBezTo>
                <a:cubicBezTo>
                  <a:pt x="7678019" y="826799"/>
                  <a:pt x="7679631" y="828578"/>
                  <a:pt x="7681682" y="829708"/>
                </a:cubicBezTo>
                <a:cubicBezTo>
                  <a:pt x="7683733" y="830838"/>
                  <a:pt x="7687898" y="831403"/>
                  <a:pt x="7694176" y="831403"/>
                </a:cubicBezTo>
                <a:lnTo>
                  <a:pt x="7694176" y="835924"/>
                </a:lnTo>
                <a:lnTo>
                  <a:pt x="7637292" y="835924"/>
                </a:lnTo>
                <a:lnTo>
                  <a:pt x="7637292" y="831403"/>
                </a:lnTo>
                <a:lnTo>
                  <a:pt x="7639803" y="831403"/>
                </a:lnTo>
                <a:cubicBezTo>
                  <a:pt x="7645663" y="831403"/>
                  <a:pt x="7649619" y="829917"/>
                  <a:pt x="7651670" y="826946"/>
                </a:cubicBezTo>
                <a:cubicBezTo>
                  <a:pt x="7653721" y="823974"/>
                  <a:pt x="7654746" y="818302"/>
                  <a:pt x="7654746" y="809930"/>
                </a:cubicBezTo>
                <a:lnTo>
                  <a:pt x="7654746" y="767235"/>
                </a:lnTo>
                <a:cubicBezTo>
                  <a:pt x="7654746" y="753422"/>
                  <a:pt x="7654432" y="745009"/>
                  <a:pt x="7653804" y="741995"/>
                </a:cubicBezTo>
                <a:cubicBezTo>
                  <a:pt x="7653177" y="738981"/>
                  <a:pt x="7652214" y="736930"/>
                  <a:pt x="7650916" y="735842"/>
                </a:cubicBezTo>
                <a:cubicBezTo>
                  <a:pt x="7649619" y="734753"/>
                  <a:pt x="7647882" y="734209"/>
                  <a:pt x="7645705" y="734209"/>
                </a:cubicBezTo>
                <a:cubicBezTo>
                  <a:pt x="7643361" y="734209"/>
                  <a:pt x="7640556" y="734837"/>
                  <a:pt x="7637292" y="736093"/>
                </a:cubicBezTo>
                <a:lnTo>
                  <a:pt x="7635408" y="731572"/>
                </a:lnTo>
                <a:close/>
                <a:moveTo>
                  <a:pt x="6556055" y="717508"/>
                </a:moveTo>
                <a:cubicBezTo>
                  <a:pt x="6566269" y="717508"/>
                  <a:pt x="6574640" y="719224"/>
                  <a:pt x="6581170" y="722657"/>
                </a:cubicBezTo>
                <a:cubicBezTo>
                  <a:pt x="6586109" y="725252"/>
                  <a:pt x="6589751" y="729312"/>
                  <a:pt x="6592095" y="734837"/>
                </a:cubicBezTo>
                <a:cubicBezTo>
                  <a:pt x="6593602" y="738437"/>
                  <a:pt x="6594355" y="745804"/>
                  <a:pt x="6594355" y="756938"/>
                </a:cubicBezTo>
                <a:lnTo>
                  <a:pt x="6594355" y="795992"/>
                </a:lnTo>
                <a:cubicBezTo>
                  <a:pt x="6594355" y="806958"/>
                  <a:pt x="6594564" y="813677"/>
                  <a:pt x="6594983" y="816146"/>
                </a:cubicBezTo>
                <a:cubicBezTo>
                  <a:pt x="6595402" y="818616"/>
                  <a:pt x="6596092" y="820269"/>
                  <a:pt x="6597055" y="821106"/>
                </a:cubicBezTo>
                <a:cubicBezTo>
                  <a:pt x="6598018" y="821943"/>
                  <a:pt x="6599127" y="822362"/>
                  <a:pt x="6600383" y="822362"/>
                </a:cubicBezTo>
                <a:cubicBezTo>
                  <a:pt x="6601722" y="822362"/>
                  <a:pt x="6602894" y="822069"/>
                  <a:pt x="6603899" y="821483"/>
                </a:cubicBezTo>
                <a:cubicBezTo>
                  <a:pt x="6605657" y="820395"/>
                  <a:pt x="6609047" y="817339"/>
                  <a:pt x="6614070" y="812316"/>
                </a:cubicBezTo>
                <a:lnTo>
                  <a:pt x="6614070" y="819348"/>
                </a:lnTo>
                <a:cubicBezTo>
                  <a:pt x="6604694" y="831906"/>
                  <a:pt x="6595736" y="838184"/>
                  <a:pt x="6587197" y="838184"/>
                </a:cubicBezTo>
                <a:cubicBezTo>
                  <a:pt x="6583095" y="838184"/>
                  <a:pt x="6579830" y="836761"/>
                  <a:pt x="6577403" y="833915"/>
                </a:cubicBezTo>
                <a:cubicBezTo>
                  <a:pt x="6574975" y="831069"/>
                  <a:pt x="6573719" y="826213"/>
                  <a:pt x="6573636" y="819348"/>
                </a:cubicBezTo>
                <a:cubicBezTo>
                  <a:pt x="6561832" y="828473"/>
                  <a:pt x="6554423" y="833747"/>
                  <a:pt x="6551409" y="835171"/>
                </a:cubicBezTo>
                <a:cubicBezTo>
                  <a:pt x="6546888" y="837264"/>
                  <a:pt x="6542075" y="838310"/>
                  <a:pt x="6536968" y="838310"/>
                </a:cubicBezTo>
                <a:cubicBezTo>
                  <a:pt x="6529015" y="838310"/>
                  <a:pt x="6522464" y="835589"/>
                  <a:pt x="6517316" y="830148"/>
                </a:cubicBezTo>
                <a:cubicBezTo>
                  <a:pt x="6512167" y="824706"/>
                  <a:pt x="6509593" y="817548"/>
                  <a:pt x="6509593" y="808675"/>
                </a:cubicBezTo>
                <a:cubicBezTo>
                  <a:pt x="6509593" y="803066"/>
                  <a:pt x="6510849" y="798210"/>
                  <a:pt x="6513360" y="794108"/>
                </a:cubicBezTo>
                <a:cubicBezTo>
                  <a:pt x="6516792" y="788415"/>
                  <a:pt x="6522757" y="783057"/>
                  <a:pt x="6531254" y="778035"/>
                </a:cubicBezTo>
                <a:cubicBezTo>
                  <a:pt x="6539752" y="773012"/>
                  <a:pt x="6553879" y="766900"/>
                  <a:pt x="6573636" y="759701"/>
                </a:cubicBezTo>
                <a:lnTo>
                  <a:pt x="6573636" y="755180"/>
                </a:lnTo>
                <a:cubicBezTo>
                  <a:pt x="6573636" y="743711"/>
                  <a:pt x="6571815" y="735842"/>
                  <a:pt x="6568173" y="731572"/>
                </a:cubicBezTo>
                <a:cubicBezTo>
                  <a:pt x="6564531" y="727303"/>
                  <a:pt x="6559236" y="725168"/>
                  <a:pt x="6552288" y="725168"/>
                </a:cubicBezTo>
                <a:cubicBezTo>
                  <a:pt x="6547014" y="725168"/>
                  <a:pt x="6542828" y="726591"/>
                  <a:pt x="6539731" y="729438"/>
                </a:cubicBezTo>
                <a:cubicBezTo>
                  <a:pt x="6536549" y="732284"/>
                  <a:pt x="6534959" y="735549"/>
                  <a:pt x="6534959" y="739232"/>
                </a:cubicBezTo>
                <a:lnTo>
                  <a:pt x="6535210" y="746516"/>
                </a:lnTo>
                <a:cubicBezTo>
                  <a:pt x="6535210" y="750366"/>
                  <a:pt x="6534226" y="753338"/>
                  <a:pt x="6532259" y="755431"/>
                </a:cubicBezTo>
                <a:cubicBezTo>
                  <a:pt x="6530292" y="757524"/>
                  <a:pt x="6527717" y="758571"/>
                  <a:pt x="6524536" y="758571"/>
                </a:cubicBezTo>
                <a:cubicBezTo>
                  <a:pt x="6521439" y="758571"/>
                  <a:pt x="6518906" y="757482"/>
                  <a:pt x="6516939" y="755306"/>
                </a:cubicBezTo>
                <a:cubicBezTo>
                  <a:pt x="6514972" y="753129"/>
                  <a:pt x="6513988" y="750157"/>
                  <a:pt x="6513988" y="746390"/>
                </a:cubicBezTo>
                <a:cubicBezTo>
                  <a:pt x="6513988" y="739190"/>
                  <a:pt x="6517671" y="732577"/>
                  <a:pt x="6525038" y="726549"/>
                </a:cubicBezTo>
                <a:cubicBezTo>
                  <a:pt x="6532405" y="720522"/>
                  <a:pt x="6542744" y="717508"/>
                  <a:pt x="6556055" y="717508"/>
                </a:cubicBezTo>
                <a:close/>
                <a:moveTo>
                  <a:pt x="6066369" y="717508"/>
                </a:moveTo>
                <a:lnTo>
                  <a:pt x="6071894" y="717508"/>
                </a:lnTo>
                <a:lnTo>
                  <a:pt x="6071894" y="809930"/>
                </a:lnTo>
                <a:cubicBezTo>
                  <a:pt x="6071894" y="817130"/>
                  <a:pt x="6072417" y="821923"/>
                  <a:pt x="6073464" y="824308"/>
                </a:cubicBezTo>
                <a:cubicBezTo>
                  <a:pt x="6074510" y="826694"/>
                  <a:pt x="6076059" y="828473"/>
                  <a:pt x="6078110" y="829645"/>
                </a:cubicBezTo>
                <a:cubicBezTo>
                  <a:pt x="6080161" y="830817"/>
                  <a:pt x="6083907" y="831403"/>
                  <a:pt x="6089349" y="831403"/>
                </a:cubicBezTo>
                <a:lnTo>
                  <a:pt x="6089349" y="835924"/>
                </a:lnTo>
                <a:lnTo>
                  <a:pt x="6033468" y="835924"/>
                </a:lnTo>
                <a:lnTo>
                  <a:pt x="6033468" y="831403"/>
                </a:lnTo>
                <a:cubicBezTo>
                  <a:pt x="6039077" y="831403"/>
                  <a:pt x="6042845" y="830859"/>
                  <a:pt x="6044770" y="829771"/>
                </a:cubicBezTo>
                <a:cubicBezTo>
                  <a:pt x="6046696" y="828683"/>
                  <a:pt x="6048223" y="826883"/>
                  <a:pt x="6049354" y="824371"/>
                </a:cubicBezTo>
                <a:cubicBezTo>
                  <a:pt x="6050484" y="821860"/>
                  <a:pt x="6051049" y="817046"/>
                  <a:pt x="6051049" y="809930"/>
                </a:cubicBezTo>
                <a:lnTo>
                  <a:pt x="6051049" y="765603"/>
                </a:lnTo>
                <a:cubicBezTo>
                  <a:pt x="6051049" y="753129"/>
                  <a:pt x="6050672" y="745051"/>
                  <a:pt x="6049919" y="741367"/>
                </a:cubicBezTo>
                <a:cubicBezTo>
                  <a:pt x="6049333" y="738688"/>
                  <a:pt x="6048412" y="736825"/>
                  <a:pt x="6047156" y="735779"/>
                </a:cubicBezTo>
                <a:cubicBezTo>
                  <a:pt x="6045900" y="734733"/>
                  <a:pt x="6044184" y="734209"/>
                  <a:pt x="6042007" y="734209"/>
                </a:cubicBezTo>
                <a:cubicBezTo>
                  <a:pt x="6039663" y="734209"/>
                  <a:pt x="6036817" y="734837"/>
                  <a:pt x="6033468" y="736093"/>
                </a:cubicBezTo>
                <a:lnTo>
                  <a:pt x="6031710" y="731572"/>
                </a:lnTo>
                <a:close/>
                <a:moveTo>
                  <a:pt x="5889305" y="717508"/>
                </a:moveTo>
                <a:cubicBezTo>
                  <a:pt x="5899519" y="717508"/>
                  <a:pt x="5907890" y="719224"/>
                  <a:pt x="5914420" y="722657"/>
                </a:cubicBezTo>
                <a:cubicBezTo>
                  <a:pt x="5919359" y="725252"/>
                  <a:pt x="5923001" y="729312"/>
                  <a:pt x="5925345" y="734837"/>
                </a:cubicBezTo>
                <a:cubicBezTo>
                  <a:pt x="5926852" y="738437"/>
                  <a:pt x="5927605" y="745804"/>
                  <a:pt x="5927605" y="756938"/>
                </a:cubicBezTo>
                <a:lnTo>
                  <a:pt x="5927605" y="795992"/>
                </a:lnTo>
                <a:cubicBezTo>
                  <a:pt x="5927605" y="806958"/>
                  <a:pt x="5927814" y="813677"/>
                  <a:pt x="5928233" y="816146"/>
                </a:cubicBezTo>
                <a:cubicBezTo>
                  <a:pt x="5928652" y="818616"/>
                  <a:pt x="5929342" y="820269"/>
                  <a:pt x="5930305" y="821106"/>
                </a:cubicBezTo>
                <a:cubicBezTo>
                  <a:pt x="5931268" y="821943"/>
                  <a:pt x="5932377" y="822362"/>
                  <a:pt x="5933633" y="822362"/>
                </a:cubicBezTo>
                <a:cubicBezTo>
                  <a:pt x="5934972" y="822362"/>
                  <a:pt x="5936144" y="822069"/>
                  <a:pt x="5937149" y="821483"/>
                </a:cubicBezTo>
                <a:cubicBezTo>
                  <a:pt x="5938907" y="820395"/>
                  <a:pt x="5942297" y="817339"/>
                  <a:pt x="5947320" y="812316"/>
                </a:cubicBezTo>
                <a:lnTo>
                  <a:pt x="5947320" y="819348"/>
                </a:lnTo>
                <a:cubicBezTo>
                  <a:pt x="5937944" y="831906"/>
                  <a:pt x="5928986" y="838184"/>
                  <a:pt x="5920447" y="838184"/>
                </a:cubicBezTo>
                <a:cubicBezTo>
                  <a:pt x="5916345" y="838184"/>
                  <a:pt x="5913080" y="836761"/>
                  <a:pt x="5910653" y="833915"/>
                </a:cubicBezTo>
                <a:cubicBezTo>
                  <a:pt x="5908225" y="831069"/>
                  <a:pt x="5906969" y="826213"/>
                  <a:pt x="5906886" y="819348"/>
                </a:cubicBezTo>
                <a:cubicBezTo>
                  <a:pt x="5895082" y="828473"/>
                  <a:pt x="5887673" y="833747"/>
                  <a:pt x="5884659" y="835171"/>
                </a:cubicBezTo>
                <a:cubicBezTo>
                  <a:pt x="5880138" y="837264"/>
                  <a:pt x="5875325" y="838310"/>
                  <a:pt x="5870218" y="838310"/>
                </a:cubicBezTo>
                <a:cubicBezTo>
                  <a:pt x="5862265" y="838310"/>
                  <a:pt x="5855714" y="835589"/>
                  <a:pt x="5850566" y="830148"/>
                </a:cubicBezTo>
                <a:cubicBezTo>
                  <a:pt x="5845417" y="824706"/>
                  <a:pt x="5842843" y="817548"/>
                  <a:pt x="5842843" y="808675"/>
                </a:cubicBezTo>
                <a:cubicBezTo>
                  <a:pt x="5842843" y="803066"/>
                  <a:pt x="5844099" y="798210"/>
                  <a:pt x="5846610" y="794108"/>
                </a:cubicBezTo>
                <a:cubicBezTo>
                  <a:pt x="5850042" y="788415"/>
                  <a:pt x="5856007" y="783057"/>
                  <a:pt x="5864504" y="778035"/>
                </a:cubicBezTo>
                <a:cubicBezTo>
                  <a:pt x="5873002" y="773012"/>
                  <a:pt x="5887129" y="766900"/>
                  <a:pt x="5906886" y="759701"/>
                </a:cubicBezTo>
                <a:lnTo>
                  <a:pt x="5906886" y="755180"/>
                </a:lnTo>
                <a:cubicBezTo>
                  <a:pt x="5906886" y="743711"/>
                  <a:pt x="5905065" y="735842"/>
                  <a:pt x="5901423" y="731572"/>
                </a:cubicBezTo>
                <a:cubicBezTo>
                  <a:pt x="5897781" y="727303"/>
                  <a:pt x="5892486" y="725168"/>
                  <a:pt x="5885538" y="725168"/>
                </a:cubicBezTo>
                <a:cubicBezTo>
                  <a:pt x="5880264" y="725168"/>
                  <a:pt x="5876078" y="726591"/>
                  <a:pt x="5872981" y="729438"/>
                </a:cubicBezTo>
                <a:cubicBezTo>
                  <a:pt x="5869799" y="732284"/>
                  <a:pt x="5868209" y="735549"/>
                  <a:pt x="5868209" y="739232"/>
                </a:cubicBezTo>
                <a:lnTo>
                  <a:pt x="5868460" y="746516"/>
                </a:lnTo>
                <a:cubicBezTo>
                  <a:pt x="5868460" y="750366"/>
                  <a:pt x="5867476" y="753338"/>
                  <a:pt x="5865509" y="755431"/>
                </a:cubicBezTo>
                <a:cubicBezTo>
                  <a:pt x="5863542" y="757524"/>
                  <a:pt x="5860967" y="758571"/>
                  <a:pt x="5857786" y="758571"/>
                </a:cubicBezTo>
                <a:cubicBezTo>
                  <a:pt x="5854689" y="758571"/>
                  <a:pt x="5852156" y="757482"/>
                  <a:pt x="5850189" y="755306"/>
                </a:cubicBezTo>
                <a:cubicBezTo>
                  <a:pt x="5848222" y="753129"/>
                  <a:pt x="5847238" y="750157"/>
                  <a:pt x="5847238" y="746390"/>
                </a:cubicBezTo>
                <a:cubicBezTo>
                  <a:pt x="5847238" y="739190"/>
                  <a:pt x="5850921" y="732577"/>
                  <a:pt x="5858288" y="726549"/>
                </a:cubicBezTo>
                <a:cubicBezTo>
                  <a:pt x="5865655" y="720522"/>
                  <a:pt x="5875994" y="717508"/>
                  <a:pt x="5889305" y="717508"/>
                </a:cubicBezTo>
                <a:close/>
                <a:moveTo>
                  <a:pt x="5708167" y="717508"/>
                </a:moveTo>
                <a:lnTo>
                  <a:pt x="5713441" y="717508"/>
                </a:lnTo>
                <a:lnTo>
                  <a:pt x="5713441" y="743376"/>
                </a:lnTo>
                <a:cubicBezTo>
                  <a:pt x="5723069" y="726131"/>
                  <a:pt x="5732947" y="717508"/>
                  <a:pt x="5743077" y="717508"/>
                </a:cubicBezTo>
                <a:cubicBezTo>
                  <a:pt x="5747681" y="717508"/>
                  <a:pt x="5751490" y="718910"/>
                  <a:pt x="5754504" y="721715"/>
                </a:cubicBezTo>
                <a:cubicBezTo>
                  <a:pt x="5757518" y="724519"/>
                  <a:pt x="5759025" y="727763"/>
                  <a:pt x="5759025" y="731447"/>
                </a:cubicBezTo>
                <a:cubicBezTo>
                  <a:pt x="5759025" y="734712"/>
                  <a:pt x="5757936" y="737474"/>
                  <a:pt x="5755760" y="739735"/>
                </a:cubicBezTo>
                <a:cubicBezTo>
                  <a:pt x="5753583" y="741995"/>
                  <a:pt x="5750988" y="743125"/>
                  <a:pt x="5747974" y="743125"/>
                </a:cubicBezTo>
                <a:cubicBezTo>
                  <a:pt x="5745044" y="743125"/>
                  <a:pt x="5741758" y="741681"/>
                  <a:pt x="5738117" y="738793"/>
                </a:cubicBezTo>
                <a:cubicBezTo>
                  <a:pt x="5734475" y="735905"/>
                  <a:pt x="5731775" y="734460"/>
                  <a:pt x="5730017" y="734460"/>
                </a:cubicBezTo>
                <a:cubicBezTo>
                  <a:pt x="5728510" y="734460"/>
                  <a:pt x="5726878" y="735298"/>
                  <a:pt x="5725120" y="736972"/>
                </a:cubicBezTo>
                <a:cubicBezTo>
                  <a:pt x="5721353" y="740404"/>
                  <a:pt x="5717460" y="746055"/>
                  <a:pt x="5713441" y="753924"/>
                </a:cubicBezTo>
                <a:lnTo>
                  <a:pt x="5713441" y="809051"/>
                </a:lnTo>
                <a:cubicBezTo>
                  <a:pt x="5713441" y="815414"/>
                  <a:pt x="5714237" y="820227"/>
                  <a:pt x="5715827" y="823492"/>
                </a:cubicBezTo>
                <a:cubicBezTo>
                  <a:pt x="5716916" y="825753"/>
                  <a:pt x="5718841" y="827636"/>
                  <a:pt x="5721604" y="829143"/>
                </a:cubicBezTo>
                <a:cubicBezTo>
                  <a:pt x="5724366" y="830650"/>
                  <a:pt x="5728343" y="831403"/>
                  <a:pt x="5733533" y="831403"/>
                </a:cubicBezTo>
                <a:lnTo>
                  <a:pt x="5733533" y="835924"/>
                </a:lnTo>
                <a:lnTo>
                  <a:pt x="5674639" y="835924"/>
                </a:lnTo>
                <a:lnTo>
                  <a:pt x="5674639" y="831403"/>
                </a:lnTo>
                <a:cubicBezTo>
                  <a:pt x="5680499" y="831403"/>
                  <a:pt x="5684853" y="830483"/>
                  <a:pt x="5687699" y="828641"/>
                </a:cubicBezTo>
                <a:cubicBezTo>
                  <a:pt x="5689792" y="827301"/>
                  <a:pt x="5691257" y="825167"/>
                  <a:pt x="5692094" y="822237"/>
                </a:cubicBezTo>
                <a:cubicBezTo>
                  <a:pt x="5692513" y="820813"/>
                  <a:pt x="5692722" y="816753"/>
                  <a:pt x="5692722" y="810056"/>
                </a:cubicBezTo>
                <a:lnTo>
                  <a:pt x="5692722" y="765477"/>
                </a:lnTo>
                <a:cubicBezTo>
                  <a:pt x="5692722" y="752083"/>
                  <a:pt x="5692450" y="744109"/>
                  <a:pt x="5691906" y="741555"/>
                </a:cubicBezTo>
                <a:cubicBezTo>
                  <a:pt x="5691361" y="739002"/>
                  <a:pt x="5690357" y="737139"/>
                  <a:pt x="5688892" y="735967"/>
                </a:cubicBezTo>
                <a:cubicBezTo>
                  <a:pt x="5687427" y="734795"/>
                  <a:pt x="5685606" y="734209"/>
                  <a:pt x="5683429" y="734209"/>
                </a:cubicBezTo>
                <a:cubicBezTo>
                  <a:pt x="5680834" y="734209"/>
                  <a:pt x="5677904" y="734837"/>
                  <a:pt x="5674639" y="736093"/>
                </a:cubicBezTo>
                <a:lnTo>
                  <a:pt x="5673383" y="731572"/>
                </a:lnTo>
                <a:close/>
                <a:moveTo>
                  <a:pt x="5602695" y="717508"/>
                </a:moveTo>
                <a:cubicBezTo>
                  <a:pt x="5620109" y="717508"/>
                  <a:pt x="5634088" y="724122"/>
                  <a:pt x="5644636" y="737349"/>
                </a:cubicBezTo>
                <a:cubicBezTo>
                  <a:pt x="5653594" y="748650"/>
                  <a:pt x="5658073" y="761626"/>
                  <a:pt x="5658073" y="776277"/>
                </a:cubicBezTo>
                <a:cubicBezTo>
                  <a:pt x="5658073" y="786574"/>
                  <a:pt x="5655603" y="796996"/>
                  <a:pt x="5650664" y="807544"/>
                </a:cubicBezTo>
                <a:cubicBezTo>
                  <a:pt x="5645725" y="818093"/>
                  <a:pt x="5638923" y="826046"/>
                  <a:pt x="5630258" y="831403"/>
                </a:cubicBezTo>
                <a:cubicBezTo>
                  <a:pt x="5621594" y="836761"/>
                  <a:pt x="5611945" y="839440"/>
                  <a:pt x="5601313" y="839440"/>
                </a:cubicBezTo>
                <a:cubicBezTo>
                  <a:pt x="5583984" y="839440"/>
                  <a:pt x="5570213" y="832534"/>
                  <a:pt x="5560000" y="818720"/>
                </a:cubicBezTo>
                <a:cubicBezTo>
                  <a:pt x="5551377" y="807084"/>
                  <a:pt x="5547066" y="794024"/>
                  <a:pt x="5547066" y="779541"/>
                </a:cubicBezTo>
                <a:cubicBezTo>
                  <a:pt x="5547066" y="768993"/>
                  <a:pt x="5549682" y="758508"/>
                  <a:pt x="5554914" y="748085"/>
                </a:cubicBezTo>
                <a:cubicBezTo>
                  <a:pt x="5560146" y="737663"/>
                  <a:pt x="5567032" y="729961"/>
                  <a:pt x="5575571" y="724980"/>
                </a:cubicBezTo>
                <a:cubicBezTo>
                  <a:pt x="5584110" y="719999"/>
                  <a:pt x="5593151" y="717508"/>
                  <a:pt x="5602695" y="717508"/>
                </a:cubicBezTo>
                <a:close/>
                <a:moveTo>
                  <a:pt x="4631146" y="717508"/>
                </a:moveTo>
                <a:cubicBezTo>
                  <a:pt x="4648558" y="717508"/>
                  <a:pt x="4662539" y="724122"/>
                  <a:pt x="4673087" y="737349"/>
                </a:cubicBezTo>
                <a:cubicBezTo>
                  <a:pt x="4682044" y="748650"/>
                  <a:pt x="4686523" y="761626"/>
                  <a:pt x="4686523" y="776277"/>
                </a:cubicBezTo>
                <a:cubicBezTo>
                  <a:pt x="4686523" y="786574"/>
                  <a:pt x="4684054" y="796996"/>
                  <a:pt x="4679115" y="807544"/>
                </a:cubicBezTo>
                <a:cubicBezTo>
                  <a:pt x="4674175" y="818093"/>
                  <a:pt x="4667373" y="826046"/>
                  <a:pt x="4658709" y="831403"/>
                </a:cubicBezTo>
                <a:cubicBezTo>
                  <a:pt x="4650044" y="836761"/>
                  <a:pt x="4640396" y="839440"/>
                  <a:pt x="4629764" y="839440"/>
                </a:cubicBezTo>
                <a:cubicBezTo>
                  <a:pt x="4612435" y="839440"/>
                  <a:pt x="4598663" y="832534"/>
                  <a:pt x="4588451" y="818720"/>
                </a:cubicBezTo>
                <a:cubicBezTo>
                  <a:pt x="4579828" y="807084"/>
                  <a:pt x="4575516" y="794024"/>
                  <a:pt x="4575516" y="779541"/>
                </a:cubicBezTo>
                <a:cubicBezTo>
                  <a:pt x="4575516" y="768993"/>
                  <a:pt x="4578132" y="758508"/>
                  <a:pt x="4583365" y="748085"/>
                </a:cubicBezTo>
                <a:cubicBezTo>
                  <a:pt x="4588597" y="737663"/>
                  <a:pt x="4595482" y="729961"/>
                  <a:pt x="4604022" y="724980"/>
                </a:cubicBezTo>
                <a:cubicBezTo>
                  <a:pt x="4612561" y="719999"/>
                  <a:pt x="4621602" y="717508"/>
                  <a:pt x="4631146" y="717508"/>
                </a:cubicBezTo>
                <a:close/>
                <a:moveTo>
                  <a:pt x="4385718" y="717508"/>
                </a:moveTo>
                <a:cubicBezTo>
                  <a:pt x="4390239" y="717508"/>
                  <a:pt x="4395722" y="718471"/>
                  <a:pt x="4402169" y="720396"/>
                </a:cubicBezTo>
                <a:cubicBezTo>
                  <a:pt x="4406438" y="721652"/>
                  <a:pt x="4409284" y="722280"/>
                  <a:pt x="4410708" y="722280"/>
                </a:cubicBezTo>
                <a:cubicBezTo>
                  <a:pt x="4412047" y="722280"/>
                  <a:pt x="4413094" y="721987"/>
                  <a:pt x="4413847" y="721401"/>
                </a:cubicBezTo>
                <a:cubicBezTo>
                  <a:pt x="4414600" y="720815"/>
                  <a:pt x="4415479" y="719517"/>
                  <a:pt x="4416484" y="717508"/>
                </a:cubicBezTo>
                <a:lnTo>
                  <a:pt x="4420628" y="717508"/>
                </a:lnTo>
                <a:lnTo>
                  <a:pt x="4420628" y="756687"/>
                </a:lnTo>
                <a:lnTo>
                  <a:pt x="4416484" y="756687"/>
                </a:lnTo>
                <a:cubicBezTo>
                  <a:pt x="4413303" y="744381"/>
                  <a:pt x="4409221" y="736009"/>
                  <a:pt x="4404240" y="731572"/>
                </a:cubicBezTo>
                <a:cubicBezTo>
                  <a:pt x="4399260" y="727135"/>
                  <a:pt x="4392918" y="724917"/>
                  <a:pt x="4385216" y="724917"/>
                </a:cubicBezTo>
                <a:cubicBezTo>
                  <a:pt x="4379356" y="724917"/>
                  <a:pt x="4374626" y="726466"/>
                  <a:pt x="4371026" y="729563"/>
                </a:cubicBezTo>
                <a:cubicBezTo>
                  <a:pt x="4367427" y="732661"/>
                  <a:pt x="4365627" y="736093"/>
                  <a:pt x="4365627" y="739860"/>
                </a:cubicBezTo>
                <a:cubicBezTo>
                  <a:pt x="4365627" y="744548"/>
                  <a:pt x="4366966" y="748567"/>
                  <a:pt x="4369645" y="751915"/>
                </a:cubicBezTo>
                <a:cubicBezTo>
                  <a:pt x="4372241" y="755348"/>
                  <a:pt x="4377514" y="758989"/>
                  <a:pt x="4385467" y="762840"/>
                </a:cubicBezTo>
                <a:lnTo>
                  <a:pt x="4403801" y="771756"/>
                </a:lnTo>
                <a:cubicBezTo>
                  <a:pt x="4420796" y="780044"/>
                  <a:pt x="4429293" y="790969"/>
                  <a:pt x="4429293" y="804531"/>
                </a:cubicBezTo>
                <a:cubicBezTo>
                  <a:pt x="4429293" y="814995"/>
                  <a:pt x="4425337" y="823429"/>
                  <a:pt x="4417426" y="829834"/>
                </a:cubicBezTo>
                <a:cubicBezTo>
                  <a:pt x="4409515" y="836238"/>
                  <a:pt x="4400661" y="839440"/>
                  <a:pt x="4390867" y="839440"/>
                </a:cubicBezTo>
                <a:cubicBezTo>
                  <a:pt x="4383835" y="839440"/>
                  <a:pt x="4375798" y="838184"/>
                  <a:pt x="4366757" y="835673"/>
                </a:cubicBezTo>
                <a:cubicBezTo>
                  <a:pt x="4363994" y="834836"/>
                  <a:pt x="4361734" y="834417"/>
                  <a:pt x="4359976" y="834417"/>
                </a:cubicBezTo>
                <a:cubicBezTo>
                  <a:pt x="4358051" y="834417"/>
                  <a:pt x="4356543" y="835505"/>
                  <a:pt x="4355455" y="837682"/>
                </a:cubicBezTo>
                <a:lnTo>
                  <a:pt x="4351311" y="837682"/>
                </a:lnTo>
                <a:lnTo>
                  <a:pt x="4351311" y="796619"/>
                </a:lnTo>
                <a:lnTo>
                  <a:pt x="4355455" y="796619"/>
                </a:lnTo>
                <a:cubicBezTo>
                  <a:pt x="4357799" y="808340"/>
                  <a:pt x="4362278" y="817172"/>
                  <a:pt x="4368892" y="823116"/>
                </a:cubicBezTo>
                <a:cubicBezTo>
                  <a:pt x="4375505" y="829059"/>
                  <a:pt x="4382914" y="832031"/>
                  <a:pt x="4391118" y="832031"/>
                </a:cubicBezTo>
                <a:cubicBezTo>
                  <a:pt x="4396894" y="832031"/>
                  <a:pt x="4401604" y="830336"/>
                  <a:pt x="4405245" y="826946"/>
                </a:cubicBezTo>
                <a:cubicBezTo>
                  <a:pt x="4408887" y="823555"/>
                  <a:pt x="4410708" y="819474"/>
                  <a:pt x="4410708" y="814702"/>
                </a:cubicBezTo>
                <a:cubicBezTo>
                  <a:pt x="4410708" y="808926"/>
                  <a:pt x="4408678" y="804070"/>
                  <a:pt x="4404617" y="800136"/>
                </a:cubicBezTo>
                <a:cubicBezTo>
                  <a:pt x="4400557" y="796201"/>
                  <a:pt x="4392457" y="791220"/>
                  <a:pt x="4380319" y="785192"/>
                </a:cubicBezTo>
                <a:cubicBezTo>
                  <a:pt x="4368180" y="779165"/>
                  <a:pt x="4360227" y="773723"/>
                  <a:pt x="4356460" y="768868"/>
                </a:cubicBezTo>
                <a:cubicBezTo>
                  <a:pt x="4352693" y="764096"/>
                  <a:pt x="4350809" y="758068"/>
                  <a:pt x="4350809" y="750785"/>
                </a:cubicBezTo>
                <a:cubicBezTo>
                  <a:pt x="4350809" y="741325"/>
                  <a:pt x="4354053" y="733414"/>
                  <a:pt x="4360541" y="727052"/>
                </a:cubicBezTo>
                <a:cubicBezTo>
                  <a:pt x="4367029" y="720689"/>
                  <a:pt x="4375421" y="717508"/>
                  <a:pt x="4385718" y="717508"/>
                </a:cubicBezTo>
                <a:close/>
                <a:moveTo>
                  <a:pt x="4221570" y="717508"/>
                </a:moveTo>
                <a:cubicBezTo>
                  <a:pt x="4238983" y="717508"/>
                  <a:pt x="4252963" y="724122"/>
                  <a:pt x="4263512" y="737349"/>
                </a:cubicBezTo>
                <a:cubicBezTo>
                  <a:pt x="4272469" y="748650"/>
                  <a:pt x="4276948" y="761626"/>
                  <a:pt x="4276948" y="776277"/>
                </a:cubicBezTo>
                <a:cubicBezTo>
                  <a:pt x="4276948" y="786574"/>
                  <a:pt x="4274479" y="796996"/>
                  <a:pt x="4269539" y="807544"/>
                </a:cubicBezTo>
                <a:cubicBezTo>
                  <a:pt x="4264600" y="818093"/>
                  <a:pt x="4257798" y="826046"/>
                  <a:pt x="4249133" y="831403"/>
                </a:cubicBezTo>
                <a:cubicBezTo>
                  <a:pt x="4240469" y="836761"/>
                  <a:pt x="4230821" y="839440"/>
                  <a:pt x="4220189" y="839440"/>
                </a:cubicBezTo>
                <a:cubicBezTo>
                  <a:pt x="4202860" y="839440"/>
                  <a:pt x="4189089" y="832534"/>
                  <a:pt x="4178875" y="818720"/>
                </a:cubicBezTo>
                <a:cubicBezTo>
                  <a:pt x="4170253" y="807084"/>
                  <a:pt x="4165941" y="794024"/>
                  <a:pt x="4165941" y="779541"/>
                </a:cubicBezTo>
                <a:cubicBezTo>
                  <a:pt x="4165941" y="768993"/>
                  <a:pt x="4168557" y="758508"/>
                  <a:pt x="4173789" y="748085"/>
                </a:cubicBezTo>
                <a:cubicBezTo>
                  <a:pt x="4179022" y="737663"/>
                  <a:pt x="4185908" y="729961"/>
                  <a:pt x="4194446" y="724980"/>
                </a:cubicBezTo>
                <a:cubicBezTo>
                  <a:pt x="4202985" y="719999"/>
                  <a:pt x="4212027" y="717508"/>
                  <a:pt x="4221570" y="717508"/>
                </a:cubicBezTo>
                <a:close/>
                <a:moveTo>
                  <a:pt x="3907943" y="717508"/>
                </a:moveTo>
                <a:lnTo>
                  <a:pt x="3913217" y="717508"/>
                </a:lnTo>
                <a:lnTo>
                  <a:pt x="3913217" y="743376"/>
                </a:lnTo>
                <a:cubicBezTo>
                  <a:pt x="3922844" y="726131"/>
                  <a:pt x="3932722" y="717508"/>
                  <a:pt x="3942852" y="717508"/>
                </a:cubicBezTo>
                <a:cubicBezTo>
                  <a:pt x="3947457" y="717508"/>
                  <a:pt x="3951266" y="718910"/>
                  <a:pt x="3954280" y="721715"/>
                </a:cubicBezTo>
                <a:cubicBezTo>
                  <a:pt x="3957293" y="724519"/>
                  <a:pt x="3958800" y="727763"/>
                  <a:pt x="3958800" y="731447"/>
                </a:cubicBezTo>
                <a:cubicBezTo>
                  <a:pt x="3958800" y="734712"/>
                  <a:pt x="3957712" y="737474"/>
                  <a:pt x="3955535" y="739735"/>
                </a:cubicBezTo>
                <a:cubicBezTo>
                  <a:pt x="3953359" y="741995"/>
                  <a:pt x="3950763" y="743125"/>
                  <a:pt x="3947749" y="743125"/>
                </a:cubicBezTo>
                <a:cubicBezTo>
                  <a:pt x="3944820" y="743125"/>
                  <a:pt x="3941534" y="741681"/>
                  <a:pt x="3937892" y="738793"/>
                </a:cubicBezTo>
                <a:cubicBezTo>
                  <a:pt x="3934251" y="735905"/>
                  <a:pt x="3931551" y="734460"/>
                  <a:pt x="3929792" y="734460"/>
                </a:cubicBezTo>
                <a:cubicBezTo>
                  <a:pt x="3928286" y="734460"/>
                  <a:pt x="3926653" y="735298"/>
                  <a:pt x="3924895" y="736972"/>
                </a:cubicBezTo>
                <a:cubicBezTo>
                  <a:pt x="3921128" y="740404"/>
                  <a:pt x="3917235" y="746055"/>
                  <a:pt x="3913217" y="753924"/>
                </a:cubicBezTo>
                <a:lnTo>
                  <a:pt x="3913217" y="809051"/>
                </a:lnTo>
                <a:cubicBezTo>
                  <a:pt x="3913217" y="815414"/>
                  <a:pt x="3914012" y="820227"/>
                  <a:pt x="3915603" y="823492"/>
                </a:cubicBezTo>
                <a:cubicBezTo>
                  <a:pt x="3916692" y="825753"/>
                  <a:pt x="3918616" y="827636"/>
                  <a:pt x="3921379" y="829143"/>
                </a:cubicBezTo>
                <a:cubicBezTo>
                  <a:pt x="3924142" y="830650"/>
                  <a:pt x="3928118" y="831403"/>
                  <a:pt x="3933309" y="831403"/>
                </a:cubicBezTo>
                <a:lnTo>
                  <a:pt x="3933309" y="835924"/>
                </a:lnTo>
                <a:lnTo>
                  <a:pt x="3874415" y="835924"/>
                </a:lnTo>
                <a:lnTo>
                  <a:pt x="3874415" y="831403"/>
                </a:lnTo>
                <a:cubicBezTo>
                  <a:pt x="3880274" y="831403"/>
                  <a:pt x="3884628" y="830483"/>
                  <a:pt x="3887474" y="828641"/>
                </a:cubicBezTo>
                <a:cubicBezTo>
                  <a:pt x="3889567" y="827301"/>
                  <a:pt x="3891032" y="825167"/>
                  <a:pt x="3891869" y="822237"/>
                </a:cubicBezTo>
                <a:cubicBezTo>
                  <a:pt x="3892288" y="820813"/>
                  <a:pt x="3892497" y="816753"/>
                  <a:pt x="3892497" y="810056"/>
                </a:cubicBezTo>
                <a:lnTo>
                  <a:pt x="3892497" y="765477"/>
                </a:lnTo>
                <a:cubicBezTo>
                  <a:pt x="3892497" y="752083"/>
                  <a:pt x="3892225" y="744109"/>
                  <a:pt x="3891681" y="741555"/>
                </a:cubicBezTo>
                <a:cubicBezTo>
                  <a:pt x="3891137" y="739002"/>
                  <a:pt x="3890132" y="737139"/>
                  <a:pt x="3888667" y="735967"/>
                </a:cubicBezTo>
                <a:cubicBezTo>
                  <a:pt x="3887202" y="734795"/>
                  <a:pt x="3885381" y="734209"/>
                  <a:pt x="3883205" y="734209"/>
                </a:cubicBezTo>
                <a:cubicBezTo>
                  <a:pt x="3880610" y="734209"/>
                  <a:pt x="3877680" y="734837"/>
                  <a:pt x="3874415" y="736093"/>
                </a:cubicBezTo>
                <a:lnTo>
                  <a:pt x="3873160" y="731572"/>
                </a:lnTo>
                <a:close/>
                <a:moveTo>
                  <a:pt x="3812857" y="717508"/>
                </a:moveTo>
                <a:cubicBezTo>
                  <a:pt x="3823070" y="717508"/>
                  <a:pt x="3831441" y="719224"/>
                  <a:pt x="3837971" y="722657"/>
                </a:cubicBezTo>
                <a:cubicBezTo>
                  <a:pt x="3842909" y="725252"/>
                  <a:pt x="3846551" y="729312"/>
                  <a:pt x="3848895" y="734837"/>
                </a:cubicBezTo>
                <a:cubicBezTo>
                  <a:pt x="3850402" y="738437"/>
                  <a:pt x="3851156" y="745804"/>
                  <a:pt x="3851156" y="756938"/>
                </a:cubicBezTo>
                <a:lnTo>
                  <a:pt x="3851156" y="795992"/>
                </a:lnTo>
                <a:cubicBezTo>
                  <a:pt x="3851156" y="806958"/>
                  <a:pt x="3851365" y="813677"/>
                  <a:pt x="3851783" y="816146"/>
                </a:cubicBezTo>
                <a:cubicBezTo>
                  <a:pt x="3852202" y="818616"/>
                  <a:pt x="3852893" y="820269"/>
                  <a:pt x="3853855" y="821106"/>
                </a:cubicBezTo>
                <a:cubicBezTo>
                  <a:pt x="3854818" y="821943"/>
                  <a:pt x="3855927" y="822362"/>
                  <a:pt x="3857183" y="822362"/>
                </a:cubicBezTo>
                <a:cubicBezTo>
                  <a:pt x="3858522" y="822362"/>
                  <a:pt x="3859695" y="822069"/>
                  <a:pt x="3860699" y="821483"/>
                </a:cubicBezTo>
                <a:cubicBezTo>
                  <a:pt x="3862457" y="820395"/>
                  <a:pt x="3865848" y="817339"/>
                  <a:pt x="3870871" y="812316"/>
                </a:cubicBezTo>
                <a:lnTo>
                  <a:pt x="3870871" y="819348"/>
                </a:lnTo>
                <a:cubicBezTo>
                  <a:pt x="3861495" y="831906"/>
                  <a:pt x="3852537" y="838184"/>
                  <a:pt x="3843999" y="838184"/>
                </a:cubicBezTo>
                <a:cubicBezTo>
                  <a:pt x="3839897" y="838184"/>
                  <a:pt x="3836631" y="836761"/>
                  <a:pt x="3834203" y="833915"/>
                </a:cubicBezTo>
                <a:cubicBezTo>
                  <a:pt x="3831776" y="831069"/>
                  <a:pt x="3830520" y="826213"/>
                  <a:pt x="3830437" y="819348"/>
                </a:cubicBezTo>
                <a:cubicBezTo>
                  <a:pt x="3818633" y="828473"/>
                  <a:pt x="3811224" y="833747"/>
                  <a:pt x="3808210" y="835171"/>
                </a:cubicBezTo>
                <a:cubicBezTo>
                  <a:pt x="3803689" y="837264"/>
                  <a:pt x="3798876" y="838310"/>
                  <a:pt x="3793769" y="838310"/>
                </a:cubicBezTo>
                <a:cubicBezTo>
                  <a:pt x="3785816" y="838310"/>
                  <a:pt x="3779266" y="835589"/>
                  <a:pt x="3774117" y="830148"/>
                </a:cubicBezTo>
                <a:cubicBezTo>
                  <a:pt x="3768968" y="824706"/>
                  <a:pt x="3766394" y="817548"/>
                  <a:pt x="3766394" y="808675"/>
                </a:cubicBezTo>
                <a:cubicBezTo>
                  <a:pt x="3766394" y="803066"/>
                  <a:pt x="3767650" y="798210"/>
                  <a:pt x="3770161" y="794108"/>
                </a:cubicBezTo>
                <a:cubicBezTo>
                  <a:pt x="3773593" y="788415"/>
                  <a:pt x="3779558" y="783057"/>
                  <a:pt x="3788056" y="778035"/>
                </a:cubicBezTo>
                <a:cubicBezTo>
                  <a:pt x="3796552" y="773012"/>
                  <a:pt x="3810680" y="766900"/>
                  <a:pt x="3830437" y="759701"/>
                </a:cubicBezTo>
                <a:lnTo>
                  <a:pt x="3830437" y="755180"/>
                </a:lnTo>
                <a:cubicBezTo>
                  <a:pt x="3830437" y="743711"/>
                  <a:pt x="3828616" y="735842"/>
                  <a:pt x="3824975" y="731572"/>
                </a:cubicBezTo>
                <a:cubicBezTo>
                  <a:pt x="3821333" y="727303"/>
                  <a:pt x="3816037" y="725168"/>
                  <a:pt x="3809089" y="725168"/>
                </a:cubicBezTo>
                <a:cubicBezTo>
                  <a:pt x="3803815" y="725168"/>
                  <a:pt x="3799629" y="726591"/>
                  <a:pt x="3796532" y="729438"/>
                </a:cubicBezTo>
                <a:cubicBezTo>
                  <a:pt x="3793351" y="732284"/>
                  <a:pt x="3791760" y="735549"/>
                  <a:pt x="3791760" y="739232"/>
                </a:cubicBezTo>
                <a:lnTo>
                  <a:pt x="3792011" y="746516"/>
                </a:lnTo>
                <a:cubicBezTo>
                  <a:pt x="3792011" y="750366"/>
                  <a:pt x="3791027" y="753338"/>
                  <a:pt x="3789060" y="755431"/>
                </a:cubicBezTo>
                <a:cubicBezTo>
                  <a:pt x="3787093" y="757524"/>
                  <a:pt x="3784518" y="758571"/>
                  <a:pt x="3781337" y="758571"/>
                </a:cubicBezTo>
                <a:cubicBezTo>
                  <a:pt x="3778240" y="758571"/>
                  <a:pt x="3775707" y="757482"/>
                  <a:pt x="3773740" y="755306"/>
                </a:cubicBezTo>
                <a:cubicBezTo>
                  <a:pt x="3771773" y="753129"/>
                  <a:pt x="3770789" y="750157"/>
                  <a:pt x="3770789" y="746390"/>
                </a:cubicBezTo>
                <a:cubicBezTo>
                  <a:pt x="3770789" y="739190"/>
                  <a:pt x="3774472" y="732577"/>
                  <a:pt x="3781839" y="726549"/>
                </a:cubicBezTo>
                <a:cubicBezTo>
                  <a:pt x="3789206" y="720522"/>
                  <a:pt x="3799545" y="717508"/>
                  <a:pt x="3812857" y="717508"/>
                </a:cubicBezTo>
                <a:close/>
                <a:moveTo>
                  <a:pt x="3336606" y="717508"/>
                </a:moveTo>
                <a:cubicBezTo>
                  <a:pt x="3346819" y="717508"/>
                  <a:pt x="3355191" y="719224"/>
                  <a:pt x="3361721" y="722657"/>
                </a:cubicBezTo>
                <a:cubicBezTo>
                  <a:pt x="3366660" y="725252"/>
                  <a:pt x="3370302" y="729312"/>
                  <a:pt x="3372646" y="734837"/>
                </a:cubicBezTo>
                <a:cubicBezTo>
                  <a:pt x="3374153" y="738437"/>
                  <a:pt x="3374906" y="745804"/>
                  <a:pt x="3374906" y="756938"/>
                </a:cubicBezTo>
                <a:lnTo>
                  <a:pt x="3374906" y="795992"/>
                </a:lnTo>
                <a:cubicBezTo>
                  <a:pt x="3374906" y="806958"/>
                  <a:pt x="3375115" y="813677"/>
                  <a:pt x="3375534" y="816146"/>
                </a:cubicBezTo>
                <a:cubicBezTo>
                  <a:pt x="3375953" y="818616"/>
                  <a:pt x="3376643" y="820269"/>
                  <a:pt x="3377606" y="821106"/>
                </a:cubicBezTo>
                <a:cubicBezTo>
                  <a:pt x="3378569" y="821943"/>
                  <a:pt x="3379678" y="822362"/>
                  <a:pt x="3380934" y="822362"/>
                </a:cubicBezTo>
                <a:cubicBezTo>
                  <a:pt x="3382273" y="822362"/>
                  <a:pt x="3383445" y="822069"/>
                  <a:pt x="3384450" y="821483"/>
                </a:cubicBezTo>
                <a:cubicBezTo>
                  <a:pt x="3386208" y="820395"/>
                  <a:pt x="3389598" y="817339"/>
                  <a:pt x="3394621" y="812316"/>
                </a:cubicBezTo>
                <a:lnTo>
                  <a:pt x="3394621" y="819348"/>
                </a:lnTo>
                <a:cubicBezTo>
                  <a:pt x="3385245" y="831906"/>
                  <a:pt x="3376288" y="838184"/>
                  <a:pt x="3367749" y="838184"/>
                </a:cubicBezTo>
                <a:cubicBezTo>
                  <a:pt x="3363647" y="838184"/>
                  <a:pt x="3360381" y="836761"/>
                  <a:pt x="3357954" y="833915"/>
                </a:cubicBezTo>
                <a:cubicBezTo>
                  <a:pt x="3355526" y="831069"/>
                  <a:pt x="3354270" y="826213"/>
                  <a:pt x="3354187" y="819348"/>
                </a:cubicBezTo>
                <a:cubicBezTo>
                  <a:pt x="3342383" y="828473"/>
                  <a:pt x="3334973" y="833747"/>
                  <a:pt x="3331960" y="835171"/>
                </a:cubicBezTo>
                <a:cubicBezTo>
                  <a:pt x="3327439" y="837264"/>
                  <a:pt x="3322626" y="838310"/>
                  <a:pt x="3317519" y="838310"/>
                </a:cubicBezTo>
                <a:cubicBezTo>
                  <a:pt x="3309566" y="838310"/>
                  <a:pt x="3303015" y="835589"/>
                  <a:pt x="3297867" y="830148"/>
                </a:cubicBezTo>
                <a:cubicBezTo>
                  <a:pt x="3292718" y="824706"/>
                  <a:pt x="3290144" y="817548"/>
                  <a:pt x="3290144" y="808675"/>
                </a:cubicBezTo>
                <a:cubicBezTo>
                  <a:pt x="3290144" y="803066"/>
                  <a:pt x="3291400" y="798210"/>
                  <a:pt x="3293911" y="794108"/>
                </a:cubicBezTo>
                <a:cubicBezTo>
                  <a:pt x="3297343" y="788415"/>
                  <a:pt x="3303308" y="783057"/>
                  <a:pt x="3311806" y="778035"/>
                </a:cubicBezTo>
                <a:cubicBezTo>
                  <a:pt x="3320303" y="773012"/>
                  <a:pt x="3334430" y="766900"/>
                  <a:pt x="3354187" y="759701"/>
                </a:cubicBezTo>
                <a:lnTo>
                  <a:pt x="3354187" y="755180"/>
                </a:lnTo>
                <a:cubicBezTo>
                  <a:pt x="3354187" y="743711"/>
                  <a:pt x="3352366" y="735842"/>
                  <a:pt x="3348724" y="731572"/>
                </a:cubicBezTo>
                <a:cubicBezTo>
                  <a:pt x="3345082" y="727303"/>
                  <a:pt x="3339788" y="725168"/>
                  <a:pt x="3332839" y="725168"/>
                </a:cubicBezTo>
                <a:cubicBezTo>
                  <a:pt x="3327565" y="725168"/>
                  <a:pt x="3323379" y="726591"/>
                  <a:pt x="3320282" y="729438"/>
                </a:cubicBezTo>
                <a:cubicBezTo>
                  <a:pt x="3317100" y="732284"/>
                  <a:pt x="3315510" y="735549"/>
                  <a:pt x="3315510" y="739232"/>
                </a:cubicBezTo>
                <a:lnTo>
                  <a:pt x="3315761" y="746516"/>
                </a:lnTo>
                <a:cubicBezTo>
                  <a:pt x="3315761" y="750366"/>
                  <a:pt x="3314777" y="753338"/>
                  <a:pt x="3312810" y="755431"/>
                </a:cubicBezTo>
                <a:cubicBezTo>
                  <a:pt x="3310843" y="757524"/>
                  <a:pt x="3308268" y="758571"/>
                  <a:pt x="3305087" y="758571"/>
                </a:cubicBezTo>
                <a:cubicBezTo>
                  <a:pt x="3301989" y="758571"/>
                  <a:pt x="3299457" y="757482"/>
                  <a:pt x="3297490" y="755306"/>
                </a:cubicBezTo>
                <a:cubicBezTo>
                  <a:pt x="3295523" y="753129"/>
                  <a:pt x="3294539" y="750157"/>
                  <a:pt x="3294539" y="746390"/>
                </a:cubicBezTo>
                <a:cubicBezTo>
                  <a:pt x="3294539" y="739190"/>
                  <a:pt x="3298222" y="732577"/>
                  <a:pt x="3305590" y="726549"/>
                </a:cubicBezTo>
                <a:cubicBezTo>
                  <a:pt x="3312957" y="720522"/>
                  <a:pt x="3323295" y="717508"/>
                  <a:pt x="3336606" y="717508"/>
                </a:cubicBezTo>
                <a:close/>
                <a:moveTo>
                  <a:pt x="3117368" y="717508"/>
                </a:moveTo>
                <a:lnTo>
                  <a:pt x="3122642" y="717508"/>
                </a:lnTo>
                <a:lnTo>
                  <a:pt x="3122642" y="743376"/>
                </a:lnTo>
                <a:cubicBezTo>
                  <a:pt x="3132270" y="726131"/>
                  <a:pt x="3142148" y="717508"/>
                  <a:pt x="3152278" y="717508"/>
                </a:cubicBezTo>
                <a:cubicBezTo>
                  <a:pt x="3156882" y="717508"/>
                  <a:pt x="3160691" y="718910"/>
                  <a:pt x="3163705" y="721715"/>
                </a:cubicBezTo>
                <a:cubicBezTo>
                  <a:pt x="3166719" y="724519"/>
                  <a:pt x="3168226" y="727763"/>
                  <a:pt x="3168226" y="731447"/>
                </a:cubicBezTo>
                <a:cubicBezTo>
                  <a:pt x="3168226" y="734712"/>
                  <a:pt x="3167138" y="737474"/>
                  <a:pt x="3164961" y="739735"/>
                </a:cubicBezTo>
                <a:cubicBezTo>
                  <a:pt x="3162784" y="741995"/>
                  <a:pt x="3160189" y="743125"/>
                  <a:pt x="3157175" y="743125"/>
                </a:cubicBezTo>
                <a:cubicBezTo>
                  <a:pt x="3154245" y="743125"/>
                  <a:pt x="3150959" y="741681"/>
                  <a:pt x="3147318" y="738793"/>
                </a:cubicBezTo>
                <a:cubicBezTo>
                  <a:pt x="3143676" y="735905"/>
                  <a:pt x="3140976" y="734460"/>
                  <a:pt x="3139218" y="734460"/>
                </a:cubicBezTo>
                <a:cubicBezTo>
                  <a:pt x="3137711" y="734460"/>
                  <a:pt x="3136079" y="735298"/>
                  <a:pt x="3134321" y="736972"/>
                </a:cubicBezTo>
                <a:cubicBezTo>
                  <a:pt x="3130554" y="740404"/>
                  <a:pt x="3126661" y="746055"/>
                  <a:pt x="3122642" y="753924"/>
                </a:cubicBezTo>
                <a:lnTo>
                  <a:pt x="3122642" y="809051"/>
                </a:lnTo>
                <a:cubicBezTo>
                  <a:pt x="3122642" y="815414"/>
                  <a:pt x="3123438" y="820227"/>
                  <a:pt x="3125028" y="823492"/>
                </a:cubicBezTo>
                <a:cubicBezTo>
                  <a:pt x="3126117" y="825753"/>
                  <a:pt x="3128042" y="827636"/>
                  <a:pt x="3130805" y="829143"/>
                </a:cubicBezTo>
                <a:cubicBezTo>
                  <a:pt x="3133568" y="830650"/>
                  <a:pt x="3137544" y="831403"/>
                  <a:pt x="3142734" y="831403"/>
                </a:cubicBezTo>
                <a:lnTo>
                  <a:pt x="3142734" y="835924"/>
                </a:lnTo>
                <a:lnTo>
                  <a:pt x="3083840" y="835924"/>
                </a:lnTo>
                <a:lnTo>
                  <a:pt x="3083840" y="831403"/>
                </a:lnTo>
                <a:cubicBezTo>
                  <a:pt x="3089701" y="831403"/>
                  <a:pt x="3094054" y="830483"/>
                  <a:pt x="3096900" y="828641"/>
                </a:cubicBezTo>
                <a:cubicBezTo>
                  <a:pt x="3098993" y="827301"/>
                  <a:pt x="3100458" y="825167"/>
                  <a:pt x="3101295" y="822237"/>
                </a:cubicBezTo>
                <a:cubicBezTo>
                  <a:pt x="3101713" y="820813"/>
                  <a:pt x="3101923" y="816753"/>
                  <a:pt x="3101923" y="810056"/>
                </a:cubicBezTo>
                <a:lnTo>
                  <a:pt x="3101923" y="765477"/>
                </a:lnTo>
                <a:cubicBezTo>
                  <a:pt x="3101923" y="752083"/>
                  <a:pt x="3101650" y="744109"/>
                  <a:pt x="3101107" y="741555"/>
                </a:cubicBezTo>
                <a:cubicBezTo>
                  <a:pt x="3100563" y="739002"/>
                  <a:pt x="3099558" y="737139"/>
                  <a:pt x="3098093" y="735967"/>
                </a:cubicBezTo>
                <a:cubicBezTo>
                  <a:pt x="3096628" y="734795"/>
                  <a:pt x="3094807" y="734209"/>
                  <a:pt x="3092631" y="734209"/>
                </a:cubicBezTo>
                <a:cubicBezTo>
                  <a:pt x="3090035" y="734209"/>
                  <a:pt x="3087105" y="734837"/>
                  <a:pt x="3083840" y="736093"/>
                </a:cubicBezTo>
                <a:lnTo>
                  <a:pt x="3082584" y="731572"/>
                </a:lnTo>
                <a:close/>
                <a:moveTo>
                  <a:pt x="2631342" y="717508"/>
                </a:moveTo>
                <a:lnTo>
                  <a:pt x="2636742" y="717508"/>
                </a:lnTo>
                <a:lnTo>
                  <a:pt x="2636742" y="741869"/>
                </a:lnTo>
                <a:cubicBezTo>
                  <a:pt x="2650220" y="725628"/>
                  <a:pt x="2663071" y="717508"/>
                  <a:pt x="2675293" y="717508"/>
                </a:cubicBezTo>
                <a:cubicBezTo>
                  <a:pt x="2681572" y="717508"/>
                  <a:pt x="2686971" y="719078"/>
                  <a:pt x="2691492" y="722217"/>
                </a:cubicBezTo>
                <a:cubicBezTo>
                  <a:pt x="2696013" y="725356"/>
                  <a:pt x="2699612" y="730526"/>
                  <a:pt x="2702291" y="737725"/>
                </a:cubicBezTo>
                <a:cubicBezTo>
                  <a:pt x="2704133" y="742748"/>
                  <a:pt x="2705054" y="750450"/>
                  <a:pt x="2705054" y="760831"/>
                </a:cubicBezTo>
                <a:lnTo>
                  <a:pt x="2705054" y="809930"/>
                </a:lnTo>
                <a:cubicBezTo>
                  <a:pt x="2705054" y="817214"/>
                  <a:pt x="2705640" y="822153"/>
                  <a:pt x="2706812" y="824748"/>
                </a:cubicBezTo>
                <a:cubicBezTo>
                  <a:pt x="2707733" y="826841"/>
                  <a:pt x="2709219" y="828473"/>
                  <a:pt x="2711270" y="829645"/>
                </a:cubicBezTo>
                <a:cubicBezTo>
                  <a:pt x="2713321" y="830817"/>
                  <a:pt x="2717109" y="831403"/>
                  <a:pt x="2722634" y="831403"/>
                </a:cubicBezTo>
                <a:lnTo>
                  <a:pt x="2722634" y="835924"/>
                </a:lnTo>
                <a:lnTo>
                  <a:pt x="2665750" y="835924"/>
                </a:lnTo>
                <a:lnTo>
                  <a:pt x="2665750" y="831403"/>
                </a:lnTo>
                <a:lnTo>
                  <a:pt x="2668135" y="831403"/>
                </a:lnTo>
                <a:cubicBezTo>
                  <a:pt x="2673493" y="831403"/>
                  <a:pt x="2677239" y="830587"/>
                  <a:pt x="2679374" y="828955"/>
                </a:cubicBezTo>
                <a:cubicBezTo>
                  <a:pt x="2681509" y="827322"/>
                  <a:pt x="2682995" y="824915"/>
                  <a:pt x="2683832" y="821734"/>
                </a:cubicBezTo>
                <a:cubicBezTo>
                  <a:pt x="2684167" y="820478"/>
                  <a:pt x="2684334" y="816544"/>
                  <a:pt x="2684334" y="809930"/>
                </a:cubicBezTo>
                <a:lnTo>
                  <a:pt x="2684334" y="762840"/>
                </a:lnTo>
                <a:cubicBezTo>
                  <a:pt x="2684334" y="752376"/>
                  <a:pt x="2682974" y="744778"/>
                  <a:pt x="2680253" y="740049"/>
                </a:cubicBezTo>
                <a:cubicBezTo>
                  <a:pt x="2677532" y="735319"/>
                  <a:pt x="2672949" y="732954"/>
                  <a:pt x="2666503" y="732954"/>
                </a:cubicBezTo>
                <a:cubicBezTo>
                  <a:pt x="2656541" y="732954"/>
                  <a:pt x="2646621" y="738395"/>
                  <a:pt x="2636742" y="749278"/>
                </a:cubicBezTo>
                <a:lnTo>
                  <a:pt x="2636742" y="809930"/>
                </a:lnTo>
                <a:cubicBezTo>
                  <a:pt x="2636742" y="817716"/>
                  <a:pt x="2637203" y="822530"/>
                  <a:pt x="2638124" y="824371"/>
                </a:cubicBezTo>
                <a:cubicBezTo>
                  <a:pt x="2639295" y="826799"/>
                  <a:pt x="2640906" y="828578"/>
                  <a:pt x="2642958" y="829708"/>
                </a:cubicBezTo>
                <a:cubicBezTo>
                  <a:pt x="2645009" y="830838"/>
                  <a:pt x="2649173" y="831403"/>
                  <a:pt x="2655452" y="831403"/>
                </a:cubicBezTo>
                <a:lnTo>
                  <a:pt x="2655452" y="835924"/>
                </a:lnTo>
                <a:lnTo>
                  <a:pt x="2598568" y="835924"/>
                </a:lnTo>
                <a:lnTo>
                  <a:pt x="2598568" y="831403"/>
                </a:lnTo>
                <a:lnTo>
                  <a:pt x="2601079" y="831403"/>
                </a:lnTo>
                <a:cubicBezTo>
                  <a:pt x="2606939" y="831403"/>
                  <a:pt x="2610895" y="829917"/>
                  <a:pt x="2612946" y="826946"/>
                </a:cubicBezTo>
                <a:cubicBezTo>
                  <a:pt x="2614997" y="823974"/>
                  <a:pt x="2616022" y="818302"/>
                  <a:pt x="2616022" y="809930"/>
                </a:cubicBezTo>
                <a:lnTo>
                  <a:pt x="2616022" y="767235"/>
                </a:lnTo>
                <a:cubicBezTo>
                  <a:pt x="2616022" y="753422"/>
                  <a:pt x="2615708" y="745009"/>
                  <a:pt x="2615080" y="741995"/>
                </a:cubicBezTo>
                <a:cubicBezTo>
                  <a:pt x="2614453" y="738981"/>
                  <a:pt x="2613490" y="736930"/>
                  <a:pt x="2612192" y="735842"/>
                </a:cubicBezTo>
                <a:cubicBezTo>
                  <a:pt x="2610895" y="734753"/>
                  <a:pt x="2609157" y="734209"/>
                  <a:pt x="2606981" y="734209"/>
                </a:cubicBezTo>
                <a:cubicBezTo>
                  <a:pt x="2604637" y="734209"/>
                  <a:pt x="2601833" y="734837"/>
                  <a:pt x="2598568" y="736093"/>
                </a:cubicBezTo>
                <a:lnTo>
                  <a:pt x="2596684" y="731572"/>
                </a:lnTo>
                <a:close/>
                <a:moveTo>
                  <a:pt x="2536506" y="717508"/>
                </a:moveTo>
                <a:cubicBezTo>
                  <a:pt x="2546719" y="717508"/>
                  <a:pt x="2555091" y="719224"/>
                  <a:pt x="2561621" y="722657"/>
                </a:cubicBezTo>
                <a:cubicBezTo>
                  <a:pt x="2566560" y="725252"/>
                  <a:pt x="2570202" y="729312"/>
                  <a:pt x="2572546" y="734837"/>
                </a:cubicBezTo>
                <a:cubicBezTo>
                  <a:pt x="2574052" y="738437"/>
                  <a:pt x="2574806" y="745804"/>
                  <a:pt x="2574806" y="756938"/>
                </a:cubicBezTo>
                <a:lnTo>
                  <a:pt x="2574806" y="795992"/>
                </a:lnTo>
                <a:cubicBezTo>
                  <a:pt x="2574806" y="806958"/>
                  <a:pt x="2575015" y="813677"/>
                  <a:pt x="2575434" y="816146"/>
                </a:cubicBezTo>
                <a:cubicBezTo>
                  <a:pt x="2575853" y="818616"/>
                  <a:pt x="2576543" y="820269"/>
                  <a:pt x="2577506" y="821106"/>
                </a:cubicBezTo>
                <a:cubicBezTo>
                  <a:pt x="2578469" y="821943"/>
                  <a:pt x="2579578" y="822362"/>
                  <a:pt x="2580834" y="822362"/>
                </a:cubicBezTo>
                <a:cubicBezTo>
                  <a:pt x="2582173" y="822362"/>
                  <a:pt x="2583345" y="822069"/>
                  <a:pt x="2584349" y="821483"/>
                </a:cubicBezTo>
                <a:cubicBezTo>
                  <a:pt x="2586108" y="820395"/>
                  <a:pt x="2589499" y="817339"/>
                  <a:pt x="2594521" y="812316"/>
                </a:cubicBezTo>
                <a:lnTo>
                  <a:pt x="2594521" y="819348"/>
                </a:lnTo>
                <a:cubicBezTo>
                  <a:pt x="2585145" y="831906"/>
                  <a:pt x="2576188" y="838184"/>
                  <a:pt x="2567648" y="838184"/>
                </a:cubicBezTo>
                <a:cubicBezTo>
                  <a:pt x="2563547" y="838184"/>
                  <a:pt x="2560282" y="836761"/>
                  <a:pt x="2557854" y="833915"/>
                </a:cubicBezTo>
                <a:cubicBezTo>
                  <a:pt x="2555426" y="831069"/>
                  <a:pt x="2554170" y="826213"/>
                  <a:pt x="2554086" y="819348"/>
                </a:cubicBezTo>
                <a:cubicBezTo>
                  <a:pt x="2542283" y="828473"/>
                  <a:pt x="2534874" y="833747"/>
                  <a:pt x="2531860" y="835171"/>
                </a:cubicBezTo>
                <a:cubicBezTo>
                  <a:pt x="2527339" y="837264"/>
                  <a:pt x="2522526" y="838310"/>
                  <a:pt x="2517419" y="838310"/>
                </a:cubicBezTo>
                <a:cubicBezTo>
                  <a:pt x="2509466" y="838310"/>
                  <a:pt x="2502915" y="835589"/>
                  <a:pt x="2497767" y="830148"/>
                </a:cubicBezTo>
                <a:cubicBezTo>
                  <a:pt x="2492618" y="824706"/>
                  <a:pt x="2490044" y="817548"/>
                  <a:pt x="2490044" y="808675"/>
                </a:cubicBezTo>
                <a:cubicBezTo>
                  <a:pt x="2490044" y="803066"/>
                  <a:pt x="2491300" y="798210"/>
                  <a:pt x="2493811" y="794108"/>
                </a:cubicBezTo>
                <a:cubicBezTo>
                  <a:pt x="2497243" y="788415"/>
                  <a:pt x="2503208" y="783057"/>
                  <a:pt x="2511705" y="778035"/>
                </a:cubicBezTo>
                <a:cubicBezTo>
                  <a:pt x="2520203" y="773012"/>
                  <a:pt x="2534330" y="766900"/>
                  <a:pt x="2554086" y="759701"/>
                </a:cubicBezTo>
                <a:lnTo>
                  <a:pt x="2554086" y="755180"/>
                </a:lnTo>
                <a:cubicBezTo>
                  <a:pt x="2554086" y="743711"/>
                  <a:pt x="2552266" y="735842"/>
                  <a:pt x="2548624" y="731572"/>
                </a:cubicBezTo>
                <a:cubicBezTo>
                  <a:pt x="2544982" y="727303"/>
                  <a:pt x="2539687" y="725168"/>
                  <a:pt x="2532739" y="725168"/>
                </a:cubicBezTo>
                <a:cubicBezTo>
                  <a:pt x="2527465" y="725168"/>
                  <a:pt x="2523279" y="726591"/>
                  <a:pt x="2520182" y="729438"/>
                </a:cubicBezTo>
                <a:cubicBezTo>
                  <a:pt x="2517000" y="732284"/>
                  <a:pt x="2515410" y="735549"/>
                  <a:pt x="2515410" y="739232"/>
                </a:cubicBezTo>
                <a:lnTo>
                  <a:pt x="2515661" y="746516"/>
                </a:lnTo>
                <a:cubicBezTo>
                  <a:pt x="2515661" y="750366"/>
                  <a:pt x="2514678" y="753338"/>
                  <a:pt x="2512710" y="755431"/>
                </a:cubicBezTo>
                <a:cubicBezTo>
                  <a:pt x="2510743" y="757524"/>
                  <a:pt x="2508169" y="758571"/>
                  <a:pt x="2504987" y="758571"/>
                </a:cubicBezTo>
                <a:cubicBezTo>
                  <a:pt x="2501890" y="758571"/>
                  <a:pt x="2499357" y="757482"/>
                  <a:pt x="2497390" y="755306"/>
                </a:cubicBezTo>
                <a:cubicBezTo>
                  <a:pt x="2495423" y="753129"/>
                  <a:pt x="2494439" y="750157"/>
                  <a:pt x="2494439" y="746390"/>
                </a:cubicBezTo>
                <a:cubicBezTo>
                  <a:pt x="2494439" y="739190"/>
                  <a:pt x="2498123" y="732577"/>
                  <a:pt x="2505489" y="726549"/>
                </a:cubicBezTo>
                <a:cubicBezTo>
                  <a:pt x="2512856" y="720522"/>
                  <a:pt x="2523195" y="717508"/>
                  <a:pt x="2536506" y="717508"/>
                </a:cubicBezTo>
                <a:close/>
                <a:moveTo>
                  <a:pt x="2241068" y="717508"/>
                </a:moveTo>
                <a:lnTo>
                  <a:pt x="2246343" y="717508"/>
                </a:lnTo>
                <a:lnTo>
                  <a:pt x="2246343" y="743376"/>
                </a:lnTo>
                <a:cubicBezTo>
                  <a:pt x="2255970" y="726131"/>
                  <a:pt x="2265848" y="717508"/>
                  <a:pt x="2275978" y="717508"/>
                </a:cubicBezTo>
                <a:cubicBezTo>
                  <a:pt x="2280582" y="717508"/>
                  <a:pt x="2284391" y="718910"/>
                  <a:pt x="2287405" y="721715"/>
                </a:cubicBezTo>
                <a:cubicBezTo>
                  <a:pt x="2290419" y="724519"/>
                  <a:pt x="2291925" y="727763"/>
                  <a:pt x="2291925" y="731447"/>
                </a:cubicBezTo>
                <a:cubicBezTo>
                  <a:pt x="2291925" y="734712"/>
                  <a:pt x="2290838" y="737474"/>
                  <a:pt x="2288661" y="739735"/>
                </a:cubicBezTo>
                <a:cubicBezTo>
                  <a:pt x="2286484" y="741995"/>
                  <a:pt x="2283889" y="743125"/>
                  <a:pt x="2280875" y="743125"/>
                </a:cubicBezTo>
                <a:cubicBezTo>
                  <a:pt x="2277945" y="743125"/>
                  <a:pt x="2274659" y="741681"/>
                  <a:pt x="2271018" y="738793"/>
                </a:cubicBezTo>
                <a:cubicBezTo>
                  <a:pt x="2267376" y="735905"/>
                  <a:pt x="2264676" y="734460"/>
                  <a:pt x="2262918" y="734460"/>
                </a:cubicBezTo>
                <a:cubicBezTo>
                  <a:pt x="2261411" y="734460"/>
                  <a:pt x="2259779" y="735298"/>
                  <a:pt x="2258021" y="736972"/>
                </a:cubicBezTo>
                <a:cubicBezTo>
                  <a:pt x="2254254" y="740404"/>
                  <a:pt x="2250361" y="746055"/>
                  <a:pt x="2246343" y="753924"/>
                </a:cubicBezTo>
                <a:lnTo>
                  <a:pt x="2246343" y="809051"/>
                </a:lnTo>
                <a:cubicBezTo>
                  <a:pt x="2246343" y="815414"/>
                  <a:pt x="2247138" y="820227"/>
                  <a:pt x="2248728" y="823492"/>
                </a:cubicBezTo>
                <a:cubicBezTo>
                  <a:pt x="2249817" y="825753"/>
                  <a:pt x="2251742" y="827636"/>
                  <a:pt x="2254505" y="829143"/>
                </a:cubicBezTo>
                <a:cubicBezTo>
                  <a:pt x="2257267" y="830650"/>
                  <a:pt x="2261244" y="831403"/>
                  <a:pt x="2266434" y="831403"/>
                </a:cubicBezTo>
                <a:lnTo>
                  <a:pt x="2266434" y="835924"/>
                </a:lnTo>
                <a:lnTo>
                  <a:pt x="2207540" y="835924"/>
                </a:lnTo>
                <a:lnTo>
                  <a:pt x="2207540" y="831403"/>
                </a:lnTo>
                <a:cubicBezTo>
                  <a:pt x="2213400" y="831403"/>
                  <a:pt x="2217754" y="830483"/>
                  <a:pt x="2220600" y="828641"/>
                </a:cubicBezTo>
                <a:cubicBezTo>
                  <a:pt x="2222693" y="827301"/>
                  <a:pt x="2224158" y="825167"/>
                  <a:pt x="2224995" y="822237"/>
                </a:cubicBezTo>
                <a:cubicBezTo>
                  <a:pt x="2225414" y="820813"/>
                  <a:pt x="2225623" y="816753"/>
                  <a:pt x="2225623" y="810056"/>
                </a:cubicBezTo>
                <a:lnTo>
                  <a:pt x="2225623" y="765477"/>
                </a:lnTo>
                <a:cubicBezTo>
                  <a:pt x="2225623" y="752083"/>
                  <a:pt x="2225351" y="744109"/>
                  <a:pt x="2224806" y="741555"/>
                </a:cubicBezTo>
                <a:cubicBezTo>
                  <a:pt x="2224262" y="739002"/>
                  <a:pt x="2223258" y="737139"/>
                  <a:pt x="2221793" y="735967"/>
                </a:cubicBezTo>
                <a:cubicBezTo>
                  <a:pt x="2220328" y="734795"/>
                  <a:pt x="2218507" y="734209"/>
                  <a:pt x="2216330" y="734209"/>
                </a:cubicBezTo>
                <a:cubicBezTo>
                  <a:pt x="2213735" y="734209"/>
                  <a:pt x="2210805" y="734837"/>
                  <a:pt x="2207540" y="736093"/>
                </a:cubicBezTo>
                <a:lnTo>
                  <a:pt x="2206285" y="731572"/>
                </a:lnTo>
                <a:close/>
                <a:moveTo>
                  <a:pt x="2145981" y="717508"/>
                </a:moveTo>
                <a:cubicBezTo>
                  <a:pt x="2156195" y="717508"/>
                  <a:pt x="2164566" y="719224"/>
                  <a:pt x="2171096" y="722657"/>
                </a:cubicBezTo>
                <a:cubicBezTo>
                  <a:pt x="2176035" y="725252"/>
                  <a:pt x="2179677" y="729312"/>
                  <a:pt x="2182021" y="734837"/>
                </a:cubicBezTo>
                <a:cubicBezTo>
                  <a:pt x="2183528" y="738437"/>
                  <a:pt x="2184281" y="745804"/>
                  <a:pt x="2184281" y="756938"/>
                </a:cubicBezTo>
                <a:lnTo>
                  <a:pt x="2184281" y="795992"/>
                </a:lnTo>
                <a:cubicBezTo>
                  <a:pt x="2184281" y="806958"/>
                  <a:pt x="2184491" y="813677"/>
                  <a:pt x="2184909" y="816146"/>
                </a:cubicBezTo>
                <a:cubicBezTo>
                  <a:pt x="2185327" y="818616"/>
                  <a:pt x="2186018" y="820269"/>
                  <a:pt x="2186981" y="821106"/>
                </a:cubicBezTo>
                <a:cubicBezTo>
                  <a:pt x="2187944" y="821943"/>
                  <a:pt x="2189053" y="822362"/>
                  <a:pt x="2190309" y="822362"/>
                </a:cubicBezTo>
                <a:cubicBezTo>
                  <a:pt x="2191648" y="822362"/>
                  <a:pt x="2192820" y="822069"/>
                  <a:pt x="2193825" y="821483"/>
                </a:cubicBezTo>
                <a:cubicBezTo>
                  <a:pt x="2195583" y="820395"/>
                  <a:pt x="2198974" y="817339"/>
                  <a:pt x="2203996" y="812316"/>
                </a:cubicBezTo>
                <a:lnTo>
                  <a:pt x="2203996" y="819348"/>
                </a:lnTo>
                <a:cubicBezTo>
                  <a:pt x="2194620" y="831906"/>
                  <a:pt x="2185663" y="838184"/>
                  <a:pt x="2177124" y="838184"/>
                </a:cubicBezTo>
                <a:cubicBezTo>
                  <a:pt x="2173022" y="838184"/>
                  <a:pt x="2169757" y="836761"/>
                  <a:pt x="2167329" y="833915"/>
                </a:cubicBezTo>
                <a:cubicBezTo>
                  <a:pt x="2164901" y="831069"/>
                  <a:pt x="2163645" y="826213"/>
                  <a:pt x="2163562" y="819348"/>
                </a:cubicBezTo>
                <a:cubicBezTo>
                  <a:pt x="2151758" y="828473"/>
                  <a:pt x="2144349" y="833747"/>
                  <a:pt x="2141336" y="835171"/>
                </a:cubicBezTo>
                <a:cubicBezTo>
                  <a:pt x="2136815" y="837264"/>
                  <a:pt x="2132001" y="838310"/>
                  <a:pt x="2126894" y="838310"/>
                </a:cubicBezTo>
                <a:cubicBezTo>
                  <a:pt x="2118941" y="838310"/>
                  <a:pt x="2112390" y="835589"/>
                  <a:pt x="2107242" y="830148"/>
                </a:cubicBezTo>
                <a:cubicBezTo>
                  <a:pt x="2102094" y="824706"/>
                  <a:pt x="2099519" y="817548"/>
                  <a:pt x="2099519" y="808675"/>
                </a:cubicBezTo>
                <a:cubicBezTo>
                  <a:pt x="2099519" y="803066"/>
                  <a:pt x="2100775" y="798210"/>
                  <a:pt x="2103286" y="794108"/>
                </a:cubicBezTo>
                <a:cubicBezTo>
                  <a:pt x="2106719" y="788415"/>
                  <a:pt x="2112683" y="783057"/>
                  <a:pt x="2121181" y="778035"/>
                </a:cubicBezTo>
                <a:cubicBezTo>
                  <a:pt x="2129678" y="773012"/>
                  <a:pt x="2143805" y="766900"/>
                  <a:pt x="2163562" y="759701"/>
                </a:cubicBezTo>
                <a:lnTo>
                  <a:pt x="2163562" y="755180"/>
                </a:lnTo>
                <a:cubicBezTo>
                  <a:pt x="2163562" y="743711"/>
                  <a:pt x="2161741" y="735842"/>
                  <a:pt x="2158099" y="731572"/>
                </a:cubicBezTo>
                <a:cubicBezTo>
                  <a:pt x="2154457" y="727303"/>
                  <a:pt x="2149163" y="725168"/>
                  <a:pt x="2142214" y="725168"/>
                </a:cubicBezTo>
                <a:cubicBezTo>
                  <a:pt x="2136940" y="725168"/>
                  <a:pt x="2132755" y="726591"/>
                  <a:pt x="2129657" y="729438"/>
                </a:cubicBezTo>
                <a:cubicBezTo>
                  <a:pt x="2126475" y="732284"/>
                  <a:pt x="2124885" y="735549"/>
                  <a:pt x="2124885" y="739232"/>
                </a:cubicBezTo>
                <a:lnTo>
                  <a:pt x="2125136" y="746516"/>
                </a:lnTo>
                <a:cubicBezTo>
                  <a:pt x="2125136" y="750366"/>
                  <a:pt x="2124153" y="753338"/>
                  <a:pt x="2122186" y="755431"/>
                </a:cubicBezTo>
                <a:cubicBezTo>
                  <a:pt x="2120218" y="757524"/>
                  <a:pt x="2117643" y="758571"/>
                  <a:pt x="2114462" y="758571"/>
                </a:cubicBezTo>
                <a:cubicBezTo>
                  <a:pt x="2111365" y="758571"/>
                  <a:pt x="2108832" y="757482"/>
                  <a:pt x="2106865" y="755306"/>
                </a:cubicBezTo>
                <a:cubicBezTo>
                  <a:pt x="2104898" y="753129"/>
                  <a:pt x="2103914" y="750157"/>
                  <a:pt x="2103914" y="746390"/>
                </a:cubicBezTo>
                <a:cubicBezTo>
                  <a:pt x="2103914" y="739190"/>
                  <a:pt x="2107598" y="732577"/>
                  <a:pt x="2114964" y="726549"/>
                </a:cubicBezTo>
                <a:cubicBezTo>
                  <a:pt x="2122331" y="720522"/>
                  <a:pt x="2132670" y="717508"/>
                  <a:pt x="2145981" y="717508"/>
                </a:cubicBezTo>
                <a:close/>
                <a:moveTo>
                  <a:pt x="1906368" y="717508"/>
                </a:moveTo>
                <a:cubicBezTo>
                  <a:pt x="1917670" y="717508"/>
                  <a:pt x="1926962" y="720501"/>
                  <a:pt x="1934245" y="726487"/>
                </a:cubicBezTo>
                <a:cubicBezTo>
                  <a:pt x="1941529" y="732472"/>
                  <a:pt x="1945170" y="738688"/>
                  <a:pt x="1945170" y="745134"/>
                </a:cubicBezTo>
                <a:cubicBezTo>
                  <a:pt x="1945170" y="748315"/>
                  <a:pt x="1944145" y="750890"/>
                  <a:pt x="1942094" y="752857"/>
                </a:cubicBezTo>
                <a:cubicBezTo>
                  <a:pt x="1940043" y="754824"/>
                  <a:pt x="1937175" y="755808"/>
                  <a:pt x="1933492" y="755808"/>
                </a:cubicBezTo>
                <a:cubicBezTo>
                  <a:pt x="1928553" y="755808"/>
                  <a:pt x="1924828" y="754217"/>
                  <a:pt x="1922316" y="751036"/>
                </a:cubicBezTo>
                <a:cubicBezTo>
                  <a:pt x="1920893" y="749278"/>
                  <a:pt x="1919951" y="745930"/>
                  <a:pt x="1919490" y="740990"/>
                </a:cubicBezTo>
                <a:cubicBezTo>
                  <a:pt x="1919030" y="736051"/>
                  <a:pt x="1917335" y="732284"/>
                  <a:pt x="1914404" y="729689"/>
                </a:cubicBezTo>
                <a:cubicBezTo>
                  <a:pt x="1911475" y="727177"/>
                  <a:pt x="1907414" y="725921"/>
                  <a:pt x="1902223" y="725921"/>
                </a:cubicBezTo>
                <a:cubicBezTo>
                  <a:pt x="1893852" y="725921"/>
                  <a:pt x="1887113" y="729019"/>
                  <a:pt x="1882007" y="735214"/>
                </a:cubicBezTo>
                <a:cubicBezTo>
                  <a:pt x="1875226" y="743418"/>
                  <a:pt x="1871835" y="754259"/>
                  <a:pt x="1871835" y="767738"/>
                </a:cubicBezTo>
                <a:cubicBezTo>
                  <a:pt x="1871835" y="781467"/>
                  <a:pt x="1875205" y="793585"/>
                  <a:pt x="1881944" y="804091"/>
                </a:cubicBezTo>
                <a:cubicBezTo>
                  <a:pt x="1888683" y="814597"/>
                  <a:pt x="1897787" y="819851"/>
                  <a:pt x="1909256" y="819851"/>
                </a:cubicBezTo>
                <a:cubicBezTo>
                  <a:pt x="1917460" y="819851"/>
                  <a:pt x="1924828" y="817046"/>
                  <a:pt x="1931357" y="811437"/>
                </a:cubicBezTo>
                <a:cubicBezTo>
                  <a:pt x="1935961" y="807586"/>
                  <a:pt x="1940440" y="800596"/>
                  <a:pt x="1944794" y="790466"/>
                </a:cubicBezTo>
                <a:lnTo>
                  <a:pt x="1948435" y="792224"/>
                </a:lnTo>
                <a:cubicBezTo>
                  <a:pt x="1945338" y="807377"/>
                  <a:pt x="1939269" y="819034"/>
                  <a:pt x="1930227" y="827197"/>
                </a:cubicBezTo>
                <a:cubicBezTo>
                  <a:pt x="1921186" y="835359"/>
                  <a:pt x="1911182" y="839440"/>
                  <a:pt x="1900214" y="839440"/>
                </a:cubicBezTo>
                <a:cubicBezTo>
                  <a:pt x="1887155" y="839440"/>
                  <a:pt x="1875770" y="833957"/>
                  <a:pt x="1866059" y="822990"/>
                </a:cubicBezTo>
                <a:cubicBezTo>
                  <a:pt x="1856348" y="812023"/>
                  <a:pt x="1851492" y="797205"/>
                  <a:pt x="1851492" y="778537"/>
                </a:cubicBezTo>
                <a:cubicBezTo>
                  <a:pt x="1851492" y="760454"/>
                  <a:pt x="1856871" y="745762"/>
                  <a:pt x="1867628" y="734460"/>
                </a:cubicBezTo>
                <a:cubicBezTo>
                  <a:pt x="1878386" y="723159"/>
                  <a:pt x="1891299" y="717508"/>
                  <a:pt x="1906368" y="717508"/>
                </a:cubicBezTo>
                <a:close/>
                <a:moveTo>
                  <a:pt x="1584006" y="717508"/>
                </a:moveTo>
                <a:cubicBezTo>
                  <a:pt x="1594220" y="717508"/>
                  <a:pt x="1602591" y="719224"/>
                  <a:pt x="1609121" y="722657"/>
                </a:cubicBezTo>
                <a:cubicBezTo>
                  <a:pt x="1614060" y="725252"/>
                  <a:pt x="1617702" y="729312"/>
                  <a:pt x="1620046" y="734837"/>
                </a:cubicBezTo>
                <a:cubicBezTo>
                  <a:pt x="1621553" y="738437"/>
                  <a:pt x="1622306" y="745804"/>
                  <a:pt x="1622306" y="756938"/>
                </a:cubicBezTo>
                <a:lnTo>
                  <a:pt x="1622306" y="795992"/>
                </a:lnTo>
                <a:cubicBezTo>
                  <a:pt x="1622306" y="806958"/>
                  <a:pt x="1622515" y="813677"/>
                  <a:pt x="1622934" y="816146"/>
                </a:cubicBezTo>
                <a:cubicBezTo>
                  <a:pt x="1623353" y="818616"/>
                  <a:pt x="1624043" y="820269"/>
                  <a:pt x="1625006" y="821106"/>
                </a:cubicBezTo>
                <a:cubicBezTo>
                  <a:pt x="1625969" y="821943"/>
                  <a:pt x="1627078" y="822362"/>
                  <a:pt x="1628334" y="822362"/>
                </a:cubicBezTo>
                <a:cubicBezTo>
                  <a:pt x="1629673" y="822362"/>
                  <a:pt x="1630845" y="822069"/>
                  <a:pt x="1631850" y="821483"/>
                </a:cubicBezTo>
                <a:cubicBezTo>
                  <a:pt x="1633608" y="820395"/>
                  <a:pt x="1636998" y="817339"/>
                  <a:pt x="1642021" y="812316"/>
                </a:cubicBezTo>
                <a:lnTo>
                  <a:pt x="1642021" y="819348"/>
                </a:lnTo>
                <a:cubicBezTo>
                  <a:pt x="1632645" y="831906"/>
                  <a:pt x="1623687" y="838184"/>
                  <a:pt x="1615148" y="838184"/>
                </a:cubicBezTo>
                <a:cubicBezTo>
                  <a:pt x="1611046" y="838184"/>
                  <a:pt x="1607781" y="836761"/>
                  <a:pt x="1605354" y="833915"/>
                </a:cubicBezTo>
                <a:cubicBezTo>
                  <a:pt x="1602926" y="831069"/>
                  <a:pt x="1601670" y="826213"/>
                  <a:pt x="1601586" y="819348"/>
                </a:cubicBezTo>
                <a:cubicBezTo>
                  <a:pt x="1589782" y="828473"/>
                  <a:pt x="1582374" y="833747"/>
                  <a:pt x="1579360" y="835171"/>
                </a:cubicBezTo>
                <a:cubicBezTo>
                  <a:pt x="1574839" y="837264"/>
                  <a:pt x="1570025" y="838310"/>
                  <a:pt x="1564919" y="838310"/>
                </a:cubicBezTo>
                <a:cubicBezTo>
                  <a:pt x="1556966" y="838310"/>
                  <a:pt x="1550415" y="835589"/>
                  <a:pt x="1545266" y="830148"/>
                </a:cubicBezTo>
                <a:cubicBezTo>
                  <a:pt x="1540118" y="824706"/>
                  <a:pt x="1537544" y="817548"/>
                  <a:pt x="1537544" y="808675"/>
                </a:cubicBezTo>
                <a:cubicBezTo>
                  <a:pt x="1537544" y="803066"/>
                  <a:pt x="1538800" y="798210"/>
                  <a:pt x="1541311" y="794108"/>
                </a:cubicBezTo>
                <a:cubicBezTo>
                  <a:pt x="1544743" y="788415"/>
                  <a:pt x="1550708" y="783057"/>
                  <a:pt x="1559205" y="778035"/>
                </a:cubicBezTo>
                <a:cubicBezTo>
                  <a:pt x="1567702" y="773012"/>
                  <a:pt x="1581829" y="766900"/>
                  <a:pt x="1601586" y="759701"/>
                </a:cubicBezTo>
                <a:lnTo>
                  <a:pt x="1601586" y="755180"/>
                </a:lnTo>
                <a:cubicBezTo>
                  <a:pt x="1601586" y="743711"/>
                  <a:pt x="1599765" y="735842"/>
                  <a:pt x="1596124" y="731572"/>
                </a:cubicBezTo>
                <a:cubicBezTo>
                  <a:pt x="1592482" y="727303"/>
                  <a:pt x="1587187" y="725168"/>
                  <a:pt x="1580239" y="725168"/>
                </a:cubicBezTo>
                <a:cubicBezTo>
                  <a:pt x="1574965" y="725168"/>
                  <a:pt x="1570779" y="726591"/>
                  <a:pt x="1567681" y="729438"/>
                </a:cubicBezTo>
                <a:cubicBezTo>
                  <a:pt x="1564501" y="732284"/>
                  <a:pt x="1562910" y="735549"/>
                  <a:pt x="1562910" y="739232"/>
                </a:cubicBezTo>
                <a:lnTo>
                  <a:pt x="1563161" y="746516"/>
                </a:lnTo>
                <a:cubicBezTo>
                  <a:pt x="1563161" y="750366"/>
                  <a:pt x="1562177" y="753338"/>
                  <a:pt x="1560210" y="755431"/>
                </a:cubicBezTo>
                <a:cubicBezTo>
                  <a:pt x="1558243" y="757524"/>
                  <a:pt x="1555668" y="758571"/>
                  <a:pt x="1552487" y="758571"/>
                </a:cubicBezTo>
                <a:cubicBezTo>
                  <a:pt x="1549390" y="758571"/>
                  <a:pt x="1546857" y="757482"/>
                  <a:pt x="1544890" y="755306"/>
                </a:cubicBezTo>
                <a:cubicBezTo>
                  <a:pt x="1542923" y="753129"/>
                  <a:pt x="1541939" y="750157"/>
                  <a:pt x="1541939" y="746390"/>
                </a:cubicBezTo>
                <a:cubicBezTo>
                  <a:pt x="1541939" y="739190"/>
                  <a:pt x="1545622" y="732577"/>
                  <a:pt x="1552989" y="726549"/>
                </a:cubicBezTo>
                <a:cubicBezTo>
                  <a:pt x="1560356" y="720522"/>
                  <a:pt x="1570695" y="717508"/>
                  <a:pt x="1584006" y="717508"/>
                </a:cubicBezTo>
                <a:close/>
                <a:moveTo>
                  <a:pt x="1288568" y="717508"/>
                </a:moveTo>
                <a:lnTo>
                  <a:pt x="1293842" y="717508"/>
                </a:lnTo>
                <a:lnTo>
                  <a:pt x="1293842" y="743376"/>
                </a:lnTo>
                <a:cubicBezTo>
                  <a:pt x="1303470" y="726131"/>
                  <a:pt x="1313348" y="717508"/>
                  <a:pt x="1323478" y="717508"/>
                </a:cubicBezTo>
                <a:cubicBezTo>
                  <a:pt x="1328082" y="717508"/>
                  <a:pt x="1331891" y="718910"/>
                  <a:pt x="1334905" y="721715"/>
                </a:cubicBezTo>
                <a:cubicBezTo>
                  <a:pt x="1337919" y="724519"/>
                  <a:pt x="1339426" y="727763"/>
                  <a:pt x="1339426" y="731447"/>
                </a:cubicBezTo>
                <a:cubicBezTo>
                  <a:pt x="1339426" y="734712"/>
                  <a:pt x="1338337" y="737474"/>
                  <a:pt x="1336161" y="739735"/>
                </a:cubicBezTo>
                <a:cubicBezTo>
                  <a:pt x="1333984" y="741995"/>
                  <a:pt x="1331389" y="743125"/>
                  <a:pt x="1328375" y="743125"/>
                </a:cubicBezTo>
                <a:cubicBezTo>
                  <a:pt x="1325445" y="743125"/>
                  <a:pt x="1322159" y="741681"/>
                  <a:pt x="1318518" y="738793"/>
                </a:cubicBezTo>
                <a:cubicBezTo>
                  <a:pt x="1314876" y="735905"/>
                  <a:pt x="1312176" y="734460"/>
                  <a:pt x="1310418" y="734460"/>
                </a:cubicBezTo>
                <a:cubicBezTo>
                  <a:pt x="1308911" y="734460"/>
                  <a:pt x="1307279" y="735298"/>
                  <a:pt x="1305521" y="736972"/>
                </a:cubicBezTo>
                <a:cubicBezTo>
                  <a:pt x="1301754" y="740404"/>
                  <a:pt x="1297861" y="746055"/>
                  <a:pt x="1293842" y="753924"/>
                </a:cubicBezTo>
                <a:lnTo>
                  <a:pt x="1293842" y="809051"/>
                </a:lnTo>
                <a:cubicBezTo>
                  <a:pt x="1293842" y="815414"/>
                  <a:pt x="1294638" y="820227"/>
                  <a:pt x="1296228" y="823492"/>
                </a:cubicBezTo>
                <a:cubicBezTo>
                  <a:pt x="1297317" y="825753"/>
                  <a:pt x="1299242" y="827636"/>
                  <a:pt x="1302005" y="829143"/>
                </a:cubicBezTo>
                <a:cubicBezTo>
                  <a:pt x="1304767" y="830650"/>
                  <a:pt x="1308744" y="831403"/>
                  <a:pt x="1313934" y="831403"/>
                </a:cubicBezTo>
                <a:lnTo>
                  <a:pt x="1313934" y="835924"/>
                </a:lnTo>
                <a:lnTo>
                  <a:pt x="1255040" y="835924"/>
                </a:lnTo>
                <a:lnTo>
                  <a:pt x="1255040" y="831403"/>
                </a:lnTo>
                <a:cubicBezTo>
                  <a:pt x="1260900" y="831403"/>
                  <a:pt x="1265253" y="830483"/>
                  <a:pt x="1268100" y="828641"/>
                </a:cubicBezTo>
                <a:cubicBezTo>
                  <a:pt x="1270193" y="827301"/>
                  <a:pt x="1271658" y="825167"/>
                  <a:pt x="1272495" y="822237"/>
                </a:cubicBezTo>
                <a:cubicBezTo>
                  <a:pt x="1272913" y="820813"/>
                  <a:pt x="1273123" y="816753"/>
                  <a:pt x="1273123" y="810056"/>
                </a:cubicBezTo>
                <a:lnTo>
                  <a:pt x="1273123" y="765477"/>
                </a:lnTo>
                <a:cubicBezTo>
                  <a:pt x="1273123" y="752083"/>
                  <a:pt x="1272851" y="744109"/>
                  <a:pt x="1272306" y="741555"/>
                </a:cubicBezTo>
                <a:cubicBezTo>
                  <a:pt x="1271762" y="739002"/>
                  <a:pt x="1270758" y="737139"/>
                  <a:pt x="1269293" y="735967"/>
                </a:cubicBezTo>
                <a:cubicBezTo>
                  <a:pt x="1267828" y="734795"/>
                  <a:pt x="1266007" y="734209"/>
                  <a:pt x="1263830" y="734209"/>
                </a:cubicBezTo>
                <a:cubicBezTo>
                  <a:pt x="1261235" y="734209"/>
                  <a:pt x="1258305" y="734837"/>
                  <a:pt x="1255040" y="736093"/>
                </a:cubicBezTo>
                <a:lnTo>
                  <a:pt x="1253784" y="731572"/>
                </a:lnTo>
                <a:close/>
                <a:moveTo>
                  <a:pt x="1002981" y="717508"/>
                </a:moveTo>
                <a:cubicBezTo>
                  <a:pt x="1013194" y="717508"/>
                  <a:pt x="1021566" y="719224"/>
                  <a:pt x="1028096" y="722657"/>
                </a:cubicBezTo>
                <a:cubicBezTo>
                  <a:pt x="1033035" y="725252"/>
                  <a:pt x="1036677" y="729312"/>
                  <a:pt x="1039021" y="734837"/>
                </a:cubicBezTo>
                <a:cubicBezTo>
                  <a:pt x="1040528" y="738437"/>
                  <a:pt x="1041281" y="745804"/>
                  <a:pt x="1041281" y="756938"/>
                </a:cubicBezTo>
                <a:lnTo>
                  <a:pt x="1041281" y="795992"/>
                </a:lnTo>
                <a:cubicBezTo>
                  <a:pt x="1041281" y="806958"/>
                  <a:pt x="1041490" y="813677"/>
                  <a:pt x="1041909" y="816146"/>
                </a:cubicBezTo>
                <a:cubicBezTo>
                  <a:pt x="1042327" y="818616"/>
                  <a:pt x="1043018" y="820269"/>
                  <a:pt x="1043981" y="821106"/>
                </a:cubicBezTo>
                <a:cubicBezTo>
                  <a:pt x="1044944" y="821943"/>
                  <a:pt x="1046053" y="822362"/>
                  <a:pt x="1047309" y="822362"/>
                </a:cubicBezTo>
                <a:cubicBezTo>
                  <a:pt x="1048648" y="822362"/>
                  <a:pt x="1049820" y="822069"/>
                  <a:pt x="1050825" y="821483"/>
                </a:cubicBezTo>
                <a:cubicBezTo>
                  <a:pt x="1052583" y="820395"/>
                  <a:pt x="1055973" y="817339"/>
                  <a:pt x="1060996" y="812316"/>
                </a:cubicBezTo>
                <a:lnTo>
                  <a:pt x="1060996" y="819348"/>
                </a:lnTo>
                <a:cubicBezTo>
                  <a:pt x="1051620" y="831906"/>
                  <a:pt x="1042662" y="838184"/>
                  <a:pt x="1034123" y="838184"/>
                </a:cubicBezTo>
                <a:cubicBezTo>
                  <a:pt x="1030021" y="838184"/>
                  <a:pt x="1026756" y="836761"/>
                  <a:pt x="1024329" y="833915"/>
                </a:cubicBezTo>
                <a:cubicBezTo>
                  <a:pt x="1021901" y="831069"/>
                  <a:pt x="1020645" y="826213"/>
                  <a:pt x="1020561" y="819348"/>
                </a:cubicBezTo>
                <a:cubicBezTo>
                  <a:pt x="1008757" y="828473"/>
                  <a:pt x="1001349" y="833747"/>
                  <a:pt x="998335" y="835171"/>
                </a:cubicBezTo>
                <a:cubicBezTo>
                  <a:pt x="993814" y="837264"/>
                  <a:pt x="989000" y="838310"/>
                  <a:pt x="983894" y="838310"/>
                </a:cubicBezTo>
                <a:cubicBezTo>
                  <a:pt x="975941" y="838310"/>
                  <a:pt x="969390" y="835589"/>
                  <a:pt x="964241" y="830148"/>
                </a:cubicBezTo>
                <a:cubicBezTo>
                  <a:pt x="959093" y="824706"/>
                  <a:pt x="956519" y="817548"/>
                  <a:pt x="956519" y="808675"/>
                </a:cubicBezTo>
                <a:cubicBezTo>
                  <a:pt x="956519" y="803066"/>
                  <a:pt x="957775" y="798210"/>
                  <a:pt x="960286" y="794108"/>
                </a:cubicBezTo>
                <a:cubicBezTo>
                  <a:pt x="963718" y="788415"/>
                  <a:pt x="969683" y="783057"/>
                  <a:pt x="978180" y="778035"/>
                </a:cubicBezTo>
                <a:cubicBezTo>
                  <a:pt x="986677" y="773012"/>
                  <a:pt x="1000804" y="766900"/>
                  <a:pt x="1020561" y="759701"/>
                </a:cubicBezTo>
                <a:lnTo>
                  <a:pt x="1020561" y="755180"/>
                </a:lnTo>
                <a:cubicBezTo>
                  <a:pt x="1020561" y="743711"/>
                  <a:pt x="1018741" y="735842"/>
                  <a:pt x="1015099" y="731572"/>
                </a:cubicBezTo>
                <a:cubicBezTo>
                  <a:pt x="1011457" y="727303"/>
                  <a:pt x="1006162" y="725168"/>
                  <a:pt x="999214" y="725168"/>
                </a:cubicBezTo>
                <a:cubicBezTo>
                  <a:pt x="993940" y="725168"/>
                  <a:pt x="989754" y="726591"/>
                  <a:pt x="986656" y="729438"/>
                </a:cubicBezTo>
                <a:cubicBezTo>
                  <a:pt x="983475" y="732284"/>
                  <a:pt x="981885" y="735549"/>
                  <a:pt x="981885" y="739232"/>
                </a:cubicBezTo>
                <a:lnTo>
                  <a:pt x="982136" y="746516"/>
                </a:lnTo>
                <a:cubicBezTo>
                  <a:pt x="982136" y="750366"/>
                  <a:pt x="981152" y="753338"/>
                  <a:pt x="979185" y="755431"/>
                </a:cubicBezTo>
                <a:cubicBezTo>
                  <a:pt x="977217" y="757524"/>
                  <a:pt x="974643" y="758571"/>
                  <a:pt x="971462" y="758571"/>
                </a:cubicBezTo>
                <a:cubicBezTo>
                  <a:pt x="968364" y="758571"/>
                  <a:pt x="965832" y="757482"/>
                  <a:pt x="963865" y="755306"/>
                </a:cubicBezTo>
                <a:cubicBezTo>
                  <a:pt x="961897" y="753129"/>
                  <a:pt x="960914" y="750157"/>
                  <a:pt x="960914" y="746390"/>
                </a:cubicBezTo>
                <a:cubicBezTo>
                  <a:pt x="960914" y="739190"/>
                  <a:pt x="964597" y="732577"/>
                  <a:pt x="971964" y="726549"/>
                </a:cubicBezTo>
                <a:cubicBezTo>
                  <a:pt x="979331" y="720522"/>
                  <a:pt x="989670" y="717508"/>
                  <a:pt x="1002981" y="717508"/>
                </a:cubicBezTo>
                <a:close/>
                <a:moveTo>
                  <a:pt x="366169" y="717508"/>
                </a:moveTo>
                <a:cubicBezTo>
                  <a:pt x="370689" y="717508"/>
                  <a:pt x="376173" y="718471"/>
                  <a:pt x="382619" y="720396"/>
                </a:cubicBezTo>
                <a:cubicBezTo>
                  <a:pt x="386888" y="721652"/>
                  <a:pt x="389735" y="722280"/>
                  <a:pt x="391158" y="722280"/>
                </a:cubicBezTo>
                <a:cubicBezTo>
                  <a:pt x="392497" y="722280"/>
                  <a:pt x="393544" y="721987"/>
                  <a:pt x="394297" y="721401"/>
                </a:cubicBezTo>
                <a:cubicBezTo>
                  <a:pt x="395051" y="720815"/>
                  <a:pt x="395930" y="719517"/>
                  <a:pt x="396934" y="717508"/>
                </a:cubicBezTo>
                <a:lnTo>
                  <a:pt x="401078" y="717508"/>
                </a:lnTo>
                <a:lnTo>
                  <a:pt x="401078" y="756687"/>
                </a:lnTo>
                <a:lnTo>
                  <a:pt x="396934" y="756687"/>
                </a:lnTo>
                <a:cubicBezTo>
                  <a:pt x="393753" y="744381"/>
                  <a:pt x="389672" y="736009"/>
                  <a:pt x="384691" y="731572"/>
                </a:cubicBezTo>
                <a:cubicBezTo>
                  <a:pt x="379710" y="727135"/>
                  <a:pt x="373368" y="724917"/>
                  <a:pt x="365666" y="724917"/>
                </a:cubicBezTo>
                <a:cubicBezTo>
                  <a:pt x="359806" y="724917"/>
                  <a:pt x="355076" y="726466"/>
                  <a:pt x="351477" y="729563"/>
                </a:cubicBezTo>
                <a:cubicBezTo>
                  <a:pt x="347877" y="732661"/>
                  <a:pt x="346077" y="736093"/>
                  <a:pt x="346077" y="739860"/>
                </a:cubicBezTo>
                <a:cubicBezTo>
                  <a:pt x="346077" y="744548"/>
                  <a:pt x="347416" y="748567"/>
                  <a:pt x="350095" y="751915"/>
                </a:cubicBezTo>
                <a:cubicBezTo>
                  <a:pt x="352690" y="755348"/>
                  <a:pt x="357964" y="758989"/>
                  <a:pt x="365917" y="762840"/>
                </a:cubicBezTo>
                <a:lnTo>
                  <a:pt x="384251" y="771756"/>
                </a:lnTo>
                <a:cubicBezTo>
                  <a:pt x="401246" y="780044"/>
                  <a:pt x="409743" y="790969"/>
                  <a:pt x="409743" y="804531"/>
                </a:cubicBezTo>
                <a:cubicBezTo>
                  <a:pt x="409743" y="814995"/>
                  <a:pt x="405787" y="823429"/>
                  <a:pt x="397876" y="829834"/>
                </a:cubicBezTo>
                <a:cubicBezTo>
                  <a:pt x="389965" y="836238"/>
                  <a:pt x="381112" y="839440"/>
                  <a:pt x="371317" y="839440"/>
                </a:cubicBezTo>
                <a:cubicBezTo>
                  <a:pt x="364285" y="839440"/>
                  <a:pt x="356248" y="838184"/>
                  <a:pt x="347207" y="835673"/>
                </a:cubicBezTo>
                <a:cubicBezTo>
                  <a:pt x="344444" y="834836"/>
                  <a:pt x="342184" y="834417"/>
                  <a:pt x="340426" y="834417"/>
                </a:cubicBezTo>
                <a:cubicBezTo>
                  <a:pt x="338501" y="834417"/>
                  <a:pt x="336994" y="835505"/>
                  <a:pt x="335906" y="837682"/>
                </a:cubicBezTo>
                <a:lnTo>
                  <a:pt x="331762" y="837682"/>
                </a:lnTo>
                <a:lnTo>
                  <a:pt x="331762" y="796619"/>
                </a:lnTo>
                <a:lnTo>
                  <a:pt x="335906" y="796619"/>
                </a:lnTo>
                <a:cubicBezTo>
                  <a:pt x="338249" y="808340"/>
                  <a:pt x="342728" y="817172"/>
                  <a:pt x="349342" y="823116"/>
                </a:cubicBezTo>
                <a:cubicBezTo>
                  <a:pt x="355955" y="829059"/>
                  <a:pt x="363364" y="832031"/>
                  <a:pt x="371568" y="832031"/>
                </a:cubicBezTo>
                <a:cubicBezTo>
                  <a:pt x="377345" y="832031"/>
                  <a:pt x="382054" y="830336"/>
                  <a:pt x="385695" y="826946"/>
                </a:cubicBezTo>
                <a:cubicBezTo>
                  <a:pt x="389337" y="823555"/>
                  <a:pt x="391158" y="819474"/>
                  <a:pt x="391158" y="814702"/>
                </a:cubicBezTo>
                <a:cubicBezTo>
                  <a:pt x="391158" y="808926"/>
                  <a:pt x="389128" y="804070"/>
                  <a:pt x="385068" y="800136"/>
                </a:cubicBezTo>
                <a:cubicBezTo>
                  <a:pt x="381007" y="796201"/>
                  <a:pt x="372908" y="791220"/>
                  <a:pt x="360769" y="785192"/>
                </a:cubicBezTo>
                <a:cubicBezTo>
                  <a:pt x="348630" y="779165"/>
                  <a:pt x="340677" y="773723"/>
                  <a:pt x="336910" y="768868"/>
                </a:cubicBezTo>
                <a:cubicBezTo>
                  <a:pt x="333143" y="764096"/>
                  <a:pt x="331259" y="758068"/>
                  <a:pt x="331259" y="750785"/>
                </a:cubicBezTo>
                <a:cubicBezTo>
                  <a:pt x="331259" y="741325"/>
                  <a:pt x="334503" y="733414"/>
                  <a:pt x="340991" y="727052"/>
                </a:cubicBezTo>
                <a:cubicBezTo>
                  <a:pt x="347479" y="720689"/>
                  <a:pt x="355872" y="717508"/>
                  <a:pt x="366169" y="717508"/>
                </a:cubicBezTo>
                <a:close/>
                <a:moveTo>
                  <a:pt x="11325587" y="717382"/>
                </a:moveTo>
                <a:cubicBezTo>
                  <a:pt x="11338479" y="717382"/>
                  <a:pt x="11349069" y="721631"/>
                  <a:pt x="11357357" y="730128"/>
                </a:cubicBezTo>
                <a:cubicBezTo>
                  <a:pt x="11365645" y="738625"/>
                  <a:pt x="11369789" y="749990"/>
                  <a:pt x="11369789" y="764221"/>
                </a:cubicBezTo>
                <a:lnTo>
                  <a:pt x="11290301" y="764221"/>
                </a:lnTo>
                <a:cubicBezTo>
                  <a:pt x="11290217" y="781299"/>
                  <a:pt x="11294361" y="794694"/>
                  <a:pt x="11302733" y="804405"/>
                </a:cubicBezTo>
                <a:cubicBezTo>
                  <a:pt x="11311104" y="814116"/>
                  <a:pt x="11320941" y="818972"/>
                  <a:pt x="11332242" y="818972"/>
                </a:cubicBezTo>
                <a:cubicBezTo>
                  <a:pt x="11339777" y="818972"/>
                  <a:pt x="11346328" y="816900"/>
                  <a:pt x="11351895" y="812756"/>
                </a:cubicBezTo>
                <a:cubicBezTo>
                  <a:pt x="11357462" y="808612"/>
                  <a:pt x="11362129" y="801517"/>
                  <a:pt x="11365896" y="791471"/>
                </a:cubicBezTo>
                <a:lnTo>
                  <a:pt x="11369789" y="793982"/>
                </a:lnTo>
                <a:cubicBezTo>
                  <a:pt x="11368031" y="805451"/>
                  <a:pt x="11362924" y="815895"/>
                  <a:pt x="11354469" y="825313"/>
                </a:cubicBezTo>
                <a:cubicBezTo>
                  <a:pt x="11346014" y="834731"/>
                  <a:pt x="11335424" y="839440"/>
                  <a:pt x="11322699" y="839440"/>
                </a:cubicBezTo>
                <a:cubicBezTo>
                  <a:pt x="11308886" y="839440"/>
                  <a:pt x="11297061" y="834061"/>
                  <a:pt x="11287224" y="823304"/>
                </a:cubicBezTo>
                <a:cubicBezTo>
                  <a:pt x="11277388" y="812546"/>
                  <a:pt x="11272469" y="798084"/>
                  <a:pt x="11272469" y="779918"/>
                </a:cubicBezTo>
                <a:cubicBezTo>
                  <a:pt x="11272469" y="760245"/>
                  <a:pt x="11277513" y="744904"/>
                  <a:pt x="11287601" y="733895"/>
                </a:cubicBezTo>
                <a:cubicBezTo>
                  <a:pt x="11297689" y="722887"/>
                  <a:pt x="11310351" y="717382"/>
                  <a:pt x="11325587" y="717382"/>
                </a:cubicBezTo>
                <a:close/>
                <a:moveTo>
                  <a:pt x="9601562" y="717382"/>
                </a:moveTo>
                <a:cubicBezTo>
                  <a:pt x="9614454" y="717382"/>
                  <a:pt x="9625044" y="721631"/>
                  <a:pt x="9633332" y="730128"/>
                </a:cubicBezTo>
                <a:cubicBezTo>
                  <a:pt x="9641620" y="738625"/>
                  <a:pt x="9645764" y="749990"/>
                  <a:pt x="9645764" y="764221"/>
                </a:cubicBezTo>
                <a:lnTo>
                  <a:pt x="9566276" y="764221"/>
                </a:lnTo>
                <a:cubicBezTo>
                  <a:pt x="9566192" y="781299"/>
                  <a:pt x="9570336" y="794694"/>
                  <a:pt x="9578708" y="804405"/>
                </a:cubicBezTo>
                <a:cubicBezTo>
                  <a:pt x="9587079" y="814116"/>
                  <a:pt x="9596916" y="818972"/>
                  <a:pt x="9608217" y="818972"/>
                </a:cubicBezTo>
                <a:cubicBezTo>
                  <a:pt x="9615752" y="818972"/>
                  <a:pt x="9622302" y="816900"/>
                  <a:pt x="9627870" y="812756"/>
                </a:cubicBezTo>
                <a:cubicBezTo>
                  <a:pt x="9633437" y="808612"/>
                  <a:pt x="9638104" y="801517"/>
                  <a:pt x="9641871" y="791471"/>
                </a:cubicBezTo>
                <a:lnTo>
                  <a:pt x="9645764" y="793982"/>
                </a:lnTo>
                <a:cubicBezTo>
                  <a:pt x="9644006" y="805451"/>
                  <a:pt x="9638899" y="815895"/>
                  <a:pt x="9630444" y="825313"/>
                </a:cubicBezTo>
                <a:cubicBezTo>
                  <a:pt x="9621988" y="834731"/>
                  <a:pt x="9611399" y="839440"/>
                  <a:pt x="9598674" y="839440"/>
                </a:cubicBezTo>
                <a:cubicBezTo>
                  <a:pt x="9584861" y="839440"/>
                  <a:pt x="9573036" y="834061"/>
                  <a:pt x="9563199" y="823304"/>
                </a:cubicBezTo>
                <a:cubicBezTo>
                  <a:pt x="9553362" y="812546"/>
                  <a:pt x="9548444" y="798084"/>
                  <a:pt x="9548444" y="779918"/>
                </a:cubicBezTo>
                <a:cubicBezTo>
                  <a:pt x="9548444" y="760245"/>
                  <a:pt x="9553488" y="744904"/>
                  <a:pt x="9563576" y="733895"/>
                </a:cubicBezTo>
                <a:cubicBezTo>
                  <a:pt x="9573664" y="722887"/>
                  <a:pt x="9586325" y="717382"/>
                  <a:pt x="9601562" y="717382"/>
                </a:cubicBezTo>
                <a:close/>
                <a:moveTo>
                  <a:pt x="8429988" y="717382"/>
                </a:moveTo>
                <a:cubicBezTo>
                  <a:pt x="8442879" y="717382"/>
                  <a:pt x="8453470" y="721631"/>
                  <a:pt x="8461758" y="730128"/>
                </a:cubicBezTo>
                <a:cubicBezTo>
                  <a:pt x="8470046" y="738625"/>
                  <a:pt x="8474190" y="749990"/>
                  <a:pt x="8474190" y="764221"/>
                </a:cubicBezTo>
                <a:lnTo>
                  <a:pt x="8394701" y="764221"/>
                </a:lnTo>
                <a:cubicBezTo>
                  <a:pt x="8394617" y="781299"/>
                  <a:pt x="8398761" y="794694"/>
                  <a:pt x="8407133" y="804405"/>
                </a:cubicBezTo>
                <a:cubicBezTo>
                  <a:pt x="8415504" y="814116"/>
                  <a:pt x="8425341" y="818972"/>
                  <a:pt x="8436643" y="818972"/>
                </a:cubicBezTo>
                <a:cubicBezTo>
                  <a:pt x="8444177" y="818972"/>
                  <a:pt x="8450728" y="816900"/>
                  <a:pt x="8456295" y="812756"/>
                </a:cubicBezTo>
                <a:cubicBezTo>
                  <a:pt x="8461862" y="808612"/>
                  <a:pt x="8466530" y="801517"/>
                  <a:pt x="8470297" y="791471"/>
                </a:cubicBezTo>
                <a:lnTo>
                  <a:pt x="8474190" y="793982"/>
                </a:lnTo>
                <a:cubicBezTo>
                  <a:pt x="8472432" y="805451"/>
                  <a:pt x="8467324" y="815895"/>
                  <a:pt x="8458870" y="825313"/>
                </a:cubicBezTo>
                <a:cubicBezTo>
                  <a:pt x="8450414" y="834731"/>
                  <a:pt x="8439824" y="839440"/>
                  <a:pt x="8427099" y="839440"/>
                </a:cubicBezTo>
                <a:cubicBezTo>
                  <a:pt x="8413286" y="839440"/>
                  <a:pt x="8401461" y="834061"/>
                  <a:pt x="8391625" y="823304"/>
                </a:cubicBezTo>
                <a:cubicBezTo>
                  <a:pt x="8381788" y="812546"/>
                  <a:pt x="8376870" y="798084"/>
                  <a:pt x="8376870" y="779918"/>
                </a:cubicBezTo>
                <a:cubicBezTo>
                  <a:pt x="8376870" y="760245"/>
                  <a:pt x="8381913" y="744904"/>
                  <a:pt x="8392002" y="733895"/>
                </a:cubicBezTo>
                <a:cubicBezTo>
                  <a:pt x="8402089" y="722887"/>
                  <a:pt x="8414751" y="717382"/>
                  <a:pt x="8429988" y="717382"/>
                </a:cubicBezTo>
                <a:close/>
                <a:moveTo>
                  <a:pt x="8229962" y="717382"/>
                </a:moveTo>
                <a:cubicBezTo>
                  <a:pt x="8242854" y="717382"/>
                  <a:pt x="8253444" y="721631"/>
                  <a:pt x="8261732" y="730128"/>
                </a:cubicBezTo>
                <a:cubicBezTo>
                  <a:pt x="8270020" y="738625"/>
                  <a:pt x="8274164" y="749990"/>
                  <a:pt x="8274164" y="764221"/>
                </a:cubicBezTo>
                <a:lnTo>
                  <a:pt x="8194676" y="764221"/>
                </a:lnTo>
                <a:cubicBezTo>
                  <a:pt x="8194592" y="781299"/>
                  <a:pt x="8198736" y="794694"/>
                  <a:pt x="8207108" y="804405"/>
                </a:cubicBezTo>
                <a:cubicBezTo>
                  <a:pt x="8215479" y="814116"/>
                  <a:pt x="8225316" y="818972"/>
                  <a:pt x="8236618" y="818972"/>
                </a:cubicBezTo>
                <a:cubicBezTo>
                  <a:pt x="8244152" y="818972"/>
                  <a:pt x="8250702" y="816900"/>
                  <a:pt x="8256270" y="812756"/>
                </a:cubicBezTo>
                <a:cubicBezTo>
                  <a:pt x="8261838" y="808612"/>
                  <a:pt x="8266504" y="801517"/>
                  <a:pt x="8270271" y="791471"/>
                </a:cubicBezTo>
                <a:lnTo>
                  <a:pt x="8274164" y="793982"/>
                </a:lnTo>
                <a:cubicBezTo>
                  <a:pt x="8272406" y="805451"/>
                  <a:pt x="8267298" y="815895"/>
                  <a:pt x="8258844" y="825313"/>
                </a:cubicBezTo>
                <a:cubicBezTo>
                  <a:pt x="8250388" y="834731"/>
                  <a:pt x="8239798" y="839440"/>
                  <a:pt x="8227074" y="839440"/>
                </a:cubicBezTo>
                <a:cubicBezTo>
                  <a:pt x="8213261" y="839440"/>
                  <a:pt x="8201436" y="834061"/>
                  <a:pt x="8191600" y="823304"/>
                </a:cubicBezTo>
                <a:cubicBezTo>
                  <a:pt x="8181762" y="812546"/>
                  <a:pt x="8176844" y="798084"/>
                  <a:pt x="8176844" y="779918"/>
                </a:cubicBezTo>
                <a:cubicBezTo>
                  <a:pt x="8176844" y="760245"/>
                  <a:pt x="8181888" y="744904"/>
                  <a:pt x="8191976" y="733895"/>
                </a:cubicBezTo>
                <a:cubicBezTo>
                  <a:pt x="8202064" y="722887"/>
                  <a:pt x="8214726" y="717382"/>
                  <a:pt x="8229962" y="717382"/>
                </a:cubicBezTo>
                <a:close/>
                <a:moveTo>
                  <a:pt x="7582262" y="717382"/>
                </a:moveTo>
                <a:cubicBezTo>
                  <a:pt x="7595155" y="717382"/>
                  <a:pt x="7605745" y="721631"/>
                  <a:pt x="7614032" y="730128"/>
                </a:cubicBezTo>
                <a:cubicBezTo>
                  <a:pt x="7622320" y="738625"/>
                  <a:pt x="7626464" y="749990"/>
                  <a:pt x="7626464" y="764221"/>
                </a:cubicBezTo>
                <a:lnTo>
                  <a:pt x="7546976" y="764221"/>
                </a:lnTo>
                <a:cubicBezTo>
                  <a:pt x="7546892" y="781299"/>
                  <a:pt x="7551036" y="794694"/>
                  <a:pt x="7559408" y="804405"/>
                </a:cubicBezTo>
                <a:cubicBezTo>
                  <a:pt x="7567779" y="814116"/>
                  <a:pt x="7577616" y="818972"/>
                  <a:pt x="7588918" y="818972"/>
                </a:cubicBezTo>
                <a:cubicBezTo>
                  <a:pt x="7596452" y="818972"/>
                  <a:pt x="7603003" y="816900"/>
                  <a:pt x="7608570" y="812756"/>
                </a:cubicBezTo>
                <a:cubicBezTo>
                  <a:pt x="7614137" y="808612"/>
                  <a:pt x="7618804" y="801517"/>
                  <a:pt x="7622571" y="791471"/>
                </a:cubicBezTo>
                <a:lnTo>
                  <a:pt x="7626464" y="793982"/>
                </a:lnTo>
                <a:cubicBezTo>
                  <a:pt x="7624706" y="805451"/>
                  <a:pt x="7619600" y="815895"/>
                  <a:pt x="7611144" y="825313"/>
                </a:cubicBezTo>
                <a:cubicBezTo>
                  <a:pt x="7602689" y="834731"/>
                  <a:pt x="7592099" y="839440"/>
                  <a:pt x="7579374" y="839440"/>
                </a:cubicBezTo>
                <a:cubicBezTo>
                  <a:pt x="7565561" y="839440"/>
                  <a:pt x="7553736" y="834061"/>
                  <a:pt x="7543900" y="823304"/>
                </a:cubicBezTo>
                <a:cubicBezTo>
                  <a:pt x="7534063" y="812546"/>
                  <a:pt x="7529145" y="798084"/>
                  <a:pt x="7529145" y="779918"/>
                </a:cubicBezTo>
                <a:cubicBezTo>
                  <a:pt x="7529145" y="760245"/>
                  <a:pt x="7534188" y="744904"/>
                  <a:pt x="7544276" y="733895"/>
                </a:cubicBezTo>
                <a:cubicBezTo>
                  <a:pt x="7554364" y="722887"/>
                  <a:pt x="7567026" y="717382"/>
                  <a:pt x="7582262" y="717382"/>
                </a:cubicBezTo>
                <a:close/>
                <a:moveTo>
                  <a:pt x="7467962" y="717382"/>
                </a:moveTo>
                <a:cubicBezTo>
                  <a:pt x="7480855" y="717382"/>
                  <a:pt x="7491445" y="721631"/>
                  <a:pt x="7499732" y="730128"/>
                </a:cubicBezTo>
                <a:cubicBezTo>
                  <a:pt x="7508020" y="738625"/>
                  <a:pt x="7512164" y="749990"/>
                  <a:pt x="7512164" y="764221"/>
                </a:cubicBezTo>
                <a:lnTo>
                  <a:pt x="7432676" y="764221"/>
                </a:lnTo>
                <a:cubicBezTo>
                  <a:pt x="7432592" y="781299"/>
                  <a:pt x="7436736" y="794694"/>
                  <a:pt x="7445108" y="804405"/>
                </a:cubicBezTo>
                <a:cubicBezTo>
                  <a:pt x="7453479" y="814116"/>
                  <a:pt x="7463316" y="818972"/>
                  <a:pt x="7474618" y="818972"/>
                </a:cubicBezTo>
                <a:cubicBezTo>
                  <a:pt x="7482152" y="818972"/>
                  <a:pt x="7488703" y="816900"/>
                  <a:pt x="7494270" y="812756"/>
                </a:cubicBezTo>
                <a:cubicBezTo>
                  <a:pt x="7499837" y="808612"/>
                  <a:pt x="7504504" y="801517"/>
                  <a:pt x="7508271" y="791471"/>
                </a:cubicBezTo>
                <a:lnTo>
                  <a:pt x="7512164" y="793982"/>
                </a:lnTo>
                <a:cubicBezTo>
                  <a:pt x="7510406" y="805451"/>
                  <a:pt x="7505300" y="815895"/>
                  <a:pt x="7496844" y="825313"/>
                </a:cubicBezTo>
                <a:cubicBezTo>
                  <a:pt x="7488389" y="834731"/>
                  <a:pt x="7477799" y="839440"/>
                  <a:pt x="7465074" y="839440"/>
                </a:cubicBezTo>
                <a:cubicBezTo>
                  <a:pt x="7451261" y="839440"/>
                  <a:pt x="7439436" y="834061"/>
                  <a:pt x="7429600" y="823304"/>
                </a:cubicBezTo>
                <a:cubicBezTo>
                  <a:pt x="7419763" y="812546"/>
                  <a:pt x="7414845" y="798084"/>
                  <a:pt x="7414845" y="779918"/>
                </a:cubicBezTo>
                <a:cubicBezTo>
                  <a:pt x="7414845" y="760245"/>
                  <a:pt x="7419888" y="744904"/>
                  <a:pt x="7429976" y="733895"/>
                </a:cubicBezTo>
                <a:cubicBezTo>
                  <a:pt x="7440064" y="722887"/>
                  <a:pt x="7452726" y="717382"/>
                  <a:pt x="7467962" y="717382"/>
                </a:cubicBezTo>
                <a:close/>
                <a:moveTo>
                  <a:pt x="7096487" y="717382"/>
                </a:moveTo>
                <a:cubicBezTo>
                  <a:pt x="7109380" y="717382"/>
                  <a:pt x="7119970" y="721631"/>
                  <a:pt x="7128257" y="730128"/>
                </a:cubicBezTo>
                <a:cubicBezTo>
                  <a:pt x="7136545" y="738625"/>
                  <a:pt x="7140689" y="749990"/>
                  <a:pt x="7140689" y="764221"/>
                </a:cubicBezTo>
                <a:lnTo>
                  <a:pt x="7061201" y="764221"/>
                </a:lnTo>
                <a:cubicBezTo>
                  <a:pt x="7061117" y="781299"/>
                  <a:pt x="7065261" y="794694"/>
                  <a:pt x="7073633" y="804405"/>
                </a:cubicBezTo>
                <a:cubicBezTo>
                  <a:pt x="7082004" y="814116"/>
                  <a:pt x="7091841" y="818972"/>
                  <a:pt x="7103143" y="818972"/>
                </a:cubicBezTo>
                <a:cubicBezTo>
                  <a:pt x="7110677" y="818972"/>
                  <a:pt x="7117228" y="816900"/>
                  <a:pt x="7122795" y="812756"/>
                </a:cubicBezTo>
                <a:cubicBezTo>
                  <a:pt x="7128362" y="808612"/>
                  <a:pt x="7133029" y="801517"/>
                  <a:pt x="7136796" y="791471"/>
                </a:cubicBezTo>
                <a:lnTo>
                  <a:pt x="7140689" y="793982"/>
                </a:lnTo>
                <a:cubicBezTo>
                  <a:pt x="7138931" y="805451"/>
                  <a:pt x="7133825" y="815895"/>
                  <a:pt x="7125369" y="825313"/>
                </a:cubicBezTo>
                <a:cubicBezTo>
                  <a:pt x="7116914" y="834731"/>
                  <a:pt x="7106324" y="839440"/>
                  <a:pt x="7093599" y="839440"/>
                </a:cubicBezTo>
                <a:cubicBezTo>
                  <a:pt x="7079786" y="839440"/>
                  <a:pt x="7067961" y="834061"/>
                  <a:pt x="7058125" y="823304"/>
                </a:cubicBezTo>
                <a:cubicBezTo>
                  <a:pt x="7048288" y="812546"/>
                  <a:pt x="7043370" y="798084"/>
                  <a:pt x="7043370" y="779918"/>
                </a:cubicBezTo>
                <a:cubicBezTo>
                  <a:pt x="7043370" y="760245"/>
                  <a:pt x="7048413" y="744904"/>
                  <a:pt x="7058501" y="733895"/>
                </a:cubicBezTo>
                <a:cubicBezTo>
                  <a:pt x="7068589" y="722887"/>
                  <a:pt x="7081251" y="717382"/>
                  <a:pt x="7096487" y="717382"/>
                </a:cubicBezTo>
                <a:close/>
                <a:moveTo>
                  <a:pt x="6753587" y="717382"/>
                </a:moveTo>
                <a:cubicBezTo>
                  <a:pt x="6766480" y="717382"/>
                  <a:pt x="6777070" y="721631"/>
                  <a:pt x="6785357" y="730128"/>
                </a:cubicBezTo>
                <a:cubicBezTo>
                  <a:pt x="6793645" y="738625"/>
                  <a:pt x="6797789" y="749990"/>
                  <a:pt x="6797789" y="764221"/>
                </a:cubicBezTo>
                <a:lnTo>
                  <a:pt x="6718301" y="764221"/>
                </a:lnTo>
                <a:cubicBezTo>
                  <a:pt x="6718217" y="781299"/>
                  <a:pt x="6722361" y="794694"/>
                  <a:pt x="6730733" y="804405"/>
                </a:cubicBezTo>
                <a:cubicBezTo>
                  <a:pt x="6739104" y="814116"/>
                  <a:pt x="6748941" y="818972"/>
                  <a:pt x="6760243" y="818972"/>
                </a:cubicBezTo>
                <a:cubicBezTo>
                  <a:pt x="6767777" y="818972"/>
                  <a:pt x="6774328" y="816900"/>
                  <a:pt x="6779895" y="812756"/>
                </a:cubicBezTo>
                <a:cubicBezTo>
                  <a:pt x="6785462" y="808612"/>
                  <a:pt x="6790129" y="801517"/>
                  <a:pt x="6793896" y="791471"/>
                </a:cubicBezTo>
                <a:lnTo>
                  <a:pt x="6797789" y="793982"/>
                </a:lnTo>
                <a:cubicBezTo>
                  <a:pt x="6796031" y="805451"/>
                  <a:pt x="6790925" y="815895"/>
                  <a:pt x="6782469" y="825313"/>
                </a:cubicBezTo>
                <a:cubicBezTo>
                  <a:pt x="6774014" y="834731"/>
                  <a:pt x="6763424" y="839440"/>
                  <a:pt x="6750699" y="839440"/>
                </a:cubicBezTo>
                <a:cubicBezTo>
                  <a:pt x="6736886" y="839440"/>
                  <a:pt x="6725061" y="834061"/>
                  <a:pt x="6715225" y="823304"/>
                </a:cubicBezTo>
                <a:cubicBezTo>
                  <a:pt x="6705388" y="812546"/>
                  <a:pt x="6700470" y="798084"/>
                  <a:pt x="6700470" y="779918"/>
                </a:cubicBezTo>
                <a:cubicBezTo>
                  <a:pt x="6700470" y="760245"/>
                  <a:pt x="6705513" y="744904"/>
                  <a:pt x="6715601" y="733895"/>
                </a:cubicBezTo>
                <a:cubicBezTo>
                  <a:pt x="6725689" y="722887"/>
                  <a:pt x="6738351" y="717382"/>
                  <a:pt x="6753587" y="717382"/>
                </a:cubicBezTo>
                <a:close/>
                <a:moveTo>
                  <a:pt x="5210537" y="717382"/>
                </a:moveTo>
                <a:cubicBezTo>
                  <a:pt x="5223430" y="717382"/>
                  <a:pt x="5234020" y="721631"/>
                  <a:pt x="5242307" y="730128"/>
                </a:cubicBezTo>
                <a:cubicBezTo>
                  <a:pt x="5250595" y="738625"/>
                  <a:pt x="5254739" y="749990"/>
                  <a:pt x="5254739" y="764221"/>
                </a:cubicBezTo>
                <a:lnTo>
                  <a:pt x="5175251" y="764221"/>
                </a:lnTo>
                <a:cubicBezTo>
                  <a:pt x="5175167" y="781299"/>
                  <a:pt x="5179311" y="794694"/>
                  <a:pt x="5187683" y="804405"/>
                </a:cubicBezTo>
                <a:cubicBezTo>
                  <a:pt x="5196054" y="814116"/>
                  <a:pt x="5205891" y="818972"/>
                  <a:pt x="5217193" y="818972"/>
                </a:cubicBezTo>
                <a:cubicBezTo>
                  <a:pt x="5224727" y="818972"/>
                  <a:pt x="5231278" y="816900"/>
                  <a:pt x="5236845" y="812756"/>
                </a:cubicBezTo>
                <a:cubicBezTo>
                  <a:pt x="5242412" y="808612"/>
                  <a:pt x="5247079" y="801517"/>
                  <a:pt x="5250846" y="791471"/>
                </a:cubicBezTo>
                <a:lnTo>
                  <a:pt x="5254739" y="793982"/>
                </a:lnTo>
                <a:cubicBezTo>
                  <a:pt x="5252981" y="805451"/>
                  <a:pt x="5247875" y="815895"/>
                  <a:pt x="5239419" y="825313"/>
                </a:cubicBezTo>
                <a:cubicBezTo>
                  <a:pt x="5230964" y="834731"/>
                  <a:pt x="5220374" y="839440"/>
                  <a:pt x="5207649" y="839440"/>
                </a:cubicBezTo>
                <a:cubicBezTo>
                  <a:pt x="5193836" y="839440"/>
                  <a:pt x="5182011" y="834061"/>
                  <a:pt x="5172175" y="823304"/>
                </a:cubicBezTo>
                <a:cubicBezTo>
                  <a:pt x="5162338" y="812546"/>
                  <a:pt x="5157420" y="798084"/>
                  <a:pt x="5157420" y="779918"/>
                </a:cubicBezTo>
                <a:cubicBezTo>
                  <a:pt x="5157420" y="760245"/>
                  <a:pt x="5162463" y="744904"/>
                  <a:pt x="5172551" y="733895"/>
                </a:cubicBezTo>
                <a:cubicBezTo>
                  <a:pt x="5182639" y="722887"/>
                  <a:pt x="5195301" y="717382"/>
                  <a:pt x="5210537" y="717382"/>
                </a:cubicBezTo>
                <a:close/>
                <a:moveTo>
                  <a:pt x="3229339" y="717382"/>
                </a:moveTo>
                <a:cubicBezTo>
                  <a:pt x="3242231" y="717382"/>
                  <a:pt x="3252821" y="721631"/>
                  <a:pt x="3261109" y="730128"/>
                </a:cubicBezTo>
                <a:cubicBezTo>
                  <a:pt x="3269397" y="738625"/>
                  <a:pt x="3273540" y="749990"/>
                  <a:pt x="3273540" y="764221"/>
                </a:cubicBezTo>
                <a:lnTo>
                  <a:pt x="3194053" y="764221"/>
                </a:lnTo>
                <a:cubicBezTo>
                  <a:pt x="3193969" y="781299"/>
                  <a:pt x="3198112" y="794694"/>
                  <a:pt x="3206484" y="804405"/>
                </a:cubicBezTo>
                <a:cubicBezTo>
                  <a:pt x="3214856" y="814116"/>
                  <a:pt x="3224692" y="818972"/>
                  <a:pt x="3235994" y="818972"/>
                </a:cubicBezTo>
                <a:cubicBezTo>
                  <a:pt x="3243528" y="818972"/>
                  <a:pt x="3250079" y="816900"/>
                  <a:pt x="3255646" y="812756"/>
                </a:cubicBezTo>
                <a:cubicBezTo>
                  <a:pt x="3261214" y="808612"/>
                  <a:pt x="3265880" y="801517"/>
                  <a:pt x="3269647" y="791471"/>
                </a:cubicBezTo>
                <a:lnTo>
                  <a:pt x="3273540" y="793982"/>
                </a:lnTo>
                <a:cubicBezTo>
                  <a:pt x="3271782" y="805451"/>
                  <a:pt x="3266676" y="815895"/>
                  <a:pt x="3258220" y="825313"/>
                </a:cubicBezTo>
                <a:cubicBezTo>
                  <a:pt x="3249765" y="834731"/>
                  <a:pt x="3239175" y="839440"/>
                  <a:pt x="3226450" y="839440"/>
                </a:cubicBezTo>
                <a:cubicBezTo>
                  <a:pt x="3212637" y="839440"/>
                  <a:pt x="3200812" y="834061"/>
                  <a:pt x="3190976" y="823304"/>
                </a:cubicBezTo>
                <a:cubicBezTo>
                  <a:pt x="3181139" y="812546"/>
                  <a:pt x="3176221" y="798084"/>
                  <a:pt x="3176221" y="779918"/>
                </a:cubicBezTo>
                <a:cubicBezTo>
                  <a:pt x="3176221" y="760245"/>
                  <a:pt x="3181264" y="744904"/>
                  <a:pt x="3191352" y="733895"/>
                </a:cubicBezTo>
                <a:cubicBezTo>
                  <a:pt x="3201440" y="722887"/>
                  <a:pt x="3214102" y="717382"/>
                  <a:pt x="3229339" y="717382"/>
                </a:cubicBezTo>
                <a:close/>
                <a:moveTo>
                  <a:pt x="1200513" y="717382"/>
                </a:moveTo>
                <a:cubicBezTo>
                  <a:pt x="1213405" y="717382"/>
                  <a:pt x="1223995" y="721631"/>
                  <a:pt x="1232283" y="730128"/>
                </a:cubicBezTo>
                <a:cubicBezTo>
                  <a:pt x="1240571" y="738625"/>
                  <a:pt x="1244715" y="749990"/>
                  <a:pt x="1244715" y="764221"/>
                </a:cubicBezTo>
                <a:lnTo>
                  <a:pt x="1165227" y="764221"/>
                </a:lnTo>
                <a:cubicBezTo>
                  <a:pt x="1165143" y="781299"/>
                  <a:pt x="1169287" y="794694"/>
                  <a:pt x="1177659" y="804405"/>
                </a:cubicBezTo>
                <a:cubicBezTo>
                  <a:pt x="1186030" y="814116"/>
                  <a:pt x="1195867" y="818972"/>
                  <a:pt x="1207169" y="818972"/>
                </a:cubicBezTo>
                <a:cubicBezTo>
                  <a:pt x="1214703" y="818972"/>
                  <a:pt x="1221254" y="816900"/>
                  <a:pt x="1226821" y="812756"/>
                </a:cubicBezTo>
                <a:cubicBezTo>
                  <a:pt x="1232388" y="808612"/>
                  <a:pt x="1237055" y="801517"/>
                  <a:pt x="1240822" y="791471"/>
                </a:cubicBezTo>
                <a:lnTo>
                  <a:pt x="1244715" y="793982"/>
                </a:lnTo>
                <a:cubicBezTo>
                  <a:pt x="1242957" y="805451"/>
                  <a:pt x="1237850" y="815895"/>
                  <a:pt x="1229395" y="825313"/>
                </a:cubicBezTo>
                <a:cubicBezTo>
                  <a:pt x="1220940" y="834731"/>
                  <a:pt x="1210350" y="839440"/>
                  <a:pt x="1197625" y="839440"/>
                </a:cubicBezTo>
                <a:cubicBezTo>
                  <a:pt x="1183812" y="839440"/>
                  <a:pt x="1171987" y="834061"/>
                  <a:pt x="1162150" y="823304"/>
                </a:cubicBezTo>
                <a:cubicBezTo>
                  <a:pt x="1152314" y="812546"/>
                  <a:pt x="1147396" y="798084"/>
                  <a:pt x="1147396" y="779918"/>
                </a:cubicBezTo>
                <a:cubicBezTo>
                  <a:pt x="1147396" y="760245"/>
                  <a:pt x="1152439" y="744904"/>
                  <a:pt x="1162527" y="733895"/>
                </a:cubicBezTo>
                <a:cubicBezTo>
                  <a:pt x="1172615" y="722887"/>
                  <a:pt x="1185277" y="717382"/>
                  <a:pt x="1200513" y="717382"/>
                </a:cubicBezTo>
                <a:close/>
                <a:moveTo>
                  <a:pt x="476613" y="717382"/>
                </a:moveTo>
                <a:cubicBezTo>
                  <a:pt x="489505" y="717382"/>
                  <a:pt x="500095" y="721631"/>
                  <a:pt x="508383" y="730128"/>
                </a:cubicBezTo>
                <a:cubicBezTo>
                  <a:pt x="516671" y="738625"/>
                  <a:pt x="520815" y="749990"/>
                  <a:pt x="520815" y="764221"/>
                </a:cubicBezTo>
                <a:lnTo>
                  <a:pt x="441327" y="764221"/>
                </a:lnTo>
                <a:cubicBezTo>
                  <a:pt x="441243" y="781299"/>
                  <a:pt x="445387" y="794694"/>
                  <a:pt x="453759" y="804405"/>
                </a:cubicBezTo>
                <a:cubicBezTo>
                  <a:pt x="462130" y="814116"/>
                  <a:pt x="471967" y="818972"/>
                  <a:pt x="483269" y="818972"/>
                </a:cubicBezTo>
                <a:cubicBezTo>
                  <a:pt x="490803" y="818972"/>
                  <a:pt x="497354" y="816900"/>
                  <a:pt x="502921" y="812756"/>
                </a:cubicBezTo>
                <a:cubicBezTo>
                  <a:pt x="508488" y="808612"/>
                  <a:pt x="513155" y="801517"/>
                  <a:pt x="516922" y="791471"/>
                </a:cubicBezTo>
                <a:lnTo>
                  <a:pt x="520815" y="793982"/>
                </a:lnTo>
                <a:cubicBezTo>
                  <a:pt x="519057" y="805451"/>
                  <a:pt x="513950" y="815895"/>
                  <a:pt x="505495" y="825313"/>
                </a:cubicBezTo>
                <a:cubicBezTo>
                  <a:pt x="497040" y="834731"/>
                  <a:pt x="486450" y="839440"/>
                  <a:pt x="473725" y="839440"/>
                </a:cubicBezTo>
                <a:cubicBezTo>
                  <a:pt x="459912" y="839440"/>
                  <a:pt x="448087" y="834061"/>
                  <a:pt x="438250" y="823304"/>
                </a:cubicBezTo>
                <a:cubicBezTo>
                  <a:pt x="428414" y="812546"/>
                  <a:pt x="423496" y="798084"/>
                  <a:pt x="423496" y="779918"/>
                </a:cubicBezTo>
                <a:cubicBezTo>
                  <a:pt x="423496" y="760245"/>
                  <a:pt x="428539" y="744904"/>
                  <a:pt x="438627" y="733895"/>
                </a:cubicBezTo>
                <a:cubicBezTo>
                  <a:pt x="448715" y="722887"/>
                  <a:pt x="461377" y="717382"/>
                  <a:pt x="476613" y="717382"/>
                </a:cubicBezTo>
                <a:close/>
                <a:moveTo>
                  <a:pt x="9938490" y="700807"/>
                </a:moveTo>
                <a:lnTo>
                  <a:pt x="9908855" y="769621"/>
                </a:lnTo>
                <a:lnTo>
                  <a:pt x="9967372" y="769621"/>
                </a:lnTo>
                <a:close/>
                <a:moveTo>
                  <a:pt x="2985242" y="700807"/>
                </a:moveTo>
                <a:lnTo>
                  <a:pt x="2955606" y="769621"/>
                </a:lnTo>
                <a:lnTo>
                  <a:pt x="3014123" y="769621"/>
                </a:lnTo>
                <a:close/>
                <a:moveTo>
                  <a:pt x="11090922" y="683101"/>
                </a:moveTo>
                <a:lnTo>
                  <a:pt x="11094815" y="683101"/>
                </a:lnTo>
                <a:lnTo>
                  <a:pt x="11094815" y="720898"/>
                </a:lnTo>
                <a:lnTo>
                  <a:pt x="11121688" y="720898"/>
                </a:lnTo>
                <a:lnTo>
                  <a:pt x="11121688" y="729689"/>
                </a:lnTo>
                <a:lnTo>
                  <a:pt x="11094815" y="729689"/>
                </a:lnTo>
                <a:lnTo>
                  <a:pt x="11094815" y="804279"/>
                </a:lnTo>
                <a:cubicBezTo>
                  <a:pt x="11094815" y="811730"/>
                  <a:pt x="11095882" y="816753"/>
                  <a:pt x="11098017" y="819348"/>
                </a:cubicBezTo>
                <a:cubicBezTo>
                  <a:pt x="11100152" y="821943"/>
                  <a:pt x="11102894" y="823241"/>
                  <a:pt x="11106242" y="823241"/>
                </a:cubicBezTo>
                <a:cubicBezTo>
                  <a:pt x="11109005" y="823241"/>
                  <a:pt x="11111684" y="822383"/>
                  <a:pt x="11114279" y="820667"/>
                </a:cubicBezTo>
                <a:cubicBezTo>
                  <a:pt x="11116874" y="818951"/>
                  <a:pt x="11118883" y="816418"/>
                  <a:pt x="11120307" y="813070"/>
                </a:cubicBezTo>
                <a:lnTo>
                  <a:pt x="11125204" y="813070"/>
                </a:lnTo>
                <a:cubicBezTo>
                  <a:pt x="11122274" y="821274"/>
                  <a:pt x="11118130" y="827448"/>
                  <a:pt x="11112772" y="831592"/>
                </a:cubicBezTo>
                <a:cubicBezTo>
                  <a:pt x="11107414" y="835736"/>
                  <a:pt x="11101889" y="837808"/>
                  <a:pt x="11096196" y="837808"/>
                </a:cubicBezTo>
                <a:cubicBezTo>
                  <a:pt x="11092345" y="837808"/>
                  <a:pt x="11088578" y="836740"/>
                  <a:pt x="11084895" y="834606"/>
                </a:cubicBezTo>
                <a:cubicBezTo>
                  <a:pt x="11081211" y="832471"/>
                  <a:pt x="11078491" y="829415"/>
                  <a:pt x="11076732" y="825439"/>
                </a:cubicBezTo>
                <a:cubicBezTo>
                  <a:pt x="11074974" y="821462"/>
                  <a:pt x="11074095" y="815330"/>
                  <a:pt x="11074095" y="807042"/>
                </a:cubicBezTo>
                <a:lnTo>
                  <a:pt x="11074095" y="729689"/>
                </a:lnTo>
                <a:lnTo>
                  <a:pt x="11055887" y="729689"/>
                </a:lnTo>
                <a:lnTo>
                  <a:pt x="11055887" y="725545"/>
                </a:lnTo>
                <a:cubicBezTo>
                  <a:pt x="11060492" y="723703"/>
                  <a:pt x="11065201" y="720585"/>
                  <a:pt x="11070014" y="716189"/>
                </a:cubicBezTo>
                <a:cubicBezTo>
                  <a:pt x="11074828" y="711794"/>
                  <a:pt x="11079118" y="706583"/>
                  <a:pt x="11082886" y="700556"/>
                </a:cubicBezTo>
                <a:cubicBezTo>
                  <a:pt x="11084811" y="697374"/>
                  <a:pt x="11087490" y="691556"/>
                  <a:pt x="11090922" y="683101"/>
                </a:cubicBezTo>
                <a:close/>
                <a:moveTo>
                  <a:pt x="10824222" y="683101"/>
                </a:moveTo>
                <a:lnTo>
                  <a:pt x="10828115" y="683101"/>
                </a:lnTo>
                <a:lnTo>
                  <a:pt x="10828115" y="720898"/>
                </a:lnTo>
                <a:lnTo>
                  <a:pt x="10854988" y="720898"/>
                </a:lnTo>
                <a:lnTo>
                  <a:pt x="10854988" y="729689"/>
                </a:lnTo>
                <a:lnTo>
                  <a:pt x="10828115" y="729689"/>
                </a:lnTo>
                <a:lnTo>
                  <a:pt x="10828115" y="804279"/>
                </a:lnTo>
                <a:cubicBezTo>
                  <a:pt x="10828115" y="811730"/>
                  <a:pt x="10829182" y="816753"/>
                  <a:pt x="10831317" y="819348"/>
                </a:cubicBezTo>
                <a:cubicBezTo>
                  <a:pt x="10833452" y="821943"/>
                  <a:pt x="10836194" y="823241"/>
                  <a:pt x="10839542" y="823241"/>
                </a:cubicBezTo>
                <a:cubicBezTo>
                  <a:pt x="10842305" y="823241"/>
                  <a:pt x="10844984" y="822383"/>
                  <a:pt x="10847579" y="820667"/>
                </a:cubicBezTo>
                <a:cubicBezTo>
                  <a:pt x="10850174" y="818951"/>
                  <a:pt x="10852183" y="816418"/>
                  <a:pt x="10853607" y="813070"/>
                </a:cubicBezTo>
                <a:lnTo>
                  <a:pt x="10858504" y="813070"/>
                </a:lnTo>
                <a:cubicBezTo>
                  <a:pt x="10855574" y="821274"/>
                  <a:pt x="10851430" y="827448"/>
                  <a:pt x="10846072" y="831592"/>
                </a:cubicBezTo>
                <a:cubicBezTo>
                  <a:pt x="10840714" y="835736"/>
                  <a:pt x="10835189" y="837808"/>
                  <a:pt x="10829496" y="837808"/>
                </a:cubicBezTo>
                <a:cubicBezTo>
                  <a:pt x="10825645" y="837808"/>
                  <a:pt x="10821878" y="836740"/>
                  <a:pt x="10818195" y="834606"/>
                </a:cubicBezTo>
                <a:cubicBezTo>
                  <a:pt x="10814511" y="832471"/>
                  <a:pt x="10811791" y="829415"/>
                  <a:pt x="10810032" y="825439"/>
                </a:cubicBezTo>
                <a:cubicBezTo>
                  <a:pt x="10808274" y="821462"/>
                  <a:pt x="10807395" y="815330"/>
                  <a:pt x="10807395" y="807042"/>
                </a:cubicBezTo>
                <a:lnTo>
                  <a:pt x="10807395" y="729689"/>
                </a:lnTo>
                <a:lnTo>
                  <a:pt x="10789187" y="729689"/>
                </a:lnTo>
                <a:lnTo>
                  <a:pt x="10789187" y="725545"/>
                </a:lnTo>
                <a:cubicBezTo>
                  <a:pt x="10793792" y="723703"/>
                  <a:pt x="10798501" y="720585"/>
                  <a:pt x="10803314" y="716189"/>
                </a:cubicBezTo>
                <a:cubicBezTo>
                  <a:pt x="10808128" y="711794"/>
                  <a:pt x="10812418" y="706583"/>
                  <a:pt x="10816186" y="700556"/>
                </a:cubicBezTo>
                <a:cubicBezTo>
                  <a:pt x="10818111" y="697374"/>
                  <a:pt x="10820790" y="691556"/>
                  <a:pt x="10824222" y="683101"/>
                </a:cubicBezTo>
                <a:close/>
                <a:moveTo>
                  <a:pt x="9347847" y="683101"/>
                </a:moveTo>
                <a:lnTo>
                  <a:pt x="9351740" y="683101"/>
                </a:lnTo>
                <a:lnTo>
                  <a:pt x="9351740" y="720898"/>
                </a:lnTo>
                <a:lnTo>
                  <a:pt x="9378613" y="720898"/>
                </a:lnTo>
                <a:lnTo>
                  <a:pt x="9378613" y="729689"/>
                </a:lnTo>
                <a:lnTo>
                  <a:pt x="9351740" y="729689"/>
                </a:lnTo>
                <a:lnTo>
                  <a:pt x="9351740" y="804279"/>
                </a:lnTo>
                <a:cubicBezTo>
                  <a:pt x="9351740" y="811730"/>
                  <a:pt x="9352807" y="816753"/>
                  <a:pt x="9354942" y="819348"/>
                </a:cubicBezTo>
                <a:cubicBezTo>
                  <a:pt x="9357077" y="821943"/>
                  <a:pt x="9359819" y="823241"/>
                  <a:pt x="9363167" y="823241"/>
                </a:cubicBezTo>
                <a:cubicBezTo>
                  <a:pt x="9365930" y="823241"/>
                  <a:pt x="9368609" y="822383"/>
                  <a:pt x="9371204" y="820667"/>
                </a:cubicBezTo>
                <a:cubicBezTo>
                  <a:pt x="9373799" y="818951"/>
                  <a:pt x="9375809" y="816418"/>
                  <a:pt x="9377232" y="813070"/>
                </a:cubicBezTo>
                <a:lnTo>
                  <a:pt x="9382129" y="813070"/>
                </a:lnTo>
                <a:cubicBezTo>
                  <a:pt x="9379198" y="821274"/>
                  <a:pt x="9375056" y="827448"/>
                  <a:pt x="9369697" y="831592"/>
                </a:cubicBezTo>
                <a:cubicBezTo>
                  <a:pt x="9364339" y="835736"/>
                  <a:pt x="9358814" y="837808"/>
                  <a:pt x="9353121" y="837808"/>
                </a:cubicBezTo>
                <a:cubicBezTo>
                  <a:pt x="9349270" y="837808"/>
                  <a:pt x="9345503" y="836740"/>
                  <a:pt x="9341820" y="834606"/>
                </a:cubicBezTo>
                <a:cubicBezTo>
                  <a:pt x="9338136" y="832471"/>
                  <a:pt x="9335416" y="829415"/>
                  <a:pt x="9333657" y="825439"/>
                </a:cubicBezTo>
                <a:cubicBezTo>
                  <a:pt x="9331899" y="821462"/>
                  <a:pt x="9331020" y="815330"/>
                  <a:pt x="9331020" y="807042"/>
                </a:cubicBezTo>
                <a:lnTo>
                  <a:pt x="9331020" y="729689"/>
                </a:lnTo>
                <a:lnTo>
                  <a:pt x="9312812" y="729689"/>
                </a:lnTo>
                <a:lnTo>
                  <a:pt x="9312812" y="725545"/>
                </a:lnTo>
                <a:cubicBezTo>
                  <a:pt x="9317416" y="723703"/>
                  <a:pt x="9322126" y="720585"/>
                  <a:pt x="9326939" y="716189"/>
                </a:cubicBezTo>
                <a:cubicBezTo>
                  <a:pt x="9331753" y="711794"/>
                  <a:pt x="9336043" y="706583"/>
                  <a:pt x="9339811" y="700556"/>
                </a:cubicBezTo>
                <a:cubicBezTo>
                  <a:pt x="9341736" y="697374"/>
                  <a:pt x="9344416" y="691556"/>
                  <a:pt x="9347847" y="683101"/>
                </a:cubicBezTo>
                <a:close/>
                <a:moveTo>
                  <a:pt x="8652523" y="683101"/>
                </a:moveTo>
                <a:lnTo>
                  <a:pt x="8656416" y="683101"/>
                </a:lnTo>
                <a:lnTo>
                  <a:pt x="8656416" y="720898"/>
                </a:lnTo>
                <a:lnTo>
                  <a:pt x="8683288" y="720898"/>
                </a:lnTo>
                <a:lnTo>
                  <a:pt x="8683288" y="729689"/>
                </a:lnTo>
                <a:lnTo>
                  <a:pt x="8656416" y="729689"/>
                </a:lnTo>
                <a:lnTo>
                  <a:pt x="8656416" y="804279"/>
                </a:lnTo>
                <a:cubicBezTo>
                  <a:pt x="8656416" y="811730"/>
                  <a:pt x="8657483" y="816753"/>
                  <a:pt x="8659618" y="819348"/>
                </a:cubicBezTo>
                <a:cubicBezTo>
                  <a:pt x="8661753" y="821943"/>
                  <a:pt x="8664494" y="823241"/>
                  <a:pt x="8667843" y="823241"/>
                </a:cubicBezTo>
                <a:cubicBezTo>
                  <a:pt x="8670606" y="823241"/>
                  <a:pt x="8673284" y="822383"/>
                  <a:pt x="8675880" y="820667"/>
                </a:cubicBezTo>
                <a:cubicBezTo>
                  <a:pt x="8678474" y="818951"/>
                  <a:pt x="8680483" y="816418"/>
                  <a:pt x="8681907" y="813070"/>
                </a:cubicBezTo>
                <a:lnTo>
                  <a:pt x="8686805" y="813070"/>
                </a:lnTo>
                <a:cubicBezTo>
                  <a:pt x="8683874" y="821274"/>
                  <a:pt x="8679730" y="827448"/>
                  <a:pt x="8674373" y="831592"/>
                </a:cubicBezTo>
                <a:cubicBezTo>
                  <a:pt x="8669014" y="835736"/>
                  <a:pt x="8663489" y="837808"/>
                  <a:pt x="8657797" y="837808"/>
                </a:cubicBezTo>
                <a:cubicBezTo>
                  <a:pt x="8653945" y="837808"/>
                  <a:pt x="8650178" y="836740"/>
                  <a:pt x="8646495" y="834606"/>
                </a:cubicBezTo>
                <a:cubicBezTo>
                  <a:pt x="8642811" y="832471"/>
                  <a:pt x="8640091" y="829415"/>
                  <a:pt x="8638333" y="825439"/>
                </a:cubicBezTo>
                <a:cubicBezTo>
                  <a:pt x="8636575" y="821462"/>
                  <a:pt x="8635696" y="815330"/>
                  <a:pt x="8635696" y="807042"/>
                </a:cubicBezTo>
                <a:lnTo>
                  <a:pt x="8635696" y="729689"/>
                </a:lnTo>
                <a:lnTo>
                  <a:pt x="8617488" y="729689"/>
                </a:lnTo>
                <a:lnTo>
                  <a:pt x="8617488" y="725545"/>
                </a:lnTo>
                <a:cubicBezTo>
                  <a:pt x="8622092" y="723703"/>
                  <a:pt x="8626801" y="720585"/>
                  <a:pt x="8631615" y="716189"/>
                </a:cubicBezTo>
                <a:cubicBezTo>
                  <a:pt x="8636428" y="711794"/>
                  <a:pt x="8640719" y="706583"/>
                  <a:pt x="8644486" y="700556"/>
                </a:cubicBezTo>
                <a:cubicBezTo>
                  <a:pt x="8646411" y="697374"/>
                  <a:pt x="8649090" y="691556"/>
                  <a:pt x="8652523" y="683101"/>
                </a:cubicBezTo>
                <a:close/>
                <a:moveTo>
                  <a:pt x="7185673" y="683101"/>
                </a:moveTo>
                <a:lnTo>
                  <a:pt x="7189565" y="683101"/>
                </a:lnTo>
                <a:lnTo>
                  <a:pt x="7189565" y="720898"/>
                </a:lnTo>
                <a:lnTo>
                  <a:pt x="7216438" y="720898"/>
                </a:lnTo>
                <a:lnTo>
                  <a:pt x="7216438" y="729689"/>
                </a:lnTo>
                <a:lnTo>
                  <a:pt x="7189565" y="729689"/>
                </a:lnTo>
                <a:lnTo>
                  <a:pt x="7189565" y="804279"/>
                </a:lnTo>
                <a:cubicBezTo>
                  <a:pt x="7189565" y="811730"/>
                  <a:pt x="7190633" y="816753"/>
                  <a:pt x="7192767" y="819348"/>
                </a:cubicBezTo>
                <a:cubicBezTo>
                  <a:pt x="7194902" y="821943"/>
                  <a:pt x="7197644" y="823241"/>
                  <a:pt x="7200993" y="823241"/>
                </a:cubicBezTo>
                <a:cubicBezTo>
                  <a:pt x="7203755" y="823241"/>
                  <a:pt x="7206434" y="822383"/>
                  <a:pt x="7209029" y="820667"/>
                </a:cubicBezTo>
                <a:cubicBezTo>
                  <a:pt x="7211624" y="818951"/>
                  <a:pt x="7213634" y="816418"/>
                  <a:pt x="7215057" y="813070"/>
                </a:cubicBezTo>
                <a:lnTo>
                  <a:pt x="7219954" y="813070"/>
                </a:lnTo>
                <a:cubicBezTo>
                  <a:pt x="7217024" y="821274"/>
                  <a:pt x="7212880" y="827448"/>
                  <a:pt x="7207522" y="831592"/>
                </a:cubicBezTo>
                <a:cubicBezTo>
                  <a:pt x="7202165" y="835736"/>
                  <a:pt x="7196639" y="837808"/>
                  <a:pt x="7190947" y="837808"/>
                </a:cubicBezTo>
                <a:cubicBezTo>
                  <a:pt x="7187096" y="837808"/>
                  <a:pt x="7183329" y="836740"/>
                  <a:pt x="7179645" y="834606"/>
                </a:cubicBezTo>
                <a:cubicBezTo>
                  <a:pt x="7175962" y="832471"/>
                  <a:pt x="7173241" y="829415"/>
                  <a:pt x="7171483" y="825439"/>
                </a:cubicBezTo>
                <a:cubicBezTo>
                  <a:pt x="7169725" y="821462"/>
                  <a:pt x="7168846" y="815330"/>
                  <a:pt x="7168846" y="807042"/>
                </a:cubicBezTo>
                <a:lnTo>
                  <a:pt x="7168846" y="729689"/>
                </a:lnTo>
                <a:lnTo>
                  <a:pt x="7150637" y="729689"/>
                </a:lnTo>
                <a:lnTo>
                  <a:pt x="7150637" y="725545"/>
                </a:lnTo>
                <a:cubicBezTo>
                  <a:pt x="7155242" y="723703"/>
                  <a:pt x="7159951" y="720585"/>
                  <a:pt x="7164765" y="716189"/>
                </a:cubicBezTo>
                <a:cubicBezTo>
                  <a:pt x="7169578" y="711794"/>
                  <a:pt x="7173869" y="706583"/>
                  <a:pt x="7177636" y="700556"/>
                </a:cubicBezTo>
                <a:cubicBezTo>
                  <a:pt x="7179561" y="697374"/>
                  <a:pt x="7182240" y="691556"/>
                  <a:pt x="7185673" y="683101"/>
                </a:cubicBezTo>
                <a:close/>
                <a:moveTo>
                  <a:pt x="6652273" y="683101"/>
                </a:moveTo>
                <a:lnTo>
                  <a:pt x="6656165" y="683101"/>
                </a:lnTo>
                <a:lnTo>
                  <a:pt x="6656165" y="720898"/>
                </a:lnTo>
                <a:lnTo>
                  <a:pt x="6683038" y="720898"/>
                </a:lnTo>
                <a:lnTo>
                  <a:pt x="6683038" y="729689"/>
                </a:lnTo>
                <a:lnTo>
                  <a:pt x="6656165" y="729689"/>
                </a:lnTo>
                <a:lnTo>
                  <a:pt x="6656165" y="804279"/>
                </a:lnTo>
                <a:cubicBezTo>
                  <a:pt x="6656165" y="811730"/>
                  <a:pt x="6657233" y="816753"/>
                  <a:pt x="6659367" y="819348"/>
                </a:cubicBezTo>
                <a:cubicBezTo>
                  <a:pt x="6661502" y="821943"/>
                  <a:pt x="6664244" y="823241"/>
                  <a:pt x="6667593" y="823241"/>
                </a:cubicBezTo>
                <a:cubicBezTo>
                  <a:pt x="6670355" y="823241"/>
                  <a:pt x="6673034" y="822383"/>
                  <a:pt x="6675629" y="820667"/>
                </a:cubicBezTo>
                <a:cubicBezTo>
                  <a:pt x="6678224" y="818951"/>
                  <a:pt x="6680234" y="816418"/>
                  <a:pt x="6681657" y="813070"/>
                </a:cubicBezTo>
                <a:lnTo>
                  <a:pt x="6686554" y="813070"/>
                </a:lnTo>
                <a:cubicBezTo>
                  <a:pt x="6683624" y="821274"/>
                  <a:pt x="6679480" y="827448"/>
                  <a:pt x="6674122" y="831592"/>
                </a:cubicBezTo>
                <a:cubicBezTo>
                  <a:pt x="6668765" y="835736"/>
                  <a:pt x="6663239" y="837808"/>
                  <a:pt x="6657547" y="837808"/>
                </a:cubicBezTo>
                <a:cubicBezTo>
                  <a:pt x="6653696" y="837808"/>
                  <a:pt x="6649929" y="836740"/>
                  <a:pt x="6646245" y="834606"/>
                </a:cubicBezTo>
                <a:cubicBezTo>
                  <a:pt x="6642562" y="832471"/>
                  <a:pt x="6639841" y="829415"/>
                  <a:pt x="6638083" y="825439"/>
                </a:cubicBezTo>
                <a:cubicBezTo>
                  <a:pt x="6636325" y="821462"/>
                  <a:pt x="6635446" y="815330"/>
                  <a:pt x="6635446" y="807042"/>
                </a:cubicBezTo>
                <a:lnTo>
                  <a:pt x="6635446" y="729689"/>
                </a:lnTo>
                <a:lnTo>
                  <a:pt x="6617237" y="729689"/>
                </a:lnTo>
                <a:lnTo>
                  <a:pt x="6617237" y="725545"/>
                </a:lnTo>
                <a:cubicBezTo>
                  <a:pt x="6621842" y="723703"/>
                  <a:pt x="6626551" y="720585"/>
                  <a:pt x="6631365" y="716189"/>
                </a:cubicBezTo>
                <a:cubicBezTo>
                  <a:pt x="6636178" y="711794"/>
                  <a:pt x="6640469" y="706583"/>
                  <a:pt x="6644236" y="700556"/>
                </a:cubicBezTo>
                <a:cubicBezTo>
                  <a:pt x="6646161" y="697374"/>
                  <a:pt x="6648840" y="691556"/>
                  <a:pt x="6652273" y="683101"/>
                </a:cubicBezTo>
                <a:close/>
                <a:moveTo>
                  <a:pt x="6128398" y="683101"/>
                </a:moveTo>
                <a:lnTo>
                  <a:pt x="6132290" y="683101"/>
                </a:lnTo>
                <a:lnTo>
                  <a:pt x="6132290" y="720898"/>
                </a:lnTo>
                <a:lnTo>
                  <a:pt x="6159163" y="720898"/>
                </a:lnTo>
                <a:lnTo>
                  <a:pt x="6159163" y="729689"/>
                </a:lnTo>
                <a:lnTo>
                  <a:pt x="6132290" y="729689"/>
                </a:lnTo>
                <a:lnTo>
                  <a:pt x="6132290" y="804279"/>
                </a:lnTo>
                <a:cubicBezTo>
                  <a:pt x="6132290" y="811730"/>
                  <a:pt x="6133358" y="816753"/>
                  <a:pt x="6135492" y="819348"/>
                </a:cubicBezTo>
                <a:cubicBezTo>
                  <a:pt x="6137627" y="821943"/>
                  <a:pt x="6140369" y="823241"/>
                  <a:pt x="6143718" y="823241"/>
                </a:cubicBezTo>
                <a:cubicBezTo>
                  <a:pt x="6146480" y="823241"/>
                  <a:pt x="6149159" y="822383"/>
                  <a:pt x="6151754" y="820667"/>
                </a:cubicBezTo>
                <a:cubicBezTo>
                  <a:pt x="6154349" y="818951"/>
                  <a:pt x="6156359" y="816418"/>
                  <a:pt x="6157782" y="813070"/>
                </a:cubicBezTo>
                <a:lnTo>
                  <a:pt x="6162679" y="813070"/>
                </a:lnTo>
                <a:cubicBezTo>
                  <a:pt x="6159749" y="821274"/>
                  <a:pt x="6155605" y="827448"/>
                  <a:pt x="6150247" y="831592"/>
                </a:cubicBezTo>
                <a:cubicBezTo>
                  <a:pt x="6144890" y="835736"/>
                  <a:pt x="6139364" y="837808"/>
                  <a:pt x="6133672" y="837808"/>
                </a:cubicBezTo>
                <a:cubicBezTo>
                  <a:pt x="6129821" y="837808"/>
                  <a:pt x="6126054" y="836740"/>
                  <a:pt x="6122370" y="834606"/>
                </a:cubicBezTo>
                <a:cubicBezTo>
                  <a:pt x="6118687" y="832471"/>
                  <a:pt x="6115966" y="829415"/>
                  <a:pt x="6114208" y="825439"/>
                </a:cubicBezTo>
                <a:cubicBezTo>
                  <a:pt x="6112450" y="821462"/>
                  <a:pt x="6111571" y="815330"/>
                  <a:pt x="6111571" y="807042"/>
                </a:cubicBezTo>
                <a:lnTo>
                  <a:pt x="6111571" y="729689"/>
                </a:lnTo>
                <a:lnTo>
                  <a:pt x="6093362" y="729689"/>
                </a:lnTo>
                <a:lnTo>
                  <a:pt x="6093362" y="725545"/>
                </a:lnTo>
                <a:cubicBezTo>
                  <a:pt x="6097967" y="723703"/>
                  <a:pt x="6102676" y="720585"/>
                  <a:pt x="6107490" y="716189"/>
                </a:cubicBezTo>
                <a:cubicBezTo>
                  <a:pt x="6112303" y="711794"/>
                  <a:pt x="6116594" y="706583"/>
                  <a:pt x="6120361" y="700556"/>
                </a:cubicBezTo>
                <a:cubicBezTo>
                  <a:pt x="6122286" y="697374"/>
                  <a:pt x="6124965" y="691556"/>
                  <a:pt x="6128398" y="683101"/>
                </a:cubicBezTo>
                <a:close/>
                <a:moveTo>
                  <a:pt x="5795023" y="683101"/>
                </a:moveTo>
                <a:lnTo>
                  <a:pt x="5798915" y="683101"/>
                </a:lnTo>
                <a:lnTo>
                  <a:pt x="5798915" y="720898"/>
                </a:lnTo>
                <a:lnTo>
                  <a:pt x="5825788" y="720898"/>
                </a:lnTo>
                <a:lnTo>
                  <a:pt x="5825788" y="729689"/>
                </a:lnTo>
                <a:lnTo>
                  <a:pt x="5798915" y="729689"/>
                </a:lnTo>
                <a:lnTo>
                  <a:pt x="5798915" y="804279"/>
                </a:lnTo>
                <a:cubicBezTo>
                  <a:pt x="5798915" y="811730"/>
                  <a:pt x="5799983" y="816753"/>
                  <a:pt x="5802117" y="819348"/>
                </a:cubicBezTo>
                <a:cubicBezTo>
                  <a:pt x="5804252" y="821943"/>
                  <a:pt x="5806994" y="823241"/>
                  <a:pt x="5810343" y="823241"/>
                </a:cubicBezTo>
                <a:cubicBezTo>
                  <a:pt x="5813105" y="823241"/>
                  <a:pt x="5815784" y="822383"/>
                  <a:pt x="5818379" y="820667"/>
                </a:cubicBezTo>
                <a:cubicBezTo>
                  <a:pt x="5820974" y="818951"/>
                  <a:pt x="5822984" y="816418"/>
                  <a:pt x="5824407" y="813070"/>
                </a:cubicBezTo>
                <a:lnTo>
                  <a:pt x="5829304" y="813070"/>
                </a:lnTo>
                <a:cubicBezTo>
                  <a:pt x="5826374" y="821274"/>
                  <a:pt x="5822230" y="827448"/>
                  <a:pt x="5816872" y="831592"/>
                </a:cubicBezTo>
                <a:cubicBezTo>
                  <a:pt x="5811515" y="835736"/>
                  <a:pt x="5805989" y="837808"/>
                  <a:pt x="5800297" y="837808"/>
                </a:cubicBezTo>
                <a:cubicBezTo>
                  <a:pt x="5796446" y="837808"/>
                  <a:pt x="5792679" y="836740"/>
                  <a:pt x="5788995" y="834606"/>
                </a:cubicBezTo>
                <a:cubicBezTo>
                  <a:pt x="5785312" y="832471"/>
                  <a:pt x="5782591" y="829415"/>
                  <a:pt x="5780833" y="825439"/>
                </a:cubicBezTo>
                <a:cubicBezTo>
                  <a:pt x="5779075" y="821462"/>
                  <a:pt x="5778196" y="815330"/>
                  <a:pt x="5778196" y="807042"/>
                </a:cubicBezTo>
                <a:lnTo>
                  <a:pt x="5778196" y="729689"/>
                </a:lnTo>
                <a:lnTo>
                  <a:pt x="5759987" y="729689"/>
                </a:lnTo>
                <a:lnTo>
                  <a:pt x="5759987" y="725545"/>
                </a:lnTo>
                <a:cubicBezTo>
                  <a:pt x="5764592" y="723703"/>
                  <a:pt x="5769301" y="720585"/>
                  <a:pt x="5774115" y="716189"/>
                </a:cubicBezTo>
                <a:cubicBezTo>
                  <a:pt x="5778928" y="711794"/>
                  <a:pt x="5783219" y="706583"/>
                  <a:pt x="5786986" y="700556"/>
                </a:cubicBezTo>
                <a:cubicBezTo>
                  <a:pt x="5788911" y="697374"/>
                  <a:pt x="5791590" y="691556"/>
                  <a:pt x="5795023" y="683101"/>
                </a:cubicBezTo>
                <a:close/>
                <a:moveTo>
                  <a:pt x="4975873" y="683101"/>
                </a:moveTo>
                <a:lnTo>
                  <a:pt x="4979766" y="683101"/>
                </a:lnTo>
                <a:lnTo>
                  <a:pt x="4979766" y="720898"/>
                </a:lnTo>
                <a:lnTo>
                  <a:pt x="5006638" y="720898"/>
                </a:lnTo>
                <a:lnTo>
                  <a:pt x="5006638" y="729689"/>
                </a:lnTo>
                <a:lnTo>
                  <a:pt x="4979766" y="729689"/>
                </a:lnTo>
                <a:lnTo>
                  <a:pt x="4979766" y="804279"/>
                </a:lnTo>
                <a:cubicBezTo>
                  <a:pt x="4979766" y="811730"/>
                  <a:pt x="4980833" y="816753"/>
                  <a:pt x="4982968" y="819348"/>
                </a:cubicBezTo>
                <a:cubicBezTo>
                  <a:pt x="4985102" y="821943"/>
                  <a:pt x="4987844" y="823241"/>
                  <a:pt x="4991193" y="823241"/>
                </a:cubicBezTo>
                <a:cubicBezTo>
                  <a:pt x="4993955" y="823241"/>
                  <a:pt x="4996634" y="822383"/>
                  <a:pt x="4999229" y="820667"/>
                </a:cubicBezTo>
                <a:cubicBezTo>
                  <a:pt x="5001824" y="818951"/>
                  <a:pt x="5003834" y="816418"/>
                  <a:pt x="5005257" y="813070"/>
                </a:cubicBezTo>
                <a:lnTo>
                  <a:pt x="5010154" y="813070"/>
                </a:lnTo>
                <a:cubicBezTo>
                  <a:pt x="5007224" y="821274"/>
                  <a:pt x="5003080" y="827448"/>
                  <a:pt x="4997722" y="831592"/>
                </a:cubicBezTo>
                <a:cubicBezTo>
                  <a:pt x="4992365" y="835736"/>
                  <a:pt x="4986839" y="837808"/>
                  <a:pt x="4981147" y="837808"/>
                </a:cubicBezTo>
                <a:cubicBezTo>
                  <a:pt x="4977296" y="837808"/>
                  <a:pt x="4973529" y="836740"/>
                  <a:pt x="4969845" y="834606"/>
                </a:cubicBezTo>
                <a:cubicBezTo>
                  <a:pt x="4966162" y="832471"/>
                  <a:pt x="4963441" y="829415"/>
                  <a:pt x="4961683" y="825439"/>
                </a:cubicBezTo>
                <a:cubicBezTo>
                  <a:pt x="4959925" y="821462"/>
                  <a:pt x="4959046" y="815330"/>
                  <a:pt x="4959046" y="807042"/>
                </a:cubicBezTo>
                <a:lnTo>
                  <a:pt x="4959046" y="729689"/>
                </a:lnTo>
                <a:lnTo>
                  <a:pt x="4940838" y="729689"/>
                </a:lnTo>
                <a:lnTo>
                  <a:pt x="4940838" y="725545"/>
                </a:lnTo>
                <a:cubicBezTo>
                  <a:pt x="4945442" y="723703"/>
                  <a:pt x="4950151" y="720585"/>
                  <a:pt x="4954965" y="716189"/>
                </a:cubicBezTo>
                <a:cubicBezTo>
                  <a:pt x="4959778" y="711794"/>
                  <a:pt x="4964069" y="706583"/>
                  <a:pt x="4967836" y="700556"/>
                </a:cubicBezTo>
                <a:cubicBezTo>
                  <a:pt x="4969761" y="697374"/>
                  <a:pt x="4972440" y="691556"/>
                  <a:pt x="4975873" y="683101"/>
                </a:cubicBezTo>
                <a:close/>
                <a:moveTo>
                  <a:pt x="4118623" y="683101"/>
                </a:moveTo>
                <a:lnTo>
                  <a:pt x="4122516" y="683101"/>
                </a:lnTo>
                <a:lnTo>
                  <a:pt x="4122516" y="720898"/>
                </a:lnTo>
                <a:lnTo>
                  <a:pt x="4149389" y="720898"/>
                </a:lnTo>
                <a:lnTo>
                  <a:pt x="4149389" y="729689"/>
                </a:lnTo>
                <a:lnTo>
                  <a:pt x="4122516" y="729689"/>
                </a:lnTo>
                <a:lnTo>
                  <a:pt x="4122516" y="804279"/>
                </a:lnTo>
                <a:cubicBezTo>
                  <a:pt x="4122516" y="811730"/>
                  <a:pt x="4123583" y="816753"/>
                  <a:pt x="4125718" y="819348"/>
                </a:cubicBezTo>
                <a:cubicBezTo>
                  <a:pt x="4127853" y="821943"/>
                  <a:pt x="4130595" y="823241"/>
                  <a:pt x="4133943" y="823241"/>
                </a:cubicBezTo>
                <a:cubicBezTo>
                  <a:pt x="4136706" y="823241"/>
                  <a:pt x="4139385" y="822383"/>
                  <a:pt x="4141980" y="820667"/>
                </a:cubicBezTo>
                <a:cubicBezTo>
                  <a:pt x="4144575" y="818951"/>
                  <a:pt x="4146584" y="816418"/>
                  <a:pt x="4148007" y="813070"/>
                </a:cubicBezTo>
                <a:lnTo>
                  <a:pt x="4152905" y="813070"/>
                </a:lnTo>
                <a:cubicBezTo>
                  <a:pt x="4149975" y="821274"/>
                  <a:pt x="4145830" y="827448"/>
                  <a:pt x="4140473" y="831592"/>
                </a:cubicBezTo>
                <a:cubicBezTo>
                  <a:pt x="4135115" y="835736"/>
                  <a:pt x="4129590" y="837808"/>
                  <a:pt x="4123897" y="837808"/>
                </a:cubicBezTo>
                <a:cubicBezTo>
                  <a:pt x="4120046" y="837808"/>
                  <a:pt x="4116279" y="836740"/>
                  <a:pt x="4112596" y="834606"/>
                </a:cubicBezTo>
                <a:cubicBezTo>
                  <a:pt x="4108912" y="832471"/>
                  <a:pt x="4106191" y="829415"/>
                  <a:pt x="4104433" y="825439"/>
                </a:cubicBezTo>
                <a:cubicBezTo>
                  <a:pt x="4102675" y="821462"/>
                  <a:pt x="4101796" y="815330"/>
                  <a:pt x="4101796" y="807042"/>
                </a:cubicBezTo>
                <a:lnTo>
                  <a:pt x="4101796" y="729689"/>
                </a:lnTo>
                <a:lnTo>
                  <a:pt x="4083588" y="729689"/>
                </a:lnTo>
                <a:lnTo>
                  <a:pt x="4083588" y="725545"/>
                </a:lnTo>
                <a:cubicBezTo>
                  <a:pt x="4088192" y="723703"/>
                  <a:pt x="4092901" y="720585"/>
                  <a:pt x="4097715" y="716189"/>
                </a:cubicBezTo>
                <a:cubicBezTo>
                  <a:pt x="4102529" y="711794"/>
                  <a:pt x="4106819" y="706583"/>
                  <a:pt x="4110586" y="700556"/>
                </a:cubicBezTo>
                <a:cubicBezTo>
                  <a:pt x="4112512" y="697374"/>
                  <a:pt x="4115190" y="691556"/>
                  <a:pt x="4118623" y="683101"/>
                </a:cubicBezTo>
                <a:close/>
                <a:moveTo>
                  <a:pt x="3994798" y="683101"/>
                </a:moveTo>
                <a:lnTo>
                  <a:pt x="3998691" y="683101"/>
                </a:lnTo>
                <a:lnTo>
                  <a:pt x="3998691" y="720898"/>
                </a:lnTo>
                <a:lnTo>
                  <a:pt x="4025563" y="720898"/>
                </a:lnTo>
                <a:lnTo>
                  <a:pt x="4025563" y="729689"/>
                </a:lnTo>
                <a:lnTo>
                  <a:pt x="3998691" y="729689"/>
                </a:lnTo>
                <a:lnTo>
                  <a:pt x="3998691" y="804279"/>
                </a:lnTo>
                <a:cubicBezTo>
                  <a:pt x="3998691" y="811730"/>
                  <a:pt x="3999758" y="816753"/>
                  <a:pt x="4001893" y="819348"/>
                </a:cubicBezTo>
                <a:cubicBezTo>
                  <a:pt x="4004028" y="821943"/>
                  <a:pt x="4006769" y="823241"/>
                  <a:pt x="4010118" y="823241"/>
                </a:cubicBezTo>
                <a:cubicBezTo>
                  <a:pt x="4012881" y="823241"/>
                  <a:pt x="4015560" y="822383"/>
                  <a:pt x="4018154" y="820667"/>
                </a:cubicBezTo>
                <a:cubicBezTo>
                  <a:pt x="4020750" y="818951"/>
                  <a:pt x="4022759" y="816418"/>
                  <a:pt x="4024182" y="813070"/>
                </a:cubicBezTo>
                <a:lnTo>
                  <a:pt x="4029080" y="813070"/>
                </a:lnTo>
                <a:cubicBezTo>
                  <a:pt x="4026149" y="821274"/>
                  <a:pt x="4022006" y="827448"/>
                  <a:pt x="4016648" y="831592"/>
                </a:cubicBezTo>
                <a:cubicBezTo>
                  <a:pt x="4011291" y="835736"/>
                  <a:pt x="4005765" y="837808"/>
                  <a:pt x="4000072" y="837808"/>
                </a:cubicBezTo>
                <a:cubicBezTo>
                  <a:pt x="3996221" y="837808"/>
                  <a:pt x="3992454" y="836740"/>
                  <a:pt x="3988770" y="834606"/>
                </a:cubicBezTo>
                <a:cubicBezTo>
                  <a:pt x="3985087" y="832471"/>
                  <a:pt x="3982366" y="829415"/>
                  <a:pt x="3980608" y="825439"/>
                </a:cubicBezTo>
                <a:cubicBezTo>
                  <a:pt x="3978851" y="821462"/>
                  <a:pt x="3977971" y="815330"/>
                  <a:pt x="3977971" y="807042"/>
                </a:cubicBezTo>
                <a:lnTo>
                  <a:pt x="3977971" y="729689"/>
                </a:lnTo>
                <a:lnTo>
                  <a:pt x="3959763" y="729689"/>
                </a:lnTo>
                <a:lnTo>
                  <a:pt x="3959763" y="725545"/>
                </a:lnTo>
                <a:cubicBezTo>
                  <a:pt x="3964367" y="723703"/>
                  <a:pt x="3969076" y="720585"/>
                  <a:pt x="3973890" y="716189"/>
                </a:cubicBezTo>
                <a:cubicBezTo>
                  <a:pt x="3978704" y="711794"/>
                  <a:pt x="3982994" y="706583"/>
                  <a:pt x="3986761" y="700556"/>
                </a:cubicBezTo>
                <a:cubicBezTo>
                  <a:pt x="3988687" y="697374"/>
                  <a:pt x="3991366" y="691556"/>
                  <a:pt x="3994798" y="683101"/>
                </a:cubicBezTo>
                <a:close/>
                <a:moveTo>
                  <a:pt x="2327923" y="683101"/>
                </a:moveTo>
                <a:lnTo>
                  <a:pt x="2331816" y="683101"/>
                </a:lnTo>
                <a:lnTo>
                  <a:pt x="2331816" y="720898"/>
                </a:lnTo>
                <a:lnTo>
                  <a:pt x="2358689" y="720898"/>
                </a:lnTo>
                <a:lnTo>
                  <a:pt x="2358689" y="729689"/>
                </a:lnTo>
                <a:lnTo>
                  <a:pt x="2331816" y="729689"/>
                </a:lnTo>
                <a:lnTo>
                  <a:pt x="2331816" y="804279"/>
                </a:lnTo>
                <a:cubicBezTo>
                  <a:pt x="2331816" y="811730"/>
                  <a:pt x="2332884" y="816753"/>
                  <a:pt x="2335019" y="819348"/>
                </a:cubicBezTo>
                <a:cubicBezTo>
                  <a:pt x="2337153" y="821943"/>
                  <a:pt x="2339895" y="823241"/>
                  <a:pt x="2343244" y="823241"/>
                </a:cubicBezTo>
                <a:cubicBezTo>
                  <a:pt x="2346006" y="823241"/>
                  <a:pt x="2348685" y="822383"/>
                  <a:pt x="2351280" y="820667"/>
                </a:cubicBezTo>
                <a:cubicBezTo>
                  <a:pt x="2353875" y="818951"/>
                  <a:pt x="2355885" y="816418"/>
                  <a:pt x="2357307" y="813070"/>
                </a:cubicBezTo>
                <a:lnTo>
                  <a:pt x="2362205" y="813070"/>
                </a:lnTo>
                <a:cubicBezTo>
                  <a:pt x="2359276" y="821274"/>
                  <a:pt x="2355131" y="827448"/>
                  <a:pt x="2349773" y="831592"/>
                </a:cubicBezTo>
                <a:cubicBezTo>
                  <a:pt x="2344415" y="835736"/>
                  <a:pt x="2338890" y="837808"/>
                  <a:pt x="2333198" y="837808"/>
                </a:cubicBezTo>
                <a:cubicBezTo>
                  <a:pt x="2329347" y="837808"/>
                  <a:pt x="2325579" y="836740"/>
                  <a:pt x="2321896" y="834606"/>
                </a:cubicBezTo>
                <a:cubicBezTo>
                  <a:pt x="2318212" y="832471"/>
                  <a:pt x="2315492" y="829415"/>
                  <a:pt x="2313734" y="825439"/>
                </a:cubicBezTo>
                <a:cubicBezTo>
                  <a:pt x="2311976" y="821462"/>
                  <a:pt x="2311097" y="815330"/>
                  <a:pt x="2311097" y="807042"/>
                </a:cubicBezTo>
                <a:lnTo>
                  <a:pt x="2311097" y="729689"/>
                </a:lnTo>
                <a:lnTo>
                  <a:pt x="2292888" y="729689"/>
                </a:lnTo>
                <a:lnTo>
                  <a:pt x="2292888" y="725545"/>
                </a:lnTo>
                <a:cubicBezTo>
                  <a:pt x="2297493" y="723703"/>
                  <a:pt x="2302202" y="720585"/>
                  <a:pt x="2307015" y="716189"/>
                </a:cubicBezTo>
                <a:cubicBezTo>
                  <a:pt x="2311829" y="711794"/>
                  <a:pt x="2316120" y="706583"/>
                  <a:pt x="2319887" y="700556"/>
                </a:cubicBezTo>
                <a:cubicBezTo>
                  <a:pt x="2321812" y="697374"/>
                  <a:pt x="2324491" y="691556"/>
                  <a:pt x="2327923" y="683101"/>
                </a:cubicBezTo>
                <a:close/>
                <a:moveTo>
                  <a:pt x="1099198" y="683101"/>
                </a:moveTo>
                <a:lnTo>
                  <a:pt x="1103091" y="683101"/>
                </a:lnTo>
                <a:lnTo>
                  <a:pt x="1103091" y="720898"/>
                </a:lnTo>
                <a:lnTo>
                  <a:pt x="1129964" y="720898"/>
                </a:lnTo>
                <a:lnTo>
                  <a:pt x="1129964" y="729689"/>
                </a:lnTo>
                <a:lnTo>
                  <a:pt x="1103091" y="729689"/>
                </a:lnTo>
                <a:lnTo>
                  <a:pt x="1103091" y="804279"/>
                </a:lnTo>
                <a:cubicBezTo>
                  <a:pt x="1103091" y="811730"/>
                  <a:pt x="1104158" y="816753"/>
                  <a:pt x="1106293" y="819348"/>
                </a:cubicBezTo>
                <a:cubicBezTo>
                  <a:pt x="1108428" y="821943"/>
                  <a:pt x="1111170" y="823241"/>
                  <a:pt x="1114518" y="823241"/>
                </a:cubicBezTo>
                <a:cubicBezTo>
                  <a:pt x="1117281" y="823241"/>
                  <a:pt x="1119960" y="822383"/>
                  <a:pt x="1122555" y="820667"/>
                </a:cubicBezTo>
                <a:cubicBezTo>
                  <a:pt x="1125150" y="818951"/>
                  <a:pt x="1127160" y="816418"/>
                  <a:pt x="1128583" y="813070"/>
                </a:cubicBezTo>
                <a:lnTo>
                  <a:pt x="1133480" y="813070"/>
                </a:lnTo>
                <a:cubicBezTo>
                  <a:pt x="1130550" y="821274"/>
                  <a:pt x="1126406" y="827448"/>
                  <a:pt x="1121048" y="831592"/>
                </a:cubicBezTo>
                <a:cubicBezTo>
                  <a:pt x="1115690" y="835736"/>
                  <a:pt x="1110165" y="837808"/>
                  <a:pt x="1104472" y="837808"/>
                </a:cubicBezTo>
                <a:cubicBezTo>
                  <a:pt x="1100622" y="837808"/>
                  <a:pt x="1096854" y="836740"/>
                  <a:pt x="1093171" y="834606"/>
                </a:cubicBezTo>
                <a:cubicBezTo>
                  <a:pt x="1089487" y="832471"/>
                  <a:pt x="1086767" y="829415"/>
                  <a:pt x="1085009" y="825439"/>
                </a:cubicBezTo>
                <a:cubicBezTo>
                  <a:pt x="1083250" y="821462"/>
                  <a:pt x="1082372" y="815330"/>
                  <a:pt x="1082372" y="807042"/>
                </a:cubicBezTo>
                <a:lnTo>
                  <a:pt x="1082372" y="729689"/>
                </a:lnTo>
                <a:lnTo>
                  <a:pt x="1064163" y="729689"/>
                </a:lnTo>
                <a:lnTo>
                  <a:pt x="1064163" y="725545"/>
                </a:lnTo>
                <a:cubicBezTo>
                  <a:pt x="1068768" y="723703"/>
                  <a:pt x="1073477" y="720585"/>
                  <a:pt x="1078290" y="716189"/>
                </a:cubicBezTo>
                <a:cubicBezTo>
                  <a:pt x="1083104" y="711794"/>
                  <a:pt x="1087394" y="706583"/>
                  <a:pt x="1091162" y="700556"/>
                </a:cubicBezTo>
                <a:cubicBezTo>
                  <a:pt x="1093087" y="697374"/>
                  <a:pt x="1095766" y="691556"/>
                  <a:pt x="1099198" y="683101"/>
                </a:cubicBezTo>
                <a:close/>
                <a:moveTo>
                  <a:pt x="6401558" y="675190"/>
                </a:moveTo>
                <a:cubicBezTo>
                  <a:pt x="6396702" y="675190"/>
                  <a:pt x="6390130" y="675985"/>
                  <a:pt x="6381843" y="677576"/>
                </a:cubicBezTo>
                <a:lnTo>
                  <a:pt x="6381843" y="748399"/>
                </a:lnTo>
                <a:cubicBezTo>
                  <a:pt x="6383433" y="748399"/>
                  <a:pt x="6384814" y="748420"/>
                  <a:pt x="6385986" y="748462"/>
                </a:cubicBezTo>
                <a:cubicBezTo>
                  <a:pt x="6387159" y="748504"/>
                  <a:pt x="6388121" y="748525"/>
                  <a:pt x="6388875" y="748525"/>
                </a:cubicBezTo>
                <a:cubicBezTo>
                  <a:pt x="6405116" y="748525"/>
                  <a:pt x="6417359" y="745009"/>
                  <a:pt x="6425605" y="737977"/>
                </a:cubicBezTo>
                <a:cubicBezTo>
                  <a:pt x="6433851" y="730944"/>
                  <a:pt x="6437974" y="721987"/>
                  <a:pt x="6437974" y="711104"/>
                </a:cubicBezTo>
                <a:cubicBezTo>
                  <a:pt x="6437974" y="700472"/>
                  <a:pt x="6434646" y="691828"/>
                  <a:pt x="6427991" y="685173"/>
                </a:cubicBezTo>
                <a:cubicBezTo>
                  <a:pt x="6421335" y="678517"/>
                  <a:pt x="6412524" y="675190"/>
                  <a:pt x="6401558" y="675190"/>
                </a:cubicBezTo>
                <a:close/>
                <a:moveTo>
                  <a:pt x="6937971" y="674060"/>
                </a:moveTo>
                <a:cubicBezTo>
                  <a:pt x="6929600" y="674060"/>
                  <a:pt x="6922065" y="674980"/>
                  <a:pt x="6915368" y="676822"/>
                </a:cubicBezTo>
                <a:lnTo>
                  <a:pt x="6915368" y="742246"/>
                </a:lnTo>
                <a:cubicBezTo>
                  <a:pt x="6918466" y="742832"/>
                  <a:pt x="6922003" y="743272"/>
                  <a:pt x="6925979" y="743565"/>
                </a:cubicBezTo>
                <a:cubicBezTo>
                  <a:pt x="6929956" y="743858"/>
                  <a:pt x="6934330" y="744004"/>
                  <a:pt x="6939102" y="744004"/>
                </a:cubicBezTo>
                <a:cubicBezTo>
                  <a:pt x="6951324" y="744004"/>
                  <a:pt x="6960512" y="742686"/>
                  <a:pt x="6966665" y="740049"/>
                </a:cubicBezTo>
                <a:cubicBezTo>
                  <a:pt x="6972818" y="737411"/>
                  <a:pt x="6977527" y="733372"/>
                  <a:pt x="6980792" y="727931"/>
                </a:cubicBezTo>
                <a:cubicBezTo>
                  <a:pt x="6984057" y="722489"/>
                  <a:pt x="6985689" y="716545"/>
                  <a:pt x="6985689" y="710099"/>
                </a:cubicBezTo>
                <a:cubicBezTo>
                  <a:pt x="6985689" y="700137"/>
                  <a:pt x="6981629" y="691640"/>
                  <a:pt x="6973509" y="684608"/>
                </a:cubicBezTo>
                <a:cubicBezTo>
                  <a:pt x="6965388" y="677576"/>
                  <a:pt x="6953543" y="674060"/>
                  <a:pt x="6937971" y="674060"/>
                </a:cubicBezTo>
                <a:close/>
                <a:moveTo>
                  <a:pt x="6866646" y="665646"/>
                </a:moveTo>
                <a:lnTo>
                  <a:pt x="6940232" y="665646"/>
                </a:lnTo>
                <a:cubicBezTo>
                  <a:pt x="6953961" y="665646"/>
                  <a:pt x="6964970" y="666651"/>
                  <a:pt x="6973258" y="668660"/>
                </a:cubicBezTo>
                <a:cubicBezTo>
                  <a:pt x="6985815" y="671674"/>
                  <a:pt x="6995400" y="677010"/>
                  <a:pt x="7002014" y="684670"/>
                </a:cubicBezTo>
                <a:cubicBezTo>
                  <a:pt x="7008628" y="692330"/>
                  <a:pt x="7011934" y="701142"/>
                  <a:pt x="7011934" y="711104"/>
                </a:cubicBezTo>
                <a:cubicBezTo>
                  <a:pt x="7011934" y="719643"/>
                  <a:pt x="7009339" y="727282"/>
                  <a:pt x="7004149" y="734021"/>
                </a:cubicBezTo>
                <a:cubicBezTo>
                  <a:pt x="6998958" y="740760"/>
                  <a:pt x="6991298" y="745762"/>
                  <a:pt x="6981169" y="749027"/>
                </a:cubicBezTo>
                <a:cubicBezTo>
                  <a:pt x="6992973" y="751538"/>
                  <a:pt x="7001805" y="755557"/>
                  <a:pt x="7007665" y="761082"/>
                </a:cubicBezTo>
                <a:cubicBezTo>
                  <a:pt x="7015785" y="768784"/>
                  <a:pt x="7019845" y="778202"/>
                  <a:pt x="7019845" y="789336"/>
                </a:cubicBezTo>
                <a:cubicBezTo>
                  <a:pt x="7019845" y="797791"/>
                  <a:pt x="7017167" y="805891"/>
                  <a:pt x="7011809" y="813635"/>
                </a:cubicBezTo>
                <a:cubicBezTo>
                  <a:pt x="7006451" y="821378"/>
                  <a:pt x="6999105" y="827029"/>
                  <a:pt x="6989771" y="830587"/>
                </a:cubicBezTo>
                <a:cubicBezTo>
                  <a:pt x="6980436" y="834145"/>
                  <a:pt x="6966184" y="835924"/>
                  <a:pt x="6947013" y="835924"/>
                </a:cubicBezTo>
                <a:lnTo>
                  <a:pt x="6866646" y="835924"/>
                </a:lnTo>
                <a:lnTo>
                  <a:pt x="6866646" y="831278"/>
                </a:lnTo>
                <a:lnTo>
                  <a:pt x="6873050" y="831278"/>
                </a:lnTo>
                <a:cubicBezTo>
                  <a:pt x="6880166" y="831278"/>
                  <a:pt x="6885272" y="829018"/>
                  <a:pt x="6888370" y="824497"/>
                </a:cubicBezTo>
                <a:cubicBezTo>
                  <a:pt x="6890295" y="821567"/>
                  <a:pt x="6891258" y="815330"/>
                  <a:pt x="6891258" y="805786"/>
                </a:cubicBezTo>
                <a:lnTo>
                  <a:pt x="6891258" y="695784"/>
                </a:lnTo>
                <a:cubicBezTo>
                  <a:pt x="6891258" y="685236"/>
                  <a:pt x="6890044" y="678580"/>
                  <a:pt x="6887616" y="675818"/>
                </a:cubicBezTo>
                <a:cubicBezTo>
                  <a:pt x="6884351" y="672134"/>
                  <a:pt x="6879496" y="670292"/>
                  <a:pt x="6873050" y="670292"/>
                </a:cubicBezTo>
                <a:lnTo>
                  <a:pt x="6866646" y="670292"/>
                </a:lnTo>
                <a:close/>
                <a:moveTo>
                  <a:pt x="6333371" y="665646"/>
                </a:moveTo>
                <a:lnTo>
                  <a:pt x="6395405" y="665646"/>
                </a:lnTo>
                <a:cubicBezTo>
                  <a:pt x="6413487" y="665646"/>
                  <a:pt x="6426819" y="666965"/>
                  <a:pt x="6435400" y="669602"/>
                </a:cubicBezTo>
                <a:cubicBezTo>
                  <a:pt x="6443981" y="672239"/>
                  <a:pt x="6451264" y="677094"/>
                  <a:pt x="6457250" y="684168"/>
                </a:cubicBezTo>
                <a:cubicBezTo>
                  <a:pt x="6463235" y="691242"/>
                  <a:pt x="6466228" y="699677"/>
                  <a:pt x="6466228" y="709471"/>
                </a:cubicBezTo>
                <a:cubicBezTo>
                  <a:pt x="6466228" y="719936"/>
                  <a:pt x="6462817" y="729019"/>
                  <a:pt x="6455994" y="736721"/>
                </a:cubicBezTo>
                <a:cubicBezTo>
                  <a:pt x="6449171" y="744423"/>
                  <a:pt x="6438602" y="749864"/>
                  <a:pt x="6424286" y="753045"/>
                </a:cubicBezTo>
                <a:lnTo>
                  <a:pt x="6459447" y="801894"/>
                </a:lnTo>
                <a:cubicBezTo>
                  <a:pt x="6467484" y="813111"/>
                  <a:pt x="6474390" y="820562"/>
                  <a:pt x="6480167" y="824246"/>
                </a:cubicBezTo>
                <a:cubicBezTo>
                  <a:pt x="6485943" y="827929"/>
                  <a:pt x="6493478" y="830273"/>
                  <a:pt x="6502770" y="831278"/>
                </a:cubicBezTo>
                <a:lnTo>
                  <a:pt x="6502770" y="835924"/>
                </a:lnTo>
                <a:lnTo>
                  <a:pt x="6457312" y="835924"/>
                </a:lnTo>
                <a:lnTo>
                  <a:pt x="6399674" y="756310"/>
                </a:lnTo>
                <a:cubicBezTo>
                  <a:pt x="6395405" y="756478"/>
                  <a:pt x="6391930" y="756561"/>
                  <a:pt x="6389251" y="756561"/>
                </a:cubicBezTo>
                <a:cubicBezTo>
                  <a:pt x="6388163" y="756561"/>
                  <a:pt x="6386991" y="756541"/>
                  <a:pt x="6385735" y="756499"/>
                </a:cubicBezTo>
                <a:cubicBezTo>
                  <a:pt x="6384480" y="756457"/>
                  <a:pt x="6383182" y="756394"/>
                  <a:pt x="6381843" y="756310"/>
                </a:cubicBezTo>
                <a:lnTo>
                  <a:pt x="6381843" y="805786"/>
                </a:lnTo>
                <a:cubicBezTo>
                  <a:pt x="6381843" y="816502"/>
                  <a:pt x="6383015" y="823157"/>
                  <a:pt x="6385359" y="825753"/>
                </a:cubicBezTo>
                <a:cubicBezTo>
                  <a:pt x="6388540" y="829436"/>
                  <a:pt x="6393312" y="831278"/>
                  <a:pt x="6399674" y="831278"/>
                </a:cubicBezTo>
                <a:lnTo>
                  <a:pt x="6406329" y="831278"/>
                </a:lnTo>
                <a:lnTo>
                  <a:pt x="6406329" y="835924"/>
                </a:lnTo>
                <a:lnTo>
                  <a:pt x="6333371" y="835924"/>
                </a:lnTo>
                <a:lnTo>
                  <a:pt x="6333371" y="831278"/>
                </a:lnTo>
                <a:lnTo>
                  <a:pt x="6339775" y="831278"/>
                </a:lnTo>
                <a:cubicBezTo>
                  <a:pt x="6346975" y="831278"/>
                  <a:pt x="6352123" y="828934"/>
                  <a:pt x="6355221" y="824246"/>
                </a:cubicBezTo>
                <a:cubicBezTo>
                  <a:pt x="6356979" y="821650"/>
                  <a:pt x="6357858" y="815497"/>
                  <a:pt x="6357858" y="805786"/>
                </a:cubicBezTo>
                <a:lnTo>
                  <a:pt x="6357858" y="695784"/>
                </a:lnTo>
                <a:cubicBezTo>
                  <a:pt x="6357858" y="685068"/>
                  <a:pt x="6356686" y="678413"/>
                  <a:pt x="6354342" y="675818"/>
                </a:cubicBezTo>
                <a:cubicBezTo>
                  <a:pt x="6351077" y="672134"/>
                  <a:pt x="6346221" y="670292"/>
                  <a:pt x="6339775" y="670292"/>
                </a:cubicBezTo>
                <a:lnTo>
                  <a:pt x="6333371" y="670292"/>
                </a:lnTo>
                <a:close/>
                <a:moveTo>
                  <a:pt x="5314071" y="665646"/>
                </a:moveTo>
                <a:lnTo>
                  <a:pt x="5362291" y="665646"/>
                </a:lnTo>
                <a:lnTo>
                  <a:pt x="5424073" y="798880"/>
                </a:lnTo>
                <a:lnTo>
                  <a:pt x="5484851" y="665646"/>
                </a:lnTo>
                <a:lnTo>
                  <a:pt x="5533071" y="665646"/>
                </a:lnTo>
                <a:lnTo>
                  <a:pt x="5533071" y="670292"/>
                </a:lnTo>
                <a:lnTo>
                  <a:pt x="5527169" y="670292"/>
                </a:lnTo>
                <a:cubicBezTo>
                  <a:pt x="5519886" y="670292"/>
                  <a:pt x="5514737" y="672469"/>
                  <a:pt x="5511725" y="676822"/>
                </a:cubicBezTo>
                <a:cubicBezTo>
                  <a:pt x="5509882" y="679501"/>
                  <a:pt x="5508961" y="685612"/>
                  <a:pt x="5508961" y="695156"/>
                </a:cubicBezTo>
                <a:lnTo>
                  <a:pt x="5508961" y="806414"/>
                </a:lnTo>
                <a:cubicBezTo>
                  <a:pt x="5508961" y="816879"/>
                  <a:pt x="5510133" y="823409"/>
                  <a:pt x="5512477" y="826004"/>
                </a:cubicBezTo>
                <a:cubicBezTo>
                  <a:pt x="5515575" y="829520"/>
                  <a:pt x="5520472" y="831278"/>
                  <a:pt x="5527169" y="831278"/>
                </a:cubicBezTo>
                <a:lnTo>
                  <a:pt x="5533071" y="831278"/>
                </a:lnTo>
                <a:lnTo>
                  <a:pt x="5533071" y="835924"/>
                </a:lnTo>
                <a:lnTo>
                  <a:pt x="5460741" y="835924"/>
                </a:lnTo>
                <a:lnTo>
                  <a:pt x="5460741" y="831278"/>
                </a:lnTo>
                <a:lnTo>
                  <a:pt x="5466768" y="831278"/>
                </a:lnTo>
                <a:cubicBezTo>
                  <a:pt x="5474052" y="831278"/>
                  <a:pt x="5479158" y="829101"/>
                  <a:pt x="5482088" y="824748"/>
                </a:cubicBezTo>
                <a:cubicBezTo>
                  <a:pt x="5483930" y="822069"/>
                  <a:pt x="5484851" y="815958"/>
                  <a:pt x="5484851" y="806414"/>
                </a:cubicBezTo>
                <a:lnTo>
                  <a:pt x="5484851" y="692644"/>
                </a:lnTo>
                <a:lnTo>
                  <a:pt x="5419176" y="835924"/>
                </a:lnTo>
                <a:lnTo>
                  <a:pt x="5415032" y="835924"/>
                </a:lnTo>
                <a:lnTo>
                  <a:pt x="5349231" y="692644"/>
                </a:lnTo>
                <a:lnTo>
                  <a:pt x="5349231" y="806414"/>
                </a:lnTo>
                <a:cubicBezTo>
                  <a:pt x="5349231" y="816879"/>
                  <a:pt x="5350361" y="823409"/>
                  <a:pt x="5352622" y="826004"/>
                </a:cubicBezTo>
                <a:cubicBezTo>
                  <a:pt x="5355720" y="829520"/>
                  <a:pt x="5360617" y="831278"/>
                  <a:pt x="5367314" y="831278"/>
                </a:cubicBezTo>
                <a:lnTo>
                  <a:pt x="5373341" y="831278"/>
                </a:lnTo>
                <a:lnTo>
                  <a:pt x="5373341" y="835924"/>
                </a:lnTo>
                <a:lnTo>
                  <a:pt x="5314071" y="835924"/>
                </a:lnTo>
                <a:lnTo>
                  <a:pt x="5314071" y="831278"/>
                </a:lnTo>
                <a:lnTo>
                  <a:pt x="5320098" y="831278"/>
                </a:lnTo>
                <a:cubicBezTo>
                  <a:pt x="5327298" y="831278"/>
                  <a:pt x="5332405" y="829101"/>
                  <a:pt x="5335418" y="824748"/>
                </a:cubicBezTo>
                <a:cubicBezTo>
                  <a:pt x="5337260" y="822069"/>
                  <a:pt x="5338181" y="815958"/>
                  <a:pt x="5338181" y="806414"/>
                </a:cubicBezTo>
                <a:lnTo>
                  <a:pt x="5338181" y="695156"/>
                </a:lnTo>
                <a:cubicBezTo>
                  <a:pt x="5338181" y="687621"/>
                  <a:pt x="5337344" y="682180"/>
                  <a:pt x="5335669" y="678831"/>
                </a:cubicBezTo>
                <a:cubicBezTo>
                  <a:pt x="5334497" y="676404"/>
                  <a:pt x="5332342" y="674373"/>
                  <a:pt x="5329203" y="672741"/>
                </a:cubicBezTo>
                <a:cubicBezTo>
                  <a:pt x="5326063" y="671109"/>
                  <a:pt x="5321019" y="670292"/>
                  <a:pt x="5314071" y="670292"/>
                </a:cubicBezTo>
                <a:close/>
                <a:moveTo>
                  <a:pt x="1389646" y="665646"/>
                </a:moveTo>
                <a:lnTo>
                  <a:pt x="1516350" y="665646"/>
                </a:lnTo>
                <a:lnTo>
                  <a:pt x="1517982" y="703067"/>
                </a:lnTo>
                <a:lnTo>
                  <a:pt x="1513587" y="703067"/>
                </a:lnTo>
                <a:cubicBezTo>
                  <a:pt x="1511410" y="695114"/>
                  <a:pt x="1508878" y="689275"/>
                  <a:pt x="1505990" y="685549"/>
                </a:cubicBezTo>
                <a:cubicBezTo>
                  <a:pt x="1503102" y="681824"/>
                  <a:pt x="1499544" y="679124"/>
                  <a:pt x="1495316" y="677450"/>
                </a:cubicBezTo>
                <a:cubicBezTo>
                  <a:pt x="1491088" y="675776"/>
                  <a:pt x="1484538" y="674939"/>
                  <a:pt x="1475664" y="674939"/>
                </a:cubicBezTo>
                <a:lnTo>
                  <a:pt x="1438117" y="674939"/>
                </a:lnTo>
                <a:lnTo>
                  <a:pt x="1438117" y="741869"/>
                </a:lnTo>
                <a:lnTo>
                  <a:pt x="1469134" y="741869"/>
                </a:lnTo>
                <a:cubicBezTo>
                  <a:pt x="1476250" y="741869"/>
                  <a:pt x="1481461" y="740300"/>
                  <a:pt x="1484768" y="737160"/>
                </a:cubicBezTo>
                <a:cubicBezTo>
                  <a:pt x="1488075" y="734021"/>
                  <a:pt x="1490272" y="727805"/>
                  <a:pt x="1491360" y="718513"/>
                </a:cubicBezTo>
                <a:lnTo>
                  <a:pt x="1496007" y="718513"/>
                </a:lnTo>
                <a:lnTo>
                  <a:pt x="1496007" y="776151"/>
                </a:lnTo>
                <a:lnTo>
                  <a:pt x="1491360" y="776151"/>
                </a:lnTo>
                <a:cubicBezTo>
                  <a:pt x="1491277" y="769537"/>
                  <a:pt x="1490419" y="764682"/>
                  <a:pt x="1488786" y="761584"/>
                </a:cubicBezTo>
                <a:cubicBezTo>
                  <a:pt x="1487154" y="758487"/>
                  <a:pt x="1484894" y="756164"/>
                  <a:pt x="1482005" y="754615"/>
                </a:cubicBezTo>
                <a:cubicBezTo>
                  <a:pt x="1479117" y="753066"/>
                  <a:pt x="1474827" y="752292"/>
                  <a:pt x="1469134" y="752292"/>
                </a:cubicBezTo>
                <a:lnTo>
                  <a:pt x="1438117" y="752292"/>
                </a:lnTo>
                <a:lnTo>
                  <a:pt x="1438117" y="805786"/>
                </a:lnTo>
                <a:cubicBezTo>
                  <a:pt x="1438117" y="814409"/>
                  <a:pt x="1438662" y="820102"/>
                  <a:pt x="1439750" y="822864"/>
                </a:cubicBezTo>
                <a:cubicBezTo>
                  <a:pt x="1440587" y="824957"/>
                  <a:pt x="1442345" y="826757"/>
                  <a:pt x="1445024" y="828264"/>
                </a:cubicBezTo>
                <a:cubicBezTo>
                  <a:pt x="1448707" y="830273"/>
                  <a:pt x="1452558" y="831278"/>
                  <a:pt x="1456577" y="831278"/>
                </a:cubicBezTo>
                <a:lnTo>
                  <a:pt x="1462730" y="831278"/>
                </a:lnTo>
                <a:lnTo>
                  <a:pt x="1462730" y="835924"/>
                </a:lnTo>
                <a:lnTo>
                  <a:pt x="1389646" y="835924"/>
                </a:lnTo>
                <a:lnTo>
                  <a:pt x="1389646" y="831278"/>
                </a:lnTo>
                <a:lnTo>
                  <a:pt x="1395673" y="831278"/>
                </a:lnTo>
                <a:cubicBezTo>
                  <a:pt x="1402705" y="831278"/>
                  <a:pt x="1407812" y="829227"/>
                  <a:pt x="1410993" y="825125"/>
                </a:cubicBezTo>
                <a:cubicBezTo>
                  <a:pt x="1413002" y="822446"/>
                  <a:pt x="1414007" y="816000"/>
                  <a:pt x="1414007" y="805786"/>
                </a:cubicBezTo>
                <a:lnTo>
                  <a:pt x="1414007" y="695784"/>
                </a:lnTo>
                <a:cubicBezTo>
                  <a:pt x="1414007" y="687161"/>
                  <a:pt x="1413463" y="681468"/>
                  <a:pt x="1412375" y="678706"/>
                </a:cubicBezTo>
                <a:cubicBezTo>
                  <a:pt x="1411537" y="676613"/>
                  <a:pt x="1409821" y="674813"/>
                  <a:pt x="1407226" y="673306"/>
                </a:cubicBezTo>
                <a:cubicBezTo>
                  <a:pt x="1403626" y="671297"/>
                  <a:pt x="1399775" y="670292"/>
                  <a:pt x="1395673" y="670292"/>
                </a:cubicBezTo>
                <a:lnTo>
                  <a:pt x="1389646" y="670292"/>
                </a:lnTo>
                <a:close/>
                <a:moveTo>
                  <a:pt x="731667" y="665646"/>
                </a:moveTo>
                <a:lnTo>
                  <a:pt x="794705" y="665646"/>
                </a:lnTo>
                <a:lnTo>
                  <a:pt x="794705" y="670292"/>
                </a:lnTo>
                <a:lnTo>
                  <a:pt x="791692" y="670292"/>
                </a:lnTo>
                <a:cubicBezTo>
                  <a:pt x="787255" y="670292"/>
                  <a:pt x="783864" y="671297"/>
                  <a:pt x="781520" y="673306"/>
                </a:cubicBezTo>
                <a:cubicBezTo>
                  <a:pt x="779176" y="675315"/>
                  <a:pt x="778004" y="677743"/>
                  <a:pt x="778004" y="680589"/>
                </a:cubicBezTo>
                <a:cubicBezTo>
                  <a:pt x="778004" y="683519"/>
                  <a:pt x="779846" y="690259"/>
                  <a:pt x="783529" y="700807"/>
                </a:cubicBezTo>
                <a:lnTo>
                  <a:pt x="817057" y="796368"/>
                </a:lnTo>
                <a:lnTo>
                  <a:pt x="845312" y="715122"/>
                </a:lnTo>
                <a:lnTo>
                  <a:pt x="840289" y="700807"/>
                </a:lnTo>
                <a:lnTo>
                  <a:pt x="836270" y="689379"/>
                </a:lnTo>
                <a:cubicBezTo>
                  <a:pt x="834512" y="685194"/>
                  <a:pt x="832545" y="681510"/>
                  <a:pt x="830368" y="678329"/>
                </a:cubicBezTo>
                <a:cubicBezTo>
                  <a:pt x="829280" y="676738"/>
                  <a:pt x="827940" y="675399"/>
                  <a:pt x="826350" y="674311"/>
                </a:cubicBezTo>
                <a:cubicBezTo>
                  <a:pt x="824257" y="672804"/>
                  <a:pt x="822164" y="671715"/>
                  <a:pt x="820071" y="671046"/>
                </a:cubicBezTo>
                <a:cubicBezTo>
                  <a:pt x="818481" y="670543"/>
                  <a:pt x="815969" y="670292"/>
                  <a:pt x="812537" y="670292"/>
                </a:cubicBezTo>
                <a:lnTo>
                  <a:pt x="812537" y="665646"/>
                </a:lnTo>
                <a:lnTo>
                  <a:pt x="878840" y="665646"/>
                </a:lnTo>
                <a:lnTo>
                  <a:pt x="878840" y="670292"/>
                </a:lnTo>
                <a:lnTo>
                  <a:pt x="874319" y="670292"/>
                </a:lnTo>
                <a:cubicBezTo>
                  <a:pt x="869631" y="670292"/>
                  <a:pt x="866199" y="671297"/>
                  <a:pt x="864022" y="673306"/>
                </a:cubicBezTo>
                <a:cubicBezTo>
                  <a:pt x="861845" y="675315"/>
                  <a:pt x="860757" y="678036"/>
                  <a:pt x="860757" y="681468"/>
                </a:cubicBezTo>
                <a:cubicBezTo>
                  <a:pt x="860757" y="685738"/>
                  <a:pt x="862641" y="693189"/>
                  <a:pt x="866408" y="703820"/>
                </a:cubicBezTo>
                <a:lnTo>
                  <a:pt x="899057" y="796368"/>
                </a:lnTo>
                <a:lnTo>
                  <a:pt x="931455" y="702565"/>
                </a:lnTo>
                <a:cubicBezTo>
                  <a:pt x="935139" y="692184"/>
                  <a:pt x="936980" y="684984"/>
                  <a:pt x="936980" y="680966"/>
                </a:cubicBezTo>
                <a:cubicBezTo>
                  <a:pt x="936980" y="679041"/>
                  <a:pt x="936373" y="677241"/>
                  <a:pt x="935159" y="675566"/>
                </a:cubicBezTo>
                <a:cubicBezTo>
                  <a:pt x="933946" y="673892"/>
                  <a:pt x="932418" y="672720"/>
                  <a:pt x="930576" y="672050"/>
                </a:cubicBezTo>
                <a:cubicBezTo>
                  <a:pt x="927395" y="670878"/>
                  <a:pt x="923251" y="670292"/>
                  <a:pt x="918145" y="670292"/>
                </a:cubicBezTo>
                <a:lnTo>
                  <a:pt x="918145" y="665646"/>
                </a:lnTo>
                <a:lnTo>
                  <a:pt x="969002" y="665646"/>
                </a:lnTo>
                <a:lnTo>
                  <a:pt x="969002" y="670292"/>
                </a:lnTo>
                <a:cubicBezTo>
                  <a:pt x="964565" y="670292"/>
                  <a:pt x="960965" y="671088"/>
                  <a:pt x="958202" y="672678"/>
                </a:cubicBezTo>
                <a:cubicBezTo>
                  <a:pt x="955440" y="674269"/>
                  <a:pt x="952803" y="677241"/>
                  <a:pt x="950291" y="681594"/>
                </a:cubicBezTo>
                <a:cubicBezTo>
                  <a:pt x="948617" y="684524"/>
                  <a:pt x="945980" y="691514"/>
                  <a:pt x="942380" y="702565"/>
                </a:cubicBezTo>
                <a:lnTo>
                  <a:pt x="894913" y="839817"/>
                </a:lnTo>
                <a:lnTo>
                  <a:pt x="889890" y="839817"/>
                </a:lnTo>
                <a:lnTo>
                  <a:pt x="851088" y="730944"/>
                </a:lnTo>
                <a:lnTo>
                  <a:pt x="812537" y="839817"/>
                </a:lnTo>
                <a:lnTo>
                  <a:pt x="808016" y="839817"/>
                </a:lnTo>
                <a:lnTo>
                  <a:pt x="757410" y="698421"/>
                </a:lnTo>
                <a:cubicBezTo>
                  <a:pt x="753643" y="687873"/>
                  <a:pt x="751257" y="681636"/>
                  <a:pt x="750252" y="679710"/>
                </a:cubicBezTo>
                <a:cubicBezTo>
                  <a:pt x="748578" y="676529"/>
                  <a:pt x="746297" y="674164"/>
                  <a:pt x="743409" y="672615"/>
                </a:cubicBezTo>
                <a:cubicBezTo>
                  <a:pt x="740520" y="671067"/>
                  <a:pt x="736607" y="670292"/>
                  <a:pt x="731667" y="670292"/>
                </a:cubicBezTo>
                <a:close/>
                <a:moveTo>
                  <a:pt x="139108" y="665646"/>
                </a:moveTo>
                <a:lnTo>
                  <a:pt x="212694" y="665646"/>
                </a:lnTo>
                <a:lnTo>
                  <a:pt x="212694" y="670292"/>
                </a:lnTo>
                <a:lnTo>
                  <a:pt x="206164" y="670292"/>
                </a:lnTo>
                <a:cubicBezTo>
                  <a:pt x="199132" y="670292"/>
                  <a:pt x="194109" y="672511"/>
                  <a:pt x="191096" y="676948"/>
                </a:cubicBezTo>
                <a:cubicBezTo>
                  <a:pt x="189003" y="679961"/>
                  <a:pt x="187957" y="686240"/>
                  <a:pt x="187957" y="695784"/>
                </a:cubicBezTo>
                <a:lnTo>
                  <a:pt x="187957" y="769998"/>
                </a:lnTo>
                <a:cubicBezTo>
                  <a:pt x="187957" y="776611"/>
                  <a:pt x="188563" y="784188"/>
                  <a:pt x="189777" y="792727"/>
                </a:cubicBezTo>
                <a:cubicBezTo>
                  <a:pt x="190991" y="801266"/>
                  <a:pt x="193189" y="807921"/>
                  <a:pt x="196370" y="812693"/>
                </a:cubicBezTo>
                <a:cubicBezTo>
                  <a:pt x="199551" y="817465"/>
                  <a:pt x="204135" y="821399"/>
                  <a:pt x="210120" y="824497"/>
                </a:cubicBezTo>
                <a:cubicBezTo>
                  <a:pt x="216106" y="827594"/>
                  <a:pt x="223452" y="829143"/>
                  <a:pt x="232158" y="829143"/>
                </a:cubicBezTo>
                <a:cubicBezTo>
                  <a:pt x="243292" y="829143"/>
                  <a:pt x="253255" y="826715"/>
                  <a:pt x="262045" y="821860"/>
                </a:cubicBezTo>
                <a:cubicBezTo>
                  <a:pt x="270835" y="817004"/>
                  <a:pt x="276842" y="810788"/>
                  <a:pt x="280065" y="803212"/>
                </a:cubicBezTo>
                <a:cubicBezTo>
                  <a:pt x="283288" y="795636"/>
                  <a:pt x="284899" y="782806"/>
                  <a:pt x="284899" y="764724"/>
                </a:cubicBezTo>
                <a:lnTo>
                  <a:pt x="284899" y="695784"/>
                </a:lnTo>
                <a:cubicBezTo>
                  <a:pt x="284899" y="685152"/>
                  <a:pt x="283727" y="678496"/>
                  <a:pt x="281383" y="675818"/>
                </a:cubicBezTo>
                <a:cubicBezTo>
                  <a:pt x="278118" y="672134"/>
                  <a:pt x="273263" y="670292"/>
                  <a:pt x="266817" y="670292"/>
                </a:cubicBezTo>
                <a:lnTo>
                  <a:pt x="260412" y="670292"/>
                </a:lnTo>
                <a:lnTo>
                  <a:pt x="260412" y="665646"/>
                </a:lnTo>
                <a:lnTo>
                  <a:pt x="320688" y="665646"/>
                </a:lnTo>
                <a:lnTo>
                  <a:pt x="320688" y="670292"/>
                </a:lnTo>
                <a:lnTo>
                  <a:pt x="314284" y="670292"/>
                </a:lnTo>
                <a:cubicBezTo>
                  <a:pt x="307586" y="670292"/>
                  <a:pt x="302438" y="673097"/>
                  <a:pt x="298838" y="678706"/>
                </a:cubicBezTo>
                <a:cubicBezTo>
                  <a:pt x="297080" y="681301"/>
                  <a:pt x="296201" y="687328"/>
                  <a:pt x="296201" y="696788"/>
                </a:cubicBezTo>
                <a:lnTo>
                  <a:pt x="296201" y="765854"/>
                </a:lnTo>
                <a:cubicBezTo>
                  <a:pt x="296201" y="782932"/>
                  <a:pt x="294506" y="796180"/>
                  <a:pt x="291115" y="805598"/>
                </a:cubicBezTo>
                <a:cubicBezTo>
                  <a:pt x="287725" y="815016"/>
                  <a:pt x="281069" y="823095"/>
                  <a:pt x="271149" y="829834"/>
                </a:cubicBezTo>
                <a:cubicBezTo>
                  <a:pt x="261229" y="836573"/>
                  <a:pt x="247729" y="839942"/>
                  <a:pt x="230651" y="839942"/>
                </a:cubicBezTo>
                <a:cubicBezTo>
                  <a:pt x="212067" y="839942"/>
                  <a:pt x="197960" y="836719"/>
                  <a:pt x="188333" y="830273"/>
                </a:cubicBezTo>
                <a:cubicBezTo>
                  <a:pt x="178706" y="823827"/>
                  <a:pt x="171883" y="815163"/>
                  <a:pt x="167865" y="804279"/>
                </a:cubicBezTo>
                <a:cubicBezTo>
                  <a:pt x="165186" y="796829"/>
                  <a:pt x="163846" y="782848"/>
                  <a:pt x="163846" y="762338"/>
                </a:cubicBezTo>
                <a:lnTo>
                  <a:pt x="163846" y="695784"/>
                </a:lnTo>
                <a:cubicBezTo>
                  <a:pt x="163846" y="685319"/>
                  <a:pt x="162402" y="678455"/>
                  <a:pt x="159514" y="675190"/>
                </a:cubicBezTo>
                <a:cubicBezTo>
                  <a:pt x="156626" y="671925"/>
                  <a:pt x="151958" y="670292"/>
                  <a:pt x="145512" y="670292"/>
                </a:cubicBezTo>
                <a:lnTo>
                  <a:pt x="139108" y="670292"/>
                </a:lnTo>
                <a:close/>
                <a:moveTo>
                  <a:pt x="1256" y="665646"/>
                </a:moveTo>
                <a:lnTo>
                  <a:pt x="74214" y="665646"/>
                </a:lnTo>
                <a:lnTo>
                  <a:pt x="74214" y="670292"/>
                </a:lnTo>
                <a:lnTo>
                  <a:pt x="68061" y="670292"/>
                </a:lnTo>
                <a:cubicBezTo>
                  <a:pt x="61113" y="670292"/>
                  <a:pt x="56048" y="672343"/>
                  <a:pt x="52867" y="676445"/>
                </a:cubicBezTo>
                <a:cubicBezTo>
                  <a:pt x="50774" y="679124"/>
                  <a:pt x="49727" y="685570"/>
                  <a:pt x="49727" y="695784"/>
                </a:cubicBezTo>
                <a:lnTo>
                  <a:pt x="49727" y="805786"/>
                </a:lnTo>
                <a:cubicBezTo>
                  <a:pt x="49727" y="814409"/>
                  <a:pt x="50272" y="820102"/>
                  <a:pt x="51360" y="822864"/>
                </a:cubicBezTo>
                <a:cubicBezTo>
                  <a:pt x="52197" y="824957"/>
                  <a:pt x="53955" y="826757"/>
                  <a:pt x="56634" y="828264"/>
                </a:cubicBezTo>
                <a:cubicBezTo>
                  <a:pt x="60234" y="830273"/>
                  <a:pt x="64043" y="831278"/>
                  <a:pt x="68061" y="831278"/>
                </a:cubicBezTo>
                <a:lnTo>
                  <a:pt x="74214" y="831278"/>
                </a:lnTo>
                <a:lnTo>
                  <a:pt x="74214" y="835924"/>
                </a:lnTo>
                <a:lnTo>
                  <a:pt x="1256" y="835924"/>
                </a:lnTo>
                <a:lnTo>
                  <a:pt x="1256" y="831278"/>
                </a:lnTo>
                <a:lnTo>
                  <a:pt x="7284" y="831278"/>
                </a:lnTo>
                <a:cubicBezTo>
                  <a:pt x="14316" y="831278"/>
                  <a:pt x="19422" y="829227"/>
                  <a:pt x="22604" y="825125"/>
                </a:cubicBezTo>
                <a:cubicBezTo>
                  <a:pt x="24613" y="822446"/>
                  <a:pt x="25617" y="816000"/>
                  <a:pt x="25617" y="805786"/>
                </a:cubicBezTo>
                <a:lnTo>
                  <a:pt x="25617" y="695784"/>
                </a:lnTo>
                <a:cubicBezTo>
                  <a:pt x="25617" y="687161"/>
                  <a:pt x="25073" y="681468"/>
                  <a:pt x="23985" y="678706"/>
                </a:cubicBezTo>
                <a:cubicBezTo>
                  <a:pt x="23148" y="676613"/>
                  <a:pt x="21432" y="674813"/>
                  <a:pt x="18837" y="673306"/>
                </a:cubicBezTo>
                <a:cubicBezTo>
                  <a:pt x="15153" y="671297"/>
                  <a:pt x="11302" y="670292"/>
                  <a:pt x="7284" y="670292"/>
                </a:cubicBezTo>
                <a:lnTo>
                  <a:pt x="1256" y="670292"/>
                </a:lnTo>
                <a:close/>
                <a:moveTo>
                  <a:pt x="9943137" y="661753"/>
                </a:moveTo>
                <a:lnTo>
                  <a:pt x="9947532" y="661753"/>
                </a:lnTo>
                <a:lnTo>
                  <a:pt x="10006802" y="803400"/>
                </a:lnTo>
                <a:cubicBezTo>
                  <a:pt x="10011574" y="814786"/>
                  <a:pt x="10015907" y="822174"/>
                  <a:pt x="10019799" y="825564"/>
                </a:cubicBezTo>
                <a:cubicBezTo>
                  <a:pt x="10023692" y="828955"/>
                  <a:pt x="10029113" y="830859"/>
                  <a:pt x="10036061" y="831278"/>
                </a:cubicBezTo>
                <a:lnTo>
                  <a:pt x="10036061" y="835924"/>
                </a:lnTo>
                <a:lnTo>
                  <a:pt x="9968879" y="835924"/>
                </a:lnTo>
                <a:lnTo>
                  <a:pt x="9968879" y="831278"/>
                </a:lnTo>
                <a:cubicBezTo>
                  <a:pt x="9975660" y="830943"/>
                  <a:pt x="9980244" y="829813"/>
                  <a:pt x="9982629" y="827887"/>
                </a:cubicBezTo>
                <a:cubicBezTo>
                  <a:pt x="9985015" y="825962"/>
                  <a:pt x="9986208" y="823618"/>
                  <a:pt x="9986208" y="820855"/>
                </a:cubicBezTo>
                <a:cubicBezTo>
                  <a:pt x="9986208" y="817172"/>
                  <a:pt x="9984534" y="811353"/>
                  <a:pt x="9981185" y="803400"/>
                </a:cubicBezTo>
                <a:lnTo>
                  <a:pt x="9970888" y="778914"/>
                </a:lnTo>
                <a:lnTo>
                  <a:pt x="9904962" y="778914"/>
                </a:lnTo>
                <a:lnTo>
                  <a:pt x="9893409" y="805786"/>
                </a:lnTo>
                <a:cubicBezTo>
                  <a:pt x="9890563" y="812400"/>
                  <a:pt x="9889140" y="817339"/>
                  <a:pt x="9889140" y="820604"/>
                </a:cubicBezTo>
                <a:cubicBezTo>
                  <a:pt x="9889140" y="823199"/>
                  <a:pt x="9890375" y="825480"/>
                  <a:pt x="9892844" y="827448"/>
                </a:cubicBezTo>
                <a:cubicBezTo>
                  <a:pt x="9895314" y="829415"/>
                  <a:pt x="9900651" y="830692"/>
                  <a:pt x="9908855" y="831278"/>
                </a:cubicBezTo>
                <a:lnTo>
                  <a:pt x="9908855" y="835924"/>
                </a:lnTo>
                <a:lnTo>
                  <a:pt x="9855235" y="835924"/>
                </a:lnTo>
                <a:lnTo>
                  <a:pt x="9855235" y="831278"/>
                </a:lnTo>
                <a:cubicBezTo>
                  <a:pt x="9862351" y="830022"/>
                  <a:pt x="9866955" y="828390"/>
                  <a:pt x="9869048" y="826380"/>
                </a:cubicBezTo>
                <a:cubicBezTo>
                  <a:pt x="9873318" y="822362"/>
                  <a:pt x="9878048" y="814200"/>
                  <a:pt x="9883238" y="801894"/>
                </a:cubicBezTo>
                <a:close/>
                <a:moveTo>
                  <a:pt x="8834739" y="661753"/>
                </a:moveTo>
                <a:cubicBezTo>
                  <a:pt x="8847045" y="661753"/>
                  <a:pt x="8859184" y="664767"/>
                  <a:pt x="8871155" y="670795"/>
                </a:cubicBezTo>
                <a:cubicBezTo>
                  <a:pt x="8874672" y="672636"/>
                  <a:pt x="8877183" y="673557"/>
                  <a:pt x="8878690" y="673557"/>
                </a:cubicBezTo>
                <a:cubicBezTo>
                  <a:pt x="8880950" y="673557"/>
                  <a:pt x="8882917" y="672762"/>
                  <a:pt x="8884592" y="671171"/>
                </a:cubicBezTo>
                <a:cubicBezTo>
                  <a:pt x="8886769" y="668911"/>
                  <a:pt x="8888317" y="665772"/>
                  <a:pt x="8889238" y="661753"/>
                </a:cubicBezTo>
                <a:lnTo>
                  <a:pt x="8893633" y="661753"/>
                </a:lnTo>
                <a:lnTo>
                  <a:pt x="8897526" y="719643"/>
                </a:lnTo>
                <a:lnTo>
                  <a:pt x="8893633" y="719643"/>
                </a:lnTo>
                <a:cubicBezTo>
                  <a:pt x="8888442" y="702314"/>
                  <a:pt x="8881033" y="689840"/>
                  <a:pt x="8871407" y="682222"/>
                </a:cubicBezTo>
                <a:cubicBezTo>
                  <a:pt x="8861780" y="674604"/>
                  <a:pt x="8850227" y="670795"/>
                  <a:pt x="8836748" y="670795"/>
                </a:cubicBezTo>
                <a:cubicBezTo>
                  <a:pt x="8825447" y="670795"/>
                  <a:pt x="8815233" y="673662"/>
                  <a:pt x="8806108" y="679396"/>
                </a:cubicBezTo>
                <a:cubicBezTo>
                  <a:pt x="8796984" y="685131"/>
                  <a:pt x="8789804" y="694277"/>
                  <a:pt x="8784572" y="706834"/>
                </a:cubicBezTo>
                <a:cubicBezTo>
                  <a:pt x="8779341" y="719392"/>
                  <a:pt x="8776724" y="735005"/>
                  <a:pt x="8776724" y="753673"/>
                </a:cubicBezTo>
                <a:cubicBezTo>
                  <a:pt x="8776724" y="769077"/>
                  <a:pt x="8779193" y="782430"/>
                  <a:pt x="8784133" y="793731"/>
                </a:cubicBezTo>
                <a:cubicBezTo>
                  <a:pt x="8789073" y="805033"/>
                  <a:pt x="8796502" y="813697"/>
                  <a:pt x="8806422" y="819725"/>
                </a:cubicBezTo>
                <a:cubicBezTo>
                  <a:pt x="8816343" y="825753"/>
                  <a:pt x="8827665" y="828766"/>
                  <a:pt x="8840390" y="828766"/>
                </a:cubicBezTo>
                <a:cubicBezTo>
                  <a:pt x="8851440" y="828766"/>
                  <a:pt x="8861193" y="826401"/>
                  <a:pt x="8869649" y="821671"/>
                </a:cubicBezTo>
                <a:cubicBezTo>
                  <a:pt x="8878104" y="816941"/>
                  <a:pt x="8887397" y="807544"/>
                  <a:pt x="8897526" y="793480"/>
                </a:cubicBezTo>
                <a:lnTo>
                  <a:pt x="8901419" y="795992"/>
                </a:lnTo>
                <a:cubicBezTo>
                  <a:pt x="8892880" y="811144"/>
                  <a:pt x="8882917" y="822237"/>
                  <a:pt x="8871532" y="829269"/>
                </a:cubicBezTo>
                <a:cubicBezTo>
                  <a:pt x="8860147" y="836301"/>
                  <a:pt x="8846626" y="839817"/>
                  <a:pt x="8830972" y="839817"/>
                </a:cubicBezTo>
                <a:cubicBezTo>
                  <a:pt x="8802760" y="839817"/>
                  <a:pt x="8780910" y="829352"/>
                  <a:pt x="8765422" y="808423"/>
                </a:cubicBezTo>
                <a:cubicBezTo>
                  <a:pt x="8753870" y="792852"/>
                  <a:pt x="8748093" y="774518"/>
                  <a:pt x="8748093" y="753422"/>
                </a:cubicBezTo>
                <a:cubicBezTo>
                  <a:pt x="8748093" y="736428"/>
                  <a:pt x="8751903" y="720815"/>
                  <a:pt x="8759520" y="706583"/>
                </a:cubicBezTo>
                <a:cubicBezTo>
                  <a:pt x="8767138" y="692351"/>
                  <a:pt x="8777623" y="681322"/>
                  <a:pt x="8790977" y="673494"/>
                </a:cubicBezTo>
                <a:cubicBezTo>
                  <a:pt x="8804330" y="665667"/>
                  <a:pt x="8818917" y="661753"/>
                  <a:pt x="8834739" y="661753"/>
                </a:cubicBezTo>
                <a:close/>
                <a:moveTo>
                  <a:pt x="3548366" y="661753"/>
                </a:moveTo>
                <a:cubicBezTo>
                  <a:pt x="3560672" y="661753"/>
                  <a:pt x="3572811" y="664767"/>
                  <a:pt x="3584782" y="670795"/>
                </a:cubicBezTo>
                <a:cubicBezTo>
                  <a:pt x="3588298" y="672636"/>
                  <a:pt x="3590809" y="673557"/>
                  <a:pt x="3592316" y="673557"/>
                </a:cubicBezTo>
                <a:cubicBezTo>
                  <a:pt x="3594577" y="673557"/>
                  <a:pt x="3596544" y="672762"/>
                  <a:pt x="3598218" y="671171"/>
                </a:cubicBezTo>
                <a:cubicBezTo>
                  <a:pt x="3600395" y="668911"/>
                  <a:pt x="3601943" y="665772"/>
                  <a:pt x="3602864" y="661753"/>
                </a:cubicBezTo>
                <a:lnTo>
                  <a:pt x="3607260" y="661753"/>
                </a:lnTo>
                <a:lnTo>
                  <a:pt x="3611152" y="719643"/>
                </a:lnTo>
                <a:lnTo>
                  <a:pt x="3607260" y="719643"/>
                </a:lnTo>
                <a:cubicBezTo>
                  <a:pt x="3602069" y="702314"/>
                  <a:pt x="3594660" y="689840"/>
                  <a:pt x="3585033" y="682222"/>
                </a:cubicBezTo>
                <a:cubicBezTo>
                  <a:pt x="3575406" y="674604"/>
                  <a:pt x="3563853" y="670795"/>
                  <a:pt x="3550375" y="670795"/>
                </a:cubicBezTo>
                <a:cubicBezTo>
                  <a:pt x="3539073" y="670795"/>
                  <a:pt x="3528859" y="673662"/>
                  <a:pt x="3519735" y="679396"/>
                </a:cubicBezTo>
                <a:cubicBezTo>
                  <a:pt x="3510610" y="685131"/>
                  <a:pt x="3503431" y="694277"/>
                  <a:pt x="3498199" y="706834"/>
                </a:cubicBezTo>
                <a:cubicBezTo>
                  <a:pt x="3492967" y="719392"/>
                  <a:pt x="3490350" y="735005"/>
                  <a:pt x="3490350" y="753673"/>
                </a:cubicBezTo>
                <a:cubicBezTo>
                  <a:pt x="3490350" y="769077"/>
                  <a:pt x="3492820" y="782430"/>
                  <a:pt x="3497759" y="793731"/>
                </a:cubicBezTo>
                <a:cubicBezTo>
                  <a:pt x="3502699" y="805033"/>
                  <a:pt x="3510129" y="813697"/>
                  <a:pt x="3520048" y="819725"/>
                </a:cubicBezTo>
                <a:cubicBezTo>
                  <a:pt x="3529969" y="825753"/>
                  <a:pt x="3541292" y="828766"/>
                  <a:pt x="3554016" y="828766"/>
                </a:cubicBezTo>
                <a:cubicBezTo>
                  <a:pt x="3565067" y="828766"/>
                  <a:pt x="3574820" y="826401"/>
                  <a:pt x="3583275" y="821671"/>
                </a:cubicBezTo>
                <a:cubicBezTo>
                  <a:pt x="3591730" y="816941"/>
                  <a:pt x="3601023" y="807544"/>
                  <a:pt x="3611152" y="793480"/>
                </a:cubicBezTo>
                <a:lnTo>
                  <a:pt x="3615045" y="795992"/>
                </a:lnTo>
                <a:cubicBezTo>
                  <a:pt x="3606506" y="811144"/>
                  <a:pt x="3596544" y="822237"/>
                  <a:pt x="3585159" y="829269"/>
                </a:cubicBezTo>
                <a:cubicBezTo>
                  <a:pt x="3573773" y="836301"/>
                  <a:pt x="3560253" y="839817"/>
                  <a:pt x="3544598" y="839817"/>
                </a:cubicBezTo>
                <a:cubicBezTo>
                  <a:pt x="3516386" y="839817"/>
                  <a:pt x="3494537" y="829352"/>
                  <a:pt x="3479049" y="808423"/>
                </a:cubicBezTo>
                <a:cubicBezTo>
                  <a:pt x="3467496" y="792852"/>
                  <a:pt x="3461720" y="774518"/>
                  <a:pt x="3461720" y="753422"/>
                </a:cubicBezTo>
                <a:cubicBezTo>
                  <a:pt x="3461720" y="736428"/>
                  <a:pt x="3465528" y="720815"/>
                  <a:pt x="3473147" y="706583"/>
                </a:cubicBezTo>
                <a:cubicBezTo>
                  <a:pt x="3480765" y="692351"/>
                  <a:pt x="3491250" y="681322"/>
                  <a:pt x="3504603" y="673494"/>
                </a:cubicBezTo>
                <a:cubicBezTo>
                  <a:pt x="3517956" y="665667"/>
                  <a:pt x="3532544" y="661753"/>
                  <a:pt x="3548366" y="661753"/>
                </a:cubicBezTo>
                <a:close/>
                <a:moveTo>
                  <a:pt x="2989888" y="661753"/>
                </a:moveTo>
                <a:lnTo>
                  <a:pt x="2994283" y="661753"/>
                </a:lnTo>
                <a:lnTo>
                  <a:pt x="3053554" y="803400"/>
                </a:lnTo>
                <a:cubicBezTo>
                  <a:pt x="3058326" y="814786"/>
                  <a:pt x="3062658" y="822174"/>
                  <a:pt x="3066551" y="825564"/>
                </a:cubicBezTo>
                <a:cubicBezTo>
                  <a:pt x="3070444" y="828955"/>
                  <a:pt x="3075864" y="830859"/>
                  <a:pt x="3082812" y="831278"/>
                </a:cubicBezTo>
                <a:lnTo>
                  <a:pt x="3082812" y="835924"/>
                </a:lnTo>
                <a:lnTo>
                  <a:pt x="3015630" y="835924"/>
                </a:lnTo>
                <a:lnTo>
                  <a:pt x="3015630" y="831278"/>
                </a:lnTo>
                <a:cubicBezTo>
                  <a:pt x="3022411" y="830943"/>
                  <a:pt x="3026995" y="829813"/>
                  <a:pt x="3029381" y="827887"/>
                </a:cubicBezTo>
                <a:cubicBezTo>
                  <a:pt x="3031767" y="825962"/>
                  <a:pt x="3032960" y="823618"/>
                  <a:pt x="3032960" y="820855"/>
                </a:cubicBezTo>
                <a:cubicBezTo>
                  <a:pt x="3032960" y="817172"/>
                  <a:pt x="3031285" y="811353"/>
                  <a:pt x="3027936" y="803400"/>
                </a:cubicBezTo>
                <a:lnTo>
                  <a:pt x="3017640" y="778914"/>
                </a:lnTo>
                <a:lnTo>
                  <a:pt x="2951714" y="778914"/>
                </a:lnTo>
                <a:lnTo>
                  <a:pt x="2940160" y="805786"/>
                </a:lnTo>
                <a:cubicBezTo>
                  <a:pt x="2937314" y="812400"/>
                  <a:pt x="2935891" y="817339"/>
                  <a:pt x="2935891" y="820604"/>
                </a:cubicBezTo>
                <a:cubicBezTo>
                  <a:pt x="2935891" y="823199"/>
                  <a:pt x="2937126" y="825480"/>
                  <a:pt x="2939596" y="827448"/>
                </a:cubicBezTo>
                <a:cubicBezTo>
                  <a:pt x="2942065" y="829415"/>
                  <a:pt x="2947402" y="830692"/>
                  <a:pt x="2955606" y="831278"/>
                </a:cubicBezTo>
                <a:lnTo>
                  <a:pt x="2955606" y="835924"/>
                </a:lnTo>
                <a:lnTo>
                  <a:pt x="2901986" y="835924"/>
                </a:lnTo>
                <a:lnTo>
                  <a:pt x="2901986" y="831278"/>
                </a:lnTo>
                <a:cubicBezTo>
                  <a:pt x="2909102" y="830022"/>
                  <a:pt x="2913706" y="828390"/>
                  <a:pt x="2915799" y="826380"/>
                </a:cubicBezTo>
                <a:cubicBezTo>
                  <a:pt x="2920069" y="822362"/>
                  <a:pt x="2924799" y="814200"/>
                  <a:pt x="2929989" y="801894"/>
                </a:cubicBezTo>
                <a:close/>
                <a:moveTo>
                  <a:pt x="8171342" y="657609"/>
                </a:moveTo>
                <a:cubicBezTo>
                  <a:pt x="8180132" y="657609"/>
                  <a:pt x="8188211" y="660456"/>
                  <a:pt x="8195578" y="666148"/>
                </a:cubicBezTo>
                <a:cubicBezTo>
                  <a:pt x="8200434" y="669916"/>
                  <a:pt x="8202862" y="674143"/>
                  <a:pt x="8202862" y="678831"/>
                </a:cubicBezTo>
                <a:cubicBezTo>
                  <a:pt x="8202862" y="681343"/>
                  <a:pt x="8201773" y="683708"/>
                  <a:pt x="8199596" y="685926"/>
                </a:cubicBezTo>
                <a:cubicBezTo>
                  <a:pt x="8197420" y="688145"/>
                  <a:pt x="8195076" y="689254"/>
                  <a:pt x="8192564" y="689254"/>
                </a:cubicBezTo>
                <a:cubicBezTo>
                  <a:pt x="8190639" y="689254"/>
                  <a:pt x="8188609" y="688563"/>
                  <a:pt x="8186474" y="687182"/>
                </a:cubicBezTo>
                <a:cubicBezTo>
                  <a:pt x="8184340" y="685801"/>
                  <a:pt x="8181723" y="682829"/>
                  <a:pt x="8178626" y="678266"/>
                </a:cubicBezTo>
                <a:cubicBezTo>
                  <a:pt x="8175528" y="673704"/>
                  <a:pt x="8172682" y="670627"/>
                  <a:pt x="8170086" y="669037"/>
                </a:cubicBezTo>
                <a:cubicBezTo>
                  <a:pt x="8167492" y="667446"/>
                  <a:pt x="8164604" y="666651"/>
                  <a:pt x="8161422" y="666651"/>
                </a:cubicBezTo>
                <a:cubicBezTo>
                  <a:pt x="8157571" y="666651"/>
                  <a:pt x="8154306" y="667676"/>
                  <a:pt x="8151628" y="669727"/>
                </a:cubicBezTo>
                <a:cubicBezTo>
                  <a:pt x="8148948" y="671778"/>
                  <a:pt x="8147023" y="674959"/>
                  <a:pt x="8145851" y="679271"/>
                </a:cubicBezTo>
                <a:cubicBezTo>
                  <a:pt x="8144679" y="683582"/>
                  <a:pt x="8144093" y="694695"/>
                  <a:pt x="8144093" y="712611"/>
                </a:cubicBezTo>
                <a:lnTo>
                  <a:pt x="8144093" y="720898"/>
                </a:lnTo>
                <a:lnTo>
                  <a:pt x="8173728" y="720898"/>
                </a:lnTo>
                <a:lnTo>
                  <a:pt x="8173728" y="729940"/>
                </a:lnTo>
                <a:lnTo>
                  <a:pt x="8144093" y="729940"/>
                </a:lnTo>
                <a:lnTo>
                  <a:pt x="8144093" y="805535"/>
                </a:lnTo>
                <a:cubicBezTo>
                  <a:pt x="8144093" y="816251"/>
                  <a:pt x="8145265" y="823032"/>
                  <a:pt x="8147609" y="825878"/>
                </a:cubicBezTo>
                <a:cubicBezTo>
                  <a:pt x="8150706" y="829562"/>
                  <a:pt x="8154850" y="831403"/>
                  <a:pt x="8160040" y="831403"/>
                </a:cubicBezTo>
                <a:lnTo>
                  <a:pt x="8170464" y="831403"/>
                </a:lnTo>
                <a:lnTo>
                  <a:pt x="8170464" y="835924"/>
                </a:lnTo>
                <a:lnTo>
                  <a:pt x="8101774" y="835924"/>
                </a:lnTo>
                <a:lnTo>
                  <a:pt x="8101774" y="831403"/>
                </a:lnTo>
                <a:lnTo>
                  <a:pt x="8106923" y="831403"/>
                </a:lnTo>
                <a:cubicBezTo>
                  <a:pt x="8110272" y="831403"/>
                  <a:pt x="8113328" y="830566"/>
                  <a:pt x="8116090" y="828892"/>
                </a:cubicBezTo>
                <a:cubicBezTo>
                  <a:pt x="8118852" y="827218"/>
                  <a:pt x="8120757" y="824957"/>
                  <a:pt x="8121804" y="822111"/>
                </a:cubicBezTo>
                <a:cubicBezTo>
                  <a:pt x="8122850" y="819265"/>
                  <a:pt x="8123373" y="813739"/>
                  <a:pt x="8123373" y="805535"/>
                </a:cubicBezTo>
                <a:lnTo>
                  <a:pt x="8123373" y="729940"/>
                </a:lnTo>
                <a:lnTo>
                  <a:pt x="8101021" y="729940"/>
                </a:lnTo>
                <a:lnTo>
                  <a:pt x="8101021" y="720898"/>
                </a:lnTo>
                <a:lnTo>
                  <a:pt x="8123373" y="720898"/>
                </a:lnTo>
                <a:lnTo>
                  <a:pt x="8123373" y="713364"/>
                </a:lnTo>
                <a:cubicBezTo>
                  <a:pt x="8123373" y="701895"/>
                  <a:pt x="8125215" y="692184"/>
                  <a:pt x="8128898" y="684231"/>
                </a:cubicBezTo>
                <a:cubicBezTo>
                  <a:pt x="8132582" y="676278"/>
                  <a:pt x="8138212" y="669853"/>
                  <a:pt x="8145788" y="664955"/>
                </a:cubicBezTo>
                <a:cubicBezTo>
                  <a:pt x="8153364" y="660058"/>
                  <a:pt x="8161882" y="657609"/>
                  <a:pt x="8171342" y="657609"/>
                </a:cubicBezTo>
                <a:close/>
                <a:moveTo>
                  <a:pt x="8095142" y="657609"/>
                </a:moveTo>
                <a:cubicBezTo>
                  <a:pt x="8103932" y="657609"/>
                  <a:pt x="8112011" y="660456"/>
                  <a:pt x="8119378" y="666148"/>
                </a:cubicBezTo>
                <a:cubicBezTo>
                  <a:pt x="8124234" y="669916"/>
                  <a:pt x="8126662" y="674143"/>
                  <a:pt x="8126662" y="678831"/>
                </a:cubicBezTo>
                <a:cubicBezTo>
                  <a:pt x="8126662" y="681343"/>
                  <a:pt x="8125573" y="683708"/>
                  <a:pt x="8123396" y="685926"/>
                </a:cubicBezTo>
                <a:cubicBezTo>
                  <a:pt x="8121220" y="688145"/>
                  <a:pt x="8118876" y="689254"/>
                  <a:pt x="8116364" y="689254"/>
                </a:cubicBezTo>
                <a:cubicBezTo>
                  <a:pt x="8114439" y="689254"/>
                  <a:pt x="8112409" y="688563"/>
                  <a:pt x="8110274" y="687182"/>
                </a:cubicBezTo>
                <a:cubicBezTo>
                  <a:pt x="8108140" y="685801"/>
                  <a:pt x="8105523" y="682829"/>
                  <a:pt x="8102426" y="678266"/>
                </a:cubicBezTo>
                <a:cubicBezTo>
                  <a:pt x="8099328" y="673704"/>
                  <a:pt x="8096482" y="670627"/>
                  <a:pt x="8093886" y="669037"/>
                </a:cubicBezTo>
                <a:cubicBezTo>
                  <a:pt x="8091292" y="667446"/>
                  <a:pt x="8088404" y="666651"/>
                  <a:pt x="8085222" y="666651"/>
                </a:cubicBezTo>
                <a:cubicBezTo>
                  <a:pt x="8081371" y="666651"/>
                  <a:pt x="8078106" y="667676"/>
                  <a:pt x="8075428" y="669727"/>
                </a:cubicBezTo>
                <a:cubicBezTo>
                  <a:pt x="8072748" y="671778"/>
                  <a:pt x="8070823" y="674959"/>
                  <a:pt x="8069651" y="679271"/>
                </a:cubicBezTo>
                <a:cubicBezTo>
                  <a:pt x="8068479" y="683582"/>
                  <a:pt x="8067893" y="694695"/>
                  <a:pt x="8067893" y="712611"/>
                </a:cubicBezTo>
                <a:lnTo>
                  <a:pt x="8067893" y="720898"/>
                </a:lnTo>
                <a:lnTo>
                  <a:pt x="8097528" y="720898"/>
                </a:lnTo>
                <a:lnTo>
                  <a:pt x="8097528" y="729940"/>
                </a:lnTo>
                <a:lnTo>
                  <a:pt x="8067893" y="729940"/>
                </a:lnTo>
                <a:lnTo>
                  <a:pt x="8067893" y="805535"/>
                </a:lnTo>
                <a:cubicBezTo>
                  <a:pt x="8067893" y="816251"/>
                  <a:pt x="8069065" y="823032"/>
                  <a:pt x="8071409" y="825878"/>
                </a:cubicBezTo>
                <a:cubicBezTo>
                  <a:pt x="8074506" y="829562"/>
                  <a:pt x="8078650" y="831403"/>
                  <a:pt x="8083840" y="831403"/>
                </a:cubicBezTo>
                <a:lnTo>
                  <a:pt x="8094264" y="831403"/>
                </a:lnTo>
                <a:lnTo>
                  <a:pt x="8094264" y="835924"/>
                </a:lnTo>
                <a:lnTo>
                  <a:pt x="8025575" y="835924"/>
                </a:lnTo>
                <a:lnTo>
                  <a:pt x="8025575" y="831403"/>
                </a:lnTo>
                <a:lnTo>
                  <a:pt x="8030723" y="831403"/>
                </a:lnTo>
                <a:cubicBezTo>
                  <a:pt x="8034072" y="831403"/>
                  <a:pt x="8037128" y="830566"/>
                  <a:pt x="8039890" y="828892"/>
                </a:cubicBezTo>
                <a:cubicBezTo>
                  <a:pt x="8042652" y="827218"/>
                  <a:pt x="8044557" y="824957"/>
                  <a:pt x="8045604" y="822111"/>
                </a:cubicBezTo>
                <a:cubicBezTo>
                  <a:pt x="8046650" y="819265"/>
                  <a:pt x="8047173" y="813739"/>
                  <a:pt x="8047173" y="805535"/>
                </a:cubicBezTo>
                <a:lnTo>
                  <a:pt x="8047173" y="729940"/>
                </a:lnTo>
                <a:lnTo>
                  <a:pt x="8024821" y="729940"/>
                </a:lnTo>
                <a:lnTo>
                  <a:pt x="8024821" y="720898"/>
                </a:lnTo>
                <a:lnTo>
                  <a:pt x="8047173" y="720898"/>
                </a:lnTo>
                <a:lnTo>
                  <a:pt x="8047173" y="713364"/>
                </a:lnTo>
                <a:cubicBezTo>
                  <a:pt x="8047173" y="701895"/>
                  <a:pt x="8049015" y="692184"/>
                  <a:pt x="8052698" y="684231"/>
                </a:cubicBezTo>
                <a:cubicBezTo>
                  <a:pt x="8056382" y="676278"/>
                  <a:pt x="8062012" y="669853"/>
                  <a:pt x="8069588" y="664955"/>
                </a:cubicBezTo>
                <a:cubicBezTo>
                  <a:pt x="8077164" y="660058"/>
                  <a:pt x="8085682" y="657609"/>
                  <a:pt x="8095142" y="657609"/>
                </a:cubicBezTo>
                <a:close/>
                <a:moveTo>
                  <a:pt x="11165615" y="657358"/>
                </a:moveTo>
                <a:lnTo>
                  <a:pt x="11171392" y="657358"/>
                </a:lnTo>
                <a:lnTo>
                  <a:pt x="11171392" y="741493"/>
                </a:lnTo>
                <a:cubicBezTo>
                  <a:pt x="11180684" y="731279"/>
                  <a:pt x="11188051" y="724728"/>
                  <a:pt x="11193493" y="721840"/>
                </a:cubicBezTo>
                <a:cubicBezTo>
                  <a:pt x="11198934" y="718952"/>
                  <a:pt x="11204376" y="717508"/>
                  <a:pt x="11209817" y="717508"/>
                </a:cubicBezTo>
                <a:cubicBezTo>
                  <a:pt x="11216347" y="717508"/>
                  <a:pt x="11221956" y="719308"/>
                  <a:pt x="11226644" y="722908"/>
                </a:cubicBezTo>
                <a:cubicBezTo>
                  <a:pt x="11231332" y="726507"/>
                  <a:pt x="11234807" y="732158"/>
                  <a:pt x="11237067" y="739860"/>
                </a:cubicBezTo>
                <a:cubicBezTo>
                  <a:pt x="11238657" y="745218"/>
                  <a:pt x="11239453" y="755013"/>
                  <a:pt x="11239453" y="769244"/>
                </a:cubicBezTo>
                <a:lnTo>
                  <a:pt x="11239453" y="809930"/>
                </a:lnTo>
                <a:cubicBezTo>
                  <a:pt x="11239453" y="817214"/>
                  <a:pt x="11240039" y="822195"/>
                  <a:pt x="11241211" y="824874"/>
                </a:cubicBezTo>
                <a:cubicBezTo>
                  <a:pt x="11242048" y="826883"/>
                  <a:pt x="11243471" y="828473"/>
                  <a:pt x="11245480" y="829645"/>
                </a:cubicBezTo>
                <a:cubicBezTo>
                  <a:pt x="11247490" y="830817"/>
                  <a:pt x="11251173" y="831403"/>
                  <a:pt x="11256531" y="831403"/>
                </a:cubicBezTo>
                <a:lnTo>
                  <a:pt x="11256531" y="835924"/>
                </a:lnTo>
                <a:lnTo>
                  <a:pt x="11200023" y="835924"/>
                </a:lnTo>
                <a:lnTo>
                  <a:pt x="11200023" y="831403"/>
                </a:lnTo>
                <a:lnTo>
                  <a:pt x="11202660" y="831403"/>
                </a:lnTo>
                <a:cubicBezTo>
                  <a:pt x="11208017" y="831403"/>
                  <a:pt x="11211743" y="830587"/>
                  <a:pt x="11213836" y="828955"/>
                </a:cubicBezTo>
                <a:cubicBezTo>
                  <a:pt x="11215929" y="827322"/>
                  <a:pt x="11217394" y="824915"/>
                  <a:pt x="11218231" y="821734"/>
                </a:cubicBezTo>
                <a:cubicBezTo>
                  <a:pt x="11218482" y="820395"/>
                  <a:pt x="11218608" y="816460"/>
                  <a:pt x="11218608" y="809930"/>
                </a:cubicBezTo>
                <a:lnTo>
                  <a:pt x="11218608" y="769244"/>
                </a:lnTo>
                <a:cubicBezTo>
                  <a:pt x="11218608" y="756687"/>
                  <a:pt x="11217959" y="748441"/>
                  <a:pt x="11216661" y="744506"/>
                </a:cubicBezTo>
                <a:cubicBezTo>
                  <a:pt x="11215364" y="740572"/>
                  <a:pt x="11213292" y="737621"/>
                  <a:pt x="11210445" y="735653"/>
                </a:cubicBezTo>
                <a:cubicBezTo>
                  <a:pt x="11207599" y="733686"/>
                  <a:pt x="11204167" y="732702"/>
                  <a:pt x="11200148" y="732702"/>
                </a:cubicBezTo>
                <a:cubicBezTo>
                  <a:pt x="11196046" y="732702"/>
                  <a:pt x="11191777" y="733791"/>
                  <a:pt x="11187340" y="735967"/>
                </a:cubicBezTo>
                <a:cubicBezTo>
                  <a:pt x="11182903" y="738144"/>
                  <a:pt x="11177587" y="742539"/>
                  <a:pt x="11171392" y="749153"/>
                </a:cubicBezTo>
                <a:lnTo>
                  <a:pt x="11171392" y="809930"/>
                </a:lnTo>
                <a:cubicBezTo>
                  <a:pt x="11171392" y="817800"/>
                  <a:pt x="11171831" y="822697"/>
                  <a:pt x="11172710" y="824622"/>
                </a:cubicBezTo>
                <a:cubicBezTo>
                  <a:pt x="11173589" y="826548"/>
                  <a:pt x="11175222" y="828159"/>
                  <a:pt x="11177608" y="829457"/>
                </a:cubicBezTo>
                <a:cubicBezTo>
                  <a:pt x="11179994" y="830755"/>
                  <a:pt x="11184117" y="831403"/>
                  <a:pt x="11189977" y="831403"/>
                </a:cubicBezTo>
                <a:lnTo>
                  <a:pt x="11189977" y="835924"/>
                </a:lnTo>
                <a:lnTo>
                  <a:pt x="11132966" y="835924"/>
                </a:lnTo>
                <a:lnTo>
                  <a:pt x="11132966" y="831403"/>
                </a:lnTo>
                <a:cubicBezTo>
                  <a:pt x="11138073" y="831403"/>
                  <a:pt x="11142091" y="830608"/>
                  <a:pt x="11145021" y="829018"/>
                </a:cubicBezTo>
                <a:cubicBezTo>
                  <a:pt x="11146696" y="828180"/>
                  <a:pt x="11148035" y="826590"/>
                  <a:pt x="11149040" y="824246"/>
                </a:cubicBezTo>
                <a:cubicBezTo>
                  <a:pt x="11150044" y="821902"/>
                  <a:pt x="11150547" y="817130"/>
                  <a:pt x="11150547" y="809930"/>
                </a:cubicBezTo>
                <a:lnTo>
                  <a:pt x="11150547" y="705830"/>
                </a:lnTo>
                <a:cubicBezTo>
                  <a:pt x="11150547" y="692686"/>
                  <a:pt x="11150233" y="684608"/>
                  <a:pt x="11149605" y="681594"/>
                </a:cubicBezTo>
                <a:cubicBezTo>
                  <a:pt x="11148977" y="678580"/>
                  <a:pt x="11148014" y="676529"/>
                  <a:pt x="11146717" y="675441"/>
                </a:cubicBezTo>
                <a:cubicBezTo>
                  <a:pt x="11145419" y="674353"/>
                  <a:pt x="11143682" y="673808"/>
                  <a:pt x="11141505" y="673808"/>
                </a:cubicBezTo>
                <a:cubicBezTo>
                  <a:pt x="11139747" y="673808"/>
                  <a:pt x="11136901" y="674478"/>
                  <a:pt x="11132966" y="675818"/>
                </a:cubicBezTo>
                <a:lnTo>
                  <a:pt x="11131208" y="671422"/>
                </a:lnTo>
                <a:close/>
                <a:moveTo>
                  <a:pt x="10898915" y="657358"/>
                </a:moveTo>
                <a:lnTo>
                  <a:pt x="10904692" y="657358"/>
                </a:lnTo>
                <a:lnTo>
                  <a:pt x="10904692" y="741493"/>
                </a:lnTo>
                <a:cubicBezTo>
                  <a:pt x="10913984" y="731279"/>
                  <a:pt x="10921351" y="724728"/>
                  <a:pt x="10926793" y="721840"/>
                </a:cubicBezTo>
                <a:cubicBezTo>
                  <a:pt x="10932234" y="718952"/>
                  <a:pt x="10937676" y="717508"/>
                  <a:pt x="10943117" y="717508"/>
                </a:cubicBezTo>
                <a:cubicBezTo>
                  <a:pt x="10949647" y="717508"/>
                  <a:pt x="10955256" y="719308"/>
                  <a:pt x="10959944" y="722908"/>
                </a:cubicBezTo>
                <a:cubicBezTo>
                  <a:pt x="10964632" y="726507"/>
                  <a:pt x="10968107" y="732158"/>
                  <a:pt x="10970367" y="739860"/>
                </a:cubicBezTo>
                <a:cubicBezTo>
                  <a:pt x="10971957" y="745218"/>
                  <a:pt x="10972753" y="755013"/>
                  <a:pt x="10972753" y="769244"/>
                </a:cubicBezTo>
                <a:lnTo>
                  <a:pt x="10972753" y="809930"/>
                </a:lnTo>
                <a:cubicBezTo>
                  <a:pt x="10972753" y="817214"/>
                  <a:pt x="10973339" y="822195"/>
                  <a:pt x="10974511" y="824874"/>
                </a:cubicBezTo>
                <a:cubicBezTo>
                  <a:pt x="10975348" y="826883"/>
                  <a:pt x="10976771" y="828473"/>
                  <a:pt x="10978780" y="829645"/>
                </a:cubicBezTo>
                <a:cubicBezTo>
                  <a:pt x="10980790" y="830817"/>
                  <a:pt x="10984473" y="831403"/>
                  <a:pt x="10989831" y="831403"/>
                </a:cubicBezTo>
                <a:lnTo>
                  <a:pt x="10989831" y="835924"/>
                </a:lnTo>
                <a:lnTo>
                  <a:pt x="10933323" y="835924"/>
                </a:lnTo>
                <a:lnTo>
                  <a:pt x="10933323" y="831403"/>
                </a:lnTo>
                <a:lnTo>
                  <a:pt x="10935960" y="831403"/>
                </a:lnTo>
                <a:cubicBezTo>
                  <a:pt x="10941317" y="831403"/>
                  <a:pt x="10945043" y="830587"/>
                  <a:pt x="10947136" y="828955"/>
                </a:cubicBezTo>
                <a:cubicBezTo>
                  <a:pt x="10949229" y="827322"/>
                  <a:pt x="10950694" y="824915"/>
                  <a:pt x="10951531" y="821734"/>
                </a:cubicBezTo>
                <a:cubicBezTo>
                  <a:pt x="10951782" y="820395"/>
                  <a:pt x="10951908" y="816460"/>
                  <a:pt x="10951908" y="809930"/>
                </a:cubicBezTo>
                <a:lnTo>
                  <a:pt x="10951908" y="769244"/>
                </a:lnTo>
                <a:cubicBezTo>
                  <a:pt x="10951908" y="756687"/>
                  <a:pt x="10951259" y="748441"/>
                  <a:pt x="10949961" y="744506"/>
                </a:cubicBezTo>
                <a:cubicBezTo>
                  <a:pt x="10948664" y="740572"/>
                  <a:pt x="10946592" y="737621"/>
                  <a:pt x="10943745" y="735653"/>
                </a:cubicBezTo>
                <a:cubicBezTo>
                  <a:pt x="10940899" y="733686"/>
                  <a:pt x="10937467" y="732702"/>
                  <a:pt x="10933448" y="732702"/>
                </a:cubicBezTo>
                <a:cubicBezTo>
                  <a:pt x="10929346" y="732702"/>
                  <a:pt x="10925077" y="733791"/>
                  <a:pt x="10920640" y="735967"/>
                </a:cubicBezTo>
                <a:cubicBezTo>
                  <a:pt x="10916203" y="738144"/>
                  <a:pt x="10910887" y="742539"/>
                  <a:pt x="10904692" y="749153"/>
                </a:cubicBezTo>
                <a:lnTo>
                  <a:pt x="10904692" y="809930"/>
                </a:lnTo>
                <a:cubicBezTo>
                  <a:pt x="10904692" y="817800"/>
                  <a:pt x="10905131" y="822697"/>
                  <a:pt x="10906010" y="824622"/>
                </a:cubicBezTo>
                <a:cubicBezTo>
                  <a:pt x="10906889" y="826548"/>
                  <a:pt x="10908522" y="828159"/>
                  <a:pt x="10910908" y="829457"/>
                </a:cubicBezTo>
                <a:cubicBezTo>
                  <a:pt x="10913294" y="830755"/>
                  <a:pt x="10917417" y="831403"/>
                  <a:pt x="10923277" y="831403"/>
                </a:cubicBezTo>
                <a:lnTo>
                  <a:pt x="10923277" y="835924"/>
                </a:lnTo>
                <a:lnTo>
                  <a:pt x="10866266" y="835924"/>
                </a:lnTo>
                <a:lnTo>
                  <a:pt x="10866266" y="831403"/>
                </a:lnTo>
                <a:cubicBezTo>
                  <a:pt x="10871373" y="831403"/>
                  <a:pt x="10875391" y="830608"/>
                  <a:pt x="10878321" y="829018"/>
                </a:cubicBezTo>
                <a:cubicBezTo>
                  <a:pt x="10879996" y="828180"/>
                  <a:pt x="10881335" y="826590"/>
                  <a:pt x="10882340" y="824246"/>
                </a:cubicBezTo>
                <a:cubicBezTo>
                  <a:pt x="10883344" y="821902"/>
                  <a:pt x="10883847" y="817130"/>
                  <a:pt x="10883847" y="809930"/>
                </a:cubicBezTo>
                <a:lnTo>
                  <a:pt x="10883847" y="705830"/>
                </a:lnTo>
                <a:cubicBezTo>
                  <a:pt x="10883847" y="692686"/>
                  <a:pt x="10883533" y="684608"/>
                  <a:pt x="10882905" y="681594"/>
                </a:cubicBezTo>
                <a:cubicBezTo>
                  <a:pt x="10882277" y="678580"/>
                  <a:pt x="10881314" y="676529"/>
                  <a:pt x="10880017" y="675441"/>
                </a:cubicBezTo>
                <a:cubicBezTo>
                  <a:pt x="10878719" y="674353"/>
                  <a:pt x="10876982" y="673808"/>
                  <a:pt x="10874805" y="673808"/>
                </a:cubicBezTo>
                <a:cubicBezTo>
                  <a:pt x="10873047" y="673808"/>
                  <a:pt x="10870201" y="674478"/>
                  <a:pt x="10866266" y="675818"/>
                </a:cubicBezTo>
                <a:lnTo>
                  <a:pt x="10864508" y="671422"/>
                </a:lnTo>
                <a:close/>
                <a:moveTo>
                  <a:pt x="10757296" y="657358"/>
                </a:moveTo>
                <a:cubicBezTo>
                  <a:pt x="10760812" y="657358"/>
                  <a:pt x="10763805" y="658593"/>
                  <a:pt x="10766275" y="661063"/>
                </a:cubicBezTo>
                <a:cubicBezTo>
                  <a:pt x="10768744" y="663532"/>
                  <a:pt x="10769979" y="666525"/>
                  <a:pt x="10769979" y="670041"/>
                </a:cubicBezTo>
                <a:cubicBezTo>
                  <a:pt x="10769979" y="673557"/>
                  <a:pt x="10768744" y="676571"/>
                  <a:pt x="10766275" y="679082"/>
                </a:cubicBezTo>
                <a:cubicBezTo>
                  <a:pt x="10763805" y="681594"/>
                  <a:pt x="10760812" y="682850"/>
                  <a:pt x="10757296" y="682850"/>
                </a:cubicBezTo>
                <a:cubicBezTo>
                  <a:pt x="10753780" y="682850"/>
                  <a:pt x="10750766" y="681594"/>
                  <a:pt x="10748255" y="679082"/>
                </a:cubicBezTo>
                <a:cubicBezTo>
                  <a:pt x="10745743" y="676571"/>
                  <a:pt x="10744488" y="673557"/>
                  <a:pt x="10744488" y="670041"/>
                </a:cubicBezTo>
                <a:cubicBezTo>
                  <a:pt x="10744488" y="666525"/>
                  <a:pt x="10745722" y="663532"/>
                  <a:pt x="10748192" y="661063"/>
                </a:cubicBezTo>
                <a:cubicBezTo>
                  <a:pt x="10750662" y="658593"/>
                  <a:pt x="10753696" y="657358"/>
                  <a:pt x="10757296" y="657358"/>
                </a:cubicBezTo>
                <a:close/>
                <a:moveTo>
                  <a:pt x="10076142" y="657358"/>
                </a:moveTo>
                <a:lnTo>
                  <a:pt x="10081793" y="657358"/>
                </a:lnTo>
                <a:lnTo>
                  <a:pt x="10081793" y="809930"/>
                </a:lnTo>
                <a:cubicBezTo>
                  <a:pt x="10081793" y="817130"/>
                  <a:pt x="10082316" y="821902"/>
                  <a:pt x="10083363" y="824246"/>
                </a:cubicBezTo>
                <a:cubicBezTo>
                  <a:pt x="10084409" y="826590"/>
                  <a:pt x="10086021" y="828369"/>
                  <a:pt x="10088197" y="829583"/>
                </a:cubicBezTo>
                <a:cubicBezTo>
                  <a:pt x="10090374" y="830796"/>
                  <a:pt x="10094434" y="831403"/>
                  <a:pt x="10100378" y="831403"/>
                </a:cubicBezTo>
                <a:lnTo>
                  <a:pt x="10100378" y="835924"/>
                </a:lnTo>
                <a:lnTo>
                  <a:pt x="10043996" y="835924"/>
                </a:lnTo>
                <a:lnTo>
                  <a:pt x="10043996" y="831403"/>
                </a:lnTo>
                <a:cubicBezTo>
                  <a:pt x="10049270" y="831403"/>
                  <a:pt x="10052869" y="830859"/>
                  <a:pt x="10054795" y="829771"/>
                </a:cubicBezTo>
                <a:cubicBezTo>
                  <a:pt x="10056720" y="828683"/>
                  <a:pt x="10058227" y="826883"/>
                  <a:pt x="10059316" y="824371"/>
                </a:cubicBezTo>
                <a:cubicBezTo>
                  <a:pt x="10060404" y="821860"/>
                  <a:pt x="10060948" y="817046"/>
                  <a:pt x="10060948" y="809930"/>
                </a:cubicBezTo>
                <a:lnTo>
                  <a:pt x="10060948" y="705453"/>
                </a:lnTo>
                <a:cubicBezTo>
                  <a:pt x="10060948" y="692477"/>
                  <a:pt x="10060655" y="684503"/>
                  <a:pt x="10060069" y="681531"/>
                </a:cubicBezTo>
                <a:cubicBezTo>
                  <a:pt x="10059483" y="678559"/>
                  <a:pt x="10058541" y="676529"/>
                  <a:pt x="10057244" y="675441"/>
                </a:cubicBezTo>
                <a:cubicBezTo>
                  <a:pt x="10055946" y="674353"/>
                  <a:pt x="10054293" y="673808"/>
                  <a:pt x="10052283" y="673808"/>
                </a:cubicBezTo>
                <a:cubicBezTo>
                  <a:pt x="10050107" y="673808"/>
                  <a:pt x="10047344" y="674478"/>
                  <a:pt x="10043996" y="675818"/>
                </a:cubicBezTo>
                <a:lnTo>
                  <a:pt x="10041861" y="671422"/>
                </a:lnTo>
                <a:close/>
                <a:moveTo>
                  <a:pt x="9509521" y="657358"/>
                </a:moveTo>
                <a:cubicBezTo>
                  <a:pt x="9513037" y="657358"/>
                  <a:pt x="9516031" y="658593"/>
                  <a:pt x="9518500" y="661063"/>
                </a:cubicBezTo>
                <a:cubicBezTo>
                  <a:pt x="9520969" y="663532"/>
                  <a:pt x="9522204" y="666525"/>
                  <a:pt x="9522204" y="670041"/>
                </a:cubicBezTo>
                <a:cubicBezTo>
                  <a:pt x="9522204" y="673557"/>
                  <a:pt x="9520969" y="676571"/>
                  <a:pt x="9518500" y="679082"/>
                </a:cubicBezTo>
                <a:cubicBezTo>
                  <a:pt x="9516031" y="681594"/>
                  <a:pt x="9513037" y="682850"/>
                  <a:pt x="9509521" y="682850"/>
                </a:cubicBezTo>
                <a:cubicBezTo>
                  <a:pt x="9506005" y="682850"/>
                  <a:pt x="9502991" y="681594"/>
                  <a:pt x="9500480" y="679082"/>
                </a:cubicBezTo>
                <a:cubicBezTo>
                  <a:pt x="9497968" y="676571"/>
                  <a:pt x="9496713" y="673557"/>
                  <a:pt x="9496713" y="670041"/>
                </a:cubicBezTo>
                <a:cubicBezTo>
                  <a:pt x="9496713" y="666525"/>
                  <a:pt x="9497948" y="663532"/>
                  <a:pt x="9500417" y="661063"/>
                </a:cubicBezTo>
                <a:cubicBezTo>
                  <a:pt x="9502887" y="658593"/>
                  <a:pt x="9505922" y="657358"/>
                  <a:pt x="9509521" y="657358"/>
                </a:cubicBezTo>
                <a:close/>
                <a:moveTo>
                  <a:pt x="7985521" y="657358"/>
                </a:moveTo>
                <a:cubicBezTo>
                  <a:pt x="7989037" y="657358"/>
                  <a:pt x="7992030" y="658593"/>
                  <a:pt x="7994500" y="661063"/>
                </a:cubicBezTo>
                <a:cubicBezTo>
                  <a:pt x="7996970" y="663532"/>
                  <a:pt x="7998204" y="666525"/>
                  <a:pt x="7998204" y="670041"/>
                </a:cubicBezTo>
                <a:cubicBezTo>
                  <a:pt x="7998204" y="673557"/>
                  <a:pt x="7996970" y="676571"/>
                  <a:pt x="7994500" y="679082"/>
                </a:cubicBezTo>
                <a:cubicBezTo>
                  <a:pt x="7992030" y="681594"/>
                  <a:pt x="7989037" y="682850"/>
                  <a:pt x="7985521" y="682850"/>
                </a:cubicBezTo>
                <a:cubicBezTo>
                  <a:pt x="7982005" y="682850"/>
                  <a:pt x="7978992" y="681594"/>
                  <a:pt x="7976480" y="679082"/>
                </a:cubicBezTo>
                <a:cubicBezTo>
                  <a:pt x="7973969" y="676571"/>
                  <a:pt x="7972713" y="673557"/>
                  <a:pt x="7972713" y="670041"/>
                </a:cubicBezTo>
                <a:cubicBezTo>
                  <a:pt x="7972713" y="666525"/>
                  <a:pt x="7973948" y="663532"/>
                  <a:pt x="7976417" y="661063"/>
                </a:cubicBezTo>
                <a:cubicBezTo>
                  <a:pt x="7978887" y="658593"/>
                  <a:pt x="7981922" y="657358"/>
                  <a:pt x="7985521" y="657358"/>
                </a:cubicBezTo>
                <a:close/>
                <a:moveTo>
                  <a:pt x="7919228" y="657358"/>
                </a:moveTo>
                <a:lnTo>
                  <a:pt x="7924879" y="657358"/>
                </a:lnTo>
                <a:lnTo>
                  <a:pt x="7924879" y="790341"/>
                </a:lnTo>
                <a:cubicBezTo>
                  <a:pt x="7924879" y="803819"/>
                  <a:pt x="7925193" y="812044"/>
                  <a:pt x="7925820" y="815016"/>
                </a:cubicBezTo>
                <a:cubicBezTo>
                  <a:pt x="7926448" y="817988"/>
                  <a:pt x="7927453" y="820060"/>
                  <a:pt x="7928834" y="821232"/>
                </a:cubicBezTo>
                <a:cubicBezTo>
                  <a:pt x="7930215" y="822404"/>
                  <a:pt x="7931827" y="822990"/>
                  <a:pt x="7933669" y="822990"/>
                </a:cubicBezTo>
                <a:cubicBezTo>
                  <a:pt x="7935929" y="822990"/>
                  <a:pt x="7938943" y="822278"/>
                  <a:pt x="7942710" y="820855"/>
                </a:cubicBezTo>
                <a:lnTo>
                  <a:pt x="7944091" y="825250"/>
                </a:lnTo>
                <a:lnTo>
                  <a:pt x="7909935" y="839440"/>
                </a:lnTo>
                <a:lnTo>
                  <a:pt x="7904159" y="839440"/>
                </a:lnTo>
                <a:lnTo>
                  <a:pt x="7904159" y="822990"/>
                </a:lnTo>
                <a:cubicBezTo>
                  <a:pt x="7898550" y="828850"/>
                  <a:pt x="7893067" y="833057"/>
                  <a:pt x="7887709" y="835610"/>
                </a:cubicBezTo>
                <a:cubicBezTo>
                  <a:pt x="7882351" y="838163"/>
                  <a:pt x="7876575" y="839440"/>
                  <a:pt x="7870380" y="839440"/>
                </a:cubicBezTo>
                <a:cubicBezTo>
                  <a:pt x="7857822" y="839440"/>
                  <a:pt x="7846855" y="834187"/>
                  <a:pt x="7837479" y="823681"/>
                </a:cubicBezTo>
                <a:cubicBezTo>
                  <a:pt x="7828103" y="813174"/>
                  <a:pt x="7823415" y="799675"/>
                  <a:pt x="7823415" y="783183"/>
                </a:cubicBezTo>
                <a:cubicBezTo>
                  <a:pt x="7823415" y="766691"/>
                  <a:pt x="7828605" y="751601"/>
                  <a:pt x="7838986" y="737914"/>
                </a:cubicBezTo>
                <a:cubicBezTo>
                  <a:pt x="7849367" y="724226"/>
                  <a:pt x="7862720" y="717382"/>
                  <a:pt x="7879044" y="717382"/>
                </a:cubicBezTo>
                <a:cubicBezTo>
                  <a:pt x="7889174" y="717382"/>
                  <a:pt x="7897545" y="720606"/>
                  <a:pt x="7904159" y="727052"/>
                </a:cubicBezTo>
                <a:lnTo>
                  <a:pt x="7904159" y="705830"/>
                </a:lnTo>
                <a:cubicBezTo>
                  <a:pt x="7904159" y="692686"/>
                  <a:pt x="7903845" y="684608"/>
                  <a:pt x="7903217" y="681594"/>
                </a:cubicBezTo>
                <a:cubicBezTo>
                  <a:pt x="7902589" y="678580"/>
                  <a:pt x="7901606" y="676529"/>
                  <a:pt x="7900266" y="675441"/>
                </a:cubicBezTo>
                <a:cubicBezTo>
                  <a:pt x="7898927" y="674353"/>
                  <a:pt x="7897252" y="673808"/>
                  <a:pt x="7895243" y="673808"/>
                </a:cubicBezTo>
                <a:cubicBezTo>
                  <a:pt x="7893067" y="673808"/>
                  <a:pt x="7890178" y="674478"/>
                  <a:pt x="7886579" y="675818"/>
                </a:cubicBezTo>
                <a:lnTo>
                  <a:pt x="7884946" y="671422"/>
                </a:lnTo>
                <a:close/>
                <a:moveTo>
                  <a:pt x="6061471" y="657358"/>
                </a:moveTo>
                <a:cubicBezTo>
                  <a:pt x="6064987" y="657358"/>
                  <a:pt x="6067980" y="658593"/>
                  <a:pt x="6070450" y="661063"/>
                </a:cubicBezTo>
                <a:cubicBezTo>
                  <a:pt x="6072920" y="663532"/>
                  <a:pt x="6074154" y="666525"/>
                  <a:pt x="6074154" y="670041"/>
                </a:cubicBezTo>
                <a:cubicBezTo>
                  <a:pt x="6074154" y="673557"/>
                  <a:pt x="6072920" y="676571"/>
                  <a:pt x="6070450" y="679082"/>
                </a:cubicBezTo>
                <a:cubicBezTo>
                  <a:pt x="6067980" y="681594"/>
                  <a:pt x="6064987" y="682850"/>
                  <a:pt x="6061471" y="682850"/>
                </a:cubicBezTo>
                <a:cubicBezTo>
                  <a:pt x="6057955" y="682850"/>
                  <a:pt x="6054942" y="681594"/>
                  <a:pt x="6052430" y="679082"/>
                </a:cubicBezTo>
                <a:cubicBezTo>
                  <a:pt x="6049919" y="676571"/>
                  <a:pt x="6048663" y="673557"/>
                  <a:pt x="6048663" y="670041"/>
                </a:cubicBezTo>
                <a:cubicBezTo>
                  <a:pt x="6048663" y="666525"/>
                  <a:pt x="6049898" y="663532"/>
                  <a:pt x="6052367" y="661063"/>
                </a:cubicBezTo>
                <a:cubicBezTo>
                  <a:pt x="6054837" y="658593"/>
                  <a:pt x="6057872" y="657358"/>
                  <a:pt x="6061471" y="657358"/>
                </a:cubicBezTo>
                <a:close/>
                <a:moveTo>
                  <a:pt x="5989918" y="657358"/>
                </a:moveTo>
                <a:lnTo>
                  <a:pt x="5995568" y="657358"/>
                </a:lnTo>
                <a:lnTo>
                  <a:pt x="5995568" y="809930"/>
                </a:lnTo>
                <a:cubicBezTo>
                  <a:pt x="5995568" y="817130"/>
                  <a:pt x="5996092" y="821902"/>
                  <a:pt x="5997138" y="824246"/>
                </a:cubicBezTo>
                <a:cubicBezTo>
                  <a:pt x="5998185" y="826590"/>
                  <a:pt x="5999796" y="828369"/>
                  <a:pt x="6001973" y="829583"/>
                </a:cubicBezTo>
                <a:cubicBezTo>
                  <a:pt x="6004149" y="830796"/>
                  <a:pt x="6008210" y="831403"/>
                  <a:pt x="6014153" y="831403"/>
                </a:cubicBezTo>
                <a:lnTo>
                  <a:pt x="6014153" y="835924"/>
                </a:lnTo>
                <a:lnTo>
                  <a:pt x="5957771" y="835924"/>
                </a:lnTo>
                <a:lnTo>
                  <a:pt x="5957771" y="831403"/>
                </a:lnTo>
                <a:cubicBezTo>
                  <a:pt x="5963045" y="831403"/>
                  <a:pt x="5966645" y="830859"/>
                  <a:pt x="5968570" y="829771"/>
                </a:cubicBezTo>
                <a:cubicBezTo>
                  <a:pt x="5970496" y="828683"/>
                  <a:pt x="5972002" y="826883"/>
                  <a:pt x="5973091" y="824371"/>
                </a:cubicBezTo>
                <a:cubicBezTo>
                  <a:pt x="5974179" y="821860"/>
                  <a:pt x="5974723" y="817046"/>
                  <a:pt x="5974723" y="809930"/>
                </a:cubicBezTo>
                <a:lnTo>
                  <a:pt x="5974723" y="705453"/>
                </a:lnTo>
                <a:cubicBezTo>
                  <a:pt x="5974723" y="692477"/>
                  <a:pt x="5974430" y="684503"/>
                  <a:pt x="5973844" y="681531"/>
                </a:cubicBezTo>
                <a:cubicBezTo>
                  <a:pt x="5973258" y="678559"/>
                  <a:pt x="5972316" y="676529"/>
                  <a:pt x="5971019" y="675441"/>
                </a:cubicBezTo>
                <a:cubicBezTo>
                  <a:pt x="5969721" y="674353"/>
                  <a:pt x="5968068" y="673808"/>
                  <a:pt x="5966059" y="673808"/>
                </a:cubicBezTo>
                <a:cubicBezTo>
                  <a:pt x="5963882" y="673808"/>
                  <a:pt x="5961119" y="674478"/>
                  <a:pt x="5957771" y="675818"/>
                </a:cubicBezTo>
                <a:lnTo>
                  <a:pt x="5955636" y="671422"/>
                </a:lnTo>
                <a:close/>
                <a:moveTo>
                  <a:pt x="5050566" y="657358"/>
                </a:moveTo>
                <a:lnTo>
                  <a:pt x="5056342" y="657358"/>
                </a:lnTo>
                <a:lnTo>
                  <a:pt x="5056342" y="741493"/>
                </a:lnTo>
                <a:cubicBezTo>
                  <a:pt x="5065635" y="731279"/>
                  <a:pt x="5073002" y="724728"/>
                  <a:pt x="5078443" y="721840"/>
                </a:cubicBezTo>
                <a:cubicBezTo>
                  <a:pt x="5083885" y="718952"/>
                  <a:pt x="5089326" y="717508"/>
                  <a:pt x="5094768" y="717508"/>
                </a:cubicBezTo>
                <a:cubicBezTo>
                  <a:pt x="5101297" y="717508"/>
                  <a:pt x="5106906" y="719308"/>
                  <a:pt x="5111595" y="722908"/>
                </a:cubicBezTo>
                <a:cubicBezTo>
                  <a:pt x="5116283" y="726507"/>
                  <a:pt x="5119757" y="732158"/>
                  <a:pt x="5122017" y="739860"/>
                </a:cubicBezTo>
                <a:cubicBezTo>
                  <a:pt x="5123608" y="745218"/>
                  <a:pt x="5124403" y="755013"/>
                  <a:pt x="5124403" y="769244"/>
                </a:cubicBezTo>
                <a:lnTo>
                  <a:pt x="5124403" y="809930"/>
                </a:lnTo>
                <a:cubicBezTo>
                  <a:pt x="5124403" y="817214"/>
                  <a:pt x="5124989" y="822195"/>
                  <a:pt x="5126161" y="824874"/>
                </a:cubicBezTo>
                <a:cubicBezTo>
                  <a:pt x="5126998" y="826883"/>
                  <a:pt x="5128421" y="828473"/>
                  <a:pt x="5130431" y="829645"/>
                </a:cubicBezTo>
                <a:cubicBezTo>
                  <a:pt x="5132440" y="830817"/>
                  <a:pt x="5136123" y="831403"/>
                  <a:pt x="5141482" y="831403"/>
                </a:cubicBezTo>
                <a:lnTo>
                  <a:pt x="5141482" y="835924"/>
                </a:lnTo>
                <a:lnTo>
                  <a:pt x="5084973" y="835924"/>
                </a:lnTo>
                <a:lnTo>
                  <a:pt x="5084973" y="831403"/>
                </a:lnTo>
                <a:lnTo>
                  <a:pt x="5087610" y="831403"/>
                </a:lnTo>
                <a:cubicBezTo>
                  <a:pt x="5092968" y="831403"/>
                  <a:pt x="5096694" y="830587"/>
                  <a:pt x="5098786" y="828955"/>
                </a:cubicBezTo>
                <a:cubicBezTo>
                  <a:pt x="5100879" y="827322"/>
                  <a:pt x="5102344" y="824915"/>
                  <a:pt x="5103181" y="821734"/>
                </a:cubicBezTo>
                <a:cubicBezTo>
                  <a:pt x="5103432" y="820395"/>
                  <a:pt x="5103558" y="816460"/>
                  <a:pt x="5103558" y="809930"/>
                </a:cubicBezTo>
                <a:lnTo>
                  <a:pt x="5103558" y="769244"/>
                </a:lnTo>
                <a:cubicBezTo>
                  <a:pt x="5103558" y="756687"/>
                  <a:pt x="5102909" y="748441"/>
                  <a:pt x="5101611" y="744506"/>
                </a:cubicBezTo>
                <a:cubicBezTo>
                  <a:pt x="5100314" y="740572"/>
                  <a:pt x="5098242" y="737621"/>
                  <a:pt x="5095395" y="735653"/>
                </a:cubicBezTo>
                <a:cubicBezTo>
                  <a:pt x="5092549" y="733686"/>
                  <a:pt x="5089117" y="732702"/>
                  <a:pt x="5085098" y="732702"/>
                </a:cubicBezTo>
                <a:cubicBezTo>
                  <a:pt x="5080996" y="732702"/>
                  <a:pt x="5076727" y="733791"/>
                  <a:pt x="5072290" y="735967"/>
                </a:cubicBezTo>
                <a:cubicBezTo>
                  <a:pt x="5067853" y="738144"/>
                  <a:pt x="5062537" y="742539"/>
                  <a:pt x="5056342" y="749153"/>
                </a:cubicBezTo>
                <a:lnTo>
                  <a:pt x="5056342" y="809930"/>
                </a:lnTo>
                <a:cubicBezTo>
                  <a:pt x="5056342" y="817800"/>
                  <a:pt x="5056782" y="822697"/>
                  <a:pt x="5057661" y="824622"/>
                </a:cubicBezTo>
                <a:cubicBezTo>
                  <a:pt x="5058540" y="826548"/>
                  <a:pt x="5060172" y="828159"/>
                  <a:pt x="5062558" y="829457"/>
                </a:cubicBezTo>
                <a:cubicBezTo>
                  <a:pt x="5064944" y="830755"/>
                  <a:pt x="5069067" y="831403"/>
                  <a:pt x="5074927" y="831403"/>
                </a:cubicBezTo>
                <a:lnTo>
                  <a:pt x="5074927" y="835924"/>
                </a:lnTo>
                <a:lnTo>
                  <a:pt x="5017917" y="835924"/>
                </a:lnTo>
                <a:lnTo>
                  <a:pt x="5017917" y="831403"/>
                </a:lnTo>
                <a:cubicBezTo>
                  <a:pt x="5023023" y="831403"/>
                  <a:pt x="5027042" y="830608"/>
                  <a:pt x="5029972" y="829018"/>
                </a:cubicBezTo>
                <a:cubicBezTo>
                  <a:pt x="5031646" y="828180"/>
                  <a:pt x="5032985" y="826590"/>
                  <a:pt x="5033990" y="824246"/>
                </a:cubicBezTo>
                <a:cubicBezTo>
                  <a:pt x="5034995" y="821902"/>
                  <a:pt x="5035497" y="817130"/>
                  <a:pt x="5035497" y="809930"/>
                </a:cubicBezTo>
                <a:lnTo>
                  <a:pt x="5035497" y="705830"/>
                </a:lnTo>
                <a:cubicBezTo>
                  <a:pt x="5035497" y="692686"/>
                  <a:pt x="5035183" y="684608"/>
                  <a:pt x="5034555" y="681594"/>
                </a:cubicBezTo>
                <a:cubicBezTo>
                  <a:pt x="5033927" y="678580"/>
                  <a:pt x="5032964" y="676529"/>
                  <a:pt x="5031667" y="675441"/>
                </a:cubicBezTo>
                <a:cubicBezTo>
                  <a:pt x="5030369" y="674353"/>
                  <a:pt x="5028632" y="673808"/>
                  <a:pt x="5026456" y="673808"/>
                </a:cubicBezTo>
                <a:cubicBezTo>
                  <a:pt x="5024697" y="673808"/>
                  <a:pt x="5021851" y="674478"/>
                  <a:pt x="5017917" y="675818"/>
                </a:cubicBezTo>
                <a:lnTo>
                  <a:pt x="5016158" y="671422"/>
                </a:lnTo>
                <a:close/>
                <a:moveTo>
                  <a:pt x="4469541" y="657358"/>
                </a:moveTo>
                <a:lnTo>
                  <a:pt x="4475318" y="657358"/>
                </a:lnTo>
                <a:lnTo>
                  <a:pt x="4475318" y="741493"/>
                </a:lnTo>
                <a:cubicBezTo>
                  <a:pt x="4484610" y="731279"/>
                  <a:pt x="4491977" y="724728"/>
                  <a:pt x="4497419" y="721840"/>
                </a:cubicBezTo>
                <a:cubicBezTo>
                  <a:pt x="4502860" y="718952"/>
                  <a:pt x="4508302" y="717508"/>
                  <a:pt x="4513744" y="717508"/>
                </a:cubicBezTo>
                <a:cubicBezTo>
                  <a:pt x="4520273" y="717508"/>
                  <a:pt x="4525882" y="719308"/>
                  <a:pt x="4530570" y="722908"/>
                </a:cubicBezTo>
                <a:cubicBezTo>
                  <a:pt x="4535258" y="726507"/>
                  <a:pt x="4538733" y="732158"/>
                  <a:pt x="4540993" y="739860"/>
                </a:cubicBezTo>
                <a:cubicBezTo>
                  <a:pt x="4542583" y="745218"/>
                  <a:pt x="4543379" y="755013"/>
                  <a:pt x="4543379" y="769244"/>
                </a:cubicBezTo>
                <a:lnTo>
                  <a:pt x="4543379" y="809930"/>
                </a:lnTo>
                <a:cubicBezTo>
                  <a:pt x="4543379" y="817214"/>
                  <a:pt x="4543964" y="822195"/>
                  <a:pt x="4545137" y="824874"/>
                </a:cubicBezTo>
                <a:cubicBezTo>
                  <a:pt x="4545974" y="826883"/>
                  <a:pt x="4547397" y="828473"/>
                  <a:pt x="4549407" y="829645"/>
                </a:cubicBezTo>
                <a:cubicBezTo>
                  <a:pt x="4551416" y="830817"/>
                  <a:pt x="4555099" y="831403"/>
                  <a:pt x="4560457" y="831403"/>
                </a:cubicBezTo>
                <a:lnTo>
                  <a:pt x="4560457" y="835924"/>
                </a:lnTo>
                <a:lnTo>
                  <a:pt x="4503948" y="835924"/>
                </a:lnTo>
                <a:lnTo>
                  <a:pt x="4503948" y="831403"/>
                </a:lnTo>
                <a:lnTo>
                  <a:pt x="4506586" y="831403"/>
                </a:lnTo>
                <a:cubicBezTo>
                  <a:pt x="4511943" y="831403"/>
                  <a:pt x="4515668" y="830587"/>
                  <a:pt x="4517762" y="828955"/>
                </a:cubicBezTo>
                <a:cubicBezTo>
                  <a:pt x="4519854" y="827322"/>
                  <a:pt x="4521319" y="824915"/>
                  <a:pt x="4522157" y="821734"/>
                </a:cubicBezTo>
                <a:cubicBezTo>
                  <a:pt x="4522408" y="820395"/>
                  <a:pt x="4522534" y="816460"/>
                  <a:pt x="4522534" y="809930"/>
                </a:cubicBezTo>
                <a:lnTo>
                  <a:pt x="4522534" y="769244"/>
                </a:lnTo>
                <a:cubicBezTo>
                  <a:pt x="4522534" y="756687"/>
                  <a:pt x="4521885" y="748441"/>
                  <a:pt x="4520587" y="744506"/>
                </a:cubicBezTo>
                <a:cubicBezTo>
                  <a:pt x="4519289" y="740572"/>
                  <a:pt x="4517217" y="737621"/>
                  <a:pt x="4514371" y="735653"/>
                </a:cubicBezTo>
                <a:cubicBezTo>
                  <a:pt x="4511525" y="733686"/>
                  <a:pt x="4508093" y="732702"/>
                  <a:pt x="4504074" y="732702"/>
                </a:cubicBezTo>
                <a:cubicBezTo>
                  <a:pt x="4499972" y="732702"/>
                  <a:pt x="4495702" y="733791"/>
                  <a:pt x="4491266" y="735967"/>
                </a:cubicBezTo>
                <a:cubicBezTo>
                  <a:pt x="4486829" y="738144"/>
                  <a:pt x="4481513" y="742539"/>
                  <a:pt x="4475318" y="749153"/>
                </a:cubicBezTo>
                <a:lnTo>
                  <a:pt x="4475318" y="809930"/>
                </a:lnTo>
                <a:cubicBezTo>
                  <a:pt x="4475318" y="817800"/>
                  <a:pt x="4475757" y="822697"/>
                  <a:pt x="4476636" y="824622"/>
                </a:cubicBezTo>
                <a:cubicBezTo>
                  <a:pt x="4477515" y="826548"/>
                  <a:pt x="4479148" y="828159"/>
                  <a:pt x="4481534" y="829457"/>
                </a:cubicBezTo>
                <a:cubicBezTo>
                  <a:pt x="4483919" y="830755"/>
                  <a:pt x="4488042" y="831403"/>
                  <a:pt x="4493903" y="831403"/>
                </a:cubicBezTo>
                <a:lnTo>
                  <a:pt x="4493903" y="835924"/>
                </a:lnTo>
                <a:lnTo>
                  <a:pt x="4436892" y="835924"/>
                </a:lnTo>
                <a:lnTo>
                  <a:pt x="4436892" y="831403"/>
                </a:lnTo>
                <a:cubicBezTo>
                  <a:pt x="4441998" y="831403"/>
                  <a:pt x="4446017" y="830608"/>
                  <a:pt x="4448947" y="829018"/>
                </a:cubicBezTo>
                <a:cubicBezTo>
                  <a:pt x="4450621" y="828180"/>
                  <a:pt x="4451961" y="826590"/>
                  <a:pt x="4452966" y="824246"/>
                </a:cubicBezTo>
                <a:cubicBezTo>
                  <a:pt x="4453970" y="821902"/>
                  <a:pt x="4454472" y="817130"/>
                  <a:pt x="4454472" y="809930"/>
                </a:cubicBezTo>
                <a:lnTo>
                  <a:pt x="4454472" y="705830"/>
                </a:lnTo>
                <a:cubicBezTo>
                  <a:pt x="4454472" y="692686"/>
                  <a:pt x="4454158" y="684608"/>
                  <a:pt x="4453531" y="681594"/>
                </a:cubicBezTo>
                <a:cubicBezTo>
                  <a:pt x="4452904" y="678580"/>
                  <a:pt x="4451941" y="676529"/>
                  <a:pt x="4450643" y="675441"/>
                </a:cubicBezTo>
                <a:cubicBezTo>
                  <a:pt x="4449345" y="674353"/>
                  <a:pt x="4447608" y="673808"/>
                  <a:pt x="4445432" y="673808"/>
                </a:cubicBezTo>
                <a:cubicBezTo>
                  <a:pt x="4443674" y="673808"/>
                  <a:pt x="4440827" y="674478"/>
                  <a:pt x="4436892" y="675818"/>
                </a:cubicBezTo>
                <a:lnTo>
                  <a:pt x="4435134" y="671422"/>
                </a:lnTo>
                <a:close/>
                <a:moveTo>
                  <a:pt x="3659917" y="657358"/>
                </a:moveTo>
                <a:lnTo>
                  <a:pt x="3665693" y="657358"/>
                </a:lnTo>
                <a:lnTo>
                  <a:pt x="3665693" y="741493"/>
                </a:lnTo>
                <a:cubicBezTo>
                  <a:pt x="3674986" y="731279"/>
                  <a:pt x="3682353" y="724728"/>
                  <a:pt x="3687794" y="721840"/>
                </a:cubicBezTo>
                <a:cubicBezTo>
                  <a:pt x="3693236" y="718952"/>
                  <a:pt x="3698677" y="717508"/>
                  <a:pt x="3704119" y="717508"/>
                </a:cubicBezTo>
                <a:cubicBezTo>
                  <a:pt x="3710649" y="717508"/>
                  <a:pt x="3716258" y="719308"/>
                  <a:pt x="3720946" y="722908"/>
                </a:cubicBezTo>
                <a:cubicBezTo>
                  <a:pt x="3725634" y="726507"/>
                  <a:pt x="3729108" y="732158"/>
                  <a:pt x="3731368" y="739860"/>
                </a:cubicBezTo>
                <a:cubicBezTo>
                  <a:pt x="3732959" y="745218"/>
                  <a:pt x="3733754" y="755013"/>
                  <a:pt x="3733754" y="769244"/>
                </a:cubicBezTo>
                <a:lnTo>
                  <a:pt x="3733754" y="809930"/>
                </a:lnTo>
                <a:cubicBezTo>
                  <a:pt x="3733754" y="817214"/>
                  <a:pt x="3734340" y="822195"/>
                  <a:pt x="3735512" y="824874"/>
                </a:cubicBezTo>
                <a:cubicBezTo>
                  <a:pt x="3736349" y="826883"/>
                  <a:pt x="3737772" y="828473"/>
                  <a:pt x="3739782" y="829645"/>
                </a:cubicBezTo>
                <a:cubicBezTo>
                  <a:pt x="3741791" y="830817"/>
                  <a:pt x="3745474" y="831403"/>
                  <a:pt x="3750832" y="831403"/>
                </a:cubicBezTo>
                <a:lnTo>
                  <a:pt x="3750832" y="835924"/>
                </a:lnTo>
                <a:lnTo>
                  <a:pt x="3694324" y="835924"/>
                </a:lnTo>
                <a:lnTo>
                  <a:pt x="3694324" y="831403"/>
                </a:lnTo>
                <a:lnTo>
                  <a:pt x="3696961" y="831403"/>
                </a:lnTo>
                <a:cubicBezTo>
                  <a:pt x="3702319" y="831403"/>
                  <a:pt x="3706044" y="830587"/>
                  <a:pt x="3708137" y="828955"/>
                </a:cubicBezTo>
                <a:cubicBezTo>
                  <a:pt x="3710230" y="827322"/>
                  <a:pt x="3711695" y="824915"/>
                  <a:pt x="3712532" y="821734"/>
                </a:cubicBezTo>
                <a:cubicBezTo>
                  <a:pt x="3712783" y="820395"/>
                  <a:pt x="3712909" y="816460"/>
                  <a:pt x="3712909" y="809930"/>
                </a:cubicBezTo>
                <a:lnTo>
                  <a:pt x="3712909" y="769244"/>
                </a:lnTo>
                <a:cubicBezTo>
                  <a:pt x="3712909" y="756687"/>
                  <a:pt x="3712260" y="748441"/>
                  <a:pt x="3710963" y="744506"/>
                </a:cubicBezTo>
                <a:cubicBezTo>
                  <a:pt x="3709665" y="740572"/>
                  <a:pt x="3707593" y="737621"/>
                  <a:pt x="3704746" y="735653"/>
                </a:cubicBezTo>
                <a:cubicBezTo>
                  <a:pt x="3701900" y="733686"/>
                  <a:pt x="3698468" y="732702"/>
                  <a:pt x="3694449" y="732702"/>
                </a:cubicBezTo>
                <a:cubicBezTo>
                  <a:pt x="3690347" y="732702"/>
                  <a:pt x="3686078" y="733791"/>
                  <a:pt x="3681641" y="735967"/>
                </a:cubicBezTo>
                <a:cubicBezTo>
                  <a:pt x="3677204" y="738144"/>
                  <a:pt x="3671888" y="742539"/>
                  <a:pt x="3665693" y="749153"/>
                </a:cubicBezTo>
                <a:lnTo>
                  <a:pt x="3665693" y="809930"/>
                </a:lnTo>
                <a:cubicBezTo>
                  <a:pt x="3665693" y="817800"/>
                  <a:pt x="3666133" y="822697"/>
                  <a:pt x="3667012" y="824622"/>
                </a:cubicBezTo>
                <a:cubicBezTo>
                  <a:pt x="3667891" y="826548"/>
                  <a:pt x="3669523" y="828159"/>
                  <a:pt x="3671909" y="829457"/>
                </a:cubicBezTo>
                <a:cubicBezTo>
                  <a:pt x="3674295" y="830755"/>
                  <a:pt x="3678418" y="831403"/>
                  <a:pt x="3684278" y="831403"/>
                </a:cubicBezTo>
                <a:lnTo>
                  <a:pt x="3684278" y="835924"/>
                </a:lnTo>
                <a:lnTo>
                  <a:pt x="3627268" y="835924"/>
                </a:lnTo>
                <a:lnTo>
                  <a:pt x="3627268" y="831403"/>
                </a:lnTo>
                <a:cubicBezTo>
                  <a:pt x="3632374" y="831403"/>
                  <a:pt x="3636392" y="830608"/>
                  <a:pt x="3639323" y="829018"/>
                </a:cubicBezTo>
                <a:cubicBezTo>
                  <a:pt x="3640997" y="828180"/>
                  <a:pt x="3642337" y="826590"/>
                  <a:pt x="3643341" y="824246"/>
                </a:cubicBezTo>
                <a:cubicBezTo>
                  <a:pt x="3644345" y="821902"/>
                  <a:pt x="3644848" y="817130"/>
                  <a:pt x="3644848" y="809930"/>
                </a:cubicBezTo>
                <a:lnTo>
                  <a:pt x="3644848" y="705830"/>
                </a:lnTo>
                <a:cubicBezTo>
                  <a:pt x="3644848" y="692686"/>
                  <a:pt x="3644534" y="684608"/>
                  <a:pt x="3643906" y="681594"/>
                </a:cubicBezTo>
                <a:cubicBezTo>
                  <a:pt x="3643278" y="678580"/>
                  <a:pt x="3642315" y="676529"/>
                  <a:pt x="3641018" y="675441"/>
                </a:cubicBezTo>
                <a:cubicBezTo>
                  <a:pt x="3639720" y="674353"/>
                  <a:pt x="3637983" y="673808"/>
                  <a:pt x="3635806" y="673808"/>
                </a:cubicBezTo>
                <a:cubicBezTo>
                  <a:pt x="3634048" y="673808"/>
                  <a:pt x="3631202" y="674478"/>
                  <a:pt x="3627268" y="675818"/>
                </a:cubicBezTo>
                <a:lnTo>
                  <a:pt x="3625510" y="671422"/>
                </a:lnTo>
                <a:close/>
                <a:moveTo>
                  <a:pt x="2832879" y="657358"/>
                </a:moveTo>
                <a:lnTo>
                  <a:pt x="2838530" y="657358"/>
                </a:lnTo>
                <a:lnTo>
                  <a:pt x="2838530" y="790341"/>
                </a:lnTo>
                <a:cubicBezTo>
                  <a:pt x="2838530" y="803819"/>
                  <a:pt x="2838844" y="812044"/>
                  <a:pt x="2839472" y="815016"/>
                </a:cubicBezTo>
                <a:cubicBezTo>
                  <a:pt x="2840099" y="817988"/>
                  <a:pt x="2841104" y="820060"/>
                  <a:pt x="2842485" y="821232"/>
                </a:cubicBezTo>
                <a:cubicBezTo>
                  <a:pt x="2843866" y="822404"/>
                  <a:pt x="2845478" y="822990"/>
                  <a:pt x="2847319" y="822990"/>
                </a:cubicBezTo>
                <a:cubicBezTo>
                  <a:pt x="2849580" y="822990"/>
                  <a:pt x="2852594" y="822278"/>
                  <a:pt x="2856362" y="820855"/>
                </a:cubicBezTo>
                <a:lnTo>
                  <a:pt x="2857743" y="825250"/>
                </a:lnTo>
                <a:lnTo>
                  <a:pt x="2823586" y="839440"/>
                </a:lnTo>
                <a:lnTo>
                  <a:pt x="2817810" y="839440"/>
                </a:lnTo>
                <a:lnTo>
                  <a:pt x="2817810" y="822990"/>
                </a:lnTo>
                <a:cubicBezTo>
                  <a:pt x="2812201" y="828850"/>
                  <a:pt x="2806718" y="833057"/>
                  <a:pt x="2801360" y="835610"/>
                </a:cubicBezTo>
                <a:cubicBezTo>
                  <a:pt x="2796002" y="838163"/>
                  <a:pt x="2790225" y="839440"/>
                  <a:pt x="2784030" y="839440"/>
                </a:cubicBezTo>
                <a:cubicBezTo>
                  <a:pt x="2771473" y="839440"/>
                  <a:pt x="2760506" y="834187"/>
                  <a:pt x="2751130" y="823681"/>
                </a:cubicBezTo>
                <a:cubicBezTo>
                  <a:pt x="2741754" y="813174"/>
                  <a:pt x="2737066" y="799675"/>
                  <a:pt x="2737066" y="783183"/>
                </a:cubicBezTo>
                <a:cubicBezTo>
                  <a:pt x="2737066" y="766691"/>
                  <a:pt x="2742257" y="751601"/>
                  <a:pt x="2752637" y="737914"/>
                </a:cubicBezTo>
                <a:cubicBezTo>
                  <a:pt x="2763018" y="724226"/>
                  <a:pt x="2776371" y="717382"/>
                  <a:pt x="2792695" y="717382"/>
                </a:cubicBezTo>
                <a:cubicBezTo>
                  <a:pt x="2802825" y="717382"/>
                  <a:pt x="2811196" y="720606"/>
                  <a:pt x="2817810" y="727052"/>
                </a:cubicBezTo>
                <a:lnTo>
                  <a:pt x="2817810" y="705830"/>
                </a:lnTo>
                <a:cubicBezTo>
                  <a:pt x="2817810" y="692686"/>
                  <a:pt x="2817496" y="684608"/>
                  <a:pt x="2816868" y="681594"/>
                </a:cubicBezTo>
                <a:cubicBezTo>
                  <a:pt x="2816240" y="678580"/>
                  <a:pt x="2815257" y="676529"/>
                  <a:pt x="2813917" y="675441"/>
                </a:cubicBezTo>
                <a:cubicBezTo>
                  <a:pt x="2812578" y="674353"/>
                  <a:pt x="2810903" y="673808"/>
                  <a:pt x="2808894" y="673808"/>
                </a:cubicBezTo>
                <a:cubicBezTo>
                  <a:pt x="2806718" y="673808"/>
                  <a:pt x="2803829" y="674478"/>
                  <a:pt x="2800230" y="675818"/>
                </a:cubicBezTo>
                <a:lnTo>
                  <a:pt x="2798597" y="671422"/>
                </a:lnTo>
                <a:close/>
                <a:moveTo>
                  <a:pt x="1993042" y="657358"/>
                </a:moveTo>
                <a:lnTo>
                  <a:pt x="1998818" y="657358"/>
                </a:lnTo>
                <a:lnTo>
                  <a:pt x="1998818" y="741493"/>
                </a:lnTo>
                <a:cubicBezTo>
                  <a:pt x="2008111" y="731279"/>
                  <a:pt x="2015477" y="724728"/>
                  <a:pt x="2020919" y="721840"/>
                </a:cubicBezTo>
                <a:cubicBezTo>
                  <a:pt x="2026361" y="718952"/>
                  <a:pt x="2031802" y="717508"/>
                  <a:pt x="2037243" y="717508"/>
                </a:cubicBezTo>
                <a:cubicBezTo>
                  <a:pt x="2043773" y="717508"/>
                  <a:pt x="2049382" y="719308"/>
                  <a:pt x="2054071" y="722908"/>
                </a:cubicBezTo>
                <a:cubicBezTo>
                  <a:pt x="2058759" y="726507"/>
                  <a:pt x="2062233" y="732158"/>
                  <a:pt x="2064494" y="739860"/>
                </a:cubicBezTo>
                <a:cubicBezTo>
                  <a:pt x="2066084" y="745218"/>
                  <a:pt x="2066879" y="755013"/>
                  <a:pt x="2066879" y="769244"/>
                </a:cubicBezTo>
                <a:lnTo>
                  <a:pt x="2066879" y="809930"/>
                </a:lnTo>
                <a:cubicBezTo>
                  <a:pt x="2066879" y="817214"/>
                  <a:pt x="2067465" y="822195"/>
                  <a:pt x="2068637" y="824874"/>
                </a:cubicBezTo>
                <a:cubicBezTo>
                  <a:pt x="2069474" y="826883"/>
                  <a:pt x="2070898" y="828473"/>
                  <a:pt x="2072907" y="829645"/>
                </a:cubicBezTo>
                <a:cubicBezTo>
                  <a:pt x="2074916" y="830817"/>
                  <a:pt x="2078599" y="831403"/>
                  <a:pt x="2083958" y="831403"/>
                </a:cubicBezTo>
                <a:lnTo>
                  <a:pt x="2083958" y="835924"/>
                </a:lnTo>
                <a:lnTo>
                  <a:pt x="2027449" y="835924"/>
                </a:lnTo>
                <a:lnTo>
                  <a:pt x="2027449" y="831403"/>
                </a:lnTo>
                <a:lnTo>
                  <a:pt x="2030086" y="831403"/>
                </a:lnTo>
                <a:cubicBezTo>
                  <a:pt x="2035444" y="831403"/>
                  <a:pt x="2039169" y="830587"/>
                  <a:pt x="2041262" y="828955"/>
                </a:cubicBezTo>
                <a:cubicBezTo>
                  <a:pt x="2043355" y="827322"/>
                  <a:pt x="2044820" y="824915"/>
                  <a:pt x="2045657" y="821734"/>
                </a:cubicBezTo>
                <a:cubicBezTo>
                  <a:pt x="2045908" y="820395"/>
                  <a:pt x="2046034" y="816460"/>
                  <a:pt x="2046034" y="809930"/>
                </a:cubicBezTo>
                <a:lnTo>
                  <a:pt x="2046034" y="769244"/>
                </a:lnTo>
                <a:cubicBezTo>
                  <a:pt x="2046034" y="756687"/>
                  <a:pt x="2045385" y="748441"/>
                  <a:pt x="2044088" y="744506"/>
                </a:cubicBezTo>
                <a:cubicBezTo>
                  <a:pt x="2042790" y="740572"/>
                  <a:pt x="2040718" y="737621"/>
                  <a:pt x="2037871" y="735653"/>
                </a:cubicBezTo>
                <a:cubicBezTo>
                  <a:pt x="2035025" y="733686"/>
                  <a:pt x="2031593" y="732702"/>
                  <a:pt x="2027575" y="732702"/>
                </a:cubicBezTo>
                <a:cubicBezTo>
                  <a:pt x="2023472" y="732702"/>
                  <a:pt x="2019203" y="733791"/>
                  <a:pt x="2014765" y="735967"/>
                </a:cubicBezTo>
                <a:cubicBezTo>
                  <a:pt x="2010329" y="738144"/>
                  <a:pt x="2005013" y="742539"/>
                  <a:pt x="1998818" y="749153"/>
                </a:cubicBezTo>
                <a:lnTo>
                  <a:pt x="1998818" y="809930"/>
                </a:lnTo>
                <a:cubicBezTo>
                  <a:pt x="1998818" y="817800"/>
                  <a:pt x="1999257" y="822697"/>
                  <a:pt x="2000136" y="824622"/>
                </a:cubicBezTo>
                <a:cubicBezTo>
                  <a:pt x="2001016" y="826548"/>
                  <a:pt x="2002648" y="828159"/>
                  <a:pt x="2005034" y="829457"/>
                </a:cubicBezTo>
                <a:cubicBezTo>
                  <a:pt x="2007420" y="830755"/>
                  <a:pt x="2011543" y="831403"/>
                  <a:pt x="2017403" y="831403"/>
                </a:cubicBezTo>
                <a:lnTo>
                  <a:pt x="2017403" y="835924"/>
                </a:lnTo>
                <a:lnTo>
                  <a:pt x="1960392" y="835924"/>
                </a:lnTo>
                <a:lnTo>
                  <a:pt x="1960392" y="831403"/>
                </a:lnTo>
                <a:cubicBezTo>
                  <a:pt x="1965499" y="831403"/>
                  <a:pt x="1969518" y="830608"/>
                  <a:pt x="1972448" y="829018"/>
                </a:cubicBezTo>
                <a:cubicBezTo>
                  <a:pt x="1974122" y="828180"/>
                  <a:pt x="1975461" y="826590"/>
                  <a:pt x="1976466" y="824246"/>
                </a:cubicBezTo>
                <a:cubicBezTo>
                  <a:pt x="1977470" y="821902"/>
                  <a:pt x="1977973" y="817130"/>
                  <a:pt x="1977973" y="809930"/>
                </a:cubicBezTo>
                <a:lnTo>
                  <a:pt x="1977973" y="705830"/>
                </a:lnTo>
                <a:cubicBezTo>
                  <a:pt x="1977973" y="692686"/>
                  <a:pt x="1977659" y="684608"/>
                  <a:pt x="1977031" y="681594"/>
                </a:cubicBezTo>
                <a:cubicBezTo>
                  <a:pt x="1976404" y="678580"/>
                  <a:pt x="1975441" y="676529"/>
                  <a:pt x="1974143" y="675441"/>
                </a:cubicBezTo>
                <a:cubicBezTo>
                  <a:pt x="1972845" y="674353"/>
                  <a:pt x="1971108" y="673808"/>
                  <a:pt x="1968932" y="673808"/>
                </a:cubicBezTo>
                <a:cubicBezTo>
                  <a:pt x="1967174" y="673808"/>
                  <a:pt x="1964327" y="674478"/>
                  <a:pt x="1960392" y="675818"/>
                </a:cubicBezTo>
                <a:lnTo>
                  <a:pt x="1958634" y="671422"/>
                </a:lnTo>
                <a:close/>
                <a:moveTo>
                  <a:pt x="1760819" y="657358"/>
                </a:moveTo>
                <a:lnTo>
                  <a:pt x="1766469" y="657358"/>
                </a:lnTo>
                <a:lnTo>
                  <a:pt x="1766469" y="809930"/>
                </a:lnTo>
                <a:cubicBezTo>
                  <a:pt x="1766469" y="817130"/>
                  <a:pt x="1766993" y="821902"/>
                  <a:pt x="1768040" y="824246"/>
                </a:cubicBezTo>
                <a:cubicBezTo>
                  <a:pt x="1769086" y="826590"/>
                  <a:pt x="1770697" y="828369"/>
                  <a:pt x="1772874" y="829583"/>
                </a:cubicBezTo>
                <a:cubicBezTo>
                  <a:pt x="1775050" y="830796"/>
                  <a:pt x="1779110" y="831403"/>
                  <a:pt x="1785055" y="831403"/>
                </a:cubicBezTo>
                <a:lnTo>
                  <a:pt x="1785055" y="835924"/>
                </a:lnTo>
                <a:lnTo>
                  <a:pt x="1728672" y="835924"/>
                </a:lnTo>
                <a:lnTo>
                  <a:pt x="1728672" y="831403"/>
                </a:lnTo>
                <a:cubicBezTo>
                  <a:pt x="1733946" y="831403"/>
                  <a:pt x="1737545" y="830859"/>
                  <a:pt x="1739471" y="829771"/>
                </a:cubicBezTo>
                <a:cubicBezTo>
                  <a:pt x="1741397" y="828683"/>
                  <a:pt x="1742903" y="826883"/>
                  <a:pt x="1743992" y="824371"/>
                </a:cubicBezTo>
                <a:cubicBezTo>
                  <a:pt x="1745080" y="821860"/>
                  <a:pt x="1745625" y="817046"/>
                  <a:pt x="1745625" y="809930"/>
                </a:cubicBezTo>
                <a:lnTo>
                  <a:pt x="1745625" y="705453"/>
                </a:lnTo>
                <a:cubicBezTo>
                  <a:pt x="1745625" y="692477"/>
                  <a:pt x="1745331" y="684503"/>
                  <a:pt x="1744745" y="681531"/>
                </a:cubicBezTo>
                <a:cubicBezTo>
                  <a:pt x="1744160" y="678559"/>
                  <a:pt x="1743218" y="676529"/>
                  <a:pt x="1741920" y="675441"/>
                </a:cubicBezTo>
                <a:cubicBezTo>
                  <a:pt x="1740622" y="674353"/>
                  <a:pt x="1738969" y="673808"/>
                  <a:pt x="1736960" y="673808"/>
                </a:cubicBezTo>
                <a:cubicBezTo>
                  <a:pt x="1734783" y="673808"/>
                  <a:pt x="1732020" y="674478"/>
                  <a:pt x="1728672" y="675818"/>
                </a:cubicBezTo>
                <a:lnTo>
                  <a:pt x="1726537" y="671422"/>
                </a:lnTo>
                <a:close/>
                <a:moveTo>
                  <a:pt x="1684618" y="657358"/>
                </a:moveTo>
                <a:lnTo>
                  <a:pt x="1690269" y="657358"/>
                </a:lnTo>
                <a:lnTo>
                  <a:pt x="1690269" y="809930"/>
                </a:lnTo>
                <a:cubicBezTo>
                  <a:pt x="1690269" y="817130"/>
                  <a:pt x="1690793" y="821902"/>
                  <a:pt x="1691839" y="824246"/>
                </a:cubicBezTo>
                <a:cubicBezTo>
                  <a:pt x="1692885" y="826590"/>
                  <a:pt x="1694497" y="828369"/>
                  <a:pt x="1696674" y="829583"/>
                </a:cubicBezTo>
                <a:cubicBezTo>
                  <a:pt x="1698850" y="830796"/>
                  <a:pt x="1702911" y="831403"/>
                  <a:pt x="1708854" y="831403"/>
                </a:cubicBezTo>
                <a:lnTo>
                  <a:pt x="1708854" y="835924"/>
                </a:lnTo>
                <a:lnTo>
                  <a:pt x="1652472" y="835924"/>
                </a:lnTo>
                <a:lnTo>
                  <a:pt x="1652472" y="831403"/>
                </a:lnTo>
                <a:cubicBezTo>
                  <a:pt x="1657746" y="831403"/>
                  <a:pt x="1661346" y="830859"/>
                  <a:pt x="1663271" y="829771"/>
                </a:cubicBezTo>
                <a:cubicBezTo>
                  <a:pt x="1665196" y="828683"/>
                  <a:pt x="1666703" y="826883"/>
                  <a:pt x="1667792" y="824371"/>
                </a:cubicBezTo>
                <a:cubicBezTo>
                  <a:pt x="1668880" y="821860"/>
                  <a:pt x="1669424" y="817046"/>
                  <a:pt x="1669424" y="809930"/>
                </a:cubicBezTo>
                <a:lnTo>
                  <a:pt x="1669424" y="705453"/>
                </a:lnTo>
                <a:cubicBezTo>
                  <a:pt x="1669424" y="692477"/>
                  <a:pt x="1669131" y="684503"/>
                  <a:pt x="1668545" y="681531"/>
                </a:cubicBezTo>
                <a:cubicBezTo>
                  <a:pt x="1667959" y="678559"/>
                  <a:pt x="1667017" y="676529"/>
                  <a:pt x="1665720" y="675441"/>
                </a:cubicBezTo>
                <a:cubicBezTo>
                  <a:pt x="1664422" y="674353"/>
                  <a:pt x="1662769" y="673808"/>
                  <a:pt x="1660759" y="673808"/>
                </a:cubicBezTo>
                <a:cubicBezTo>
                  <a:pt x="1658583" y="673808"/>
                  <a:pt x="1655820" y="674478"/>
                  <a:pt x="1652472" y="675818"/>
                </a:cubicBezTo>
                <a:lnTo>
                  <a:pt x="1650337" y="671422"/>
                </a:lnTo>
                <a:close/>
                <a:moveTo>
                  <a:pt x="632604" y="657358"/>
                </a:moveTo>
                <a:lnTo>
                  <a:pt x="638255" y="657358"/>
                </a:lnTo>
                <a:lnTo>
                  <a:pt x="638255" y="790341"/>
                </a:lnTo>
                <a:cubicBezTo>
                  <a:pt x="638255" y="803819"/>
                  <a:pt x="638568" y="812044"/>
                  <a:pt x="639196" y="815016"/>
                </a:cubicBezTo>
                <a:cubicBezTo>
                  <a:pt x="639824" y="817988"/>
                  <a:pt x="640829" y="820060"/>
                  <a:pt x="642210" y="821232"/>
                </a:cubicBezTo>
                <a:cubicBezTo>
                  <a:pt x="643591" y="822404"/>
                  <a:pt x="645203" y="822990"/>
                  <a:pt x="647045" y="822990"/>
                </a:cubicBezTo>
                <a:cubicBezTo>
                  <a:pt x="649305" y="822990"/>
                  <a:pt x="652319" y="822278"/>
                  <a:pt x="656086" y="820855"/>
                </a:cubicBezTo>
                <a:lnTo>
                  <a:pt x="657467" y="825250"/>
                </a:lnTo>
                <a:lnTo>
                  <a:pt x="623311" y="839440"/>
                </a:lnTo>
                <a:lnTo>
                  <a:pt x="617535" y="839440"/>
                </a:lnTo>
                <a:lnTo>
                  <a:pt x="617535" y="822990"/>
                </a:lnTo>
                <a:cubicBezTo>
                  <a:pt x="611926" y="828850"/>
                  <a:pt x="606442" y="833057"/>
                  <a:pt x="601085" y="835610"/>
                </a:cubicBezTo>
                <a:cubicBezTo>
                  <a:pt x="595727" y="838163"/>
                  <a:pt x="589950" y="839440"/>
                  <a:pt x="583756" y="839440"/>
                </a:cubicBezTo>
                <a:cubicBezTo>
                  <a:pt x="571198" y="839440"/>
                  <a:pt x="560231" y="834187"/>
                  <a:pt x="550855" y="823681"/>
                </a:cubicBezTo>
                <a:cubicBezTo>
                  <a:pt x="541479" y="813174"/>
                  <a:pt x="536791" y="799675"/>
                  <a:pt x="536791" y="783183"/>
                </a:cubicBezTo>
                <a:cubicBezTo>
                  <a:pt x="536791" y="766691"/>
                  <a:pt x="541981" y="751601"/>
                  <a:pt x="552362" y="737914"/>
                </a:cubicBezTo>
                <a:cubicBezTo>
                  <a:pt x="562743" y="724226"/>
                  <a:pt x="576095" y="717382"/>
                  <a:pt x="592420" y="717382"/>
                </a:cubicBezTo>
                <a:cubicBezTo>
                  <a:pt x="602550" y="717382"/>
                  <a:pt x="610921" y="720606"/>
                  <a:pt x="617535" y="727052"/>
                </a:cubicBezTo>
                <a:lnTo>
                  <a:pt x="617535" y="705830"/>
                </a:lnTo>
                <a:cubicBezTo>
                  <a:pt x="617535" y="692686"/>
                  <a:pt x="617221" y="684608"/>
                  <a:pt x="616593" y="681594"/>
                </a:cubicBezTo>
                <a:cubicBezTo>
                  <a:pt x="615965" y="678580"/>
                  <a:pt x="614981" y="676529"/>
                  <a:pt x="613642" y="675441"/>
                </a:cubicBezTo>
                <a:cubicBezTo>
                  <a:pt x="612302" y="674353"/>
                  <a:pt x="610628" y="673808"/>
                  <a:pt x="608619" y="673808"/>
                </a:cubicBezTo>
                <a:cubicBezTo>
                  <a:pt x="606442" y="673808"/>
                  <a:pt x="603554" y="674478"/>
                  <a:pt x="599954" y="675818"/>
                </a:cubicBezTo>
                <a:lnTo>
                  <a:pt x="598322" y="671422"/>
                </a:lnTo>
                <a:close/>
                <a:moveTo>
                  <a:pt x="6651441" y="86521"/>
                </a:moveTo>
                <a:lnTo>
                  <a:pt x="6608550" y="235651"/>
                </a:lnTo>
                <a:lnTo>
                  <a:pt x="6691127" y="235651"/>
                </a:lnTo>
                <a:close/>
                <a:moveTo>
                  <a:pt x="6097935" y="36975"/>
                </a:moveTo>
                <a:lnTo>
                  <a:pt x="6097935" y="152828"/>
                </a:lnTo>
                <a:lnTo>
                  <a:pt x="6117655" y="152828"/>
                </a:lnTo>
                <a:cubicBezTo>
                  <a:pt x="6154629" y="152828"/>
                  <a:pt x="6173117" y="133519"/>
                  <a:pt x="6173117" y="94901"/>
                </a:cubicBezTo>
                <a:cubicBezTo>
                  <a:pt x="6173117" y="56284"/>
                  <a:pt x="6154629" y="36975"/>
                  <a:pt x="6117655" y="36975"/>
                </a:cubicBezTo>
                <a:close/>
                <a:moveTo>
                  <a:pt x="4907310" y="33770"/>
                </a:moveTo>
                <a:lnTo>
                  <a:pt x="4907310" y="314530"/>
                </a:lnTo>
                <a:lnTo>
                  <a:pt x="4932946" y="314530"/>
                </a:lnTo>
                <a:cubicBezTo>
                  <a:pt x="4956445" y="314530"/>
                  <a:pt x="4972714" y="304383"/>
                  <a:pt x="4981752" y="284088"/>
                </a:cubicBezTo>
                <a:cubicBezTo>
                  <a:pt x="4990790" y="263793"/>
                  <a:pt x="4995309" y="227106"/>
                  <a:pt x="4995309" y="174027"/>
                </a:cubicBezTo>
                <a:cubicBezTo>
                  <a:pt x="4995309" y="120948"/>
                  <a:pt x="4990831" y="84302"/>
                  <a:pt x="4981875" y="64089"/>
                </a:cubicBezTo>
                <a:cubicBezTo>
                  <a:pt x="4972919" y="43877"/>
                  <a:pt x="4956609" y="33770"/>
                  <a:pt x="4932946" y="33770"/>
                </a:cubicBezTo>
                <a:close/>
                <a:moveTo>
                  <a:pt x="5811306" y="26868"/>
                </a:moveTo>
                <a:cubicBezTo>
                  <a:pt x="5792901" y="26868"/>
                  <a:pt x="5780453" y="37016"/>
                  <a:pt x="5773962" y="57311"/>
                </a:cubicBezTo>
                <a:cubicBezTo>
                  <a:pt x="5767471" y="77606"/>
                  <a:pt x="5764225" y="116511"/>
                  <a:pt x="5764225" y="174027"/>
                </a:cubicBezTo>
                <a:cubicBezTo>
                  <a:pt x="5764225" y="231543"/>
                  <a:pt x="5767471" y="270448"/>
                  <a:pt x="5773962" y="290743"/>
                </a:cubicBezTo>
                <a:cubicBezTo>
                  <a:pt x="5780453" y="311038"/>
                  <a:pt x="5792901" y="321185"/>
                  <a:pt x="5811306" y="321185"/>
                </a:cubicBezTo>
                <a:cubicBezTo>
                  <a:pt x="5829711" y="321185"/>
                  <a:pt x="5842159" y="311038"/>
                  <a:pt x="5848650" y="290743"/>
                </a:cubicBezTo>
                <a:cubicBezTo>
                  <a:pt x="5855141" y="270448"/>
                  <a:pt x="5858387" y="231543"/>
                  <a:pt x="5858387" y="174027"/>
                </a:cubicBezTo>
                <a:cubicBezTo>
                  <a:pt x="5858387" y="116675"/>
                  <a:pt x="5855141" y="77811"/>
                  <a:pt x="5848650" y="57434"/>
                </a:cubicBezTo>
                <a:cubicBezTo>
                  <a:pt x="5842159" y="37057"/>
                  <a:pt x="5829711" y="26868"/>
                  <a:pt x="5811306" y="26868"/>
                </a:cubicBezTo>
                <a:close/>
                <a:moveTo>
                  <a:pt x="7224592" y="5916"/>
                </a:moveTo>
                <a:lnTo>
                  <a:pt x="7479548" y="5916"/>
                </a:lnTo>
                <a:lnTo>
                  <a:pt x="7493766" y="5916"/>
                </a:lnTo>
                <a:lnTo>
                  <a:pt x="7580858" y="5916"/>
                </a:lnTo>
                <a:lnTo>
                  <a:pt x="7649385" y="168111"/>
                </a:lnTo>
                <a:lnTo>
                  <a:pt x="7711009" y="5916"/>
                </a:lnTo>
                <a:lnTo>
                  <a:pt x="7749955" y="5916"/>
                </a:lnTo>
                <a:lnTo>
                  <a:pt x="7667872" y="218150"/>
                </a:lnTo>
                <a:lnTo>
                  <a:pt x="7667872" y="342384"/>
                </a:lnTo>
                <a:lnTo>
                  <a:pt x="7570259" y="342384"/>
                </a:lnTo>
                <a:lnTo>
                  <a:pt x="7570259" y="218150"/>
                </a:lnTo>
                <a:lnTo>
                  <a:pt x="7493766" y="39181"/>
                </a:lnTo>
                <a:lnTo>
                  <a:pt x="7493766" y="39686"/>
                </a:lnTo>
                <a:lnTo>
                  <a:pt x="7411190" y="39686"/>
                </a:lnTo>
                <a:lnTo>
                  <a:pt x="7411190" y="342384"/>
                </a:lnTo>
                <a:lnTo>
                  <a:pt x="7307661" y="342384"/>
                </a:lnTo>
                <a:lnTo>
                  <a:pt x="7307661" y="39686"/>
                </a:lnTo>
                <a:lnTo>
                  <a:pt x="7224592" y="39686"/>
                </a:lnTo>
                <a:close/>
                <a:moveTo>
                  <a:pt x="7105469" y="5916"/>
                </a:moveTo>
                <a:lnTo>
                  <a:pt x="7203082" y="5916"/>
                </a:lnTo>
                <a:lnTo>
                  <a:pt x="7203082" y="342384"/>
                </a:lnTo>
                <a:lnTo>
                  <a:pt x="7105469" y="342384"/>
                </a:lnTo>
                <a:close/>
                <a:moveTo>
                  <a:pt x="6848047" y="5916"/>
                </a:moveTo>
                <a:lnTo>
                  <a:pt x="6945660" y="5916"/>
                </a:lnTo>
                <a:lnTo>
                  <a:pt x="6945660" y="308614"/>
                </a:lnTo>
                <a:lnTo>
                  <a:pt x="7083945" y="308614"/>
                </a:lnTo>
                <a:lnTo>
                  <a:pt x="7083945" y="342384"/>
                </a:lnTo>
                <a:lnTo>
                  <a:pt x="6848047" y="342384"/>
                </a:lnTo>
                <a:close/>
                <a:moveTo>
                  <a:pt x="6638869" y="5916"/>
                </a:moveTo>
                <a:lnTo>
                  <a:pt x="6724650" y="5916"/>
                </a:lnTo>
                <a:lnTo>
                  <a:pt x="6818319" y="342384"/>
                </a:lnTo>
                <a:lnTo>
                  <a:pt x="6720213" y="342384"/>
                </a:lnTo>
                <a:lnTo>
                  <a:pt x="6700247" y="269421"/>
                </a:lnTo>
                <a:lnTo>
                  <a:pt x="6598937" y="269421"/>
                </a:lnTo>
                <a:lnTo>
                  <a:pt x="6577492" y="342384"/>
                </a:lnTo>
                <a:lnTo>
                  <a:pt x="6539285" y="342384"/>
                </a:lnTo>
                <a:close/>
                <a:moveTo>
                  <a:pt x="6281617" y="5916"/>
                </a:moveTo>
                <a:lnTo>
                  <a:pt x="6550791" y="5916"/>
                </a:lnTo>
                <a:lnTo>
                  <a:pt x="6550791" y="39686"/>
                </a:lnTo>
                <a:lnTo>
                  <a:pt x="6468215" y="39686"/>
                </a:lnTo>
                <a:lnTo>
                  <a:pt x="6468215" y="342384"/>
                </a:lnTo>
                <a:lnTo>
                  <a:pt x="6364686" y="342384"/>
                </a:lnTo>
                <a:lnTo>
                  <a:pt x="6364686" y="39686"/>
                </a:lnTo>
                <a:lnTo>
                  <a:pt x="6281617" y="39686"/>
                </a:lnTo>
                <a:close/>
                <a:moveTo>
                  <a:pt x="6000322" y="5916"/>
                </a:moveTo>
                <a:lnTo>
                  <a:pt x="6145016" y="5916"/>
                </a:lnTo>
                <a:cubicBezTo>
                  <a:pt x="6182648" y="5916"/>
                  <a:pt x="6212720" y="13845"/>
                  <a:pt x="6235234" y="29703"/>
                </a:cubicBezTo>
                <a:cubicBezTo>
                  <a:pt x="6257747" y="45561"/>
                  <a:pt x="6269004" y="66801"/>
                  <a:pt x="6269004" y="93422"/>
                </a:cubicBezTo>
                <a:cubicBezTo>
                  <a:pt x="6269004" y="134177"/>
                  <a:pt x="6244847" y="160716"/>
                  <a:pt x="6196534" y="173041"/>
                </a:cubicBezTo>
                <a:cubicBezTo>
                  <a:pt x="6221348" y="182243"/>
                  <a:pt x="6237411" y="192350"/>
                  <a:pt x="6244724" y="203360"/>
                </a:cubicBezTo>
                <a:cubicBezTo>
                  <a:pt x="6252037" y="214370"/>
                  <a:pt x="6257007" y="235733"/>
                  <a:pt x="6259637" y="267449"/>
                </a:cubicBezTo>
                <a:cubicBezTo>
                  <a:pt x="6262759" y="305245"/>
                  <a:pt x="6269086" y="330224"/>
                  <a:pt x="6278617" y="342384"/>
                </a:cubicBezTo>
                <a:lnTo>
                  <a:pt x="6172624" y="342384"/>
                </a:lnTo>
                <a:cubicBezTo>
                  <a:pt x="6165886" y="326773"/>
                  <a:pt x="6162517" y="307299"/>
                  <a:pt x="6162517" y="283964"/>
                </a:cubicBezTo>
                <a:lnTo>
                  <a:pt x="6162024" y="263998"/>
                </a:lnTo>
                <a:lnTo>
                  <a:pt x="6161531" y="238855"/>
                </a:lnTo>
                <a:cubicBezTo>
                  <a:pt x="6161531" y="200073"/>
                  <a:pt x="6145919" y="180682"/>
                  <a:pt x="6114697" y="180682"/>
                </a:cubicBezTo>
                <a:lnTo>
                  <a:pt x="6097935" y="180682"/>
                </a:lnTo>
                <a:lnTo>
                  <a:pt x="6097935" y="342384"/>
                </a:lnTo>
                <a:lnTo>
                  <a:pt x="6000322" y="342384"/>
                </a:lnTo>
                <a:close/>
                <a:moveTo>
                  <a:pt x="5303272" y="5916"/>
                </a:moveTo>
                <a:lnTo>
                  <a:pt x="5402364" y="5916"/>
                </a:lnTo>
                <a:lnTo>
                  <a:pt x="5460044" y="209029"/>
                </a:lnTo>
                <a:lnTo>
                  <a:pt x="5517477" y="5916"/>
                </a:lnTo>
                <a:lnTo>
                  <a:pt x="5617555" y="5916"/>
                </a:lnTo>
                <a:lnTo>
                  <a:pt x="5617555" y="342384"/>
                </a:lnTo>
                <a:lnTo>
                  <a:pt x="5523393" y="342384"/>
                </a:lnTo>
                <a:lnTo>
                  <a:pt x="5523393" y="108212"/>
                </a:lnTo>
                <a:lnTo>
                  <a:pt x="5457825" y="342384"/>
                </a:lnTo>
                <a:lnTo>
                  <a:pt x="5403350" y="342384"/>
                </a:lnTo>
                <a:lnTo>
                  <a:pt x="5336056" y="112156"/>
                </a:lnTo>
                <a:lnTo>
                  <a:pt x="5336056" y="342384"/>
                </a:lnTo>
                <a:lnTo>
                  <a:pt x="5303272" y="342384"/>
                </a:lnTo>
                <a:close/>
                <a:moveTo>
                  <a:pt x="4809697" y="5916"/>
                </a:moveTo>
                <a:lnTo>
                  <a:pt x="4949214" y="5916"/>
                </a:lnTo>
                <a:cubicBezTo>
                  <a:pt x="5048306" y="5916"/>
                  <a:pt x="5097852" y="62117"/>
                  <a:pt x="5097852" y="174520"/>
                </a:cubicBezTo>
                <a:cubicBezTo>
                  <a:pt x="5097852" y="286429"/>
                  <a:pt x="5046499" y="342384"/>
                  <a:pt x="4943792" y="342384"/>
                </a:cubicBezTo>
                <a:lnTo>
                  <a:pt x="4809697" y="342384"/>
                </a:lnTo>
                <a:close/>
                <a:moveTo>
                  <a:pt x="4552522" y="5916"/>
                </a:moveTo>
                <a:lnTo>
                  <a:pt x="4650135" y="5916"/>
                </a:lnTo>
                <a:lnTo>
                  <a:pt x="4650135" y="308614"/>
                </a:lnTo>
                <a:lnTo>
                  <a:pt x="4788420" y="308614"/>
                </a:lnTo>
                <a:lnTo>
                  <a:pt x="4788420" y="342384"/>
                </a:lnTo>
                <a:lnTo>
                  <a:pt x="4552522" y="342384"/>
                </a:lnTo>
                <a:close/>
                <a:moveTo>
                  <a:pt x="4400369" y="5916"/>
                </a:moveTo>
                <a:lnTo>
                  <a:pt x="4497982" y="5916"/>
                </a:lnTo>
                <a:lnTo>
                  <a:pt x="4497982" y="342384"/>
                </a:lnTo>
                <a:lnTo>
                  <a:pt x="4400369" y="342384"/>
                </a:lnTo>
                <a:close/>
                <a:moveTo>
                  <a:pt x="4066501" y="5916"/>
                </a:moveTo>
                <a:lnTo>
                  <a:pt x="4164114" y="5916"/>
                </a:lnTo>
                <a:lnTo>
                  <a:pt x="4164114" y="141243"/>
                </a:lnTo>
                <a:lnTo>
                  <a:pt x="4243732" y="141243"/>
                </a:lnTo>
                <a:lnTo>
                  <a:pt x="4243732" y="5916"/>
                </a:lnTo>
                <a:lnTo>
                  <a:pt x="4341345" y="5916"/>
                </a:lnTo>
                <a:lnTo>
                  <a:pt x="4341345" y="342384"/>
                </a:lnTo>
                <a:lnTo>
                  <a:pt x="4243732" y="342384"/>
                </a:lnTo>
                <a:lnTo>
                  <a:pt x="4243732" y="175013"/>
                </a:lnTo>
                <a:lnTo>
                  <a:pt x="4164114" y="175013"/>
                </a:lnTo>
                <a:lnTo>
                  <a:pt x="4164114" y="342384"/>
                </a:lnTo>
                <a:lnTo>
                  <a:pt x="4066501" y="342384"/>
                </a:lnTo>
                <a:close/>
                <a:moveTo>
                  <a:pt x="3904422" y="493"/>
                </a:moveTo>
                <a:cubicBezTo>
                  <a:pt x="3977221" y="493"/>
                  <a:pt x="4013620" y="35496"/>
                  <a:pt x="4013620" y="105501"/>
                </a:cubicBezTo>
                <a:lnTo>
                  <a:pt x="3971716" y="124728"/>
                </a:lnTo>
                <a:cubicBezTo>
                  <a:pt x="3972209" y="114868"/>
                  <a:pt x="3972455" y="107226"/>
                  <a:pt x="3972455" y="101803"/>
                </a:cubicBezTo>
                <a:cubicBezTo>
                  <a:pt x="3972455" y="52175"/>
                  <a:pt x="3952572" y="27361"/>
                  <a:pt x="3912803" y="27361"/>
                </a:cubicBezTo>
                <a:cubicBezTo>
                  <a:pt x="3870735" y="27361"/>
                  <a:pt x="3849700" y="80030"/>
                  <a:pt x="3849700" y="185366"/>
                </a:cubicBezTo>
                <a:cubicBezTo>
                  <a:pt x="3849700" y="275912"/>
                  <a:pt x="3873200" y="321185"/>
                  <a:pt x="3920198" y="321185"/>
                </a:cubicBezTo>
                <a:cubicBezTo>
                  <a:pt x="3939589" y="321185"/>
                  <a:pt x="3955735" y="313462"/>
                  <a:pt x="3968635" y="298015"/>
                </a:cubicBezTo>
                <a:cubicBezTo>
                  <a:pt x="3981535" y="282568"/>
                  <a:pt x="3987985" y="263259"/>
                  <a:pt x="3987985" y="240088"/>
                </a:cubicBezTo>
                <a:cubicBezTo>
                  <a:pt x="3987985" y="232693"/>
                  <a:pt x="3986917" y="221765"/>
                  <a:pt x="3984780" y="207304"/>
                </a:cubicBezTo>
                <a:lnTo>
                  <a:pt x="4026438" y="218150"/>
                </a:lnTo>
                <a:cubicBezTo>
                  <a:pt x="4027095" y="226695"/>
                  <a:pt x="4027424" y="234090"/>
                  <a:pt x="4027424" y="240334"/>
                </a:cubicBezTo>
                <a:cubicBezTo>
                  <a:pt x="4027424" y="273036"/>
                  <a:pt x="4015592" y="299165"/>
                  <a:pt x="3991929" y="318720"/>
                </a:cubicBezTo>
                <a:cubicBezTo>
                  <a:pt x="3968265" y="338276"/>
                  <a:pt x="3936549" y="348053"/>
                  <a:pt x="3896781" y="348053"/>
                </a:cubicBezTo>
                <a:cubicBezTo>
                  <a:pt x="3797032" y="348053"/>
                  <a:pt x="3747158" y="291934"/>
                  <a:pt x="3747158" y="179696"/>
                </a:cubicBezTo>
                <a:cubicBezTo>
                  <a:pt x="3747158" y="126453"/>
                  <a:pt x="3761701" y="83275"/>
                  <a:pt x="3790788" y="50162"/>
                </a:cubicBezTo>
                <a:cubicBezTo>
                  <a:pt x="3819874" y="17050"/>
                  <a:pt x="3857752" y="493"/>
                  <a:pt x="3904422" y="493"/>
                </a:cubicBezTo>
                <a:close/>
                <a:moveTo>
                  <a:pt x="5814017" y="0"/>
                </a:moveTo>
                <a:cubicBezTo>
                  <a:pt x="5911959" y="0"/>
                  <a:pt x="5960929" y="58009"/>
                  <a:pt x="5960929" y="174027"/>
                </a:cubicBezTo>
                <a:cubicBezTo>
                  <a:pt x="5960929" y="290045"/>
                  <a:pt x="5911055" y="348053"/>
                  <a:pt x="5811306" y="348053"/>
                </a:cubicBezTo>
                <a:cubicBezTo>
                  <a:pt x="5711557" y="348053"/>
                  <a:pt x="5661683" y="288730"/>
                  <a:pt x="5661683" y="170083"/>
                </a:cubicBezTo>
                <a:cubicBezTo>
                  <a:pt x="5661683" y="56694"/>
                  <a:pt x="5712461" y="0"/>
                  <a:pt x="5814017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  <a:latin typeface="Britannic Bold" panose="020B0903060703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B0C5CF3-1805-6C87-A35F-B79830CC01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5104"/>
            <a:ext cx="12192000" cy="510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338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000">
              <a:srgbClr val="00B0F0"/>
            </a:gs>
            <a:gs pos="100000">
              <a:schemeClr val="tx1">
                <a:lumMod val="95000"/>
                <a:lumOff val="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0597E2-1AAB-1798-D225-77743EA0E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6878"/>
            <a:ext cx="6095999" cy="471112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4B7E7BD-67DC-3C64-D12D-23F66009CACC}"/>
              </a:ext>
            </a:extLst>
          </p:cNvPr>
          <p:cNvGrpSpPr/>
          <p:nvPr/>
        </p:nvGrpSpPr>
        <p:grpSpPr>
          <a:xfrm>
            <a:off x="254524" y="113122"/>
            <a:ext cx="11236750" cy="5105901"/>
            <a:chOff x="254524" y="113122"/>
            <a:chExt cx="11236750" cy="510590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C77050-5A02-0EFD-7A62-E70E9A217C31}"/>
                </a:ext>
              </a:extLst>
            </p:cNvPr>
            <p:cNvSpPr txBox="1"/>
            <p:nvPr/>
          </p:nvSpPr>
          <p:spPr>
            <a:xfrm>
              <a:off x="1036948" y="113122"/>
              <a:ext cx="98227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lgerian" panose="04020705040A02060702" pitchFamily="82" charset="0"/>
                </a:rPr>
                <a:t>HEALTH SYSTEMS</a:t>
              </a:r>
              <a:endParaRPr lang="en-IN" sz="4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B55764E-4C75-2DC2-CE49-290D6F662991}"/>
                </a:ext>
              </a:extLst>
            </p:cNvPr>
            <p:cNvSpPr txBox="1"/>
            <p:nvPr/>
          </p:nvSpPr>
          <p:spPr>
            <a:xfrm>
              <a:off x="254524" y="1131216"/>
              <a:ext cx="1123675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i="0" dirty="0">
                  <a:solidFill>
                    <a:schemeClr val="tx2">
                      <a:lumMod val="20000"/>
                      <a:lumOff val="80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The data shows as the countries with higher health systems have lower child mortality rates, with better healthcare to the children</a:t>
              </a:r>
              <a:r>
                <a:rPr lang="en-US" sz="2000" dirty="0">
                  <a:solidFill>
                    <a:schemeClr val="tx2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sz="2000" b="0" i="0" dirty="0">
                  <a:effectLst/>
                  <a:latin typeface="fkGroteskNeue"/>
                </a:rPr>
                <a:t> </a:t>
              </a:r>
              <a:r>
                <a:rPr lang="en-US" sz="2000" b="0" i="0" dirty="0">
                  <a:solidFill>
                    <a:schemeClr val="accent1">
                      <a:lumMod val="20000"/>
                      <a:lumOff val="80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Also, life expectancy and total fertility rates tells us the progress of health systems</a:t>
              </a:r>
            </a:p>
            <a:p>
              <a:r>
                <a:rPr lang="en-US" sz="20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 used Decomposition Tree chart to show how the progress is.</a:t>
              </a:r>
              <a:endParaRPr lang="en-IN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853A77F-22E9-C30E-35E4-93103679460E}"/>
                </a:ext>
              </a:extLst>
            </p:cNvPr>
            <p:cNvSpPr txBox="1"/>
            <p:nvPr/>
          </p:nvSpPr>
          <p:spPr>
            <a:xfrm>
              <a:off x="6391373" y="2356701"/>
              <a:ext cx="4977353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0" i="0" dirty="0">
                  <a:solidFill>
                    <a:schemeClr val="accent1">
                      <a:lumMod val="20000"/>
                      <a:lumOff val="80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Overall, the dataset highlights the interconnectedness of economic factors and health system performance.</a:t>
              </a:r>
            </a:p>
            <a:p>
              <a:endParaRPr lang="en-US" sz="2000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0" i="0" dirty="0">
                  <a:solidFill>
                    <a:schemeClr val="accent1">
                      <a:lumMod val="20000"/>
                      <a:lumOff val="80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By analyzing child mortality rates, health expenditure, life expectancy, and other conditions, </a:t>
              </a:r>
              <a:r>
                <a:rPr lang="en-US" sz="20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en-US" sz="2000" b="0" i="0" dirty="0">
                  <a:solidFill>
                    <a:schemeClr val="accent1">
                      <a:lumMod val="20000"/>
                      <a:lumOff val="80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can tell the strengths and weaknesses of various countries healthcare systems.</a:t>
              </a:r>
              <a:endParaRPr lang="en-IN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3829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">
              <a:schemeClr val="accent6">
                <a:lumMod val="50000"/>
              </a:schemeClr>
            </a:gs>
            <a:gs pos="68000">
              <a:schemeClr val="accent6">
                <a:lumMod val="20000"/>
                <a:lumOff val="8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5E6640-3AED-4B95-365F-454495846D18}"/>
              </a:ext>
            </a:extLst>
          </p:cNvPr>
          <p:cNvSpPr txBox="1"/>
          <p:nvPr/>
        </p:nvSpPr>
        <p:spPr>
          <a:xfrm>
            <a:off x="0" y="197963"/>
            <a:ext cx="11868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50000"/>
                  </a:schemeClr>
                </a:solidFill>
                <a:latin typeface="Georgia" panose="02040502050405020303" pitchFamily="18" charset="0"/>
              </a:rPr>
              <a:t>CONCLUSION</a:t>
            </a:r>
            <a:endParaRPr lang="en-IN" sz="4000" dirty="0">
              <a:solidFill>
                <a:schemeClr val="accent6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C9283-5A8B-1ACC-CB8E-53FF2F8BB9D7}"/>
              </a:ext>
            </a:extLst>
          </p:cNvPr>
          <p:cNvSpPr txBox="1"/>
          <p:nvPr/>
        </p:nvSpPr>
        <p:spPr>
          <a:xfrm>
            <a:off x="329938" y="1414021"/>
            <a:ext cx="1140643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map chart and slicers helped us see how different countries are doing economically, showing clear differences in income levels and trade activities.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the waterfall and area charts, we could track child mortality rates alongside total fertility and life expectancy, highlighting where improvements are needed.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decomposition tree chart gave us a deeper look into health systems, breaking down factors like fertility rates, life expectancy, and health expenditure, which all play a role in child mortality.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data shows that investing in healthcare can lead to better outcomes for children. Countries with better health systems tend to have lower child mortality rates and higher life expectancy.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103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EC275C66-FF3D-B21C-EAFC-86329211DB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34" t="4391" r="-834" b="4391"/>
          <a:stretch/>
        </p:blipFill>
        <p:spPr>
          <a:xfrm>
            <a:off x="359912" y="301111"/>
            <a:ext cx="11121376" cy="62557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2DD4E6-3F28-5370-B6BC-E45A218FCE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34" t="4391" r="-834" b="4391"/>
          <a:stretch/>
        </p:blipFill>
        <p:spPr>
          <a:xfrm>
            <a:off x="359913" y="301111"/>
            <a:ext cx="11121376" cy="6255774"/>
          </a:xfrm>
          <a:prstGeom prst="rect">
            <a:avLst/>
          </a:pr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B68CA2D-9D33-5A60-E253-8823B7F435A3}"/>
              </a:ext>
            </a:extLst>
          </p:cNvPr>
          <p:cNvSpPr/>
          <p:nvPr/>
        </p:nvSpPr>
        <p:spPr>
          <a:xfrm>
            <a:off x="1" y="-2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12191999" h="6858000">
                <a:moveTo>
                  <a:pt x="6430546" y="4068799"/>
                </a:moveTo>
                <a:lnTo>
                  <a:pt x="6447513" y="4173872"/>
                </a:lnTo>
                <a:lnTo>
                  <a:pt x="6413431" y="4173872"/>
                </a:lnTo>
                <a:close/>
                <a:moveTo>
                  <a:pt x="5773321" y="4068799"/>
                </a:moveTo>
                <a:lnTo>
                  <a:pt x="5790288" y="4173872"/>
                </a:lnTo>
                <a:lnTo>
                  <a:pt x="5756206" y="4173872"/>
                </a:lnTo>
                <a:close/>
                <a:moveTo>
                  <a:pt x="6734602" y="4044987"/>
                </a:moveTo>
                <a:lnTo>
                  <a:pt x="6760498" y="4044987"/>
                </a:lnTo>
                <a:cubicBezTo>
                  <a:pt x="6774092" y="4044987"/>
                  <a:pt x="6780888" y="4051485"/>
                  <a:pt x="6780888" y="4064483"/>
                </a:cubicBezTo>
                <a:lnTo>
                  <a:pt x="6780888" y="4198280"/>
                </a:lnTo>
                <a:cubicBezTo>
                  <a:pt x="6780888" y="4211476"/>
                  <a:pt x="6773794" y="4218074"/>
                  <a:pt x="6759605" y="4218074"/>
                </a:cubicBezTo>
                <a:lnTo>
                  <a:pt x="6734602" y="4218074"/>
                </a:lnTo>
                <a:close/>
                <a:moveTo>
                  <a:pt x="7680405" y="4015072"/>
                </a:moveTo>
                <a:cubicBezTo>
                  <a:pt x="7680306" y="4015866"/>
                  <a:pt x="7680306" y="4016312"/>
                  <a:pt x="7680405" y="4016412"/>
                </a:cubicBezTo>
                <a:lnTo>
                  <a:pt x="7711064" y="4113745"/>
                </a:lnTo>
                <a:cubicBezTo>
                  <a:pt x="7711461" y="4115035"/>
                  <a:pt x="7714288" y="4123072"/>
                  <a:pt x="7719547" y="4137855"/>
                </a:cubicBezTo>
                <a:cubicBezTo>
                  <a:pt x="7722524" y="4146487"/>
                  <a:pt x="7724806" y="4154673"/>
                  <a:pt x="7726393" y="4162412"/>
                </a:cubicBezTo>
                <a:lnTo>
                  <a:pt x="7726393" y="4247988"/>
                </a:lnTo>
                <a:lnTo>
                  <a:pt x="7761368" y="4247988"/>
                </a:lnTo>
                <a:lnTo>
                  <a:pt x="7761368" y="4162412"/>
                </a:lnTo>
                <a:cubicBezTo>
                  <a:pt x="7767817" y="4139592"/>
                  <a:pt x="7772927" y="4123369"/>
                  <a:pt x="7776697" y="4113745"/>
                </a:cubicBezTo>
                <a:lnTo>
                  <a:pt x="7807504" y="4016412"/>
                </a:lnTo>
                <a:cubicBezTo>
                  <a:pt x="7807504" y="4016213"/>
                  <a:pt x="7807504" y="4015767"/>
                  <a:pt x="7807504" y="4015072"/>
                </a:cubicBezTo>
                <a:lnTo>
                  <a:pt x="7771786" y="4015072"/>
                </a:lnTo>
                <a:lnTo>
                  <a:pt x="7744104" y="4116275"/>
                </a:lnTo>
                <a:lnTo>
                  <a:pt x="7716273" y="4015072"/>
                </a:lnTo>
                <a:close/>
                <a:moveTo>
                  <a:pt x="7337952" y="4015072"/>
                </a:moveTo>
                <a:lnTo>
                  <a:pt x="7337952" y="4247988"/>
                </a:lnTo>
                <a:lnTo>
                  <a:pt x="7371438" y="4247988"/>
                </a:lnTo>
                <a:lnTo>
                  <a:pt x="7371438" y="4133093"/>
                </a:lnTo>
                <a:cubicBezTo>
                  <a:pt x="7371438" y="4127239"/>
                  <a:pt x="7370743" y="4118805"/>
                  <a:pt x="7369354" y="4107792"/>
                </a:cubicBezTo>
                <a:lnTo>
                  <a:pt x="7399566" y="4226706"/>
                </a:lnTo>
                <a:lnTo>
                  <a:pt x="7417277" y="4226706"/>
                </a:lnTo>
                <a:lnTo>
                  <a:pt x="7447340" y="4107792"/>
                </a:lnTo>
                <a:cubicBezTo>
                  <a:pt x="7445951" y="4118607"/>
                  <a:pt x="7445257" y="4127041"/>
                  <a:pt x="7445257" y="4133093"/>
                </a:cubicBezTo>
                <a:lnTo>
                  <a:pt x="7445257" y="4247988"/>
                </a:lnTo>
                <a:lnTo>
                  <a:pt x="7478743" y="4247988"/>
                </a:lnTo>
                <a:lnTo>
                  <a:pt x="7478743" y="4015072"/>
                </a:lnTo>
                <a:lnTo>
                  <a:pt x="7445852" y="4015072"/>
                </a:lnTo>
                <a:lnTo>
                  <a:pt x="7409240" y="4143809"/>
                </a:lnTo>
                <a:cubicBezTo>
                  <a:pt x="7408645" y="4148373"/>
                  <a:pt x="7408347" y="4151895"/>
                  <a:pt x="7408347" y="4154375"/>
                </a:cubicBezTo>
                <a:cubicBezTo>
                  <a:pt x="7408149" y="4148720"/>
                  <a:pt x="7407851" y="4145198"/>
                  <a:pt x="7407454" y="4143809"/>
                </a:cubicBezTo>
                <a:lnTo>
                  <a:pt x="7370843" y="4015072"/>
                </a:lnTo>
                <a:close/>
                <a:moveTo>
                  <a:pt x="7033152" y="4015072"/>
                </a:moveTo>
                <a:lnTo>
                  <a:pt x="7033152" y="4247988"/>
                </a:lnTo>
                <a:lnTo>
                  <a:pt x="7129741" y="4247988"/>
                </a:lnTo>
                <a:lnTo>
                  <a:pt x="7129741" y="4217181"/>
                </a:lnTo>
                <a:lnTo>
                  <a:pt x="7067977" y="4217181"/>
                </a:lnTo>
                <a:lnTo>
                  <a:pt x="7067977" y="4144106"/>
                </a:lnTo>
                <a:lnTo>
                  <a:pt x="7120365" y="4144106"/>
                </a:lnTo>
                <a:lnTo>
                  <a:pt x="7120365" y="4113894"/>
                </a:lnTo>
                <a:lnTo>
                  <a:pt x="7067977" y="4113894"/>
                </a:lnTo>
                <a:lnTo>
                  <a:pt x="7067977" y="4045880"/>
                </a:lnTo>
                <a:lnTo>
                  <a:pt x="7128848" y="4045880"/>
                </a:lnTo>
                <a:lnTo>
                  <a:pt x="7128848" y="4015072"/>
                </a:lnTo>
                <a:close/>
                <a:moveTo>
                  <a:pt x="6699777" y="4015072"/>
                </a:moveTo>
                <a:lnTo>
                  <a:pt x="6699777" y="4247988"/>
                </a:lnTo>
                <a:lnTo>
                  <a:pt x="6770768" y="4247988"/>
                </a:lnTo>
                <a:cubicBezTo>
                  <a:pt x="6784559" y="4247988"/>
                  <a:pt x="6795523" y="4244094"/>
                  <a:pt x="6803659" y="4236305"/>
                </a:cubicBezTo>
                <a:cubicBezTo>
                  <a:pt x="6811794" y="4228517"/>
                  <a:pt x="6815863" y="4217776"/>
                  <a:pt x="6815863" y="4204084"/>
                </a:cubicBezTo>
                <a:lnTo>
                  <a:pt x="6815863" y="4059274"/>
                </a:lnTo>
                <a:cubicBezTo>
                  <a:pt x="6815863" y="4045582"/>
                  <a:pt x="6811794" y="4034792"/>
                  <a:pt x="6803659" y="4026904"/>
                </a:cubicBezTo>
                <a:cubicBezTo>
                  <a:pt x="6795523" y="4019016"/>
                  <a:pt x="6784559" y="4015072"/>
                  <a:pt x="6770768" y="4015072"/>
                </a:cubicBezTo>
                <a:close/>
                <a:moveTo>
                  <a:pt x="6063239" y="4015072"/>
                </a:moveTo>
                <a:cubicBezTo>
                  <a:pt x="6049447" y="4015072"/>
                  <a:pt x="6042552" y="4022216"/>
                  <a:pt x="6042552" y="4036503"/>
                </a:cubicBezTo>
                <a:lnTo>
                  <a:pt x="6042552" y="4226706"/>
                </a:lnTo>
                <a:cubicBezTo>
                  <a:pt x="6042552" y="4240894"/>
                  <a:pt x="6049447" y="4247988"/>
                  <a:pt x="6063239" y="4247988"/>
                </a:cubicBezTo>
                <a:lnTo>
                  <a:pt x="6135867" y="4247988"/>
                </a:lnTo>
                <a:cubicBezTo>
                  <a:pt x="6150055" y="4247988"/>
                  <a:pt x="6157149" y="4240894"/>
                  <a:pt x="6157149" y="4226706"/>
                </a:cubicBezTo>
                <a:lnTo>
                  <a:pt x="6157149" y="4169109"/>
                </a:lnTo>
                <a:lnTo>
                  <a:pt x="6122472" y="4169109"/>
                </a:lnTo>
                <a:lnTo>
                  <a:pt x="6122472" y="4218074"/>
                </a:lnTo>
                <a:lnTo>
                  <a:pt x="6077377" y="4218074"/>
                </a:lnTo>
                <a:lnTo>
                  <a:pt x="6077377" y="4044987"/>
                </a:lnTo>
                <a:lnTo>
                  <a:pt x="6122472" y="4044987"/>
                </a:lnTo>
                <a:lnTo>
                  <a:pt x="6122472" y="4090975"/>
                </a:lnTo>
                <a:lnTo>
                  <a:pt x="6157149" y="4090975"/>
                </a:lnTo>
                <a:lnTo>
                  <a:pt x="6157149" y="4036503"/>
                </a:lnTo>
                <a:cubicBezTo>
                  <a:pt x="6157149" y="4022216"/>
                  <a:pt x="6150055" y="4015072"/>
                  <a:pt x="6135867" y="4015072"/>
                </a:cubicBezTo>
                <a:close/>
                <a:moveTo>
                  <a:pt x="5148541" y="4015072"/>
                </a:moveTo>
                <a:cubicBezTo>
                  <a:pt x="5134551" y="4015072"/>
                  <a:pt x="5127556" y="4022216"/>
                  <a:pt x="5127556" y="4036503"/>
                </a:cubicBezTo>
                <a:lnTo>
                  <a:pt x="5127556" y="4088296"/>
                </a:lnTo>
                <a:cubicBezTo>
                  <a:pt x="5127556" y="4095836"/>
                  <a:pt x="5130086" y="4102037"/>
                  <a:pt x="5135147" y="4106899"/>
                </a:cubicBezTo>
                <a:lnTo>
                  <a:pt x="5204947" y="4172979"/>
                </a:lnTo>
                <a:lnTo>
                  <a:pt x="5204947" y="4218669"/>
                </a:lnTo>
                <a:lnTo>
                  <a:pt x="5162382" y="4218669"/>
                </a:lnTo>
                <a:lnTo>
                  <a:pt x="5162382" y="4171193"/>
                </a:lnTo>
                <a:lnTo>
                  <a:pt x="5127556" y="4171193"/>
                </a:lnTo>
                <a:lnTo>
                  <a:pt x="5127556" y="4226706"/>
                </a:lnTo>
                <a:cubicBezTo>
                  <a:pt x="5127556" y="4240894"/>
                  <a:pt x="5134551" y="4247988"/>
                  <a:pt x="5148541" y="4247988"/>
                </a:cubicBezTo>
                <a:lnTo>
                  <a:pt x="5218639" y="4247988"/>
                </a:lnTo>
                <a:cubicBezTo>
                  <a:pt x="5232728" y="4247988"/>
                  <a:pt x="5239773" y="4240894"/>
                  <a:pt x="5239773" y="4226706"/>
                </a:cubicBezTo>
                <a:lnTo>
                  <a:pt x="5239773" y="4171193"/>
                </a:lnTo>
                <a:cubicBezTo>
                  <a:pt x="5239773" y="4163355"/>
                  <a:pt x="5237243" y="4157054"/>
                  <a:pt x="5232182" y="4152292"/>
                </a:cubicBezTo>
                <a:lnTo>
                  <a:pt x="5162382" y="4086510"/>
                </a:lnTo>
                <a:lnTo>
                  <a:pt x="5162382" y="4044391"/>
                </a:lnTo>
                <a:lnTo>
                  <a:pt x="5204947" y="4044391"/>
                </a:lnTo>
                <a:lnTo>
                  <a:pt x="5204947" y="4088296"/>
                </a:lnTo>
                <a:lnTo>
                  <a:pt x="5239773" y="4088296"/>
                </a:lnTo>
                <a:lnTo>
                  <a:pt x="5239773" y="4036206"/>
                </a:lnTo>
                <a:cubicBezTo>
                  <a:pt x="5239773" y="4022117"/>
                  <a:pt x="5232728" y="4015072"/>
                  <a:pt x="5218639" y="4015072"/>
                </a:cubicBezTo>
                <a:close/>
                <a:moveTo>
                  <a:pt x="4804302" y="4015072"/>
                </a:moveTo>
                <a:lnTo>
                  <a:pt x="4804302" y="4247988"/>
                </a:lnTo>
                <a:lnTo>
                  <a:pt x="4839127" y="4247988"/>
                </a:lnTo>
                <a:lnTo>
                  <a:pt x="4839127" y="4144106"/>
                </a:lnTo>
                <a:lnTo>
                  <a:pt x="4883329" y="4247988"/>
                </a:lnTo>
                <a:lnTo>
                  <a:pt x="4921727" y="4247988"/>
                </a:lnTo>
                <a:lnTo>
                  <a:pt x="4868595" y="4127289"/>
                </a:lnTo>
                <a:lnTo>
                  <a:pt x="4915923" y="4016709"/>
                </a:lnTo>
                <a:lnTo>
                  <a:pt x="4915923" y="4015072"/>
                </a:lnTo>
                <a:lnTo>
                  <a:pt x="4877823" y="4015072"/>
                </a:lnTo>
                <a:lnTo>
                  <a:pt x="4839127" y="4113596"/>
                </a:lnTo>
                <a:lnTo>
                  <a:pt x="4839127" y="4015072"/>
                </a:lnTo>
                <a:close/>
                <a:moveTo>
                  <a:pt x="4499502" y="4015072"/>
                </a:moveTo>
                <a:lnTo>
                  <a:pt x="4499502" y="4247988"/>
                </a:lnTo>
                <a:lnTo>
                  <a:pt x="4596091" y="4247988"/>
                </a:lnTo>
                <a:lnTo>
                  <a:pt x="4596091" y="4217181"/>
                </a:lnTo>
                <a:lnTo>
                  <a:pt x="4534328" y="4217181"/>
                </a:lnTo>
                <a:lnTo>
                  <a:pt x="4534328" y="4144106"/>
                </a:lnTo>
                <a:lnTo>
                  <a:pt x="4586715" y="4144106"/>
                </a:lnTo>
                <a:lnTo>
                  <a:pt x="4586715" y="4113894"/>
                </a:lnTo>
                <a:lnTo>
                  <a:pt x="4534328" y="4113894"/>
                </a:lnTo>
                <a:lnTo>
                  <a:pt x="4534328" y="4045880"/>
                </a:lnTo>
                <a:lnTo>
                  <a:pt x="4595198" y="4045880"/>
                </a:lnTo>
                <a:lnTo>
                  <a:pt x="4595198" y="4015072"/>
                </a:lnTo>
                <a:close/>
                <a:moveTo>
                  <a:pt x="4184432" y="4015072"/>
                </a:moveTo>
                <a:lnTo>
                  <a:pt x="4184432" y="4045880"/>
                </a:lnTo>
                <a:lnTo>
                  <a:pt x="4222830" y="4045880"/>
                </a:lnTo>
                <a:lnTo>
                  <a:pt x="4222830" y="4247988"/>
                </a:lnTo>
                <a:lnTo>
                  <a:pt x="4257507" y="4247988"/>
                </a:lnTo>
                <a:lnTo>
                  <a:pt x="4257507" y="4045880"/>
                </a:lnTo>
                <a:lnTo>
                  <a:pt x="4295905" y="4045880"/>
                </a:lnTo>
                <a:lnTo>
                  <a:pt x="4295905" y="4015072"/>
                </a:lnTo>
                <a:close/>
                <a:moveTo>
                  <a:pt x="6412538" y="4014775"/>
                </a:moveTo>
                <a:lnTo>
                  <a:pt x="6367443" y="4247393"/>
                </a:lnTo>
                <a:lnTo>
                  <a:pt x="6367443" y="4247988"/>
                </a:lnTo>
                <a:lnTo>
                  <a:pt x="6401823" y="4247988"/>
                </a:lnTo>
                <a:lnTo>
                  <a:pt x="6408818" y="4203786"/>
                </a:lnTo>
                <a:lnTo>
                  <a:pt x="6452424" y="4203786"/>
                </a:lnTo>
                <a:lnTo>
                  <a:pt x="6459419" y="4247988"/>
                </a:lnTo>
                <a:lnTo>
                  <a:pt x="6493947" y="4247988"/>
                </a:lnTo>
                <a:lnTo>
                  <a:pt x="6449150" y="4014775"/>
                </a:lnTo>
                <a:close/>
                <a:moveTo>
                  <a:pt x="5755314" y="4014775"/>
                </a:moveTo>
                <a:lnTo>
                  <a:pt x="5710218" y="4247393"/>
                </a:lnTo>
                <a:lnTo>
                  <a:pt x="5710218" y="4247988"/>
                </a:lnTo>
                <a:lnTo>
                  <a:pt x="5744598" y="4247988"/>
                </a:lnTo>
                <a:lnTo>
                  <a:pt x="5751593" y="4203786"/>
                </a:lnTo>
                <a:lnTo>
                  <a:pt x="5795199" y="4203786"/>
                </a:lnTo>
                <a:lnTo>
                  <a:pt x="5802194" y="4247988"/>
                </a:lnTo>
                <a:lnTo>
                  <a:pt x="5836722" y="4247988"/>
                </a:lnTo>
                <a:lnTo>
                  <a:pt x="5791925" y="4014775"/>
                </a:lnTo>
                <a:close/>
                <a:moveTo>
                  <a:pt x="7974306" y="2647239"/>
                </a:moveTo>
                <a:cubicBezTo>
                  <a:pt x="8011309" y="2647239"/>
                  <a:pt x="8029810" y="2678075"/>
                  <a:pt x="8029810" y="2739745"/>
                </a:cubicBezTo>
                <a:lnTo>
                  <a:pt x="8029810" y="3350997"/>
                </a:lnTo>
                <a:cubicBezTo>
                  <a:pt x="8029810" y="3424527"/>
                  <a:pt x="8010834" y="3461292"/>
                  <a:pt x="7972883" y="3461292"/>
                </a:cubicBezTo>
                <a:cubicBezTo>
                  <a:pt x="7951061" y="3461292"/>
                  <a:pt x="7935406" y="3452872"/>
                  <a:pt x="7925918" y="3436031"/>
                </a:cubicBezTo>
                <a:cubicBezTo>
                  <a:pt x="7916431" y="3419190"/>
                  <a:pt x="7911687" y="3391320"/>
                  <a:pt x="7911687" y="3352420"/>
                </a:cubicBezTo>
                <a:lnTo>
                  <a:pt x="7911687" y="2741880"/>
                </a:lnTo>
                <a:cubicBezTo>
                  <a:pt x="7911687" y="2678787"/>
                  <a:pt x="7932560" y="2647239"/>
                  <a:pt x="7974306" y="2647239"/>
                </a:cubicBezTo>
                <a:close/>
                <a:moveTo>
                  <a:pt x="4657034" y="2641547"/>
                </a:moveTo>
                <a:lnTo>
                  <a:pt x="4668420" y="2641547"/>
                </a:lnTo>
                <a:lnTo>
                  <a:pt x="4723212" y="3278415"/>
                </a:lnTo>
                <a:lnTo>
                  <a:pt x="4609358" y="3278415"/>
                </a:lnTo>
                <a:close/>
                <a:moveTo>
                  <a:pt x="8399889" y="2428072"/>
                </a:moveTo>
                <a:lnTo>
                  <a:pt x="8399889" y="3345304"/>
                </a:lnTo>
                <a:cubicBezTo>
                  <a:pt x="8399889" y="3459157"/>
                  <a:pt x="8424557" y="3545378"/>
                  <a:pt x="8473894" y="3603965"/>
                </a:cubicBezTo>
                <a:cubicBezTo>
                  <a:pt x="8523231" y="3662552"/>
                  <a:pt x="8600081" y="3691846"/>
                  <a:pt x="8704447" y="3691846"/>
                </a:cubicBezTo>
                <a:cubicBezTo>
                  <a:pt x="8808813" y="3691846"/>
                  <a:pt x="8885664" y="3662552"/>
                  <a:pt x="8935001" y="3603965"/>
                </a:cubicBezTo>
                <a:cubicBezTo>
                  <a:pt x="8984338" y="3545378"/>
                  <a:pt x="9009005" y="3459157"/>
                  <a:pt x="9009005" y="3345304"/>
                </a:cubicBezTo>
                <a:lnTo>
                  <a:pt x="9009005" y="2428072"/>
                </a:lnTo>
                <a:lnTo>
                  <a:pt x="8765643" y="2428072"/>
                </a:lnTo>
                <a:lnTo>
                  <a:pt x="8765643" y="3335342"/>
                </a:lnTo>
                <a:cubicBezTo>
                  <a:pt x="8765643" y="3356215"/>
                  <a:pt x="8764576" y="3376376"/>
                  <a:pt x="8762441" y="3395827"/>
                </a:cubicBezTo>
                <a:cubicBezTo>
                  <a:pt x="8760307" y="3415276"/>
                  <a:pt x="8754970" y="3431050"/>
                  <a:pt x="8746431" y="3443147"/>
                </a:cubicBezTo>
                <a:cubicBezTo>
                  <a:pt x="8737892" y="3455244"/>
                  <a:pt x="8723897" y="3461292"/>
                  <a:pt x="8704447" y="3461292"/>
                </a:cubicBezTo>
                <a:cubicBezTo>
                  <a:pt x="8685472" y="3461292"/>
                  <a:pt x="8671715" y="3455125"/>
                  <a:pt x="8663175" y="3442791"/>
                </a:cubicBezTo>
                <a:cubicBezTo>
                  <a:pt x="8654637" y="3430457"/>
                  <a:pt x="8649181" y="3414684"/>
                  <a:pt x="8646809" y="3395471"/>
                </a:cubicBezTo>
                <a:cubicBezTo>
                  <a:pt x="8644437" y="3376258"/>
                  <a:pt x="8643251" y="3356215"/>
                  <a:pt x="8643251" y="3335342"/>
                </a:cubicBezTo>
                <a:lnTo>
                  <a:pt x="8643251" y="2428072"/>
                </a:lnTo>
                <a:close/>
                <a:moveTo>
                  <a:pt x="6937695" y="2428072"/>
                </a:moveTo>
                <a:lnTo>
                  <a:pt x="7137650" y="3268453"/>
                </a:lnTo>
                <a:lnTo>
                  <a:pt x="7137650" y="3680460"/>
                </a:lnTo>
                <a:lnTo>
                  <a:pt x="7373896" y="3680460"/>
                </a:lnTo>
                <a:lnTo>
                  <a:pt x="7373896" y="3268453"/>
                </a:lnTo>
                <a:lnTo>
                  <a:pt x="7573140" y="2428072"/>
                </a:lnTo>
                <a:lnTo>
                  <a:pt x="7325509" y="2428072"/>
                </a:lnTo>
                <a:lnTo>
                  <a:pt x="7255773" y="2852176"/>
                </a:lnTo>
                <a:lnTo>
                  <a:pt x="7186038" y="2428072"/>
                </a:lnTo>
                <a:close/>
                <a:moveTo>
                  <a:pt x="5871658" y="2428072"/>
                </a:moveTo>
                <a:lnTo>
                  <a:pt x="5871658" y="3680460"/>
                </a:lnTo>
                <a:lnTo>
                  <a:pt x="6120712" y="3680460"/>
                </a:lnTo>
                <a:lnTo>
                  <a:pt x="6120712" y="3074190"/>
                </a:lnTo>
                <a:lnTo>
                  <a:pt x="6257336" y="3680460"/>
                </a:lnTo>
                <a:lnTo>
                  <a:pt x="6517065" y="3680460"/>
                </a:lnTo>
                <a:lnTo>
                  <a:pt x="6347708" y="3001609"/>
                </a:lnTo>
                <a:lnTo>
                  <a:pt x="6487890" y="2428072"/>
                </a:lnTo>
                <a:lnTo>
                  <a:pt x="6235989" y="2428072"/>
                </a:lnTo>
                <a:lnTo>
                  <a:pt x="6119289" y="2929739"/>
                </a:lnTo>
                <a:lnTo>
                  <a:pt x="6119289" y="2428072"/>
                </a:lnTo>
                <a:close/>
                <a:moveTo>
                  <a:pt x="5109658" y="2428072"/>
                </a:moveTo>
                <a:lnTo>
                  <a:pt x="5109658" y="3680460"/>
                </a:lnTo>
                <a:lnTo>
                  <a:pt x="5354443" y="3680460"/>
                </a:lnTo>
                <a:lnTo>
                  <a:pt x="5354443" y="3054266"/>
                </a:lnTo>
                <a:lnTo>
                  <a:pt x="5479682" y="3680460"/>
                </a:lnTo>
                <a:lnTo>
                  <a:pt x="5724467" y="3680460"/>
                </a:lnTo>
                <a:lnTo>
                  <a:pt x="5724467" y="2428072"/>
                </a:lnTo>
                <a:lnTo>
                  <a:pt x="5482529" y="2428072"/>
                </a:lnTo>
                <a:lnTo>
                  <a:pt x="5482529" y="3027937"/>
                </a:lnTo>
                <a:lnTo>
                  <a:pt x="5367251" y="2428072"/>
                </a:lnTo>
                <a:close/>
                <a:moveTo>
                  <a:pt x="4453521" y="2428072"/>
                </a:moveTo>
                <a:lnTo>
                  <a:pt x="4332552" y="3680460"/>
                </a:lnTo>
                <a:lnTo>
                  <a:pt x="4575914" y="3680460"/>
                </a:lnTo>
                <a:lnTo>
                  <a:pt x="4591569" y="3478370"/>
                </a:lnTo>
                <a:lnTo>
                  <a:pt x="4742424" y="3478370"/>
                </a:lnTo>
                <a:lnTo>
                  <a:pt x="4760215" y="3680460"/>
                </a:lnTo>
                <a:lnTo>
                  <a:pt x="4997172" y="3680460"/>
                </a:lnTo>
                <a:lnTo>
                  <a:pt x="4878337" y="2428072"/>
                </a:lnTo>
                <a:close/>
                <a:moveTo>
                  <a:pt x="3604708" y="2428072"/>
                </a:moveTo>
                <a:lnTo>
                  <a:pt x="3604708" y="3680460"/>
                </a:lnTo>
                <a:lnTo>
                  <a:pt x="3853762" y="3680460"/>
                </a:lnTo>
                <a:lnTo>
                  <a:pt x="3853762" y="3112616"/>
                </a:lnTo>
                <a:lnTo>
                  <a:pt x="3971886" y="3112616"/>
                </a:lnTo>
                <a:lnTo>
                  <a:pt x="3971886" y="3680460"/>
                </a:lnTo>
                <a:lnTo>
                  <a:pt x="4220940" y="3680460"/>
                </a:lnTo>
                <a:lnTo>
                  <a:pt x="4220940" y="2428072"/>
                </a:lnTo>
                <a:lnTo>
                  <a:pt x="3971886" y="2428072"/>
                </a:lnTo>
                <a:lnTo>
                  <a:pt x="3971886" y="2875658"/>
                </a:lnTo>
                <a:lnTo>
                  <a:pt x="3853762" y="2875658"/>
                </a:lnTo>
                <a:lnTo>
                  <a:pt x="3853762" y="2428072"/>
                </a:lnTo>
                <a:close/>
                <a:moveTo>
                  <a:pt x="2944311" y="2428072"/>
                </a:moveTo>
                <a:lnTo>
                  <a:pt x="2944311" y="2668587"/>
                </a:lnTo>
                <a:lnTo>
                  <a:pt x="3093032" y="2668587"/>
                </a:lnTo>
                <a:lnTo>
                  <a:pt x="3093032" y="3680460"/>
                </a:lnTo>
                <a:lnTo>
                  <a:pt x="3343510" y="3680460"/>
                </a:lnTo>
                <a:lnTo>
                  <a:pt x="3343510" y="2668587"/>
                </a:lnTo>
                <a:lnTo>
                  <a:pt x="3492231" y="2668587"/>
                </a:lnTo>
                <a:lnTo>
                  <a:pt x="3492231" y="2428072"/>
                </a:lnTo>
                <a:close/>
                <a:moveTo>
                  <a:pt x="7970748" y="2416686"/>
                </a:moveTo>
                <a:cubicBezTo>
                  <a:pt x="7869703" y="2416686"/>
                  <a:pt x="7792971" y="2444438"/>
                  <a:pt x="7740551" y="2499941"/>
                </a:cubicBezTo>
                <a:cubicBezTo>
                  <a:pt x="7688131" y="2555445"/>
                  <a:pt x="7661921" y="2636803"/>
                  <a:pt x="7661921" y="2744015"/>
                </a:cubicBezTo>
                <a:lnTo>
                  <a:pt x="7661921" y="3338900"/>
                </a:lnTo>
                <a:cubicBezTo>
                  <a:pt x="7661921" y="3453228"/>
                  <a:pt x="7688368" y="3540634"/>
                  <a:pt x="7741262" y="3601119"/>
                </a:cubicBezTo>
                <a:cubicBezTo>
                  <a:pt x="7794157" y="3661603"/>
                  <a:pt x="7870652" y="3691846"/>
                  <a:pt x="7970748" y="3691846"/>
                </a:cubicBezTo>
                <a:cubicBezTo>
                  <a:pt x="8070844" y="3691846"/>
                  <a:pt x="8147340" y="3661603"/>
                  <a:pt x="8200234" y="3601119"/>
                </a:cubicBezTo>
                <a:cubicBezTo>
                  <a:pt x="8253129" y="3540634"/>
                  <a:pt x="8279576" y="3453228"/>
                  <a:pt x="8279576" y="3338900"/>
                </a:cubicBezTo>
                <a:lnTo>
                  <a:pt x="8279576" y="2744015"/>
                </a:lnTo>
                <a:cubicBezTo>
                  <a:pt x="8279576" y="2636803"/>
                  <a:pt x="8253366" y="2555445"/>
                  <a:pt x="8200946" y="2499941"/>
                </a:cubicBezTo>
                <a:cubicBezTo>
                  <a:pt x="8148526" y="2444438"/>
                  <a:pt x="8071793" y="2416686"/>
                  <a:pt x="7970748" y="241668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C4BD40A-6F85-6189-5FA0-0A9CCFF5F0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92000" y="1013013"/>
            <a:ext cx="8129841" cy="4573035"/>
          </a:xfrm>
          <a:custGeom>
            <a:avLst/>
            <a:gdLst>
              <a:gd name="connsiteX0" fmla="*/ 4955853 w 8129841"/>
              <a:gd name="connsiteY0" fmla="*/ 3190257 h 4573035"/>
              <a:gd name="connsiteX1" fmla="*/ 4972821 w 8129841"/>
              <a:gd name="connsiteY1" fmla="*/ 3295330 h 4573035"/>
              <a:gd name="connsiteX2" fmla="*/ 4938739 w 8129841"/>
              <a:gd name="connsiteY2" fmla="*/ 3295330 h 4573035"/>
              <a:gd name="connsiteX3" fmla="*/ 4298629 w 8129841"/>
              <a:gd name="connsiteY3" fmla="*/ 3190257 h 4573035"/>
              <a:gd name="connsiteX4" fmla="*/ 4315597 w 8129841"/>
              <a:gd name="connsiteY4" fmla="*/ 3295330 h 4573035"/>
              <a:gd name="connsiteX5" fmla="*/ 4281513 w 8129841"/>
              <a:gd name="connsiteY5" fmla="*/ 3295330 h 4573035"/>
              <a:gd name="connsiteX6" fmla="*/ 5259909 w 8129841"/>
              <a:gd name="connsiteY6" fmla="*/ 3166445 h 4573035"/>
              <a:gd name="connsiteX7" fmla="*/ 5285805 w 8129841"/>
              <a:gd name="connsiteY7" fmla="*/ 3166445 h 4573035"/>
              <a:gd name="connsiteX8" fmla="*/ 5306197 w 8129841"/>
              <a:gd name="connsiteY8" fmla="*/ 3185941 h 4573035"/>
              <a:gd name="connsiteX9" fmla="*/ 5306197 w 8129841"/>
              <a:gd name="connsiteY9" fmla="*/ 3319738 h 4573035"/>
              <a:gd name="connsiteX10" fmla="*/ 5284913 w 8129841"/>
              <a:gd name="connsiteY10" fmla="*/ 3339532 h 4573035"/>
              <a:gd name="connsiteX11" fmla="*/ 5259909 w 8129841"/>
              <a:gd name="connsiteY11" fmla="*/ 3339532 h 4573035"/>
              <a:gd name="connsiteX12" fmla="*/ 6205713 w 8129841"/>
              <a:gd name="connsiteY12" fmla="*/ 3136530 h 4573035"/>
              <a:gd name="connsiteX13" fmla="*/ 6205713 w 8129841"/>
              <a:gd name="connsiteY13" fmla="*/ 3137870 h 4573035"/>
              <a:gd name="connsiteX14" fmla="*/ 6236373 w 8129841"/>
              <a:gd name="connsiteY14" fmla="*/ 3235203 h 4573035"/>
              <a:gd name="connsiteX15" fmla="*/ 6244855 w 8129841"/>
              <a:gd name="connsiteY15" fmla="*/ 3259313 h 4573035"/>
              <a:gd name="connsiteX16" fmla="*/ 6251701 w 8129841"/>
              <a:gd name="connsiteY16" fmla="*/ 3283870 h 4573035"/>
              <a:gd name="connsiteX17" fmla="*/ 6251701 w 8129841"/>
              <a:gd name="connsiteY17" fmla="*/ 3369446 h 4573035"/>
              <a:gd name="connsiteX18" fmla="*/ 6286677 w 8129841"/>
              <a:gd name="connsiteY18" fmla="*/ 3369446 h 4573035"/>
              <a:gd name="connsiteX19" fmla="*/ 6286677 w 8129841"/>
              <a:gd name="connsiteY19" fmla="*/ 3283870 h 4573035"/>
              <a:gd name="connsiteX20" fmla="*/ 6302005 w 8129841"/>
              <a:gd name="connsiteY20" fmla="*/ 3235203 h 4573035"/>
              <a:gd name="connsiteX21" fmla="*/ 6332813 w 8129841"/>
              <a:gd name="connsiteY21" fmla="*/ 3137870 h 4573035"/>
              <a:gd name="connsiteX22" fmla="*/ 6332813 w 8129841"/>
              <a:gd name="connsiteY22" fmla="*/ 3136530 h 4573035"/>
              <a:gd name="connsiteX23" fmla="*/ 6297093 w 8129841"/>
              <a:gd name="connsiteY23" fmla="*/ 3136530 h 4573035"/>
              <a:gd name="connsiteX24" fmla="*/ 6269413 w 8129841"/>
              <a:gd name="connsiteY24" fmla="*/ 3237733 h 4573035"/>
              <a:gd name="connsiteX25" fmla="*/ 6241581 w 8129841"/>
              <a:gd name="connsiteY25" fmla="*/ 3136530 h 4573035"/>
              <a:gd name="connsiteX26" fmla="*/ 5863261 w 8129841"/>
              <a:gd name="connsiteY26" fmla="*/ 3136530 h 4573035"/>
              <a:gd name="connsiteX27" fmla="*/ 5863261 w 8129841"/>
              <a:gd name="connsiteY27" fmla="*/ 3369446 h 4573035"/>
              <a:gd name="connsiteX28" fmla="*/ 5896745 w 8129841"/>
              <a:gd name="connsiteY28" fmla="*/ 3369446 h 4573035"/>
              <a:gd name="connsiteX29" fmla="*/ 5896745 w 8129841"/>
              <a:gd name="connsiteY29" fmla="*/ 3254551 h 4573035"/>
              <a:gd name="connsiteX30" fmla="*/ 5894661 w 8129841"/>
              <a:gd name="connsiteY30" fmla="*/ 3229250 h 4573035"/>
              <a:gd name="connsiteX31" fmla="*/ 5924873 w 8129841"/>
              <a:gd name="connsiteY31" fmla="*/ 3348164 h 4573035"/>
              <a:gd name="connsiteX32" fmla="*/ 5942585 w 8129841"/>
              <a:gd name="connsiteY32" fmla="*/ 3348164 h 4573035"/>
              <a:gd name="connsiteX33" fmla="*/ 5972649 w 8129841"/>
              <a:gd name="connsiteY33" fmla="*/ 3229250 h 4573035"/>
              <a:gd name="connsiteX34" fmla="*/ 5970565 w 8129841"/>
              <a:gd name="connsiteY34" fmla="*/ 3254551 h 4573035"/>
              <a:gd name="connsiteX35" fmla="*/ 5970565 w 8129841"/>
              <a:gd name="connsiteY35" fmla="*/ 3369446 h 4573035"/>
              <a:gd name="connsiteX36" fmla="*/ 6004051 w 8129841"/>
              <a:gd name="connsiteY36" fmla="*/ 3369446 h 4573035"/>
              <a:gd name="connsiteX37" fmla="*/ 6004051 w 8129841"/>
              <a:gd name="connsiteY37" fmla="*/ 3136530 h 4573035"/>
              <a:gd name="connsiteX38" fmla="*/ 5971161 w 8129841"/>
              <a:gd name="connsiteY38" fmla="*/ 3136530 h 4573035"/>
              <a:gd name="connsiteX39" fmla="*/ 5934549 w 8129841"/>
              <a:gd name="connsiteY39" fmla="*/ 3265267 h 4573035"/>
              <a:gd name="connsiteX40" fmla="*/ 5933655 w 8129841"/>
              <a:gd name="connsiteY40" fmla="*/ 3275833 h 4573035"/>
              <a:gd name="connsiteX41" fmla="*/ 5932761 w 8129841"/>
              <a:gd name="connsiteY41" fmla="*/ 3265267 h 4573035"/>
              <a:gd name="connsiteX42" fmla="*/ 5896151 w 8129841"/>
              <a:gd name="connsiteY42" fmla="*/ 3136530 h 4573035"/>
              <a:gd name="connsiteX43" fmla="*/ 5558461 w 8129841"/>
              <a:gd name="connsiteY43" fmla="*/ 3136530 h 4573035"/>
              <a:gd name="connsiteX44" fmla="*/ 5558461 w 8129841"/>
              <a:gd name="connsiteY44" fmla="*/ 3369446 h 4573035"/>
              <a:gd name="connsiteX45" fmla="*/ 5655049 w 8129841"/>
              <a:gd name="connsiteY45" fmla="*/ 3369446 h 4573035"/>
              <a:gd name="connsiteX46" fmla="*/ 5655049 w 8129841"/>
              <a:gd name="connsiteY46" fmla="*/ 3338639 h 4573035"/>
              <a:gd name="connsiteX47" fmla="*/ 5593285 w 8129841"/>
              <a:gd name="connsiteY47" fmla="*/ 3338639 h 4573035"/>
              <a:gd name="connsiteX48" fmla="*/ 5593285 w 8129841"/>
              <a:gd name="connsiteY48" fmla="*/ 3265564 h 4573035"/>
              <a:gd name="connsiteX49" fmla="*/ 5645673 w 8129841"/>
              <a:gd name="connsiteY49" fmla="*/ 3265564 h 4573035"/>
              <a:gd name="connsiteX50" fmla="*/ 5645673 w 8129841"/>
              <a:gd name="connsiteY50" fmla="*/ 3235352 h 4573035"/>
              <a:gd name="connsiteX51" fmla="*/ 5593285 w 8129841"/>
              <a:gd name="connsiteY51" fmla="*/ 3235352 h 4573035"/>
              <a:gd name="connsiteX52" fmla="*/ 5593285 w 8129841"/>
              <a:gd name="connsiteY52" fmla="*/ 3167338 h 4573035"/>
              <a:gd name="connsiteX53" fmla="*/ 5654157 w 8129841"/>
              <a:gd name="connsiteY53" fmla="*/ 3167338 h 4573035"/>
              <a:gd name="connsiteX54" fmla="*/ 5654157 w 8129841"/>
              <a:gd name="connsiteY54" fmla="*/ 3136530 h 4573035"/>
              <a:gd name="connsiteX55" fmla="*/ 5225085 w 8129841"/>
              <a:gd name="connsiteY55" fmla="*/ 3136530 h 4573035"/>
              <a:gd name="connsiteX56" fmla="*/ 5225085 w 8129841"/>
              <a:gd name="connsiteY56" fmla="*/ 3369446 h 4573035"/>
              <a:gd name="connsiteX57" fmla="*/ 5296077 w 8129841"/>
              <a:gd name="connsiteY57" fmla="*/ 3369446 h 4573035"/>
              <a:gd name="connsiteX58" fmla="*/ 5328967 w 8129841"/>
              <a:gd name="connsiteY58" fmla="*/ 3357763 h 4573035"/>
              <a:gd name="connsiteX59" fmla="*/ 5341171 w 8129841"/>
              <a:gd name="connsiteY59" fmla="*/ 3325542 h 4573035"/>
              <a:gd name="connsiteX60" fmla="*/ 5341171 w 8129841"/>
              <a:gd name="connsiteY60" fmla="*/ 3180732 h 4573035"/>
              <a:gd name="connsiteX61" fmla="*/ 5328967 w 8129841"/>
              <a:gd name="connsiteY61" fmla="*/ 3148362 h 4573035"/>
              <a:gd name="connsiteX62" fmla="*/ 5296077 w 8129841"/>
              <a:gd name="connsiteY62" fmla="*/ 3136530 h 4573035"/>
              <a:gd name="connsiteX63" fmla="*/ 4588547 w 8129841"/>
              <a:gd name="connsiteY63" fmla="*/ 3136530 h 4573035"/>
              <a:gd name="connsiteX64" fmla="*/ 4567861 w 8129841"/>
              <a:gd name="connsiteY64" fmla="*/ 3157961 h 4573035"/>
              <a:gd name="connsiteX65" fmla="*/ 4567861 w 8129841"/>
              <a:gd name="connsiteY65" fmla="*/ 3348164 h 4573035"/>
              <a:gd name="connsiteX66" fmla="*/ 4588547 w 8129841"/>
              <a:gd name="connsiteY66" fmla="*/ 3369446 h 4573035"/>
              <a:gd name="connsiteX67" fmla="*/ 4661175 w 8129841"/>
              <a:gd name="connsiteY67" fmla="*/ 3369446 h 4573035"/>
              <a:gd name="connsiteX68" fmla="*/ 4682457 w 8129841"/>
              <a:gd name="connsiteY68" fmla="*/ 3348164 h 4573035"/>
              <a:gd name="connsiteX69" fmla="*/ 4682457 w 8129841"/>
              <a:gd name="connsiteY69" fmla="*/ 3290567 h 4573035"/>
              <a:gd name="connsiteX70" fmla="*/ 4647781 w 8129841"/>
              <a:gd name="connsiteY70" fmla="*/ 3290567 h 4573035"/>
              <a:gd name="connsiteX71" fmla="*/ 4647781 w 8129841"/>
              <a:gd name="connsiteY71" fmla="*/ 3339532 h 4573035"/>
              <a:gd name="connsiteX72" fmla="*/ 4602685 w 8129841"/>
              <a:gd name="connsiteY72" fmla="*/ 3339532 h 4573035"/>
              <a:gd name="connsiteX73" fmla="*/ 4602685 w 8129841"/>
              <a:gd name="connsiteY73" fmla="*/ 3166445 h 4573035"/>
              <a:gd name="connsiteX74" fmla="*/ 4647781 w 8129841"/>
              <a:gd name="connsiteY74" fmla="*/ 3166445 h 4573035"/>
              <a:gd name="connsiteX75" fmla="*/ 4647781 w 8129841"/>
              <a:gd name="connsiteY75" fmla="*/ 3212433 h 4573035"/>
              <a:gd name="connsiteX76" fmla="*/ 4682457 w 8129841"/>
              <a:gd name="connsiteY76" fmla="*/ 3212433 h 4573035"/>
              <a:gd name="connsiteX77" fmla="*/ 4682457 w 8129841"/>
              <a:gd name="connsiteY77" fmla="*/ 3157961 h 4573035"/>
              <a:gd name="connsiteX78" fmla="*/ 4661175 w 8129841"/>
              <a:gd name="connsiteY78" fmla="*/ 3136530 h 4573035"/>
              <a:gd name="connsiteX79" fmla="*/ 3673849 w 8129841"/>
              <a:gd name="connsiteY79" fmla="*/ 3136530 h 4573035"/>
              <a:gd name="connsiteX80" fmla="*/ 3652865 w 8129841"/>
              <a:gd name="connsiteY80" fmla="*/ 3157961 h 4573035"/>
              <a:gd name="connsiteX81" fmla="*/ 3652865 w 8129841"/>
              <a:gd name="connsiteY81" fmla="*/ 3209754 h 4573035"/>
              <a:gd name="connsiteX82" fmla="*/ 3660455 w 8129841"/>
              <a:gd name="connsiteY82" fmla="*/ 3228357 h 4573035"/>
              <a:gd name="connsiteX83" fmla="*/ 3730255 w 8129841"/>
              <a:gd name="connsiteY83" fmla="*/ 3294437 h 4573035"/>
              <a:gd name="connsiteX84" fmla="*/ 3730255 w 8129841"/>
              <a:gd name="connsiteY84" fmla="*/ 3340127 h 4573035"/>
              <a:gd name="connsiteX85" fmla="*/ 3687689 w 8129841"/>
              <a:gd name="connsiteY85" fmla="*/ 3340127 h 4573035"/>
              <a:gd name="connsiteX86" fmla="*/ 3687689 w 8129841"/>
              <a:gd name="connsiteY86" fmla="*/ 3292651 h 4573035"/>
              <a:gd name="connsiteX87" fmla="*/ 3652865 w 8129841"/>
              <a:gd name="connsiteY87" fmla="*/ 3292651 h 4573035"/>
              <a:gd name="connsiteX88" fmla="*/ 3652865 w 8129841"/>
              <a:gd name="connsiteY88" fmla="*/ 3348164 h 4573035"/>
              <a:gd name="connsiteX89" fmla="*/ 3673849 w 8129841"/>
              <a:gd name="connsiteY89" fmla="*/ 3369446 h 4573035"/>
              <a:gd name="connsiteX90" fmla="*/ 3743947 w 8129841"/>
              <a:gd name="connsiteY90" fmla="*/ 3369446 h 4573035"/>
              <a:gd name="connsiteX91" fmla="*/ 3765081 w 8129841"/>
              <a:gd name="connsiteY91" fmla="*/ 3348164 h 4573035"/>
              <a:gd name="connsiteX92" fmla="*/ 3765081 w 8129841"/>
              <a:gd name="connsiteY92" fmla="*/ 3292651 h 4573035"/>
              <a:gd name="connsiteX93" fmla="*/ 3757489 w 8129841"/>
              <a:gd name="connsiteY93" fmla="*/ 3273750 h 4573035"/>
              <a:gd name="connsiteX94" fmla="*/ 3687689 w 8129841"/>
              <a:gd name="connsiteY94" fmla="*/ 3207968 h 4573035"/>
              <a:gd name="connsiteX95" fmla="*/ 3687689 w 8129841"/>
              <a:gd name="connsiteY95" fmla="*/ 3165849 h 4573035"/>
              <a:gd name="connsiteX96" fmla="*/ 3730255 w 8129841"/>
              <a:gd name="connsiteY96" fmla="*/ 3165849 h 4573035"/>
              <a:gd name="connsiteX97" fmla="*/ 3730255 w 8129841"/>
              <a:gd name="connsiteY97" fmla="*/ 3209754 h 4573035"/>
              <a:gd name="connsiteX98" fmla="*/ 3765081 w 8129841"/>
              <a:gd name="connsiteY98" fmla="*/ 3209754 h 4573035"/>
              <a:gd name="connsiteX99" fmla="*/ 3765081 w 8129841"/>
              <a:gd name="connsiteY99" fmla="*/ 3157664 h 4573035"/>
              <a:gd name="connsiteX100" fmla="*/ 3743947 w 8129841"/>
              <a:gd name="connsiteY100" fmla="*/ 3136530 h 4573035"/>
              <a:gd name="connsiteX101" fmla="*/ 3329609 w 8129841"/>
              <a:gd name="connsiteY101" fmla="*/ 3136530 h 4573035"/>
              <a:gd name="connsiteX102" fmla="*/ 3329609 w 8129841"/>
              <a:gd name="connsiteY102" fmla="*/ 3369446 h 4573035"/>
              <a:gd name="connsiteX103" fmla="*/ 3364435 w 8129841"/>
              <a:gd name="connsiteY103" fmla="*/ 3369446 h 4573035"/>
              <a:gd name="connsiteX104" fmla="*/ 3364435 w 8129841"/>
              <a:gd name="connsiteY104" fmla="*/ 3265564 h 4573035"/>
              <a:gd name="connsiteX105" fmla="*/ 3408637 w 8129841"/>
              <a:gd name="connsiteY105" fmla="*/ 3369446 h 4573035"/>
              <a:gd name="connsiteX106" fmla="*/ 3447035 w 8129841"/>
              <a:gd name="connsiteY106" fmla="*/ 3369446 h 4573035"/>
              <a:gd name="connsiteX107" fmla="*/ 3393903 w 8129841"/>
              <a:gd name="connsiteY107" fmla="*/ 3248747 h 4573035"/>
              <a:gd name="connsiteX108" fmla="*/ 3441231 w 8129841"/>
              <a:gd name="connsiteY108" fmla="*/ 3138167 h 4573035"/>
              <a:gd name="connsiteX109" fmla="*/ 3441231 w 8129841"/>
              <a:gd name="connsiteY109" fmla="*/ 3136530 h 4573035"/>
              <a:gd name="connsiteX110" fmla="*/ 3403131 w 8129841"/>
              <a:gd name="connsiteY110" fmla="*/ 3136530 h 4573035"/>
              <a:gd name="connsiteX111" fmla="*/ 3364435 w 8129841"/>
              <a:gd name="connsiteY111" fmla="*/ 3235054 h 4573035"/>
              <a:gd name="connsiteX112" fmla="*/ 3364435 w 8129841"/>
              <a:gd name="connsiteY112" fmla="*/ 3136530 h 4573035"/>
              <a:gd name="connsiteX113" fmla="*/ 3024809 w 8129841"/>
              <a:gd name="connsiteY113" fmla="*/ 3136530 h 4573035"/>
              <a:gd name="connsiteX114" fmla="*/ 3024809 w 8129841"/>
              <a:gd name="connsiteY114" fmla="*/ 3369446 h 4573035"/>
              <a:gd name="connsiteX115" fmla="*/ 3121399 w 8129841"/>
              <a:gd name="connsiteY115" fmla="*/ 3369446 h 4573035"/>
              <a:gd name="connsiteX116" fmla="*/ 3121399 w 8129841"/>
              <a:gd name="connsiteY116" fmla="*/ 3338639 h 4573035"/>
              <a:gd name="connsiteX117" fmla="*/ 3059637 w 8129841"/>
              <a:gd name="connsiteY117" fmla="*/ 3338639 h 4573035"/>
              <a:gd name="connsiteX118" fmla="*/ 3059637 w 8129841"/>
              <a:gd name="connsiteY118" fmla="*/ 3265564 h 4573035"/>
              <a:gd name="connsiteX119" fmla="*/ 3112023 w 8129841"/>
              <a:gd name="connsiteY119" fmla="*/ 3265564 h 4573035"/>
              <a:gd name="connsiteX120" fmla="*/ 3112023 w 8129841"/>
              <a:gd name="connsiteY120" fmla="*/ 3235352 h 4573035"/>
              <a:gd name="connsiteX121" fmla="*/ 3059637 w 8129841"/>
              <a:gd name="connsiteY121" fmla="*/ 3235352 h 4573035"/>
              <a:gd name="connsiteX122" fmla="*/ 3059637 w 8129841"/>
              <a:gd name="connsiteY122" fmla="*/ 3167338 h 4573035"/>
              <a:gd name="connsiteX123" fmla="*/ 3120505 w 8129841"/>
              <a:gd name="connsiteY123" fmla="*/ 3167338 h 4573035"/>
              <a:gd name="connsiteX124" fmla="*/ 3120505 w 8129841"/>
              <a:gd name="connsiteY124" fmla="*/ 3136530 h 4573035"/>
              <a:gd name="connsiteX125" fmla="*/ 2709741 w 8129841"/>
              <a:gd name="connsiteY125" fmla="*/ 3136530 h 4573035"/>
              <a:gd name="connsiteX126" fmla="*/ 2709741 w 8129841"/>
              <a:gd name="connsiteY126" fmla="*/ 3167338 h 4573035"/>
              <a:gd name="connsiteX127" fmla="*/ 2748137 w 8129841"/>
              <a:gd name="connsiteY127" fmla="*/ 3167338 h 4573035"/>
              <a:gd name="connsiteX128" fmla="*/ 2748137 w 8129841"/>
              <a:gd name="connsiteY128" fmla="*/ 3369446 h 4573035"/>
              <a:gd name="connsiteX129" fmla="*/ 2782815 w 8129841"/>
              <a:gd name="connsiteY129" fmla="*/ 3369446 h 4573035"/>
              <a:gd name="connsiteX130" fmla="*/ 2782815 w 8129841"/>
              <a:gd name="connsiteY130" fmla="*/ 3167338 h 4573035"/>
              <a:gd name="connsiteX131" fmla="*/ 2821213 w 8129841"/>
              <a:gd name="connsiteY131" fmla="*/ 3167338 h 4573035"/>
              <a:gd name="connsiteX132" fmla="*/ 2821213 w 8129841"/>
              <a:gd name="connsiteY132" fmla="*/ 3136530 h 4573035"/>
              <a:gd name="connsiteX133" fmla="*/ 4937845 w 8129841"/>
              <a:gd name="connsiteY133" fmla="*/ 3136233 h 4573035"/>
              <a:gd name="connsiteX134" fmla="*/ 4892751 w 8129841"/>
              <a:gd name="connsiteY134" fmla="*/ 3368851 h 4573035"/>
              <a:gd name="connsiteX135" fmla="*/ 4892751 w 8129841"/>
              <a:gd name="connsiteY135" fmla="*/ 3369446 h 4573035"/>
              <a:gd name="connsiteX136" fmla="*/ 4927131 w 8129841"/>
              <a:gd name="connsiteY136" fmla="*/ 3369446 h 4573035"/>
              <a:gd name="connsiteX137" fmla="*/ 4934125 w 8129841"/>
              <a:gd name="connsiteY137" fmla="*/ 3325244 h 4573035"/>
              <a:gd name="connsiteX138" fmla="*/ 4977733 w 8129841"/>
              <a:gd name="connsiteY138" fmla="*/ 3325244 h 4573035"/>
              <a:gd name="connsiteX139" fmla="*/ 4984727 w 8129841"/>
              <a:gd name="connsiteY139" fmla="*/ 3369446 h 4573035"/>
              <a:gd name="connsiteX140" fmla="*/ 5019255 w 8129841"/>
              <a:gd name="connsiteY140" fmla="*/ 3369446 h 4573035"/>
              <a:gd name="connsiteX141" fmla="*/ 4974457 w 8129841"/>
              <a:gd name="connsiteY141" fmla="*/ 3136233 h 4573035"/>
              <a:gd name="connsiteX142" fmla="*/ 4280621 w 8129841"/>
              <a:gd name="connsiteY142" fmla="*/ 3136233 h 4573035"/>
              <a:gd name="connsiteX143" fmla="*/ 4235525 w 8129841"/>
              <a:gd name="connsiteY143" fmla="*/ 3368851 h 4573035"/>
              <a:gd name="connsiteX144" fmla="*/ 4235525 w 8129841"/>
              <a:gd name="connsiteY144" fmla="*/ 3369446 h 4573035"/>
              <a:gd name="connsiteX145" fmla="*/ 4269905 w 8129841"/>
              <a:gd name="connsiteY145" fmla="*/ 3369446 h 4573035"/>
              <a:gd name="connsiteX146" fmla="*/ 4276901 w 8129841"/>
              <a:gd name="connsiteY146" fmla="*/ 3325244 h 4573035"/>
              <a:gd name="connsiteX147" fmla="*/ 4320507 w 8129841"/>
              <a:gd name="connsiteY147" fmla="*/ 3325244 h 4573035"/>
              <a:gd name="connsiteX148" fmla="*/ 4327501 w 8129841"/>
              <a:gd name="connsiteY148" fmla="*/ 3369446 h 4573035"/>
              <a:gd name="connsiteX149" fmla="*/ 4362029 w 8129841"/>
              <a:gd name="connsiteY149" fmla="*/ 3369446 h 4573035"/>
              <a:gd name="connsiteX150" fmla="*/ 4317233 w 8129841"/>
              <a:gd name="connsiteY150" fmla="*/ 3136233 h 4573035"/>
              <a:gd name="connsiteX151" fmla="*/ 6499613 w 8129841"/>
              <a:gd name="connsiteY151" fmla="*/ 1768697 h 4573035"/>
              <a:gd name="connsiteX152" fmla="*/ 6555117 w 8129841"/>
              <a:gd name="connsiteY152" fmla="*/ 1861203 h 4573035"/>
              <a:gd name="connsiteX153" fmla="*/ 6555117 w 8129841"/>
              <a:gd name="connsiteY153" fmla="*/ 2472455 h 4573035"/>
              <a:gd name="connsiteX154" fmla="*/ 6498191 w 8129841"/>
              <a:gd name="connsiteY154" fmla="*/ 2582750 h 4573035"/>
              <a:gd name="connsiteX155" fmla="*/ 6451225 w 8129841"/>
              <a:gd name="connsiteY155" fmla="*/ 2557489 h 4573035"/>
              <a:gd name="connsiteX156" fmla="*/ 6436995 w 8129841"/>
              <a:gd name="connsiteY156" fmla="*/ 2473878 h 4573035"/>
              <a:gd name="connsiteX157" fmla="*/ 6436995 w 8129841"/>
              <a:gd name="connsiteY157" fmla="*/ 1863338 h 4573035"/>
              <a:gd name="connsiteX158" fmla="*/ 6499613 w 8129841"/>
              <a:gd name="connsiteY158" fmla="*/ 1768697 h 4573035"/>
              <a:gd name="connsiteX159" fmla="*/ 3182341 w 8129841"/>
              <a:gd name="connsiteY159" fmla="*/ 1763005 h 4573035"/>
              <a:gd name="connsiteX160" fmla="*/ 3193729 w 8129841"/>
              <a:gd name="connsiteY160" fmla="*/ 1763005 h 4573035"/>
              <a:gd name="connsiteX161" fmla="*/ 3248521 w 8129841"/>
              <a:gd name="connsiteY161" fmla="*/ 2399873 h 4573035"/>
              <a:gd name="connsiteX162" fmla="*/ 3134665 w 8129841"/>
              <a:gd name="connsiteY162" fmla="*/ 2399873 h 4573035"/>
              <a:gd name="connsiteX163" fmla="*/ 6925197 w 8129841"/>
              <a:gd name="connsiteY163" fmla="*/ 1549530 h 4573035"/>
              <a:gd name="connsiteX164" fmla="*/ 6925197 w 8129841"/>
              <a:gd name="connsiteY164" fmla="*/ 2466762 h 4573035"/>
              <a:gd name="connsiteX165" fmla="*/ 6999201 w 8129841"/>
              <a:gd name="connsiteY165" fmla="*/ 2725423 h 4573035"/>
              <a:gd name="connsiteX166" fmla="*/ 7229755 w 8129841"/>
              <a:gd name="connsiteY166" fmla="*/ 2813304 h 4573035"/>
              <a:gd name="connsiteX167" fmla="*/ 7460309 w 8129841"/>
              <a:gd name="connsiteY167" fmla="*/ 2725423 h 4573035"/>
              <a:gd name="connsiteX168" fmla="*/ 7534313 w 8129841"/>
              <a:gd name="connsiteY168" fmla="*/ 2466762 h 4573035"/>
              <a:gd name="connsiteX169" fmla="*/ 7534313 w 8129841"/>
              <a:gd name="connsiteY169" fmla="*/ 1549530 h 4573035"/>
              <a:gd name="connsiteX170" fmla="*/ 7290951 w 8129841"/>
              <a:gd name="connsiteY170" fmla="*/ 1549530 h 4573035"/>
              <a:gd name="connsiteX171" fmla="*/ 7290951 w 8129841"/>
              <a:gd name="connsiteY171" fmla="*/ 2456800 h 4573035"/>
              <a:gd name="connsiteX172" fmla="*/ 7287749 w 8129841"/>
              <a:gd name="connsiteY172" fmla="*/ 2517285 h 4573035"/>
              <a:gd name="connsiteX173" fmla="*/ 7271739 w 8129841"/>
              <a:gd name="connsiteY173" fmla="*/ 2564605 h 4573035"/>
              <a:gd name="connsiteX174" fmla="*/ 7229755 w 8129841"/>
              <a:gd name="connsiteY174" fmla="*/ 2582750 h 4573035"/>
              <a:gd name="connsiteX175" fmla="*/ 7188483 w 8129841"/>
              <a:gd name="connsiteY175" fmla="*/ 2564249 h 4573035"/>
              <a:gd name="connsiteX176" fmla="*/ 7172117 w 8129841"/>
              <a:gd name="connsiteY176" fmla="*/ 2516929 h 4573035"/>
              <a:gd name="connsiteX177" fmla="*/ 7168559 w 8129841"/>
              <a:gd name="connsiteY177" fmla="*/ 2456800 h 4573035"/>
              <a:gd name="connsiteX178" fmla="*/ 7168559 w 8129841"/>
              <a:gd name="connsiteY178" fmla="*/ 1549530 h 4573035"/>
              <a:gd name="connsiteX179" fmla="*/ 5463003 w 8129841"/>
              <a:gd name="connsiteY179" fmla="*/ 1549530 h 4573035"/>
              <a:gd name="connsiteX180" fmla="*/ 5662957 w 8129841"/>
              <a:gd name="connsiteY180" fmla="*/ 2389911 h 4573035"/>
              <a:gd name="connsiteX181" fmla="*/ 5662957 w 8129841"/>
              <a:gd name="connsiteY181" fmla="*/ 2801918 h 4573035"/>
              <a:gd name="connsiteX182" fmla="*/ 5899205 w 8129841"/>
              <a:gd name="connsiteY182" fmla="*/ 2801918 h 4573035"/>
              <a:gd name="connsiteX183" fmla="*/ 5899205 w 8129841"/>
              <a:gd name="connsiteY183" fmla="*/ 2389911 h 4573035"/>
              <a:gd name="connsiteX184" fmla="*/ 6098449 w 8129841"/>
              <a:gd name="connsiteY184" fmla="*/ 1549530 h 4573035"/>
              <a:gd name="connsiteX185" fmla="*/ 5850817 w 8129841"/>
              <a:gd name="connsiteY185" fmla="*/ 1549530 h 4573035"/>
              <a:gd name="connsiteX186" fmla="*/ 5781081 w 8129841"/>
              <a:gd name="connsiteY186" fmla="*/ 1973634 h 4573035"/>
              <a:gd name="connsiteX187" fmla="*/ 5711345 w 8129841"/>
              <a:gd name="connsiteY187" fmla="*/ 1549530 h 4573035"/>
              <a:gd name="connsiteX188" fmla="*/ 4396965 w 8129841"/>
              <a:gd name="connsiteY188" fmla="*/ 1549530 h 4573035"/>
              <a:gd name="connsiteX189" fmla="*/ 4396965 w 8129841"/>
              <a:gd name="connsiteY189" fmla="*/ 2801918 h 4573035"/>
              <a:gd name="connsiteX190" fmla="*/ 4646021 w 8129841"/>
              <a:gd name="connsiteY190" fmla="*/ 2801918 h 4573035"/>
              <a:gd name="connsiteX191" fmla="*/ 4646021 w 8129841"/>
              <a:gd name="connsiteY191" fmla="*/ 2195648 h 4573035"/>
              <a:gd name="connsiteX192" fmla="*/ 4782645 w 8129841"/>
              <a:gd name="connsiteY192" fmla="*/ 2801918 h 4573035"/>
              <a:gd name="connsiteX193" fmla="*/ 5042373 w 8129841"/>
              <a:gd name="connsiteY193" fmla="*/ 2801918 h 4573035"/>
              <a:gd name="connsiteX194" fmla="*/ 4873017 w 8129841"/>
              <a:gd name="connsiteY194" fmla="*/ 2123067 h 4573035"/>
              <a:gd name="connsiteX195" fmla="*/ 5013197 w 8129841"/>
              <a:gd name="connsiteY195" fmla="*/ 1549530 h 4573035"/>
              <a:gd name="connsiteX196" fmla="*/ 4761297 w 8129841"/>
              <a:gd name="connsiteY196" fmla="*/ 1549530 h 4573035"/>
              <a:gd name="connsiteX197" fmla="*/ 4644597 w 8129841"/>
              <a:gd name="connsiteY197" fmla="*/ 2051197 h 4573035"/>
              <a:gd name="connsiteX198" fmla="*/ 4644597 w 8129841"/>
              <a:gd name="connsiteY198" fmla="*/ 1549530 h 4573035"/>
              <a:gd name="connsiteX199" fmla="*/ 3634965 w 8129841"/>
              <a:gd name="connsiteY199" fmla="*/ 1549530 h 4573035"/>
              <a:gd name="connsiteX200" fmla="*/ 3634965 w 8129841"/>
              <a:gd name="connsiteY200" fmla="*/ 2801918 h 4573035"/>
              <a:gd name="connsiteX201" fmla="*/ 3879751 w 8129841"/>
              <a:gd name="connsiteY201" fmla="*/ 2801918 h 4573035"/>
              <a:gd name="connsiteX202" fmla="*/ 3879751 w 8129841"/>
              <a:gd name="connsiteY202" fmla="*/ 2175724 h 4573035"/>
              <a:gd name="connsiteX203" fmla="*/ 4004989 w 8129841"/>
              <a:gd name="connsiteY203" fmla="*/ 2801918 h 4573035"/>
              <a:gd name="connsiteX204" fmla="*/ 4249775 w 8129841"/>
              <a:gd name="connsiteY204" fmla="*/ 2801918 h 4573035"/>
              <a:gd name="connsiteX205" fmla="*/ 4249775 w 8129841"/>
              <a:gd name="connsiteY205" fmla="*/ 1549530 h 4573035"/>
              <a:gd name="connsiteX206" fmla="*/ 4007837 w 8129841"/>
              <a:gd name="connsiteY206" fmla="*/ 1549530 h 4573035"/>
              <a:gd name="connsiteX207" fmla="*/ 4007837 w 8129841"/>
              <a:gd name="connsiteY207" fmla="*/ 2149395 h 4573035"/>
              <a:gd name="connsiteX208" fmla="*/ 3892559 w 8129841"/>
              <a:gd name="connsiteY208" fmla="*/ 1549530 h 4573035"/>
              <a:gd name="connsiteX209" fmla="*/ 2978829 w 8129841"/>
              <a:gd name="connsiteY209" fmla="*/ 1549530 h 4573035"/>
              <a:gd name="connsiteX210" fmla="*/ 2857861 w 8129841"/>
              <a:gd name="connsiteY210" fmla="*/ 2801918 h 4573035"/>
              <a:gd name="connsiteX211" fmla="*/ 3101221 w 8129841"/>
              <a:gd name="connsiteY211" fmla="*/ 2801918 h 4573035"/>
              <a:gd name="connsiteX212" fmla="*/ 3116877 w 8129841"/>
              <a:gd name="connsiteY212" fmla="*/ 2599828 h 4573035"/>
              <a:gd name="connsiteX213" fmla="*/ 3267733 w 8129841"/>
              <a:gd name="connsiteY213" fmla="*/ 2599828 h 4573035"/>
              <a:gd name="connsiteX214" fmla="*/ 3285523 w 8129841"/>
              <a:gd name="connsiteY214" fmla="*/ 2801918 h 4573035"/>
              <a:gd name="connsiteX215" fmla="*/ 3522481 w 8129841"/>
              <a:gd name="connsiteY215" fmla="*/ 2801918 h 4573035"/>
              <a:gd name="connsiteX216" fmla="*/ 3403645 w 8129841"/>
              <a:gd name="connsiteY216" fmla="*/ 1549530 h 4573035"/>
              <a:gd name="connsiteX217" fmla="*/ 2130017 w 8129841"/>
              <a:gd name="connsiteY217" fmla="*/ 1549530 h 4573035"/>
              <a:gd name="connsiteX218" fmla="*/ 2130017 w 8129841"/>
              <a:gd name="connsiteY218" fmla="*/ 2801918 h 4573035"/>
              <a:gd name="connsiteX219" fmla="*/ 2379069 w 8129841"/>
              <a:gd name="connsiteY219" fmla="*/ 2801918 h 4573035"/>
              <a:gd name="connsiteX220" fmla="*/ 2379069 w 8129841"/>
              <a:gd name="connsiteY220" fmla="*/ 2234074 h 4573035"/>
              <a:gd name="connsiteX221" fmla="*/ 2497193 w 8129841"/>
              <a:gd name="connsiteY221" fmla="*/ 2234074 h 4573035"/>
              <a:gd name="connsiteX222" fmla="*/ 2497193 w 8129841"/>
              <a:gd name="connsiteY222" fmla="*/ 2801918 h 4573035"/>
              <a:gd name="connsiteX223" fmla="*/ 2746249 w 8129841"/>
              <a:gd name="connsiteY223" fmla="*/ 2801918 h 4573035"/>
              <a:gd name="connsiteX224" fmla="*/ 2746249 w 8129841"/>
              <a:gd name="connsiteY224" fmla="*/ 1549530 h 4573035"/>
              <a:gd name="connsiteX225" fmla="*/ 2497193 w 8129841"/>
              <a:gd name="connsiteY225" fmla="*/ 1549530 h 4573035"/>
              <a:gd name="connsiteX226" fmla="*/ 2497193 w 8129841"/>
              <a:gd name="connsiteY226" fmla="*/ 1997116 h 4573035"/>
              <a:gd name="connsiteX227" fmla="*/ 2379069 w 8129841"/>
              <a:gd name="connsiteY227" fmla="*/ 1997116 h 4573035"/>
              <a:gd name="connsiteX228" fmla="*/ 2379069 w 8129841"/>
              <a:gd name="connsiteY228" fmla="*/ 1549530 h 4573035"/>
              <a:gd name="connsiteX229" fmla="*/ 1469619 w 8129841"/>
              <a:gd name="connsiteY229" fmla="*/ 1549530 h 4573035"/>
              <a:gd name="connsiteX230" fmla="*/ 1469619 w 8129841"/>
              <a:gd name="connsiteY230" fmla="*/ 1790045 h 4573035"/>
              <a:gd name="connsiteX231" fmla="*/ 1618341 w 8129841"/>
              <a:gd name="connsiteY231" fmla="*/ 1790045 h 4573035"/>
              <a:gd name="connsiteX232" fmla="*/ 1618341 w 8129841"/>
              <a:gd name="connsiteY232" fmla="*/ 2801918 h 4573035"/>
              <a:gd name="connsiteX233" fmla="*/ 1868817 w 8129841"/>
              <a:gd name="connsiteY233" fmla="*/ 2801918 h 4573035"/>
              <a:gd name="connsiteX234" fmla="*/ 1868817 w 8129841"/>
              <a:gd name="connsiteY234" fmla="*/ 1790045 h 4573035"/>
              <a:gd name="connsiteX235" fmla="*/ 2017539 w 8129841"/>
              <a:gd name="connsiteY235" fmla="*/ 1790045 h 4573035"/>
              <a:gd name="connsiteX236" fmla="*/ 2017539 w 8129841"/>
              <a:gd name="connsiteY236" fmla="*/ 1549530 h 4573035"/>
              <a:gd name="connsiteX237" fmla="*/ 6496057 w 8129841"/>
              <a:gd name="connsiteY237" fmla="*/ 1538144 h 4573035"/>
              <a:gd name="connsiteX238" fmla="*/ 6265859 w 8129841"/>
              <a:gd name="connsiteY238" fmla="*/ 1621399 h 4573035"/>
              <a:gd name="connsiteX239" fmla="*/ 6187229 w 8129841"/>
              <a:gd name="connsiteY239" fmla="*/ 1865473 h 4573035"/>
              <a:gd name="connsiteX240" fmla="*/ 6187229 w 8129841"/>
              <a:gd name="connsiteY240" fmla="*/ 2460358 h 4573035"/>
              <a:gd name="connsiteX241" fmla="*/ 6266569 w 8129841"/>
              <a:gd name="connsiteY241" fmla="*/ 2722577 h 4573035"/>
              <a:gd name="connsiteX242" fmla="*/ 6496057 w 8129841"/>
              <a:gd name="connsiteY242" fmla="*/ 2813304 h 4573035"/>
              <a:gd name="connsiteX243" fmla="*/ 6725541 w 8129841"/>
              <a:gd name="connsiteY243" fmla="*/ 2722577 h 4573035"/>
              <a:gd name="connsiteX244" fmla="*/ 6804885 w 8129841"/>
              <a:gd name="connsiteY244" fmla="*/ 2460358 h 4573035"/>
              <a:gd name="connsiteX245" fmla="*/ 6804885 w 8129841"/>
              <a:gd name="connsiteY245" fmla="*/ 1865473 h 4573035"/>
              <a:gd name="connsiteX246" fmla="*/ 6726253 w 8129841"/>
              <a:gd name="connsiteY246" fmla="*/ 1621399 h 4573035"/>
              <a:gd name="connsiteX247" fmla="*/ 6496057 w 8129841"/>
              <a:gd name="connsiteY247" fmla="*/ 1538144 h 4573035"/>
              <a:gd name="connsiteX248" fmla="*/ 0 w 8129841"/>
              <a:gd name="connsiteY248" fmla="*/ 0 h 4573035"/>
              <a:gd name="connsiteX249" fmla="*/ 8129841 w 8129841"/>
              <a:gd name="connsiteY249" fmla="*/ 0 h 4573035"/>
              <a:gd name="connsiteX250" fmla="*/ 8129841 w 8129841"/>
              <a:gd name="connsiteY250" fmla="*/ 4573035 h 4573035"/>
              <a:gd name="connsiteX251" fmla="*/ 0 w 8129841"/>
              <a:gd name="connsiteY251" fmla="*/ 4573035 h 4573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8129841" h="4573035">
                <a:moveTo>
                  <a:pt x="4955853" y="3190257"/>
                </a:moveTo>
                <a:lnTo>
                  <a:pt x="4972821" y="3295330"/>
                </a:lnTo>
                <a:lnTo>
                  <a:pt x="4938739" y="3295330"/>
                </a:lnTo>
                <a:close/>
                <a:moveTo>
                  <a:pt x="4298629" y="3190257"/>
                </a:moveTo>
                <a:lnTo>
                  <a:pt x="4315597" y="3295330"/>
                </a:lnTo>
                <a:lnTo>
                  <a:pt x="4281513" y="3295330"/>
                </a:lnTo>
                <a:close/>
                <a:moveTo>
                  <a:pt x="5259909" y="3166445"/>
                </a:moveTo>
                <a:lnTo>
                  <a:pt x="5285805" y="3166445"/>
                </a:lnTo>
                <a:cubicBezTo>
                  <a:pt x="5299401" y="3166445"/>
                  <a:pt x="5306197" y="3172943"/>
                  <a:pt x="5306197" y="3185941"/>
                </a:cubicBezTo>
                <a:lnTo>
                  <a:pt x="5306197" y="3319738"/>
                </a:lnTo>
                <a:cubicBezTo>
                  <a:pt x="5306197" y="3332934"/>
                  <a:pt x="5299101" y="3339532"/>
                  <a:pt x="5284913" y="3339532"/>
                </a:cubicBezTo>
                <a:lnTo>
                  <a:pt x="5259909" y="3339532"/>
                </a:lnTo>
                <a:close/>
                <a:moveTo>
                  <a:pt x="6205713" y="3136530"/>
                </a:moveTo>
                <a:cubicBezTo>
                  <a:pt x="6205613" y="3137324"/>
                  <a:pt x="6205613" y="3137770"/>
                  <a:pt x="6205713" y="3137870"/>
                </a:cubicBezTo>
                <a:lnTo>
                  <a:pt x="6236373" y="3235203"/>
                </a:lnTo>
                <a:cubicBezTo>
                  <a:pt x="6236769" y="3236493"/>
                  <a:pt x="6239597" y="3244530"/>
                  <a:pt x="6244855" y="3259313"/>
                </a:cubicBezTo>
                <a:cubicBezTo>
                  <a:pt x="6247833" y="3267945"/>
                  <a:pt x="6250113" y="3276131"/>
                  <a:pt x="6251701" y="3283870"/>
                </a:cubicBezTo>
                <a:lnTo>
                  <a:pt x="6251701" y="3369446"/>
                </a:lnTo>
                <a:lnTo>
                  <a:pt x="6286677" y="3369446"/>
                </a:lnTo>
                <a:lnTo>
                  <a:pt x="6286677" y="3283870"/>
                </a:lnTo>
                <a:cubicBezTo>
                  <a:pt x="6293125" y="3261050"/>
                  <a:pt x="6298235" y="3244827"/>
                  <a:pt x="6302005" y="3235203"/>
                </a:cubicBezTo>
                <a:lnTo>
                  <a:pt x="6332813" y="3137870"/>
                </a:lnTo>
                <a:cubicBezTo>
                  <a:pt x="6332813" y="3137671"/>
                  <a:pt x="6332813" y="3137225"/>
                  <a:pt x="6332813" y="3136530"/>
                </a:cubicBezTo>
                <a:lnTo>
                  <a:pt x="6297093" y="3136530"/>
                </a:lnTo>
                <a:lnTo>
                  <a:pt x="6269413" y="3237733"/>
                </a:lnTo>
                <a:lnTo>
                  <a:pt x="6241581" y="3136530"/>
                </a:lnTo>
                <a:close/>
                <a:moveTo>
                  <a:pt x="5863261" y="3136530"/>
                </a:moveTo>
                <a:lnTo>
                  <a:pt x="5863261" y="3369446"/>
                </a:lnTo>
                <a:lnTo>
                  <a:pt x="5896745" y="3369446"/>
                </a:lnTo>
                <a:lnTo>
                  <a:pt x="5896745" y="3254551"/>
                </a:lnTo>
                <a:cubicBezTo>
                  <a:pt x="5896745" y="3248697"/>
                  <a:pt x="5896051" y="3240263"/>
                  <a:pt x="5894661" y="3229250"/>
                </a:cubicBezTo>
                <a:lnTo>
                  <a:pt x="5924873" y="3348164"/>
                </a:lnTo>
                <a:lnTo>
                  <a:pt x="5942585" y="3348164"/>
                </a:lnTo>
                <a:lnTo>
                  <a:pt x="5972649" y="3229250"/>
                </a:lnTo>
                <a:cubicBezTo>
                  <a:pt x="5971259" y="3240065"/>
                  <a:pt x="5970565" y="3248499"/>
                  <a:pt x="5970565" y="3254551"/>
                </a:cubicBezTo>
                <a:lnTo>
                  <a:pt x="5970565" y="3369446"/>
                </a:lnTo>
                <a:lnTo>
                  <a:pt x="6004051" y="3369446"/>
                </a:lnTo>
                <a:lnTo>
                  <a:pt x="6004051" y="3136530"/>
                </a:lnTo>
                <a:lnTo>
                  <a:pt x="5971161" y="3136530"/>
                </a:lnTo>
                <a:lnTo>
                  <a:pt x="5934549" y="3265267"/>
                </a:lnTo>
                <a:cubicBezTo>
                  <a:pt x="5933953" y="3269831"/>
                  <a:pt x="5933655" y="3273353"/>
                  <a:pt x="5933655" y="3275833"/>
                </a:cubicBezTo>
                <a:cubicBezTo>
                  <a:pt x="5933457" y="3270178"/>
                  <a:pt x="5933159" y="3266656"/>
                  <a:pt x="5932761" y="3265267"/>
                </a:cubicBezTo>
                <a:lnTo>
                  <a:pt x="5896151" y="3136530"/>
                </a:lnTo>
                <a:close/>
                <a:moveTo>
                  <a:pt x="5558461" y="3136530"/>
                </a:moveTo>
                <a:lnTo>
                  <a:pt x="5558461" y="3369446"/>
                </a:lnTo>
                <a:lnTo>
                  <a:pt x="5655049" y="3369446"/>
                </a:lnTo>
                <a:lnTo>
                  <a:pt x="5655049" y="3338639"/>
                </a:lnTo>
                <a:lnTo>
                  <a:pt x="5593285" y="3338639"/>
                </a:lnTo>
                <a:lnTo>
                  <a:pt x="5593285" y="3265564"/>
                </a:lnTo>
                <a:lnTo>
                  <a:pt x="5645673" y="3265564"/>
                </a:lnTo>
                <a:lnTo>
                  <a:pt x="5645673" y="3235352"/>
                </a:lnTo>
                <a:lnTo>
                  <a:pt x="5593285" y="3235352"/>
                </a:lnTo>
                <a:lnTo>
                  <a:pt x="5593285" y="3167338"/>
                </a:lnTo>
                <a:lnTo>
                  <a:pt x="5654157" y="3167338"/>
                </a:lnTo>
                <a:lnTo>
                  <a:pt x="5654157" y="3136530"/>
                </a:lnTo>
                <a:close/>
                <a:moveTo>
                  <a:pt x="5225085" y="3136530"/>
                </a:moveTo>
                <a:lnTo>
                  <a:pt x="5225085" y="3369446"/>
                </a:lnTo>
                <a:lnTo>
                  <a:pt x="5296077" y="3369446"/>
                </a:lnTo>
                <a:cubicBezTo>
                  <a:pt x="5309867" y="3369446"/>
                  <a:pt x="5320831" y="3365552"/>
                  <a:pt x="5328967" y="3357763"/>
                </a:cubicBezTo>
                <a:cubicBezTo>
                  <a:pt x="5337101" y="3349975"/>
                  <a:pt x="5341171" y="3339234"/>
                  <a:pt x="5341171" y="3325542"/>
                </a:cubicBezTo>
                <a:lnTo>
                  <a:pt x="5341171" y="3180732"/>
                </a:lnTo>
                <a:cubicBezTo>
                  <a:pt x="5341171" y="3167040"/>
                  <a:pt x="5337101" y="3156250"/>
                  <a:pt x="5328967" y="3148362"/>
                </a:cubicBezTo>
                <a:cubicBezTo>
                  <a:pt x="5320831" y="3140474"/>
                  <a:pt x="5309867" y="3136530"/>
                  <a:pt x="5296077" y="3136530"/>
                </a:cubicBezTo>
                <a:close/>
                <a:moveTo>
                  <a:pt x="4588547" y="3136530"/>
                </a:moveTo>
                <a:cubicBezTo>
                  <a:pt x="4574755" y="3136530"/>
                  <a:pt x="4567861" y="3143674"/>
                  <a:pt x="4567861" y="3157961"/>
                </a:cubicBezTo>
                <a:lnTo>
                  <a:pt x="4567861" y="3348164"/>
                </a:lnTo>
                <a:cubicBezTo>
                  <a:pt x="4567861" y="3362352"/>
                  <a:pt x="4574755" y="3369446"/>
                  <a:pt x="4588547" y="3369446"/>
                </a:cubicBezTo>
                <a:lnTo>
                  <a:pt x="4661175" y="3369446"/>
                </a:lnTo>
                <a:cubicBezTo>
                  <a:pt x="4675363" y="3369446"/>
                  <a:pt x="4682457" y="3362352"/>
                  <a:pt x="4682457" y="3348164"/>
                </a:cubicBezTo>
                <a:lnTo>
                  <a:pt x="4682457" y="3290567"/>
                </a:lnTo>
                <a:lnTo>
                  <a:pt x="4647781" y="3290567"/>
                </a:lnTo>
                <a:lnTo>
                  <a:pt x="4647781" y="3339532"/>
                </a:lnTo>
                <a:lnTo>
                  <a:pt x="4602685" y="3339532"/>
                </a:lnTo>
                <a:lnTo>
                  <a:pt x="4602685" y="3166445"/>
                </a:lnTo>
                <a:lnTo>
                  <a:pt x="4647781" y="3166445"/>
                </a:lnTo>
                <a:lnTo>
                  <a:pt x="4647781" y="3212433"/>
                </a:lnTo>
                <a:lnTo>
                  <a:pt x="4682457" y="3212433"/>
                </a:lnTo>
                <a:lnTo>
                  <a:pt x="4682457" y="3157961"/>
                </a:lnTo>
                <a:cubicBezTo>
                  <a:pt x="4682457" y="3143674"/>
                  <a:pt x="4675363" y="3136530"/>
                  <a:pt x="4661175" y="3136530"/>
                </a:cubicBezTo>
                <a:close/>
                <a:moveTo>
                  <a:pt x="3673849" y="3136530"/>
                </a:moveTo>
                <a:cubicBezTo>
                  <a:pt x="3659859" y="3136530"/>
                  <a:pt x="3652865" y="3143674"/>
                  <a:pt x="3652865" y="3157961"/>
                </a:cubicBezTo>
                <a:lnTo>
                  <a:pt x="3652865" y="3209754"/>
                </a:lnTo>
                <a:cubicBezTo>
                  <a:pt x="3652865" y="3217294"/>
                  <a:pt x="3655393" y="3223495"/>
                  <a:pt x="3660455" y="3228357"/>
                </a:cubicBezTo>
                <a:lnTo>
                  <a:pt x="3730255" y="3294437"/>
                </a:lnTo>
                <a:lnTo>
                  <a:pt x="3730255" y="3340127"/>
                </a:lnTo>
                <a:lnTo>
                  <a:pt x="3687689" y="3340127"/>
                </a:lnTo>
                <a:lnTo>
                  <a:pt x="3687689" y="3292651"/>
                </a:lnTo>
                <a:lnTo>
                  <a:pt x="3652865" y="3292651"/>
                </a:lnTo>
                <a:lnTo>
                  <a:pt x="3652865" y="3348164"/>
                </a:lnTo>
                <a:cubicBezTo>
                  <a:pt x="3652865" y="3362352"/>
                  <a:pt x="3659859" y="3369446"/>
                  <a:pt x="3673849" y="3369446"/>
                </a:cubicBezTo>
                <a:lnTo>
                  <a:pt x="3743947" y="3369446"/>
                </a:lnTo>
                <a:cubicBezTo>
                  <a:pt x="3758037" y="3369446"/>
                  <a:pt x="3765081" y="3362352"/>
                  <a:pt x="3765081" y="3348164"/>
                </a:cubicBezTo>
                <a:lnTo>
                  <a:pt x="3765081" y="3292651"/>
                </a:lnTo>
                <a:cubicBezTo>
                  <a:pt x="3765081" y="3284813"/>
                  <a:pt x="3762551" y="3278512"/>
                  <a:pt x="3757489" y="3273750"/>
                </a:cubicBezTo>
                <a:lnTo>
                  <a:pt x="3687689" y="3207968"/>
                </a:lnTo>
                <a:lnTo>
                  <a:pt x="3687689" y="3165849"/>
                </a:lnTo>
                <a:lnTo>
                  <a:pt x="3730255" y="3165849"/>
                </a:lnTo>
                <a:lnTo>
                  <a:pt x="3730255" y="3209754"/>
                </a:lnTo>
                <a:lnTo>
                  <a:pt x="3765081" y="3209754"/>
                </a:lnTo>
                <a:lnTo>
                  <a:pt x="3765081" y="3157664"/>
                </a:lnTo>
                <a:cubicBezTo>
                  <a:pt x="3765081" y="3143575"/>
                  <a:pt x="3758037" y="3136530"/>
                  <a:pt x="3743947" y="3136530"/>
                </a:cubicBezTo>
                <a:close/>
                <a:moveTo>
                  <a:pt x="3329609" y="3136530"/>
                </a:moveTo>
                <a:lnTo>
                  <a:pt x="3329609" y="3369446"/>
                </a:lnTo>
                <a:lnTo>
                  <a:pt x="3364435" y="3369446"/>
                </a:lnTo>
                <a:lnTo>
                  <a:pt x="3364435" y="3265564"/>
                </a:lnTo>
                <a:lnTo>
                  <a:pt x="3408637" y="3369446"/>
                </a:lnTo>
                <a:lnTo>
                  <a:pt x="3447035" y="3369446"/>
                </a:lnTo>
                <a:lnTo>
                  <a:pt x="3393903" y="3248747"/>
                </a:lnTo>
                <a:lnTo>
                  <a:pt x="3441231" y="3138167"/>
                </a:lnTo>
                <a:lnTo>
                  <a:pt x="3441231" y="3136530"/>
                </a:lnTo>
                <a:lnTo>
                  <a:pt x="3403131" y="3136530"/>
                </a:lnTo>
                <a:lnTo>
                  <a:pt x="3364435" y="3235054"/>
                </a:lnTo>
                <a:lnTo>
                  <a:pt x="3364435" y="3136530"/>
                </a:lnTo>
                <a:close/>
                <a:moveTo>
                  <a:pt x="3024809" y="3136530"/>
                </a:moveTo>
                <a:lnTo>
                  <a:pt x="3024809" y="3369446"/>
                </a:lnTo>
                <a:lnTo>
                  <a:pt x="3121399" y="3369446"/>
                </a:lnTo>
                <a:lnTo>
                  <a:pt x="3121399" y="3338639"/>
                </a:lnTo>
                <a:lnTo>
                  <a:pt x="3059637" y="3338639"/>
                </a:lnTo>
                <a:lnTo>
                  <a:pt x="3059637" y="3265564"/>
                </a:lnTo>
                <a:lnTo>
                  <a:pt x="3112023" y="3265564"/>
                </a:lnTo>
                <a:lnTo>
                  <a:pt x="3112023" y="3235352"/>
                </a:lnTo>
                <a:lnTo>
                  <a:pt x="3059637" y="3235352"/>
                </a:lnTo>
                <a:lnTo>
                  <a:pt x="3059637" y="3167338"/>
                </a:lnTo>
                <a:lnTo>
                  <a:pt x="3120505" y="3167338"/>
                </a:lnTo>
                <a:lnTo>
                  <a:pt x="3120505" y="3136530"/>
                </a:lnTo>
                <a:close/>
                <a:moveTo>
                  <a:pt x="2709741" y="3136530"/>
                </a:moveTo>
                <a:lnTo>
                  <a:pt x="2709741" y="3167338"/>
                </a:lnTo>
                <a:lnTo>
                  <a:pt x="2748137" y="3167338"/>
                </a:lnTo>
                <a:lnTo>
                  <a:pt x="2748137" y="3369446"/>
                </a:lnTo>
                <a:lnTo>
                  <a:pt x="2782815" y="3369446"/>
                </a:lnTo>
                <a:lnTo>
                  <a:pt x="2782815" y="3167338"/>
                </a:lnTo>
                <a:lnTo>
                  <a:pt x="2821213" y="3167338"/>
                </a:lnTo>
                <a:lnTo>
                  <a:pt x="2821213" y="3136530"/>
                </a:lnTo>
                <a:close/>
                <a:moveTo>
                  <a:pt x="4937845" y="3136233"/>
                </a:moveTo>
                <a:lnTo>
                  <a:pt x="4892751" y="3368851"/>
                </a:lnTo>
                <a:lnTo>
                  <a:pt x="4892751" y="3369446"/>
                </a:lnTo>
                <a:lnTo>
                  <a:pt x="4927131" y="3369446"/>
                </a:lnTo>
                <a:lnTo>
                  <a:pt x="4934125" y="3325244"/>
                </a:lnTo>
                <a:lnTo>
                  <a:pt x="4977733" y="3325244"/>
                </a:lnTo>
                <a:lnTo>
                  <a:pt x="4984727" y="3369446"/>
                </a:lnTo>
                <a:lnTo>
                  <a:pt x="5019255" y="3369446"/>
                </a:lnTo>
                <a:lnTo>
                  <a:pt x="4974457" y="3136233"/>
                </a:lnTo>
                <a:close/>
                <a:moveTo>
                  <a:pt x="4280621" y="3136233"/>
                </a:moveTo>
                <a:lnTo>
                  <a:pt x="4235525" y="3368851"/>
                </a:lnTo>
                <a:lnTo>
                  <a:pt x="4235525" y="3369446"/>
                </a:lnTo>
                <a:lnTo>
                  <a:pt x="4269905" y="3369446"/>
                </a:lnTo>
                <a:lnTo>
                  <a:pt x="4276901" y="3325244"/>
                </a:lnTo>
                <a:lnTo>
                  <a:pt x="4320507" y="3325244"/>
                </a:lnTo>
                <a:lnTo>
                  <a:pt x="4327501" y="3369446"/>
                </a:lnTo>
                <a:lnTo>
                  <a:pt x="4362029" y="3369446"/>
                </a:lnTo>
                <a:lnTo>
                  <a:pt x="4317233" y="3136233"/>
                </a:lnTo>
                <a:close/>
                <a:moveTo>
                  <a:pt x="6499613" y="1768697"/>
                </a:moveTo>
                <a:cubicBezTo>
                  <a:pt x="6536617" y="1768697"/>
                  <a:pt x="6555117" y="1799533"/>
                  <a:pt x="6555117" y="1861203"/>
                </a:cubicBezTo>
                <a:lnTo>
                  <a:pt x="6555117" y="2472455"/>
                </a:lnTo>
                <a:cubicBezTo>
                  <a:pt x="6555117" y="2545985"/>
                  <a:pt x="6536141" y="2582750"/>
                  <a:pt x="6498191" y="2582750"/>
                </a:cubicBezTo>
                <a:cubicBezTo>
                  <a:pt x="6476369" y="2582750"/>
                  <a:pt x="6460713" y="2574330"/>
                  <a:pt x="6451225" y="2557489"/>
                </a:cubicBezTo>
                <a:cubicBezTo>
                  <a:pt x="6441739" y="2540648"/>
                  <a:pt x="6436995" y="2512778"/>
                  <a:pt x="6436995" y="2473878"/>
                </a:cubicBezTo>
                <a:lnTo>
                  <a:pt x="6436995" y="1863338"/>
                </a:lnTo>
                <a:cubicBezTo>
                  <a:pt x="6436995" y="1800245"/>
                  <a:pt x="6457869" y="1768697"/>
                  <a:pt x="6499613" y="1768697"/>
                </a:cubicBezTo>
                <a:close/>
                <a:moveTo>
                  <a:pt x="3182341" y="1763005"/>
                </a:moveTo>
                <a:lnTo>
                  <a:pt x="3193729" y="1763005"/>
                </a:lnTo>
                <a:lnTo>
                  <a:pt x="3248521" y="2399873"/>
                </a:lnTo>
                <a:lnTo>
                  <a:pt x="3134665" y="2399873"/>
                </a:lnTo>
                <a:close/>
                <a:moveTo>
                  <a:pt x="6925197" y="1549530"/>
                </a:moveTo>
                <a:lnTo>
                  <a:pt x="6925197" y="2466762"/>
                </a:lnTo>
                <a:cubicBezTo>
                  <a:pt x="6925197" y="2580615"/>
                  <a:pt x="6949865" y="2666836"/>
                  <a:pt x="6999201" y="2725423"/>
                </a:cubicBezTo>
                <a:cubicBezTo>
                  <a:pt x="7048539" y="2784010"/>
                  <a:pt x="7125389" y="2813304"/>
                  <a:pt x="7229755" y="2813304"/>
                </a:cubicBezTo>
                <a:cubicBezTo>
                  <a:pt x="7334121" y="2813304"/>
                  <a:pt x="7410973" y="2784010"/>
                  <a:pt x="7460309" y="2725423"/>
                </a:cubicBezTo>
                <a:cubicBezTo>
                  <a:pt x="7509645" y="2666836"/>
                  <a:pt x="7534313" y="2580615"/>
                  <a:pt x="7534313" y="2466762"/>
                </a:cubicBezTo>
                <a:lnTo>
                  <a:pt x="7534313" y="1549530"/>
                </a:lnTo>
                <a:lnTo>
                  <a:pt x="7290951" y="1549530"/>
                </a:lnTo>
                <a:lnTo>
                  <a:pt x="7290951" y="2456800"/>
                </a:lnTo>
                <a:cubicBezTo>
                  <a:pt x="7290951" y="2477673"/>
                  <a:pt x="7289885" y="2497834"/>
                  <a:pt x="7287749" y="2517285"/>
                </a:cubicBezTo>
                <a:cubicBezTo>
                  <a:pt x="7285615" y="2536734"/>
                  <a:pt x="7280277" y="2552508"/>
                  <a:pt x="7271739" y="2564605"/>
                </a:cubicBezTo>
                <a:cubicBezTo>
                  <a:pt x="7263201" y="2576702"/>
                  <a:pt x="7249205" y="2582750"/>
                  <a:pt x="7229755" y="2582750"/>
                </a:cubicBezTo>
                <a:cubicBezTo>
                  <a:pt x="7210781" y="2582750"/>
                  <a:pt x="7197023" y="2576583"/>
                  <a:pt x="7188483" y="2564249"/>
                </a:cubicBezTo>
                <a:cubicBezTo>
                  <a:pt x="7179945" y="2551915"/>
                  <a:pt x="7174489" y="2536142"/>
                  <a:pt x="7172117" y="2516929"/>
                </a:cubicBezTo>
                <a:cubicBezTo>
                  <a:pt x="7169745" y="2497716"/>
                  <a:pt x="7168559" y="2477673"/>
                  <a:pt x="7168559" y="2456800"/>
                </a:cubicBezTo>
                <a:lnTo>
                  <a:pt x="7168559" y="1549530"/>
                </a:lnTo>
                <a:close/>
                <a:moveTo>
                  <a:pt x="5463003" y="1549530"/>
                </a:moveTo>
                <a:lnTo>
                  <a:pt x="5662957" y="2389911"/>
                </a:lnTo>
                <a:lnTo>
                  <a:pt x="5662957" y="2801918"/>
                </a:lnTo>
                <a:lnTo>
                  <a:pt x="5899205" y="2801918"/>
                </a:lnTo>
                <a:lnTo>
                  <a:pt x="5899205" y="2389911"/>
                </a:lnTo>
                <a:lnTo>
                  <a:pt x="6098449" y="1549530"/>
                </a:lnTo>
                <a:lnTo>
                  <a:pt x="5850817" y="1549530"/>
                </a:lnTo>
                <a:lnTo>
                  <a:pt x="5781081" y="1973634"/>
                </a:lnTo>
                <a:lnTo>
                  <a:pt x="5711345" y="1549530"/>
                </a:lnTo>
                <a:close/>
                <a:moveTo>
                  <a:pt x="4396965" y="1549530"/>
                </a:moveTo>
                <a:lnTo>
                  <a:pt x="4396965" y="2801918"/>
                </a:lnTo>
                <a:lnTo>
                  <a:pt x="4646021" y="2801918"/>
                </a:lnTo>
                <a:lnTo>
                  <a:pt x="4646021" y="2195648"/>
                </a:lnTo>
                <a:lnTo>
                  <a:pt x="4782645" y="2801918"/>
                </a:lnTo>
                <a:lnTo>
                  <a:pt x="5042373" y="2801918"/>
                </a:lnTo>
                <a:lnTo>
                  <a:pt x="4873017" y="2123067"/>
                </a:lnTo>
                <a:lnTo>
                  <a:pt x="5013197" y="1549530"/>
                </a:lnTo>
                <a:lnTo>
                  <a:pt x="4761297" y="1549530"/>
                </a:lnTo>
                <a:lnTo>
                  <a:pt x="4644597" y="2051197"/>
                </a:lnTo>
                <a:lnTo>
                  <a:pt x="4644597" y="1549530"/>
                </a:lnTo>
                <a:close/>
                <a:moveTo>
                  <a:pt x="3634965" y="1549530"/>
                </a:moveTo>
                <a:lnTo>
                  <a:pt x="3634965" y="2801918"/>
                </a:lnTo>
                <a:lnTo>
                  <a:pt x="3879751" y="2801918"/>
                </a:lnTo>
                <a:lnTo>
                  <a:pt x="3879751" y="2175724"/>
                </a:lnTo>
                <a:lnTo>
                  <a:pt x="4004989" y="2801918"/>
                </a:lnTo>
                <a:lnTo>
                  <a:pt x="4249775" y="2801918"/>
                </a:lnTo>
                <a:lnTo>
                  <a:pt x="4249775" y="1549530"/>
                </a:lnTo>
                <a:lnTo>
                  <a:pt x="4007837" y="1549530"/>
                </a:lnTo>
                <a:lnTo>
                  <a:pt x="4007837" y="2149395"/>
                </a:lnTo>
                <a:lnTo>
                  <a:pt x="3892559" y="1549530"/>
                </a:lnTo>
                <a:close/>
                <a:moveTo>
                  <a:pt x="2978829" y="1549530"/>
                </a:moveTo>
                <a:lnTo>
                  <a:pt x="2857861" y="2801918"/>
                </a:lnTo>
                <a:lnTo>
                  <a:pt x="3101221" y="2801918"/>
                </a:lnTo>
                <a:lnTo>
                  <a:pt x="3116877" y="2599828"/>
                </a:lnTo>
                <a:lnTo>
                  <a:pt x="3267733" y="2599828"/>
                </a:lnTo>
                <a:lnTo>
                  <a:pt x="3285523" y="2801918"/>
                </a:lnTo>
                <a:lnTo>
                  <a:pt x="3522481" y="2801918"/>
                </a:lnTo>
                <a:lnTo>
                  <a:pt x="3403645" y="1549530"/>
                </a:lnTo>
                <a:close/>
                <a:moveTo>
                  <a:pt x="2130017" y="1549530"/>
                </a:moveTo>
                <a:lnTo>
                  <a:pt x="2130017" y="2801918"/>
                </a:lnTo>
                <a:lnTo>
                  <a:pt x="2379069" y="2801918"/>
                </a:lnTo>
                <a:lnTo>
                  <a:pt x="2379069" y="2234074"/>
                </a:lnTo>
                <a:lnTo>
                  <a:pt x="2497193" y="2234074"/>
                </a:lnTo>
                <a:lnTo>
                  <a:pt x="2497193" y="2801918"/>
                </a:lnTo>
                <a:lnTo>
                  <a:pt x="2746249" y="2801918"/>
                </a:lnTo>
                <a:lnTo>
                  <a:pt x="2746249" y="1549530"/>
                </a:lnTo>
                <a:lnTo>
                  <a:pt x="2497193" y="1549530"/>
                </a:lnTo>
                <a:lnTo>
                  <a:pt x="2497193" y="1997116"/>
                </a:lnTo>
                <a:lnTo>
                  <a:pt x="2379069" y="1997116"/>
                </a:lnTo>
                <a:lnTo>
                  <a:pt x="2379069" y="1549530"/>
                </a:lnTo>
                <a:close/>
                <a:moveTo>
                  <a:pt x="1469619" y="1549530"/>
                </a:moveTo>
                <a:lnTo>
                  <a:pt x="1469619" y="1790045"/>
                </a:lnTo>
                <a:lnTo>
                  <a:pt x="1618341" y="1790045"/>
                </a:lnTo>
                <a:lnTo>
                  <a:pt x="1618341" y="2801918"/>
                </a:lnTo>
                <a:lnTo>
                  <a:pt x="1868817" y="2801918"/>
                </a:lnTo>
                <a:lnTo>
                  <a:pt x="1868817" y="1790045"/>
                </a:lnTo>
                <a:lnTo>
                  <a:pt x="2017539" y="1790045"/>
                </a:lnTo>
                <a:lnTo>
                  <a:pt x="2017539" y="1549530"/>
                </a:lnTo>
                <a:close/>
                <a:moveTo>
                  <a:pt x="6496057" y="1538144"/>
                </a:moveTo>
                <a:cubicBezTo>
                  <a:pt x="6395011" y="1538144"/>
                  <a:pt x="6318279" y="1565896"/>
                  <a:pt x="6265859" y="1621399"/>
                </a:cubicBezTo>
                <a:cubicBezTo>
                  <a:pt x="6213439" y="1676903"/>
                  <a:pt x="6187229" y="1758261"/>
                  <a:pt x="6187229" y="1865473"/>
                </a:cubicBezTo>
                <a:lnTo>
                  <a:pt x="6187229" y="2460358"/>
                </a:lnTo>
                <a:cubicBezTo>
                  <a:pt x="6187229" y="2574686"/>
                  <a:pt x="6213677" y="2662092"/>
                  <a:pt x="6266569" y="2722577"/>
                </a:cubicBezTo>
                <a:cubicBezTo>
                  <a:pt x="6319465" y="2783061"/>
                  <a:pt x="6395961" y="2813304"/>
                  <a:pt x="6496057" y="2813304"/>
                </a:cubicBezTo>
                <a:cubicBezTo>
                  <a:pt x="6596153" y="2813304"/>
                  <a:pt x="6672649" y="2783061"/>
                  <a:pt x="6725541" y="2722577"/>
                </a:cubicBezTo>
                <a:cubicBezTo>
                  <a:pt x="6778437" y="2662092"/>
                  <a:pt x="6804885" y="2574686"/>
                  <a:pt x="6804885" y="2460358"/>
                </a:cubicBezTo>
                <a:lnTo>
                  <a:pt x="6804885" y="1865473"/>
                </a:lnTo>
                <a:cubicBezTo>
                  <a:pt x="6804885" y="1758261"/>
                  <a:pt x="6778673" y="1676903"/>
                  <a:pt x="6726253" y="1621399"/>
                </a:cubicBezTo>
                <a:cubicBezTo>
                  <a:pt x="6673833" y="1565896"/>
                  <a:pt x="6597101" y="1538144"/>
                  <a:pt x="6496057" y="1538144"/>
                </a:cubicBezTo>
                <a:close/>
                <a:moveTo>
                  <a:pt x="0" y="0"/>
                </a:moveTo>
                <a:lnTo>
                  <a:pt x="8129841" y="0"/>
                </a:lnTo>
                <a:lnTo>
                  <a:pt x="8129841" y="4573035"/>
                </a:lnTo>
                <a:lnTo>
                  <a:pt x="0" y="457303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0982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3.33333E-6 1.48148E-6 L -0.8789 -0.0201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945" y="-1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721</TotalTime>
  <Words>474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Algerian</vt:lpstr>
      <vt:lpstr>Arial</vt:lpstr>
      <vt:lpstr>Arial Black</vt:lpstr>
      <vt:lpstr>Britannic Bold</vt:lpstr>
      <vt:lpstr>Calibri</vt:lpstr>
      <vt:lpstr>Calibri Light</vt:lpstr>
      <vt:lpstr>fkGroteskNeue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ECONOMIC CONDITIONS IN DIFFERENT COUNTRIES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Jeevan prem</dc:creator>
  <cp:lastModifiedBy>Jeevan prem</cp:lastModifiedBy>
  <cp:revision>11</cp:revision>
  <dcterms:created xsi:type="dcterms:W3CDTF">2025-02-01T00:15:04Z</dcterms:created>
  <dcterms:modified xsi:type="dcterms:W3CDTF">2025-02-02T16:50:08Z</dcterms:modified>
</cp:coreProperties>
</file>